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7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9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6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0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6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955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188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57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22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42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3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307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5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6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0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436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1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1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1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6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93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804" y="3170392"/>
              <a:ext cx="975" cy="167167"/>
            </a:xfrm>
            <a:custGeom>
              <a:avLst/>
              <a:pathLst>
                <a:path w="975" h="167167">
                  <a:moveTo>
                    <a:pt x="975" y="0"/>
                  </a:moveTo>
                  <a:lnTo>
                    <a:pt x="0" y="2"/>
                  </a:lnTo>
                  <a:lnTo>
                    <a:pt x="97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804" y="3170395"/>
              <a:ext cx="975" cy="167164"/>
            </a:xfrm>
            <a:custGeom>
              <a:avLst/>
              <a:pathLst>
                <a:path w="975" h="167164">
                  <a:moveTo>
                    <a:pt x="0" y="0"/>
                  </a:moveTo>
                  <a:lnTo>
                    <a:pt x="975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19" y="3170395"/>
              <a:ext cx="334319" cy="334328"/>
            </a:xfrm>
            <a:custGeom>
              <a:avLst/>
              <a:pathLst>
                <a:path w="334319" h="334328">
                  <a:moveTo>
                    <a:pt x="166184" y="0"/>
                  </a:moveTo>
                  <a:lnTo>
                    <a:pt x="160880" y="115"/>
                  </a:lnTo>
                  <a:lnTo>
                    <a:pt x="155582" y="398"/>
                  </a:lnTo>
                  <a:lnTo>
                    <a:pt x="150296" y="849"/>
                  </a:lnTo>
                  <a:lnTo>
                    <a:pt x="145027" y="1468"/>
                  </a:lnTo>
                  <a:lnTo>
                    <a:pt x="139780" y="2254"/>
                  </a:lnTo>
                  <a:lnTo>
                    <a:pt x="134561" y="3206"/>
                  </a:lnTo>
                  <a:lnTo>
                    <a:pt x="129374" y="4323"/>
                  </a:lnTo>
                  <a:lnTo>
                    <a:pt x="124226" y="5604"/>
                  </a:lnTo>
                  <a:lnTo>
                    <a:pt x="119121" y="7048"/>
                  </a:lnTo>
                  <a:lnTo>
                    <a:pt x="114064" y="8653"/>
                  </a:lnTo>
                  <a:lnTo>
                    <a:pt x="109061" y="10417"/>
                  </a:lnTo>
                  <a:lnTo>
                    <a:pt x="104116" y="12340"/>
                  </a:lnTo>
                  <a:lnTo>
                    <a:pt x="99235" y="14418"/>
                  </a:lnTo>
                  <a:lnTo>
                    <a:pt x="94422" y="16651"/>
                  </a:lnTo>
                  <a:lnTo>
                    <a:pt x="89682" y="19035"/>
                  </a:lnTo>
                  <a:lnTo>
                    <a:pt x="85021" y="21568"/>
                  </a:lnTo>
                  <a:lnTo>
                    <a:pt x="80442" y="24248"/>
                  </a:lnTo>
                  <a:lnTo>
                    <a:pt x="75950" y="27071"/>
                  </a:lnTo>
                  <a:lnTo>
                    <a:pt x="71551" y="30036"/>
                  </a:lnTo>
                  <a:lnTo>
                    <a:pt x="67247" y="33139"/>
                  </a:lnTo>
                  <a:lnTo>
                    <a:pt x="63045" y="36377"/>
                  </a:lnTo>
                  <a:lnTo>
                    <a:pt x="58947" y="39747"/>
                  </a:lnTo>
                  <a:lnTo>
                    <a:pt x="54958" y="43245"/>
                  </a:lnTo>
                  <a:lnTo>
                    <a:pt x="51082" y="46868"/>
                  </a:lnTo>
                  <a:lnTo>
                    <a:pt x="47323" y="50612"/>
                  </a:lnTo>
                  <a:lnTo>
                    <a:pt x="43685" y="54473"/>
                  </a:lnTo>
                  <a:lnTo>
                    <a:pt x="40172" y="58448"/>
                  </a:lnTo>
                  <a:lnTo>
                    <a:pt x="36786" y="62533"/>
                  </a:lnTo>
                  <a:lnTo>
                    <a:pt x="33531" y="66722"/>
                  </a:lnTo>
                  <a:lnTo>
                    <a:pt x="30411" y="71013"/>
                  </a:lnTo>
                  <a:lnTo>
                    <a:pt x="27429" y="75401"/>
                  </a:lnTo>
                  <a:lnTo>
                    <a:pt x="24587" y="79881"/>
                  </a:lnTo>
                  <a:lnTo>
                    <a:pt x="21889" y="84450"/>
                  </a:lnTo>
                  <a:lnTo>
                    <a:pt x="19338" y="89101"/>
                  </a:lnTo>
                  <a:lnTo>
                    <a:pt x="16935" y="93831"/>
                  </a:lnTo>
                  <a:lnTo>
                    <a:pt x="14684" y="98635"/>
                  </a:lnTo>
                  <a:lnTo>
                    <a:pt x="12586" y="103508"/>
                  </a:lnTo>
                  <a:lnTo>
                    <a:pt x="10644" y="108445"/>
                  </a:lnTo>
                  <a:lnTo>
                    <a:pt x="8859" y="113441"/>
                  </a:lnTo>
                  <a:lnTo>
                    <a:pt x="7234" y="118492"/>
                  </a:lnTo>
                  <a:lnTo>
                    <a:pt x="5770" y="123591"/>
                  </a:lnTo>
                  <a:lnTo>
                    <a:pt x="4469" y="128734"/>
                  </a:lnTo>
                  <a:lnTo>
                    <a:pt x="3331" y="133916"/>
                  </a:lnTo>
                  <a:lnTo>
                    <a:pt x="2359" y="139132"/>
                  </a:lnTo>
                  <a:lnTo>
                    <a:pt x="1552" y="144376"/>
                  </a:lnTo>
                  <a:lnTo>
                    <a:pt x="912" y="149642"/>
                  </a:lnTo>
                  <a:lnTo>
                    <a:pt x="440" y="154926"/>
                  </a:lnTo>
                  <a:lnTo>
                    <a:pt x="136" y="160223"/>
                  </a:lnTo>
                  <a:lnTo>
                    <a:pt x="0" y="165527"/>
                  </a:lnTo>
                  <a:lnTo>
                    <a:pt x="32" y="170832"/>
                  </a:lnTo>
                  <a:lnTo>
                    <a:pt x="232" y="176134"/>
                  </a:lnTo>
                  <a:lnTo>
                    <a:pt x="601" y="181426"/>
                  </a:lnTo>
                  <a:lnTo>
                    <a:pt x="1137" y="186704"/>
                  </a:lnTo>
                  <a:lnTo>
                    <a:pt x="1841" y="191963"/>
                  </a:lnTo>
                  <a:lnTo>
                    <a:pt x="2711" y="197196"/>
                  </a:lnTo>
                  <a:lnTo>
                    <a:pt x="3747" y="202399"/>
                  </a:lnTo>
                  <a:lnTo>
                    <a:pt x="4948" y="207567"/>
                  </a:lnTo>
                  <a:lnTo>
                    <a:pt x="6311" y="212694"/>
                  </a:lnTo>
                  <a:lnTo>
                    <a:pt x="7837" y="217776"/>
                  </a:lnTo>
                  <a:lnTo>
                    <a:pt x="9523" y="222806"/>
                  </a:lnTo>
                  <a:lnTo>
                    <a:pt x="11368" y="227780"/>
                  </a:lnTo>
                  <a:lnTo>
                    <a:pt x="13370" y="232693"/>
                  </a:lnTo>
                  <a:lnTo>
                    <a:pt x="15527" y="237540"/>
                  </a:lnTo>
                  <a:lnTo>
                    <a:pt x="17837" y="242317"/>
                  </a:lnTo>
                  <a:lnTo>
                    <a:pt x="20297" y="247017"/>
                  </a:lnTo>
                  <a:lnTo>
                    <a:pt x="22905" y="251637"/>
                  </a:lnTo>
                  <a:lnTo>
                    <a:pt x="25658" y="256172"/>
                  </a:lnTo>
                  <a:lnTo>
                    <a:pt x="28554" y="260618"/>
                  </a:lnTo>
                  <a:lnTo>
                    <a:pt x="31589" y="264969"/>
                  </a:lnTo>
                  <a:lnTo>
                    <a:pt x="34761" y="269222"/>
                  </a:lnTo>
                  <a:lnTo>
                    <a:pt x="38066" y="273372"/>
                  </a:lnTo>
                  <a:lnTo>
                    <a:pt x="41502" y="277415"/>
                  </a:lnTo>
                  <a:lnTo>
                    <a:pt x="45063" y="281347"/>
                  </a:lnTo>
                  <a:lnTo>
                    <a:pt x="48748" y="285163"/>
                  </a:lnTo>
                  <a:lnTo>
                    <a:pt x="52552" y="288862"/>
                  </a:lnTo>
                  <a:lnTo>
                    <a:pt x="56472" y="292437"/>
                  </a:lnTo>
                  <a:lnTo>
                    <a:pt x="60503" y="295886"/>
                  </a:lnTo>
                  <a:lnTo>
                    <a:pt x="64641" y="299206"/>
                  </a:lnTo>
                  <a:lnTo>
                    <a:pt x="68883" y="302393"/>
                  </a:lnTo>
                  <a:lnTo>
                    <a:pt x="73224" y="305443"/>
                  </a:lnTo>
                  <a:lnTo>
                    <a:pt x="77659" y="308354"/>
                  </a:lnTo>
                  <a:lnTo>
                    <a:pt x="82184" y="311123"/>
                  </a:lnTo>
                  <a:lnTo>
                    <a:pt x="86795" y="313747"/>
                  </a:lnTo>
                  <a:lnTo>
                    <a:pt x="91487" y="316224"/>
                  </a:lnTo>
                  <a:lnTo>
                    <a:pt x="96255" y="318550"/>
                  </a:lnTo>
                  <a:lnTo>
                    <a:pt x="101095" y="320724"/>
                  </a:lnTo>
                  <a:lnTo>
                    <a:pt x="106001" y="322743"/>
                  </a:lnTo>
                  <a:lnTo>
                    <a:pt x="110969" y="324605"/>
                  </a:lnTo>
                  <a:lnTo>
                    <a:pt x="115993" y="326309"/>
                  </a:lnTo>
                  <a:lnTo>
                    <a:pt x="121069" y="327852"/>
                  </a:lnTo>
                  <a:lnTo>
                    <a:pt x="126191" y="329234"/>
                  </a:lnTo>
                  <a:lnTo>
                    <a:pt x="131355" y="330452"/>
                  </a:lnTo>
                  <a:lnTo>
                    <a:pt x="136555" y="331506"/>
                  </a:lnTo>
                  <a:lnTo>
                    <a:pt x="141785" y="332395"/>
                  </a:lnTo>
                  <a:lnTo>
                    <a:pt x="147041" y="333117"/>
                  </a:lnTo>
                  <a:lnTo>
                    <a:pt x="152317" y="333671"/>
                  </a:lnTo>
                  <a:lnTo>
                    <a:pt x="157609" y="334059"/>
                  </a:lnTo>
                  <a:lnTo>
                    <a:pt x="162909" y="334278"/>
                  </a:lnTo>
                  <a:lnTo>
                    <a:pt x="168215" y="334328"/>
                  </a:lnTo>
                  <a:lnTo>
                    <a:pt x="173519" y="334211"/>
                  </a:lnTo>
                  <a:lnTo>
                    <a:pt x="178816" y="333925"/>
                  </a:lnTo>
                  <a:lnTo>
                    <a:pt x="184102" y="333471"/>
                  </a:lnTo>
                  <a:lnTo>
                    <a:pt x="189371" y="332849"/>
                  </a:lnTo>
                  <a:lnTo>
                    <a:pt x="194617" y="332061"/>
                  </a:lnTo>
                  <a:lnTo>
                    <a:pt x="199836" y="331107"/>
                  </a:lnTo>
                  <a:lnTo>
                    <a:pt x="205022" y="329987"/>
                  </a:lnTo>
                  <a:lnTo>
                    <a:pt x="210170" y="328704"/>
                  </a:lnTo>
                  <a:lnTo>
                    <a:pt x="215274" y="327257"/>
                  </a:lnTo>
                  <a:lnTo>
                    <a:pt x="220330" y="325650"/>
                  </a:lnTo>
                  <a:lnTo>
                    <a:pt x="225333" y="323883"/>
                  </a:lnTo>
                  <a:lnTo>
                    <a:pt x="230277" y="321958"/>
                  </a:lnTo>
                  <a:lnTo>
                    <a:pt x="235157" y="319877"/>
                  </a:lnTo>
                  <a:lnTo>
                    <a:pt x="239969" y="317642"/>
                  </a:lnTo>
                  <a:lnTo>
                    <a:pt x="244707" y="315256"/>
                  </a:lnTo>
                  <a:lnTo>
                    <a:pt x="249367" y="312721"/>
                  </a:lnTo>
                  <a:lnTo>
                    <a:pt x="253945" y="310039"/>
                  </a:lnTo>
                  <a:lnTo>
                    <a:pt x="258435" y="307213"/>
                  </a:lnTo>
                  <a:lnTo>
                    <a:pt x="262833" y="304246"/>
                  </a:lnTo>
                  <a:lnTo>
                    <a:pt x="267135" y="301141"/>
                  </a:lnTo>
                  <a:lnTo>
                    <a:pt x="271336" y="297901"/>
                  </a:lnTo>
                  <a:lnTo>
                    <a:pt x="275432" y="294529"/>
                  </a:lnTo>
                  <a:lnTo>
                    <a:pt x="279419" y="291029"/>
                  </a:lnTo>
                  <a:lnTo>
                    <a:pt x="283293" y="287404"/>
                  </a:lnTo>
                  <a:lnTo>
                    <a:pt x="287050" y="283659"/>
                  </a:lnTo>
                  <a:lnTo>
                    <a:pt x="290687" y="279795"/>
                  </a:lnTo>
                  <a:lnTo>
                    <a:pt x="294199" y="275819"/>
                  </a:lnTo>
                  <a:lnTo>
                    <a:pt x="297583" y="271733"/>
                  </a:lnTo>
                  <a:lnTo>
                    <a:pt x="300835" y="267541"/>
                  </a:lnTo>
                  <a:lnTo>
                    <a:pt x="303953" y="263249"/>
                  </a:lnTo>
                  <a:lnTo>
                    <a:pt x="306933" y="258860"/>
                  </a:lnTo>
                  <a:lnTo>
                    <a:pt x="309773" y="254378"/>
                  </a:lnTo>
                  <a:lnTo>
                    <a:pt x="312468" y="249809"/>
                  </a:lnTo>
                  <a:lnTo>
                    <a:pt x="315018" y="245156"/>
                  </a:lnTo>
                  <a:lnTo>
                    <a:pt x="317418" y="240425"/>
                  </a:lnTo>
                  <a:lnTo>
                    <a:pt x="319667" y="235620"/>
                  </a:lnTo>
                  <a:lnTo>
                    <a:pt x="321763" y="230746"/>
                  </a:lnTo>
                  <a:lnTo>
                    <a:pt x="323703" y="225808"/>
                  </a:lnTo>
                  <a:lnTo>
                    <a:pt x="325485" y="220810"/>
                  </a:lnTo>
                  <a:lnTo>
                    <a:pt x="327107" y="215759"/>
                  </a:lnTo>
                  <a:lnTo>
                    <a:pt x="328569" y="210659"/>
                  </a:lnTo>
                  <a:lnTo>
                    <a:pt x="329868" y="205515"/>
                  </a:lnTo>
                  <a:lnTo>
                    <a:pt x="331003" y="200333"/>
                  </a:lnTo>
                  <a:lnTo>
                    <a:pt x="331973" y="195117"/>
                  </a:lnTo>
                  <a:lnTo>
                    <a:pt x="332777" y="189873"/>
                  </a:lnTo>
                  <a:lnTo>
                    <a:pt x="333414" y="184606"/>
                  </a:lnTo>
                  <a:lnTo>
                    <a:pt x="333884" y="179321"/>
                  </a:lnTo>
                  <a:lnTo>
                    <a:pt x="334186" y="174025"/>
                  </a:lnTo>
                  <a:lnTo>
                    <a:pt x="334319" y="168721"/>
                  </a:lnTo>
                  <a:lnTo>
                    <a:pt x="334284" y="163416"/>
                  </a:lnTo>
                  <a:lnTo>
                    <a:pt x="334081" y="158114"/>
                  </a:lnTo>
                  <a:lnTo>
                    <a:pt x="333710" y="152822"/>
                  </a:lnTo>
                  <a:lnTo>
                    <a:pt x="333171" y="147544"/>
                  </a:lnTo>
                  <a:lnTo>
                    <a:pt x="332465" y="142286"/>
                  </a:lnTo>
                  <a:lnTo>
                    <a:pt x="331592" y="137053"/>
                  </a:lnTo>
                  <a:lnTo>
                    <a:pt x="330554" y="131850"/>
                  </a:lnTo>
                  <a:lnTo>
                    <a:pt x="329351" y="126683"/>
                  </a:lnTo>
                  <a:lnTo>
                    <a:pt x="327985" y="121556"/>
                  </a:lnTo>
                  <a:lnTo>
                    <a:pt x="326456" y="116476"/>
                  </a:lnTo>
                  <a:lnTo>
                    <a:pt x="324768" y="111446"/>
                  </a:lnTo>
                  <a:lnTo>
                    <a:pt x="322920" y="106473"/>
                  </a:lnTo>
                  <a:lnTo>
                    <a:pt x="320916" y="101561"/>
                  </a:lnTo>
                  <a:lnTo>
                    <a:pt x="318757" y="96715"/>
                  </a:lnTo>
                  <a:lnTo>
                    <a:pt x="316445" y="91940"/>
                  </a:lnTo>
                  <a:lnTo>
                    <a:pt x="313982" y="87240"/>
                  </a:lnTo>
                  <a:lnTo>
                    <a:pt x="311372" y="82622"/>
                  </a:lnTo>
                  <a:lnTo>
                    <a:pt x="308617" y="78088"/>
                  </a:lnTo>
                  <a:lnTo>
                    <a:pt x="305719" y="73644"/>
                  </a:lnTo>
                  <a:lnTo>
                    <a:pt x="302682" y="69294"/>
                  </a:lnTo>
                  <a:lnTo>
                    <a:pt x="299508" y="65043"/>
                  </a:lnTo>
                  <a:lnTo>
                    <a:pt x="296200" y="60894"/>
                  </a:lnTo>
                  <a:lnTo>
                    <a:pt x="292763" y="56853"/>
                  </a:lnTo>
                  <a:lnTo>
                    <a:pt x="289199" y="52923"/>
                  </a:lnTo>
                  <a:lnTo>
                    <a:pt x="285513" y="49108"/>
                  </a:lnTo>
                  <a:lnTo>
                    <a:pt x="281707" y="45411"/>
                  </a:lnTo>
                  <a:lnTo>
                    <a:pt x="277786" y="41838"/>
                  </a:lnTo>
                  <a:lnTo>
                    <a:pt x="273753" y="38390"/>
                  </a:lnTo>
                  <a:lnTo>
                    <a:pt x="269613" y="35073"/>
                  </a:lnTo>
                  <a:lnTo>
                    <a:pt x="265370" y="31888"/>
                  </a:lnTo>
                  <a:lnTo>
                    <a:pt x="261028" y="28840"/>
                  </a:lnTo>
                  <a:lnTo>
                    <a:pt x="256591" y="25931"/>
                  </a:lnTo>
                  <a:lnTo>
                    <a:pt x="252064" y="23164"/>
                  </a:lnTo>
                  <a:lnTo>
                    <a:pt x="247452" y="20542"/>
                  </a:lnTo>
                  <a:lnTo>
                    <a:pt x="242759" y="18068"/>
                  </a:lnTo>
                  <a:lnTo>
                    <a:pt x="237989" y="15744"/>
                  </a:lnTo>
                  <a:lnTo>
                    <a:pt x="233149" y="13573"/>
                  </a:lnTo>
                  <a:lnTo>
                    <a:pt x="228242" y="11556"/>
                  </a:lnTo>
                  <a:lnTo>
                    <a:pt x="223273" y="9696"/>
                  </a:lnTo>
                  <a:lnTo>
                    <a:pt x="218248" y="7995"/>
                  </a:lnTo>
                  <a:lnTo>
                    <a:pt x="213171" y="6454"/>
                  </a:lnTo>
                  <a:lnTo>
                    <a:pt x="208048" y="5075"/>
                  </a:lnTo>
                  <a:lnTo>
                    <a:pt x="202884" y="3859"/>
                  </a:lnTo>
                  <a:lnTo>
                    <a:pt x="197684" y="2807"/>
                  </a:lnTo>
                  <a:lnTo>
                    <a:pt x="192453" y="1921"/>
                  </a:lnTo>
                  <a:lnTo>
                    <a:pt x="187197" y="1202"/>
                  </a:lnTo>
                  <a:lnTo>
                    <a:pt x="181920" y="650"/>
                  </a:lnTo>
                  <a:lnTo>
                    <a:pt x="167159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14761" cy="167167"/>
            </a:xfrm>
            <a:custGeom>
              <a:avLst/>
              <a:pathLst>
                <a:path w="14761" h="167167">
                  <a:moveTo>
                    <a:pt x="14761" y="65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5380" y="2633064"/>
              <a:ext cx="23631" cy="167167"/>
            </a:xfrm>
            <a:custGeom>
              <a:avLst/>
              <a:pathLst>
                <a:path w="23631" h="167167">
                  <a:moveTo>
                    <a:pt x="23631" y="0"/>
                  </a:moveTo>
                  <a:lnTo>
                    <a:pt x="15730" y="186"/>
                  </a:lnTo>
                  <a:lnTo>
                    <a:pt x="7847" y="746"/>
                  </a:lnTo>
                  <a:lnTo>
                    <a:pt x="0" y="1678"/>
                  </a:lnTo>
                  <a:lnTo>
                    <a:pt x="2363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5380" y="2634743"/>
              <a:ext cx="23631" cy="165488"/>
            </a:xfrm>
            <a:custGeom>
              <a:avLst/>
              <a:pathLst>
                <a:path w="23631" h="165488">
                  <a:moveTo>
                    <a:pt x="0" y="0"/>
                  </a:moveTo>
                  <a:lnTo>
                    <a:pt x="23631" y="1654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44" y="2634743"/>
              <a:ext cx="334333" cy="332641"/>
            </a:xfrm>
            <a:custGeom>
              <a:avLst/>
              <a:pathLst>
                <a:path w="334333" h="332641">
                  <a:moveTo>
                    <a:pt x="143536" y="0"/>
                  </a:moveTo>
                  <a:lnTo>
                    <a:pt x="138300" y="832"/>
                  </a:lnTo>
                  <a:lnTo>
                    <a:pt x="133093" y="1830"/>
                  </a:lnTo>
                  <a:lnTo>
                    <a:pt x="127920" y="2993"/>
                  </a:lnTo>
                  <a:lnTo>
                    <a:pt x="122786" y="4320"/>
                  </a:lnTo>
                  <a:lnTo>
                    <a:pt x="117698" y="5808"/>
                  </a:lnTo>
                  <a:lnTo>
                    <a:pt x="112659" y="7457"/>
                  </a:lnTo>
                  <a:lnTo>
                    <a:pt x="107675" y="9265"/>
                  </a:lnTo>
                  <a:lnTo>
                    <a:pt x="102751" y="11230"/>
                  </a:lnTo>
                  <a:lnTo>
                    <a:pt x="97891" y="13351"/>
                  </a:lnTo>
                  <a:lnTo>
                    <a:pt x="93101" y="15624"/>
                  </a:lnTo>
                  <a:lnTo>
                    <a:pt x="88386" y="18048"/>
                  </a:lnTo>
                  <a:lnTo>
                    <a:pt x="83750" y="20621"/>
                  </a:lnTo>
                  <a:lnTo>
                    <a:pt x="79198" y="23339"/>
                  </a:lnTo>
                  <a:lnTo>
                    <a:pt x="74735" y="26200"/>
                  </a:lnTo>
                  <a:lnTo>
                    <a:pt x="70364" y="29201"/>
                  </a:lnTo>
                  <a:lnTo>
                    <a:pt x="66091" y="32339"/>
                  </a:lnTo>
                  <a:lnTo>
                    <a:pt x="61919" y="35612"/>
                  </a:lnTo>
                  <a:lnTo>
                    <a:pt x="57853" y="39015"/>
                  </a:lnTo>
                  <a:lnTo>
                    <a:pt x="53898" y="42545"/>
                  </a:lnTo>
                  <a:lnTo>
                    <a:pt x="50056" y="46199"/>
                  </a:lnTo>
                  <a:lnTo>
                    <a:pt x="46332" y="49972"/>
                  </a:lnTo>
                  <a:lnTo>
                    <a:pt x="42729" y="53862"/>
                  </a:lnTo>
                  <a:lnTo>
                    <a:pt x="39252" y="57865"/>
                  </a:lnTo>
                  <a:lnTo>
                    <a:pt x="35904" y="61975"/>
                  </a:lnTo>
                  <a:lnTo>
                    <a:pt x="32687" y="66190"/>
                  </a:lnTo>
                  <a:lnTo>
                    <a:pt x="29606" y="70504"/>
                  </a:lnTo>
                  <a:lnTo>
                    <a:pt x="26663" y="74915"/>
                  </a:lnTo>
                  <a:lnTo>
                    <a:pt x="23861" y="79416"/>
                  </a:lnTo>
                  <a:lnTo>
                    <a:pt x="21204" y="84004"/>
                  </a:lnTo>
                  <a:lnTo>
                    <a:pt x="18693" y="88673"/>
                  </a:lnTo>
                  <a:lnTo>
                    <a:pt x="16332" y="93420"/>
                  </a:lnTo>
                  <a:lnTo>
                    <a:pt x="14122" y="98240"/>
                  </a:lnTo>
                  <a:lnTo>
                    <a:pt x="12067" y="103127"/>
                  </a:lnTo>
                  <a:lnTo>
                    <a:pt x="10167" y="108077"/>
                  </a:lnTo>
                  <a:lnTo>
                    <a:pt x="8425" y="113085"/>
                  </a:lnTo>
                  <a:lnTo>
                    <a:pt x="6843" y="118145"/>
                  </a:lnTo>
                  <a:lnTo>
                    <a:pt x="5423" y="123253"/>
                  </a:lnTo>
                  <a:lnTo>
                    <a:pt x="4165" y="128403"/>
                  </a:lnTo>
                  <a:lnTo>
                    <a:pt x="3071" y="133591"/>
                  </a:lnTo>
                  <a:lnTo>
                    <a:pt x="2142" y="138811"/>
                  </a:lnTo>
                  <a:lnTo>
                    <a:pt x="1379" y="144058"/>
                  </a:lnTo>
                  <a:lnTo>
                    <a:pt x="782" y="149326"/>
                  </a:lnTo>
                  <a:lnTo>
                    <a:pt x="354" y="154610"/>
                  </a:lnTo>
                  <a:lnTo>
                    <a:pt x="93" y="159906"/>
                  </a:lnTo>
                  <a:lnTo>
                    <a:pt x="0" y="165207"/>
                  </a:lnTo>
                  <a:lnTo>
                    <a:pt x="75" y="170508"/>
                  </a:lnTo>
                  <a:lnTo>
                    <a:pt x="318" y="175804"/>
                  </a:lnTo>
                  <a:lnTo>
                    <a:pt x="729" y="181090"/>
                  </a:lnTo>
                  <a:lnTo>
                    <a:pt x="1307" y="186361"/>
                  </a:lnTo>
                  <a:lnTo>
                    <a:pt x="2053" y="191610"/>
                  </a:lnTo>
                  <a:lnTo>
                    <a:pt x="2964" y="196833"/>
                  </a:lnTo>
                  <a:lnTo>
                    <a:pt x="4041" y="202024"/>
                  </a:lnTo>
                  <a:lnTo>
                    <a:pt x="5281" y="207179"/>
                  </a:lnTo>
                  <a:lnTo>
                    <a:pt x="6685" y="212292"/>
                  </a:lnTo>
                  <a:lnTo>
                    <a:pt x="8250" y="217357"/>
                  </a:lnTo>
                  <a:lnTo>
                    <a:pt x="9975" y="222371"/>
                  </a:lnTo>
                  <a:lnTo>
                    <a:pt x="11858" y="227327"/>
                  </a:lnTo>
                  <a:lnTo>
                    <a:pt x="13897" y="232221"/>
                  </a:lnTo>
                  <a:lnTo>
                    <a:pt x="16090" y="237048"/>
                  </a:lnTo>
                  <a:lnTo>
                    <a:pt x="18435" y="241803"/>
                  </a:lnTo>
                  <a:lnTo>
                    <a:pt x="20930" y="246481"/>
                  </a:lnTo>
                  <a:lnTo>
                    <a:pt x="23572" y="251078"/>
                  </a:lnTo>
                  <a:lnTo>
                    <a:pt x="26359" y="255588"/>
                  </a:lnTo>
                  <a:lnTo>
                    <a:pt x="29287" y="260008"/>
                  </a:lnTo>
                  <a:lnTo>
                    <a:pt x="32353" y="264333"/>
                  </a:lnTo>
                  <a:lnTo>
                    <a:pt x="35556" y="268559"/>
                  </a:lnTo>
                  <a:lnTo>
                    <a:pt x="38891" y="272680"/>
                  </a:lnTo>
                  <a:lnTo>
                    <a:pt x="42354" y="276694"/>
                  </a:lnTo>
                  <a:lnTo>
                    <a:pt x="45944" y="280597"/>
                  </a:lnTo>
                  <a:lnTo>
                    <a:pt x="49655" y="284383"/>
                  </a:lnTo>
                  <a:lnTo>
                    <a:pt x="53484" y="288050"/>
                  </a:lnTo>
                  <a:lnTo>
                    <a:pt x="57428" y="291593"/>
                  </a:lnTo>
                  <a:lnTo>
                    <a:pt x="61482" y="295010"/>
                  </a:lnTo>
                  <a:lnTo>
                    <a:pt x="65643" y="298296"/>
                  </a:lnTo>
                  <a:lnTo>
                    <a:pt x="69906" y="301449"/>
                  </a:lnTo>
                  <a:lnTo>
                    <a:pt x="74266" y="304465"/>
                  </a:lnTo>
                  <a:lnTo>
                    <a:pt x="78720" y="307341"/>
                  </a:lnTo>
                  <a:lnTo>
                    <a:pt x="83263" y="310074"/>
                  </a:lnTo>
                  <a:lnTo>
                    <a:pt x="87890" y="312662"/>
                  </a:lnTo>
                  <a:lnTo>
                    <a:pt x="92597" y="315102"/>
                  </a:lnTo>
                  <a:lnTo>
                    <a:pt x="97379" y="317392"/>
                  </a:lnTo>
                  <a:lnTo>
                    <a:pt x="102232" y="319528"/>
                  </a:lnTo>
                  <a:lnTo>
                    <a:pt x="107149" y="321510"/>
                  </a:lnTo>
                  <a:lnTo>
                    <a:pt x="112127" y="323335"/>
                  </a:lnTo>
                  <a:lnTo>
                    <a:pt x="117160" y="325001"/>
                  </a:lnTo>
                  <a:lnTo>
                    <a:pt x="122244" y="326507"/>
                  </a:lnTo>
                  <a:lnTo>
                    <a:pt x="127373" y="327850"/>
                  </a:lnTo>
                  <a:lnTo>
                    <a:pt x="132542" y="329030"/>
                  </a:lnTo>
                  <a:lnTo>
                    <a:pt x="137745" y="330046"/>
                  </a:lnTo>
                  <a:lnTo>
                    <a:pt x="142979" y="330896"/>
                  </a:lnTo>
                  <a:lnTo>
                    <a:pt x="148236" y="331580"/>
                  </a:lnTo>
                  <a:lnTo>
                    <a:pt x="153513" y="332097"/>
                  </a:lnTo>
                  <a:lnTo>
                    <a:pt x="158803" y="332446"/>
                  </a:lnTo>
                  <a:lnTo>
                    <a:pt x="164102" y="332628"/>
                  </a:lnTo>
                  <a:lnTo>
                    <a:pt x="169404" y="332641"/>
                  </a:lnTo>
                  <a:lnTo>
                    <a:pt x="174703" y="332486"/>
                  </a:lnTo>
                  <a:lnTo>
                    <a:pt x="179995" y="332163"/>
                  </a:lnTo>
                  <a:lnTo>
                    <a:pt x="185274" y="331672"/>
                  </a:lnTo>
                  <a:lnTo>
                    <a:pt x="190535" y="331014"/>
                  </a:lnTo>
                  <a:lnTo>
                    <a:pt x="195773" y="330190"/>
                  </a:lnTo>
                  <a:lnTo>
                    <a:pt x="200981" y="329200"/>
                  </a:lnTo>
                  <a:lnTo>
                    <a:pt x="206156" y="328045"/>
                  </a:lnTo>
                  <a:lnTo>
                    <a:pt x="211291" y="326727"/>
                  </a:lnTo>
                  <a:lnTo>
                    <a:pt x="216382" y="325247"/>
                  </a:lnTo>
                  <a:lnTo>
                    <a:pt x="221424" y="323606"/>
                  </a:lnTo>
                  <a:lnTo>
                    <a:pt x="226411" y="321806"/>
                  </a:lnTo>
                  <a:lnTo>
                    <a:pt x="231338" y="319848"/>
                  </a:lnTo>
                  <a:lnTo>
                    <a:pt x="236201" y="317736"/>
                  </a:lnTo>
                  <a:lnTo>
                    <a:pt x="240994" y="315470"/>
                  </a:lnTo>
                  <a:lnTo>
                    <a:pt x="245713" y="313053"/>
                  </a:lnTo>
                  <a:lnTo>
                    <a:pt x="250353" y="310488"/>
                  </a:lnTo>
                  <a:lnTo>
                    <a:pt x="254910" y="307777"/>
                  </a:lnTo>
                  <a:lnTo>
                    <a:pt x="259378" y="304923"/>
                  </a:lnTo>
                  <a:lnTo>
                    <a:pt x="263753" y="301929"/>
                  </a:lnTo>
                  <a:lnTo>
                    <a:pt x="268031" y="298797"/>
                  </a:lnTo>
                  <a:lnTo>
                    <a:pt x="272208" y="295531"/>
                  </a:lnTo>
                  <a:lnTo>
                    <a:pt x="276279" y="292135"/>
                  </a:lnTo>
                  <a:lnTo>
                    <a:pt x="280241" y="288611"/>
                  </a:lnTo>
                  <a:lnTo>
                    <a:pt x="284088" y="284963"/>
                  </a:lnTo>
                  <a:lnTo>
                    <a:pt x="287818" y="281195"/>
                  </a:lnTo>
                  <a:lnTo>
                    <a:pt x="291427" y="277311"/>
                  </a:lnTo>
                  <a:lnTo>
                    <a:pt x="294910" y="273314"/>
                  </a:lnTo>
                  <a:lnTo>
                    <a:pt x="298266" y="269209"/>
                  </a:lnTo>
                  <a:lnTo>
                    <a:pt x="301489" y="265000"/>
                  </a:lnTo>
                  <a:lnTo>
                    <a:pt x="304577" y="260690"/>
                  </a:lnTo>
                  <a:lnTo>
                    <a:pt x="307527" y="256285"/>
                  </a:lnTo>
                  <a:lnTo>
                    <a:pt x="310336" y="251788"/>
                  </a:lnTo>
                  <a:lnTo>
                    <a:pt x="313000" y="247204"/>
                  </a:lnTo>
                  <a:lnTo>
                    <a:pt x="315518" y="242538"/>
                  </a:lnTo>
                  <a:lnTo>
                    <a:pt x="317887" y="237795"/>
                  </a:lnTo>
                  <a:lnTo>
                    <a:pt x="320104" y="232979"/>
                  </a:lnTo>
                  <a:lnTo>
                    <a:pt x="322168" y="228095"/>
                  </a:lnTo>
                  <a:lnTo>
                    <a:pt x="324075" y="223148"/>
                  </a:lnTo>
                  <a:lnTo>
                    <a:pt x="325825" y="218144"/>
                  </a:lnTo>
                  <a:lnTo>
                    <a:pt x="327415" y="213086"/>
                  </a:lnTo>
                  <a:lnTo>
                    <a:pt x="328844" y="207980"/>
                  </a:lnTo>
                  <a:lnTo>
                    <a:pt x="330110" y="202832"/>
                  </a:lnTo>
                  <a:lnTo>
                    <a:pt x="331212" y="197646"/>
                  </a:lnTo>
                  <a:lnTo>
                    <a:pt x="332149" y="192427"/>
                  </a:lnTo>
                  <a:lnTo>
                    <a:pt x="332921" y="187182"/>
                  </a:lnTo>
                  <a:lnTo>
                    <a:pt x="333525" y="181914"/>
                  </a:lnTo>
                  <a:lnTo>
                    <a:pt x="333962" y="176631"/>
                  </a:lnTo>
                  <a:lnTo>
                    <a:pt x="334232" y="171336"/>
                  </a:lnTo>
                  <a:lnTo>
                    <a:pt x="334333" y="166035"/>
                  </a:lnTo>
                  <a:lnTo>
                    <a:pt x="334267" y="160733"/>
                  </a:lnTo>
                  <a:lnTo>
                    <a:pt x="334032" y="155437"/>
                  </a:lnTo>
                  <a:lnTo>
                    <a:pt x="333629" y="150150"/>
                  </a:lnTo>
                  <a:lnTo>
                    <a:pt x="333059" y="144879"/>
                  </a:lnTo>
                  <a:lnTo>
                    <a:pt x="332322" y="139629"/>
                  </a:lnTo>
                  <a:lnTo>
                    <a:pt x="331419" y="134404"/>
                  </a:lnTo>
                  <a:lnTo>
                    <a:pt x="330350" y="129211"/>
                  </a:lnTo>
                  <a:lnTo>
                    <a:pt x="329118" y="124054"/>
                  </a:lnTo>
                  <a:lnTo>
                    <a:pt x="327722" y="118939"/>
                  </a:lnTo>
                  <a:lnTo>
                    <a:pt x="326166" y="113871"/>
                  </a:lnTo>
                  <a:lnTo>
                    <a:pt x="324449" y="108855"/>
                  </a:lnTo>
                  <a:lnTo>
                    <a:pt x="322574" y="103896"/>
                  </a:lnTo>
                  <a:lnTo>
                    <a:pt x="320542" y="98999"/>
                  </a:lnTo>
                  <a:lnTo>
                    <a:pt x="318357" y="94168"/>
                  </a:lnTo>
                  <a:lnTo>
                    <a:pt x="316019" y="89410"/>
                  </a:lnTo>
                  <a:lnTo>
                    <a:pt x="313531" y="84727"/>
                  </a:lnTo>
                  <a:lnTo>
                    <a:pt x="310897" y="80127"/>
                  </a:lnTo>
                  <a:lnTo>
                    <a:pt x="308117" y="75612"/>
                  </a:lnTo>
                  <a:lnTo>
                    <a:pt x="305196" y="71187"/>
                  </a:lnTo>
                  <a:lnTo>
                    <a:pt x="302137" y="66857"/>
                  </a:lnTo>
                  <a:lnTo>
                    <a:pt x="298941" y="62627"/>
                  </a:lnTo>
                  <a:lnTo>
                    <a:pt x="295613" y="58500"/>
                  </a:lnTo>
                  <a:lnTo>
                    <a:pt x="292155" y="54480"/>
                  </a:lnTo>
                  <a:lnTo>
                    <a:pt x="288572" y="50572"/>
                  </a:lnTo>
                  <a:lnTo>
                    <a:pt x="284867" y="46780"/>
                  </a:lnTo>
                  <a:lnTo>
                    <a:pt x="281043" y="43107"/>
                  </a:lnTo>
                  <a:lnTo>
                    <a:pt x="277105" y="39558"/>
                  </a:lnTo>
                  <a:lnTo>
                    <a:pt x="273056" y="36135"/>
                  </a:lnTo>
                  <a:lnTo>
                    <a:pt x="268901" y="32842"/>
                  </a:lnTo>
                  <a:lnTo>
                    <a:pt x="264643" y="29682"/>
                  </a:lnTo>
                  <a:lnTo>
                    <a:pt x="260287" y="26659"/>
                  </a:lnTo>
                  <a:lnTo>
                    <a:pt x="255838" y="23776"/>
                  </a:lnTo>
                  <a:lnTo>
                    <a:pt x="251300" y="21035"/>
                  </a:lnTo>
                  <a:lnTo>
                    <a:pt x="246676" y="18440"/>
                  </a:lnTo>
                  <a:lnTo>
                    <a:pt x="241973" y="15993"/>
                  </a:lnTo>
                  <a:lnTo>
                    <a:pt x="237195" y="13696"/>
                  </a:lnTo>
                  <a:lnTo>
                    <a:pt x="232346" y="11551"/>
                  </a:lnTo>
                  <a:lnTo>
                    <a:pt x="227432" y="9562"/>
                  </a:lnTo>
                  <a:lnTo>
                    <a:pt x="222456" y="7729"/>
                  </a:lnTo>
                  <a:lnTo>
                    <a:pt x="167167" y="165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55289" cy="167167"/>
            </a:xfrm>
            <a:custGeom>
              <a:avLst/>
              <a:pathLst>
                <a:path w="55289" h="167167">
                  <a:moveTo>
                    <a:pt x="55289" y="9408"/>
                  </a:moveTo>
                  <a:lnTo>
                    <a:pt x="49343" y="7448"/>
                  </a:lnTo>
                  <a:lnTo>
                    <a:pt x="43328" y="5712"/>
                  </a:lnTo>
                  <a:lnTo>
                    <a:pt x="37251" y="4203"/>
                  </a:lnTo>
                  <a:lnTo>
                    <a:pt x="31123" y="2922"/>
                  </a:lnTo>
                  <a:lnTo>
                    <a:pt x="24951" y="1872"/>
                  </a:lnTo>
                  <a:lnTo>
                    <a:pt x="18744" y="1054"/>
                  </a:lnTo>
                  <a:lnTo>
                    <a:pt x="12510" y="468"/>
                  </a:lnTo>
                  <a:lnTo>
                    <a:pt x="6259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751" y="2126963"/>
              <a:ext cx="4720" cy="167167"/>
            </a:xfrm>
            <a:custGeom>
              <a:avLst/>
              <a:pathLst>
                <a:path w="4720" h="167167">
                  <a:moveTo>
                    <a:pt x="4720" y="0"/>
                  </a:moveTo>
                  <a:lnTo>
                    <a:pt x="0" y="66"/>
                  </a:lnTo>
                  <a:lnTo>
                    <a:pt x="472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751" y="2127030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13" y="2127030"/>
              <a:ext cx="334323" cy="334262"/>
            </a:xfrm>
            <a:custGeom>
              <a:avLst/>
              <a:pathLst>
                <a:path w="334323" h="334262">
                  <a:moveTo>
                    <a:pt x="162438" y="0"/>
                  </a:moveTo>
                  <a:lnTo>
                    <a:pt x="157146" y="233"/>
                  </a:lnTo>
                  <a:lnTo>
                    <a:pt x="151864" y="634"/>
                  </a:lnTo>
                  <a:lnTo>
                    <a:pt x="146598" y="1202"/>
                  </a:lnTo>
                  <a:lnTo>
                    <a:pt x="141353" y="1937"/>
                  </a:lnTo>
                  <a:lnTo>
                    <a:pt x="136133" y="2837"/>
                  </a:lnTo>
                  <a:lnTo>
                    <a:pt x="130945" y="3902"/>
                  </a:lnTo>
                  <a:lnTo>
                    <a:pt x="125793" y="5132"/>
                  </a:lnTo>
                  <a:lnTo>
                    <a:pt x="120682" y="6523"/>
                  </a:lnTo>
                  <a:lnTo>
                    <a:pt x="115618" y="8076"/>
                  </a:lnTo>
                  <a:lnTo>
                    <a:pt x="110606" y="9789"/>
                  </a:lnTo>
                  <a:lnTo>
                    <a:pt x="105651" y="11660"/>
                  </a:lnTo>
                  <a:lnTo>
                    <a:pt x="100757" y="13686"/>
                  </a:lnTo>
                  <a:lnTo>
                    <a:pt x="95930" y="15867"/>
                  </a:lnTo>
                  <a:lnTo>
                    <a:pt x="91175" y="18200"/>
                  </a:lnTo>
                  <a:lnTo>
                    <a:pt x="86496" y="20682"/>
                  </a:lnTo>
                  <a:lnTo>
                    <a:pt x="81897" y="23311"/>
                  </a:lnTo>
                  <a:lnTo>
                    <a:pt x="77385" y="26084"/>
                  </a:lnTo>
                  <a:lnTo>
                    <a:pt x="72962" y="28999"/>
                  </a:lnTo>
                  <a:lnTo>
                    <a:pt x="68634" y="32052"/>
                  </a:lnTo>
                  <a:lnTo>
                    <a:pt x="64405" y="35241"/>
                  </a:lnTo>
                  <a:lnTo>
                    <a:pt x="60280" y="38563"/>
                  </a:lnTo>
                  <a:lnTo>
                    <a:pt x="56261" y="42013"/>
                  </a:lnTo>
                  <a:lnTo>
                    <a:pt x="52354" y="45590"/>
                  </a:lnTo>
                  <a:lnTo>
                    <a:pt x="48562" y="49288"/>
                  </a:lnTo>
                  <a:lnTo>
                    <a:pt x="44889" y="53104"/>
                  </a:lnTo>
                  <a:lnTo>
                    <a:pt x="41339" y="57035"/>
                  </a:lnTo>
                  <a:lnTo>
                    <a:pt x="37915" y="61076"/>
                  </a:lnTo>
                  <a:lnTo>
                    <a:pt x="34621" y="65224"/>
                  </a:lnTo>
                  <a:lnTo>
                    <a:pt x="31460" y="69474"/>
                  </a:lnTo>
                  <a:lnTo>
                    <a:pt x="28435" y="73822"/>
                  </a:lnTo>
                  <a:lnTo>
                    <a:pt x="25550" y="78264"/>
                  </a:lnTo>
                  <a:lnTo>
                    <a:pt x="22806" y="82795"/>
                  </a:lnTo>
                  <a:lnTo>
                    <a:pt x="20208" y="87410"/>
                  </a:lnTo>
                  <a:lnTo>
                    <a:pt x="17757" y="92106"/>
                  </a:lnTo>
                  <a:lnTo>
                    <a:pt x="15456" y="96877"/>
                  </a:lnTo>
                  <a:lnTo>
                    <a:pt x="13308" y="101718"/>
                  </a:lnTo>
                  <a:lnTo>
                    <a:pt x="11313" y="106625"/>
                  </a:lnTo>
                  <a:lnTo>
                    <a:pt x="9476" y="111593"/>
                  </a:lnTo>
                  <a:lnTo>
                    <a:pt x="7796" y="116616"/>
                  </a:lnTo>
                  <a:lnTo>
                    <a:pt x="6277" y="121690"/>
                  </a:lnTo>
                  <a:lnTo>
                    <a:pt x="4919" y="126810"/>
                  </a:lnTo>
                  <a:lnTo>
                    <a:pt x="3724" y="131970"/>
                  </a:lnTo>
                  <a:lnTo>
                    <a:pt x="2693" y="137165"/>
                  </a:lnTo>
                  <a:lnTo>
                    <a:pt x="1827" y="142391"/>
                  </a:lnTo>
                  <a:lnTo>
                    <a:pt x="1127" y="147641"/>
                  </a:lnTo>
                  <a:lnTo>
                    <a:pt x="594" y="152911"/>
                  </a:lnTo>
                  <a:lnTo>
                    <a:pt x="228" y="158195"/>
                  </a:lnTo>
                  <a:lnTo>
                    <a:pt x="30" y="163488"/>
                  </a:lnTo>
                  <a:lnTo>
                    <a:pt x="0" y="168784"/>
                  </a:lnTo>
                  <a:lnTo>
                    <a:pt x="137" y="174079"/>
                  </a:lnTo>
                  <a:lnTo>
                    <a:pt x="442" y="179367"/>
                  </a:lnTo>
                  <a:lnTo>
                    <a:pt x="914" y="184643"/>
                  </a:lnTo>
                  <a:lnTo>
                    <a:pt x="1553" y="189901"/>
                  </a:lnTo>
                  <a:lnTo>
                    <a:pt x="2359" y="195136"/>
                  </a:lnTo>
                  <a:lnTo>
                    <a:pt x="3330" y="200343"/>
                  </a:lnTo>
                  <a:lnTo>
                    <a:pt x="4465" y="205516"/>
                  </a:lnTo>
                  <a:lnTo>
                    <a:pt x="5764" y="210651"/>
                  </a:lnTo>
                  <a:lnTo>
                    <a:pt x="7224" y="215743"/>
                  </a:lnTo>
                  <a:lnTo>
                    <a:pt x="8846" y="220785"/>
                  </a:lnTo>
                  <a:lnTo>
                    <a:pt x="10626" y="225774"/>
                  </a:lnTo>
                  <a:lnTo>
                    <a:pt x="12563" y="230703"/>
                  </a:lnTo>
                  <a:lnTo>
                    <a:pt x="14656" y="235569"/>
                  </a:lnTo>
                  <a:lnTo>
                    <a:pt x="16902" y="240366"/>
                  </a:lnTo>
                  <a:lnTo>
                    <a:pt x="19298" y="245090"/>
                  </a:lnTo>
                  <a:lnTo>
                    <a:pt x="21843" y="249735"/>
                  </a:lnTo>
                  <a:lnTo>
                    <a:pt x="24534" y="254297"/>
                  </a:lnTo>
                  <a:lnTo>
                    <a:pt x="27368" y="258772"/>
                  </a:lnTo>
                  <a:lnTo>
                    <a:pt x="30343" y="263154"/>
                  </a:lnTo>
                  <a:lnTo>
                    <a:pt x="33454" y="267441"/>
                  </a:lnTo>
                  <a:lnTo>
                    <a:pt x="36700" y="271626"/>
                  </a:lnTo>
                  <a:lnTo>
                    <a:pt x="40077" y="275707"/>
                  </a:lnTo>
                  <a:lnTo>
                    <a:pt x="43582" y="279678"/>
                  </a:lnTo>
                  <a:lnTo>
                    <a:pt x="47211" y="283537"/>
                  </a:lnTo>
                  <a:lnTo>
                    <a:pt x="50960" y="287278"/>
                  </a:lnTo>
                  <a:lnTo>
                    <a:pt x="54825" y="290899"/>
                  </a:lnTo>
                  <a:lnTo>
                    <a:pt x="58804" y="294396"/>
                  </a:lnTo>
                  <a:lnTo>
                    <a:pt x="62891" y="297765"/>
                  </a:lnTo>
                  <a:lnTo>
                    <a:pt x="67083" y="301003"/>
                  </a:lnTo>
                  <a:lnTo>
                    <a:pt x="71375" y="304106"/>
                  </a:lnTo>
                  <a:lnTo>
                    <a:pt x="75764" y="307072"/>
                  </a:lnTo>
                  <a:lnTo>
                    <a:pt x="80244" y="309897"/>
                  </a:lnTo>
                  <a:lnTo>
                    <a:pt x="84812" y="312579"/>
                  </a:lnTo>
                  <a:lnTo>
                    <a:pt x="89462" y="315114"/>
                  </a:lnTo>
                  <a:lnTo>
                    <a:pt x="94190" y="317502"/>
                  </a:lnTo>
                  <a:lnTo>
                    <a:pt x="98992" y="319738"/>
                  </a:lnTo>
                  <a:lnTo>
                    <a:pt x="103862" y="321821"/>
                  </a:lnTo>
                  <a:lnTo>
                    <a:pt x="108795" y="323748"/>
                  </a:lnTo>
                  <a:lnTo>
                    <a:pt x="113787" y="325519"/>
                  </a:lnTo>
                  <a:lnTo>
                    <a:pt x="118833" y="327130"/>
                  </a:lnTo>
                  <a:lnTo>
                    <a:pt x="123927" y="328581"/>
                  </a:lnTo>
                  <a:lnTo>
                    <a:pt x="129064" y="329869"/>
                  </a:lnTo>
                  <a:lnTo>
                    <a:pt x="134240" y="330995"/>
                  </a:lnTo>
                  <a:lnTo>
                    <a:pt x="139449" y="331955"/>
                  </a:lnTo>
                  <a:lnTo>
                    <a:pt x="144686" y="332750"/>
                  </a:lnTo>
                  <a:lnTo>
                    <a:pt x="149945" y="333379"/>
                  </a:lnTo>
                  <a:lnTo>
                    <a:pt x="155222" y="333841"/>
                  </a:lnTo>
                  <a:lnTo>
                    <a:pt x="160510" y="334135"/>
                  </a:lnTo>
                  <a:lnTo>
                    <a:pt x="165805" y="334262"/>
                  </a:lnTo>
                  <a:lnTo>
                    <a:pt x="171102" y="334221"/>
                  </a:lnTo>
                  <a:lnTo>
                    <a:pt x="176394" y="334012"/>
                  </a:lnTo>
                  <a:lnTo>
                    <a:pt x="181678" y="333636"/>
                  </a:lnTo>
                  <a:lnTo>
                    <a:pt x="186946" y="333092"/>
                  </a:lnTo>
                  <a:lnTo>
                    <a:pt x="192195" y="332382"/>
                  </a:lnTo>
                  <a:lnTo>
                    <a:pt x="197419" y="331506"/>
                  </a:lnTo>
                  <a:lnTo>
                    <a:pt x="202612" y="330465"/>
                  </a:lnTo>
                  <a:lnTo>
                    <a:pt x="207770" y="329260"/>
                  </a:lnTo>
                  <a:lnTo>
                    <a:pt x="212887" y="327892"/>
                  </a:lnTo>
                  <a:lnTo>
                    <a:pt x="217958" y="326362"/>
                  </a:lnTo>
                  <a:lnTo>
                    <a:pt x="222978" y="324673"/>
                  </a:lnTo>
                  <a:lnTo>
                    <a:pt x="227942" y="322825"/>
                  </a:lnTo>
                  <a:lnTo>
                    <a:pt x="232845" y="320821"/>
                  </a:lnTo>
                  <a:lnTo>
                    <a:pt x="237682" y="318663"/>
                  </a:lnTo>
                  <a:lnTo>
                    <a:pt x="242448" y="316353"/>
                  </a:lnTo>
                  <a:lnTo>
                    <a:pt x="247139" y="313893"/>
                  </a:lnTo>
                  <a:lnTo>
                    <a:pt x="251750" y="311285"/>
                  </a:lnTo>
                  <a:lnTo>
                    <a:pt x="256275" y="308533"/>
                  </a:lnTo>
                  <a:lnTo>
                    <a:pt x="260711" y="305639"/>
                  </a:lnTo>
                  <a:lnTo>
                    <a:pt x="265053" y="302605"/>
                  </a:lnTo>
                  <a:lnTo>
                    <a:pt x="269297" y="299436"/>
                  </a:lnTo>
                  <a:lnTo>
                    <a:pt x="273438" y="296134"/>
                  </a:lnTo>
                  <a:lnTo>
                    <a:pt x="277473" y="292702"/>
                  </a:lnTo>
                  <a:lnTo>
                    <a:pt x="281396" y="289144"/>
                  </a:lnTo>
                  <a:lnTo>
                    <a:pt x="285206" y="285463"/>
                  </a:lnTo>
                  <a:lnTo>
                    <a:pt x="288896" y="281664"/>
                  </a:lnTo>
                  <a:lnTo>
                    <a:pt x="292465" y="277750"/>
                  </a:lnTo>
                  <a:lnTo>
                    <a:pt x="295907" y="273725"/>
                  </a:lnTo>
                  <a:lnTo>
                    <a:pt x="299220" y="269592"/>
                  </a:lnTo>
                  <a:lnTo>
                    <a:pt x="302401" y="265357"/>
                  </a:lnTo>
                  <a:lnTo>
                    <a:pt x="305446" y="261023"/>
                  </a:lnTo>
                  <a:lnTo>
                    <a:pt x="308352" y="256595"/>
                  </a:lnTo>
                  <a:lnTo>
                    <a:pt x="311117" y="252077"/>
                  </a:lnTo>
                  <a:lnTo>
                    <a:pt x="313737" y="247473"/>
                  </a:lnTo>
                  <a:lnTo>
                    <a:pt x="316209" y="242789"/>
                  </a:lnTo>
                  <a:lnTo>
                    <a:pt x="318532" y="238029"/>
                  </a:lnTo>
                  <a:lnTo>
                    <a:pt x="320703" y="233198"/>
                  </a:lnTo>
                  <a:lnTo>
                    <a:pt x="322720" y="228300"/>
                  </a:lnTo>
                  <a:lnTo>
                    <a:pt x="324581" y="223341"/>
                  </a:lnTo>
                  <a:lnTo>
                    <a:pt x="326284" y="218326"/>
                  </a:lnTo>
                  <a:lnTo>
                    <a:pt x="327827" y="213259"/>
                  </a:lnTo>
                  <a:lnTo>
                    <a:pt x="329209" y="208145"/>
                  </a:lnTo>
                  <a:lnTo>
                    <a:pt x="330428" y="202991"/>
                  </a:lnTo>
                  <a:lnTo>
                    <a:pt x="331483" y="197800"/>
                  </a:lnTo>
                  <a:lnTo>
                    <a:pt x="332373" y="192579"/>
                  </a:lnTo>
                  <a:lnTo>
                    <a:pt x="333097" y="187332"/>
                  </a:lnTo>
                  <a:lnTo>
                    <a:pt x="333655" y="182065"/>
                  </a:lnTo>
                  <a:lnTo>
                    <a:pt x="334045" y="176782"/>
                  </a:lnTo>
                  <a:lnTo>
                    <a:pt x="334268" y="171490"/>
                  </a:lnTo>
                  <a:lnTo>
                    <a:pt x="334323" y="166194"/>
                  </a:lnTo>
                  <a:lnTo>
                    <a:pt x="334211" y="160899"/>
                  </a:lnTo>
                  <a:lnTo>
                    <a:pt x="333930" y="155609"/>
                  </a:lnTo>
                  <a:lnTo>
                    <a:pt x="333483" y="150332"/>
                  </a:lnTo>
                  <a:lnTo>
                    <a:pt x="332868" y="145071"/>
                  </a:lnTo>
                  <a:lnTo>
                    <a:pt x="167158" y="167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8472" y="2126963"/>
              <a:ext cx="165709" cy="167167"/>
            </a:xfrm>
            <a:custGeom>
              <a:avLst/>
              <a:pathLst>
                <a:path w="165709" h="167167">
                  <a:moveTo>
                    <a:pt x="165709" y="145137"/>
                  </a:moveTo>
                  <a:lnTo>
                    <a:pt x="164900" y="139732"/>
                  </a:lnTo>
                  <a:lnTo>
                    <a:pt x="163915" y="134356"/>
                  </a:lnTo>
                  <a:lnTo>
                    <a:pt x="162755" y="129015"/>
                  </a:lnTo>
                  <a:lnTo>
                    <a:pt x="161421" y="123715"/>
                  </a:lnTo>
                  <a:lnTo>
                    <a:pt x="159914" y="118461"/>
                  </a:lnTo>
                  <a:lnTo>
                    <a:pt x="158237" y="113260"/>
                  </a:lnTo>
                  <a:lnTo>
                    <a:pt x="156390" y="108116"/>
                  </a:lnTo>
                  <a:lnTo>
                    <a:pt x="154376" y="103035"/>
                  </a:lnTo>
                  <a:lnTo>
                    <a:pt x="152197" y="98022"/>
                  </a:lnTo>
                  <a:lnTo>
                    <a:pt x="149855" y="93084"/>
                  </a:lnTo>
                  <a:lnTo>
                    <a:pt x="147353" y="88225"/>
                  </a:lnTo>
                  <a:lnTo>
                    <a:pt x="144694" y="83450"/>
                  </a:lnTo>
                  <a:lnTo>
                    <a:pt x="141880" y="78765"/>
                  </a:lnTo>
                  <a:lnTo>
                    <a:pt x="138914" y="74174"/>
                  </a:lnTo>
                  <a:lnTo>
                    <a:pt x="135800" y="69682"/>
                  </a:lnTo>
                  <a:lnTo>
                    <a:pt x="132540" y="65295"/>
                  </a:lnTo>
                  <a:lnTo>
                    <a:pt x="129139" y="61017"/>
                  </a:lnTo>
                  <a:lnTo>
                    <a:pt x="125600" y="56852"/>
                  </a:lnTo>
                  <a:lnTo>
                    <a:pt x="121927" y="52805"/>
                  </a:lnTo>
                  <a:lnTo>
                    <a:pt x="118123" y="48880"/>
                  </a:lnTo>
                  <a:lnTo>
                    <a:pt x="114193" y="45082"/>
                  </a:lnTo>
                  <a:lnTo>
                    <a:pt x="110141" y="41414"/>
                  </a:lnTo>
                  <a:lnTo>
                    <a:pt x="105971" y="37881"/>
                  </a:lnTo>
                  <a:lnTo>
                    <a:pt x="101688" y="34486"/>
                  </a:lnTo>
                  <a:lnTo>
                    <a:pt x="97296" y="31232"/>
                  </a:lnTo>
                  <a:lnTo>
                    <a:pt x="92801" y="28124"/>
                  </a:lnTo>
                  <a:lnTo>
                    <a:pt x="88206" y="25165"/>
                  </a:lnTo>
                  <a:lnTo>
                    <a:pt x="83517" y="22357"/>
                  </a:lnTo>
                  <a:lnTo>
                    <a:pt x="78738" y="19704"/>
                  </a:lnTo>
                  <a:lnTo>
                    <a:pt x="73875" y="17209"/>
                  </a:lnTo>
                  <a:lnTo>
                    <a:pt x="68934" y="14874"/>
                  </a:lnTo>
                  <a:lnTo>
                    <a:pt x="63918" y="12702"/>
                  </a:lnTo>
                  <a:lnTo>
                    <a:pt x="58835" y="10695"/>
                  </a:lnTo>
                  <a:lnTo>
                    <a:pt x="53688" y="8856"/>
                  </a:lnTo>
                  <a:lnTo>
                    <a:pt x="48484" y="7185"/>
                  </a:lnTo>
                  <a:lnTo>
                    <a:pt x="43228" y="5686"/>
                  </a:lnTo>
                  <a:lnTo>
                    <a:pt x="37926" y="4359"/>
                  </a:lnTo>
                  <a:lnTo>
                    <a:pt x="32584" y="3206"/>
                  </a:lnTo>
                  <a:lnTo>
                    <a:pt x="27207" y="2228"/>
                  </a:lnTo>
                  <a:lnTo>
                    <a:pt x="21800" y="1427"/>
                  </a:lnTo>
                  <a:lnTo>
                    <a:pt x="16370" y="803"/>
                  </a:lnTo>
                  <a:lnTo>
                    <a:pt x="10923" y="357"/>
                  </a:lnTo>
                  <a:lnTo>
                    <a:pt x="546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6770" y="1681503"/>
              <a:ext cx="6464" cy="167167"/>
            </a:xfrm>
            <a:custGeom>
              <a:avLst/>
              <a:pathLst>
                <a:path w="6464" h="167167">
                  <a:moveTo>
                    <a:pt x="6464" y="0"/>
                  </a:moveTo>
                  <a:lnTo>
                    <a:pt x="0" y="125"/>
                  </a:lnTo>
                  <a:lnTo>
                    <a:pt x="646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6770" y="1681628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74" y="1681628"/>
              <a:ext cx="334318" cy="334206"/>
            </a:xfrm>
            <a:custGeom>
              <a:avLst/>
              <a:pathLst>
                <a:path w="334318" h="334206">
                  <a:moveTo>
                    <a:pt x="160695" y="0"/>
                  </a:moveTo>
                  <a:lnTo>
                    <a:pt x="155400" y="289"/>
                  </a:lnTo>
                  <a:lnTo>
                    <a:pt x="150116" y="746"/>
                  </a:lnTo>
                  <a:lnTo>
                    <a:pt x="144850" y="1370"/>
                  </a:lnTo>
                  <a:lnTo>
                    <a:pt x="139607" y="2161"/>
                  </a:lnTo>
                  <a:lnTo>
                    <a:pt x="134391" y="3118"/>
                  </a:lnTo>
                  <a:lnTo>
                    <a:pt x="129208" y="4240"/>
                  </a:lnTo>
                  <a:lnTo>
                    <a:pt x="124063" y="5525"/>
                  </a:lnTo>
                  <a:lnTo>
                    <a:pt x="118961" y="6973"/>
                  </a:lnTo>
                  <a:lnTo>
                    <a:pt x="113909" y="8583"/>
                  </a:lnTo>
                  <a:lnTo>
                    <a:pt x="108909" y="10352"/>
                  </a:lnTo>
                  <a:lnTo>
                    <a:pt x="103969" y="12278"/>
                  </a:lnTo>
                  <a:lnTo>
                    <a:pt x="99091" y="14360"/>
                  </a:lnTo>
                  <a:lnTo>
                    <a:pt x="94283" y="16596"/>
                  </a:lnTo>
                  <a:lnTo>
                    <a:pt x="89548" y="18983"/>
                  </a:lnTo>
                  <a:lnTo>
                    <a:pt x="84890" y="21520"/>
                  </a:lnTo>
                  <a:lnTo>
                    <a:pt x="80316" y="24202"/>
                  </a:lnTo>
                  <a:lnTo>
                    <a:pt x="75829" y="27029"/>
                  </a:lnTo>
                  <a:lnTo>
                    <a:pt x="71434" y="29996"/>
                  </a:lnTo>
                  <a:lnTo>
                    <a:pt x="67135" y="33101"/>
                  </a:lnTo>
                  <a:lnTo>
                    <a:pt x="62937" y="36341"/>
                  </a:lnTo>
                  <a:lnTo>
                    <a:pt x="58844" y="39713"/>
                  </a:lnTo>
                  <a:lnTo>
                    <a:pt x="54860" y="43213"/>
                  </a:lnTo>
                  <a:lnTo>
                    <a:pt x="50989" y="46837"/>
                  </a:lnTo>
                  <a:lnTo>
                    <a:pt x="47234" y="50582"/>
                  </a:lnTo>
                  <a:lnTo>
                    <a:pt x="43601" y="54445"/>
                  </a:lnTo>
                  <a:lnTo>
                    <a:pt x="40091" y="58420"/>
                  </a:lnTo>
                  <a:lnTo>
                    <a:pt x="36710" y="62505"/>
                  </a:lnTo>
                  <a:lnTo>
                    <a:pt x="33460" y="66696"/>
                  </a:lnTo>
                  <a:lnTo>
                    <a:pt x="30344" y="70987"/>
                  </a:lnTo>
                  <a:lnTo>
                    <a:pt x="27366" y="75375"/>
                  </a:lnTo>
                  <a:lnTo>
                    <a:pt x="24529" y="79855"/>
                  </a:lnTo>
                  <a:lnTo>
                    <a:pt x="21836" y="84423"/>
                  </a:lnTo>
                  <a:lnTo>
                    <a:pt x="19288" y="89074"/>
                  </a:lnTo>
                  <a:lnTo>
                    <a:pt x="16890" y="93804"/>
                  </a:lnTo>
                  <a:lnTo>
                    <a:pt x="14642" y="98607"/>
                  </a:lnTo>
                  <a:lnTo>
                    <a:pt x="12548" y="103479"/>
                  </a:lnTo>
                  <a:lnTo>
                    <a:pt x="10610" y="108415"/>
                  </a:lnTo>
                  <a:lnTo>
                    <a:pt x="8829" y="113410"/>
                  </a:lnTo>
                  <a:lnTo>
                    <a:pt x="7208" y="118459"/>
                  </a:lnTo>
                  <a:lnTo>
                    <a:pt x="5747" y="123557"/>
                  </a:lnTo>
                  <a:lnTo>
                    <a:pt x="4449" y="128699"/>
                  </a:lnTo>
                  <a:lnTo>
                    <a:pt x="3315" y="133879"/>
                  </a:lnTo>
                  <a:lnTo>
                    <a:pt x="2345" y="139092"/>
                  </a:lnTo>
                  <a:lnTo>
                    <a:pt x="1542" y="144334"/>
                  </a:lnTo>
                  <a:lnTo>
                    <a:pt x="905" y="149599"/>
                  </a:lnTo>
                  <a:lnTo>
                    <a:pt x="435" y="154881"/>
                  </a:lnTo>
                  <a:lnTo>
                    <a:pt x="133" y="160175"/>
                  </a:lnTo>
                  <a:lnTo>
                    <a:pt x="0" y="165477"/>
                  </a:lnTo>
                  <a:lnTo>
                    <a:pt x="34" y="170779"/>
                  </a:lnTo>
                  <a:lnTo>
                    <a:pt x="237" y="176079"/>
                  </a:lnTo>
                  <a:lnTo>
                    <a:pt x="607" y="181369"/>
                  </a:lnTo>
                  <a:lnTo>
                    <a:pt x="1145" y="186644"/>
                  </a:lnTo>
                  <a:lnTo>
                    <a:pt x="1851" y="191900"/>
                  </a:lnTo>
                  <a:lnTo>
                    <a:pt x="2722" y="197131"/>
                  </a:lnTo>
                  <a:lnTo>
                    <a:pt x="3760" y="202332"/>
                  </a:lnTo>
                  <a:lnTo>
                    <a:pt x="4961" y="207497"/>
                  </a:lnTo>
                  <a:lnTo>
                    <a:pt x="6326" y="212621"/>
                  </a:lnTo>
                  <a:lnTo>
                    <a:pt x="7852" y="217699"/>
                  </a:lnTo>
                  <a:lnTo>
                    <a:pt x="9539" y="222727"/>
                  </a:lnTo>
                  <a:lnTo>
                    <a:pt x="11385" y="227698"/>
                  </a:lnTo>
                  <a:lnTo>
                    <a:pt x="13387" y="232609"/>
                  </a:lnTo>
                  <a:lnTo>
                    <a:pt x="15544" y="237453"/>
                  </a:lnTo>
                  <a:lnTo>
                    <a:pt x="17854" y="242227"/>
                  </a:lnTo>
                  <a:lnTo>
                    <a:pt x="20314" y="246925"/>
                  </a:lnTo>
                  <a:lnTo>
                    <a:pt x="22922" y="251542"/>
                  </a:lnTo>
                  <a:lnTo>
                    <a:pt x="25674" y="256075"/>
                  </a:lnTo>
                  <a:lnTo>
                    <a:pt x="28570" y="260518"/>
                  </a:lnTo>
                  <a:lnTo>
                    <a:pt x="31604" y="264867"/>
                  </a:lnTo>
                  <a:lnTo>
                    <a:pt x="34775" y="269117"/>
                  </a:lnTo>
                  <a:lnTo>
                    <a:pt x="38080" y="273265"/>
                  </a:lnTo>
                  <a:lnTo>
                    <a:pt x="41514" y="277306"/>
                  </a:lnTo>
                  <a:lnTo>
                    <a:pt x="45074" y="281235"/>
                  </a:lnTo>
                  <a:lnTo>
                    <a:pt x="48758" y="285050"/>
                  </a:lnTo>
                  <a:lnTo>
                    <a:pt x="52561" y="288747"/>
                  </a:lnTo>
                  <a:lnTo>
                    <a:pt x="56479" y="292320"/>
                  </a:lnTo>
                  <a:lnTo>
                    <a:pt x="60508" y="295768"/>
                  </a:lnTo>
                  <a:lnTo>
                    <a:pt x="64645" y="299086"/>
                  </a:lnTo>
                  <a:lnTo>
                    <a:pt x="68884" y="302271"/>
                  </a:lnTo>
                  <a:lnTo>
                    <a:pt x="73223" y="305320"/>
                  </a:lnTo>
                  <a:lnTo>
                    <a:pt x="77656" y="308230"/>
                  </a:lnTo>
                  <a:lnTo>
                    <a:pt x="82180" y="310998"/>
                  </a:lnTo>
                  <a:lnTo>
                    <a:pt x="86789" y="313621"/>
                  </a:lnTo>
                  <a:lnTo>
                    <a:pt x="91478" y="316097"/>
                  </a:lnTo>
                  <a:lnTo>
                    <a:pt x="96244" y="318422"/>
                  </a:lnTo>
                  <a:lnTo>
                    <a:pt x="101082" y="320595"/>
                  </a:lnTo>
                  <a:lnTo>
                    <a:pt x="105985" y="322614"/>
                  </a:lnTo>
                  <a:lnTo>
                    <a:pt x="110951" y="324476"/>
                  </a:lnTo>
                  <a:lnTo>
                    <a:pt x="115972" y="326180"/>
                  </a:lnTo>
                  <a:lnTo>
                    <a:pt x="121046" y="327723"/>
                  </a:lnTo>
                  <a:lnTo>
                    <a:pt x="126166" y="329105"/>
                  </a:lnTo>
                  <a:lnTo>
                    <a:pt x="131327" y="330324"/>
                  </a:lnTo>
                  <a:lnTo>
                    <a:pt x="136524" y="331378"/>
                  </a:lnTo>
                  <a:lnTo>
                    <a:pt x="141752" y="332267"/>
                  </a:lnTo>
                  <a:lnTo>
                    <a:pt x="147005" y="332990"/>
                  </a:lnTo>
                  <a:lnTo>
                    <a:pt x="152279" y="333546"/>
                  </a:lnTo>
                  <a:lnTo>
                    <a:pt x="157568" y="333934"/>
                  </a:lnTo>
                  <a:lnTo>
                    <a:pt x="162866" y="334154"/>
                  </a:lnTo>
                  <a:lnTo>
                    <a:pt x="168169" y="334206"/>
                  </a:lnTo>
                  <a:lnTo>
                    <a:pt x="173471" y="334090"/>
                  </a:lnTo>
                  <a:lnTo>
                    <a:pt x="178766" y="333806"/>
                  </a:lnTo>
                  <a:lnTo>
                    <a:pt x="184050" y="333354"/>
                  </a:lnTo>
                  <a:lnTo>
                    <a:pt x="189316" y="332734"/>
                  </a:lnTo>
                  <a:lnTo>
                    <a:pt x="194561" y="331948"/>
                  </a:lnTo>
                  <a:lnTo>
                    <a:pt x="199778" y="330996"/>
                  </a:lnTo>
                  <a:lnTo>
                    <a:pt x="204962" y="329879"/>
                  </a:lnTo>
                  <a:lnTo>
                    <a:pt x="210108" y="328598"/>
                  </a:lnTo>
                  <a:lnTo>
                    <a:pt x="215210" y="327155"/>
                  </a:lnTo>
                  <a:lnTo>
                    <a:pt x="220265" y="325550"/>
                  </a:lnTo>
                  <a:lnTo>
                    <a:pt x="225266" y="323786"/>
                  </a:lnTo>
                  <a:lnTo>
                    <a:pt x="230208" y="321864"/>
                  </a:lnTo>
                  <a:lnTo>
                    <a:pt x="235087" y="319786"/>
                  </a:lnTo>
                  <a:lnTo>
                    <a:pt x="239898" y="317555"/>
                  </a:lnTo>
                  <a:lnTo>
                    <a:pt x="244635" y="315172"/>
                  </a:lnTo>
                  <a:lnTo>
                    <a:pt x="249295" y="312640"/>
                  </a:lnTo>
                  <a:lnTo>
                    <a:pt x="253872" y="309961"/>
                  </a:lnTo>
                  <a:lnTo>
                    <a:pt x="258361" y="307139"/>
                  </a:lnTo>
                  <a:lnTo>
                    <a:pt x="262759" y="304176"/>
                  </a:lnTo>
                  <a:lnTo>
                    <a:pt x="267061" y="301075"/>
                  </a:lnTo>
                  <a:lnTo>
                    <a:pt x="271262" y="297838"/>
                  </a:lnTo>
                  <a:lnTo>
                    <a:pt x="275358" y="294471"/>
                  </a:lnTo>
                  <a:lnTo>
                    <a:pt x="279345" y="290975"/>
                  </a:lnTo>
                  <a:lnTo>
                    <a:pt x="283220" y="287354"/>
                  </a:lnTo>
                  <a:lnTo>
                    <a:pt x="286978" y="283612"/>
                  </a:lnTo>
                  <a:lnTo>
                    <a:pt x="290615" y="279753"/>
                  </a:lnTo>
                  <a:lnTo>
                    <a:pt x="294128" y="275780"/>
                  </a:lnTo>
                  <a:lnTo>
                    <a:pt x="297513" y="271698"/>
                  </a:lnTo>
                  <a:lnTo>
                    <a:pt x="300767" y="267511"/>
                  </a:lnTo>
                  <a:lnTo>
                    <a:pt x="303886" y="263223"/>
                  </a:lnTo>
                  <a:lnTo>
                    <a:pt x="306868" y="258838"/>
                  </a:lnTo>
                  <a:lnTo>
                    <a:pt x="309710" y="254360"/>
                  </a:lnTo>
                  <a:lnTo>
                    <a:pt x="312407" y="249795"/>
                  </a:lnTo>
                  <a:lnTo>
                    <a:pt x="314959" y="245146"/>
                  </a:lnTo>
                  <a:lnTo>
                    <a:pt x="317362" y="240419"/>
                  </a:lnTo>
                  <a:lnTo>
                    <a:pt x="319614" y="235617"/>
                  </a:lnTo>
                  <a:lnTo>
                    <a:pt x="321712" y="230747"/>
                  </a:lnTo>
                  <a:lnTo>
                    <a:pt x="323655" y="225813"/>
                  </a:lnTo>
                  <a:lnTo>
                    <a:pt x="325441" y="220820"/>
                  </a:lnTo>
                  <a:lnTo>
                    <a:pt x="327067" y="215772"/>
                  </a:lnTo>
                  <a:lnTo>
                    <a:pt x="328532" y="210676"/>
                  </a:lnTo>
                  <a:lnTo>
                    <a:pt x="329835" y="205535"/>
                  </a:lnTo>
                  <a:lnTo>
                    <a:pt x="330974" y="200356"/>
                  </a:lnTo>
                  <a:lnTo>
                    <a:pt x="331948" y="195143"/>
                  </a:lnTo>
                  <a:lnTo>
                    <a:pt x="332757" y="189902"/>
                  </a:lnTo>
                  <a:lnTo>
                    <a:pt x="333398" y="184638"/>
                  </a:lnTo>
                  <a:lnTo>
                    <a:pt x="333873" y="179356"/>
                  </a:lnTo>
                  <a:lnTo>
                    <a:pt x="334180" y="174062"/>
                  </a:lnTo>
                  <a:lnTo>
                    <a:pt x="334318" y="168761"/>
                  </a:lnTo>
                  <a:lnTo>
                    <a:pt x="334289" y="163458"/>
                  </a:lnTo>
                  <a:lnTo>
                    <a:pt x="334091" y="158159"/>
                  </a:lnTo>
                  <a:lnTo>
                    <a:pt x="333725" y="152869"/>
                  </a:lnTo>
                  <a:lnTo>
                    <a:pt x="333192" y="147592"/>
                  </a:lnTo>
                  <a:lnTo>
                    <a:pt x="332491" y="142336"/>
                  </a:lnTo>
                  <a:lnTo>
                    <a:pt x="331624" y="137104"/>
                  </a:lnTo>
                  <a:lnTo>
                    <a:pt x="330592" y="131903"/>
                  </a:lnTo>
                  <a:lnTo>
                    <a:pt x="329395" y="126737"/>
                  </a:lnTo>
                  <a:lnTo>
                    <a:pt x="328035" y="121611"/>
                  </a:lnTo>
                  <a:lnTo>
                    <a:pt x="326513" y="116531"/>
                  </a:lnTo>
                  <a:lnTo>
                    <a:pt x="324831" y="111502"/>
                  </a:lnTo>
                  <a:lnTo>
                    <a:pt x="322990" y="106529"/>
                  </a:lnTo>
                  <a:lnTo>
                    <a:pt x="320992" y="101617"/>
                  </a:lnTo>
                  <a:lnTo>
                    <a:pt x="318840" y="96770"/>
                  </a:lnTo>
                  <a:lnTo>
                    <a:pt x="316534" y="91994"/>
                  </a:lnTo>
                  <a:lnTo>
                    <a:pt x="314079" y="87294"/>
                  </a:lnTo>
                  <a:lnTo>
                    <a:pt x="311475" y="82674"/>
                  </a:lnTo>
                  <a:lnTo>
                    <a:pt x="308727" y="78139"/>
                  </a:lnTo>
                  <a:lnTo>
                    <a:pt x="305836" y="73694"/>
                  </a:lnTo>
                  <a:lnTo>
                    <a:pt x="302805" y="69342"/>
                  </a:lnTo>
                  <a:lnTo>
                    <a:pt x="299638" y="65089"/>
                  </a:lnTo>
                  <a:lnTo>
                    <a:pt x="296337" y="60938"/>
                  </a:lnTo>
                  <a:lnTo>
                    <a:pt x="292907" y="56894"/>
                  </a:lnTo>
                  <a:lnTo>
                    <a:pt x="289350" y="52961"/>
                  </a:lnTo>
                  <a:lnTo>
                    <a:pt x="285670" y="49142"/>
                  </a:lnTo>
                  <a:lnTo>
                    <a:pt x="281871" y="45443"/>
                  </a:lnTo>
                  <a:lnTo>
                    <a:pt x="277956" y="41866"/>
                  </a:lnTo>
                  <a:lnTo>
                    <a:pt x="273930" y="38414"/>
                  </a:lnTo>
                  <a:lnTo>
                    <a:pt x="269796" y="35092"/>
                  </a:lnTo>
                  <a:lnTo>
                    <a:pt x="265559" y="31903"/>
                  </a:lnTo>
                  <a:lnTo>
                    <a:pt x="261223" y="28850"/>
                  </a:lnTo>
                  <a:lnTo>
                    <a:pt x="256793" y="25936"/>
                  </a:lnTo>
                  <a:lnTo>
                    <a:pt x="252272" y="23164"/>
                  </a:lnTo>
                  <a:lnTo>
                    <a:pt x="247666" y="20537"/>
                  </a:lnTo>
                  <a:lnTo>
                    <a:pt x="242978" y="18057"/>
                  </a:lnTo>
                  <a:lnTo>
                    <a:pt x="238214" y="15727"/>
                  </a:lnTo>
                  <a:lnTo>
                    <a:pt x="167160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71054" cy="167167"/>
            </a:xfrm>
            <a:custGeom>
              <a:avLst/>
              <a:pathLst>
                <a:path w="71054" h="167167">
                  <a:moveTo>
                    <a:pt x="71054" y="15852"/>
                  </a:moveTo>
                  <a:lnTo>
                    <a:pt x="65472" y="13354"/>
                  </a:lnTo>
                  <a:lnTo>
                    <a:pt x="59802" y="11063"/>
                  </a:lnTo>
                  <a:lnTo>
                    <a:pt x="54053" y="8980"/>
                  </a:lnTo>
                  <a:lnTo>
                    <a:pt x="48230" y="7108"/>
                  </a:lnTo>
                  <a:lnTo>
                    <a:pt x="42344" y="5451"/>
                  </a:lnTo>
                  <a:lnTo>
                    <a:pt x="36400" y="4011"/>
                  </a:lnTo>
                  <a:lnTo>
                    <a:pt x="30408" y="2789"/>
                  </a:lnTo>
                  <a:lnTo>
                    <a:pt x="24375" y="1786"/>
                  </a:lnTo>
                  <a:lnTo>
                    <a:pt x="18310" y="1005"/>
                  </a:lnTo>
                  <a:lnTo>
                    <a:pt x="12220" y="447"/>
                  </a:lnTo>
                  <a:lnTo>
                    <a:pt x="611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85" y="1322571"/>
              <a:ext cx="167153" cy="320673"/>
            </a:xfrm>
            <a:custGeom>
              <a:avLst/>
              <a:pathLst>
                <a:path w="167153" h="320673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1" y="759"/>
                  </a:lnTo>
                  <a:lnTo>
                    <a:pt x="145949" y="1350"/>
                  </a:lnTo>
                  <a:lnTo>
                    <a:pt x="140688" y="2108"/>
                  </a:lnTo>
                  <a:lnTo>
                    <a:pt x="135454" y="3032"/>
                  </a:lnTo>
                  <a:lnTo>
                    <a:pt x="130252" y="4123"/>
                  </a:lnTo>
                  <a:lnTo>
                    <a:pt x="125088" y="5379"/>
                  </a:lnTo>
                  <a:lnTo>
                    <a:pt x="119965" y="6798"/>
                  </a:lnTo>
                  <a:lnTo>
                    <a:pt x="114891" y="8379"/>
                  </a:lnTo>
                  <a:lnTo>
                    <a:pt x="109869" y="10121"/>
                  </a:lnTo>
                  <a:lnTo>
                    <a:pt x="104906" y="12021"/>
                  </a:lnTo>
                  <a:lnTo>
                    <a:pt x="100005" y="14079"/>
                  </a:lnTo>
                  <a:lnTo>
                    <a:pt x="95172" y="16291"/>
                  </a:lnTo>
                  <a:lnTo>
                    <a:pt x="90412" y="18655"/>
                  </a:lnTo>
                  <a:lnTo>
                    <a:pt x="85729" y="21170"/>
                  </a:lnTo>
                  <a:lnTo>
                    <a:pt x="81129" y="23833"/>
                  </a:lnTo>
                  <a:lnTo>
                    <a:pt x="76616" y="26640"/>
                  </a:lnTo>
                  <a:lnTo>
                    <a:pt x="72194" y="29589"/>
                  </a:lnTo>
                  <a:lnTo>
                    <a:pt x="67868" y="32678"/>
                  </a:lnTo>
                  <a:lnTo>
                    <a:pt x="63643" y="35902"/>
                  </a:lnTo>
                  <a:lnTo>
                    <a:pt x="59522" y="39259"/>
                  </a:lnTo>
                  <a:lnTo>
                    <a:pt x="55510" y="42745"/>
                  </a:lnTo>
                  <a:lnTo>
                    <a:pt x="51611" y="46358"/>
                  </a:lnTo>
                  <a:lnTo>
                    <a:pt x="47829" y="50092"/>
                  </a:lnTo>
                  <a:lnTo>
                    <a:pt x="44167" y="53944"/>
                  </a:lnTo>
                  <a:lnTo>
                    <a:pt x="40630" y="57912"/>
                  </a:lnTo>
                  <a:lnTo>
                    <a:pt x="37220" y="61989"/>
                  </a:lnTo>
                  <a:lnTo>
                    <a:pt x="33942" y="66173"/>
                  </a:lnTo>
                  <a:lnTo>
                    <a:pt x="30799" y="70459"/>
                  </a:lnTo>
                  <a:lnTo>
                    <a:pt x="27793" y="74843"/>
                  </a:lnTo>
                  <a:lnTo>
                    <a:pt x="24929" y="79320"/>
                  </a:lnTo>
                  <a:lnTo>
                    <a:pt x="22208" y="83886"/>
                  </a:lnTo>
                  <a:lnTo>
                    <a:pt x="19633" y="88536"/>
                  </a:lnTo>
                  <a:lnTo>
                    <a:pt x="17208" y="93265"/>
                  </a:lnTo>
                  <a:lnTo>
                    <a:pt x="14935" y="98070"/>
                  </a:lnTo>
                  <a:lnTo>
                    <a:pt x="12815" y="102944"/>
                  </a:lnTo>
                  <a:lnTo>
                    <a:pt x="10851" y="107883"/>
                  </a:lnTo>
                  <a:lnTo>
                    <a:pt x="9045" y="112882"/>
                  </a:lnTo>
                  <a:lnTo>
                    <a:pt x="7400" y="117936"/>
                  </a:lnTo>
                  <a:lnTo>
                    <a:pt x="5915" y="123039"/>
                  </a:lnTo>
                  <a:lnTo>
                    <a:pt x="4594" y="128188"/>
                  </a:lnTo>
                  <a:lnTo>
                    <a:pt x="3437" y="133375"/>
                  </a:lnTo>
                  <a:lnTo>
                    <a:pt x="2445" y="138597"/>
                  </a:lnTo>
                  <a:lnTo>
                    <a:pt x="1620" y="143848"/>
                  </a:lnTo>
                  <a:lnTo>
                    <a:pt x="963" y="149122"/>
                  </a:lnTo>
                  <a:lnTo>
                    <a:pt x="473" y="154415"/>
                  </a:lnTo>
                  <a:lnTo>
                    <a:pt x="152" y="159720"/>
                  </a:lnTo>
                  <a:lnTo>
                    <a:pt x="0" y="165033"/>
                  </a:lnTo>
                  <a:lnTo>
                    <a:pt x="16" y="170348"/>
                  </a:lnTo>
                  <a:lnTo>
                    <a:pt x="202" y="175660"/>
                  </a:lnTo>
                  <a:lnTo>
                    <a:pt x="556" y="180963"/>
                  </a:lnTo>
                  <a:lnTo>
                    <a:pt x="1079" y="186253"/>
                  </a:lnTo>
                  <a:lnTo>
                    <a:pt x="1770" y="191523"/>
                  </a:lnTo>
                  <a:lnTo>
                    <a:pt x="2628" y="196768"/>
                  </a:lnTo>
                  <a:lnTo>
                    <a:pt x="3652" y="201984"/>
                  </a:lnTo>
                  <a:lnTo>
                    <a:pt x="4841" y="207164"/>
                  </a:lnTo>
                  <a:lnTo>
                    <a:pt x="6195" y="212304"/>
                  </a:lnTo>
                  <a:lnTo>
                    <a:pt x="7711" y="217398"/>
                  </a:lnTo>
                  <a:lnTo>
                    <a:pt x="9389" y="222441"/>
                  </a:lnTo>
                  <a:lnTo>
                    <a:pt x="11226" y="227429"/>
                  </a:lnTo>
                  <a:lnTo>
                    <a:pt x="13220" y="232356"/>
                  </a:lnTo>
                  <a:lnTo>
                    <a:pt x="15371" y="237216"/>
                  </a:lnTo>
                  <a:lnTo>
                    <a:pt x="17674" y="242006"/>
                  </a:lnTo>
                  <a:lnTo>
                    <a:pt x="20129" y="246721"/>
                  </a:lnTo>
                  <a:lnTo>
                    <a:pt x="22732" y="251355"/>
                  </a:lnTo>
                  <a:lnTo>
                    <a:pt x="25482" y="255903"/>
                  </a:lnTo>
                  <a:lnTo>
                    <a:pt x="28375" y="260362"/>
                  </a:lnTo>
                  <a:lnTo>
                    <a:pt x="31407" y="264727"/>
                  </a:lnTo>
                  <a:lnTo>
                    <a:pt x="34578" y="268993"/>
                  </a:lnTo>
                  <a:lnTo>
                    <a:pt x="37882" y="273157"/>
                  </a:lnTo>
                  <a:lnTo>
                    <a:pt x="41317" y="277213"/>
                  </a:lnTo>
                  <a:lnTo>
                    <a:pt x="44879" y="281158"/>
                  </a:lnTo>
                  <a:lnTo>
                    <a:pt x="48565" y="284987"/>
                  </a:lnTo>
                  <a:lnTo>
                    <a:pt x="52370" y="288698"/>
                  </a:lnTo>
                  <a:lnTo>
                    <a:pt x="56292" y="292286"/>
                  </a:lnTo>
                  <a:lnTo>
                    <a:pt x="60325" y="295747"/>
                  </a:lnTo>
                  <a:lnTo>
                    <a:pt x="64467" y="299078"/>
                  </a:lnTo>
                  <a:lnTo>
                    <a:pt x="68713" y="302276"/>
                  </a:lnTo>
                  <a:lnTo>
                    <a:pt x="73058" y="305337"/>
                  </a:lnTo>
                  <a:lnTo>
                    <a:pt x="77498" y="308259"/>
                  </a:lnTo>
                  <a:lnTo>
                    <a:pt x="82029" y="311038"/>
                  </a:lnTo>
                  <a:lnTo>
                    <a:pt x="86645" y="313671"/>
                  </a:lnTo>
                  <a:lnTo>
                    <a:pt x="91344" y="316156"/>
                  </a:lnTo>
                  <a:lnTo>
                    <a:pt x="96119" y="318491"/>
                  </a:lnTo>
                  <a:lnTo>
                    <a:pt x="100965" y="320673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4850" y="1489739"/>
              <a:ext cx="66188" cy="153505"/>
            </a:xfrm>
            <a:custGeom>
              <a:avLst/>
              <a:pathLst>
                <a:path w="66188" h="153505">
                  <a:moveTo>
                    <a:pt x="0" y="153505"/>
                  </a:moveTo>
                  <a:lnTo>
                    <a:pt x="661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4850" y="1322595"/>
              <a:ext cx="233353" cy="334307"/>
            </a:xfrm>
            <a:custGeom>
              <a:avLst/>
              <a:pathLst>
                <a:path w="233353" h="334307">
                  <a:moveTo>
                    <a:pt x="0" y="320649"/>
                  </a:moveTo>
                  <a:lnTo>
                    <a:pt x="4916" y="322677"/>
                  </a:lnTo>
                  <a:lnTo>
                    <a:pt x="9895" y="324548"/>
                  </a:lnTo>
                  <a:lnTo>
                    <a:pt x="14931" y="326259"/>
                  </a:lnTo>
                  <a:lnTo>
                    <a:pt x="20019" y="327809"/>
                  </a:lnTo>
                  <a:lnTo>
                    <a:pt x="25154" y="329196"/>
                  </a:lnTo>
                  <a:lnTo>
                    <a:pt x="30330" y="330419"/>
                  </a:lnTo>
                  <a:lnTo>
                    <a:pt x="35542" y="331478"/>
                  </a:lnTo>
                  <a:lnTo>
                    <a:pt x="40786" y="332369"/>
                  </a:lnTo>
                  <a:lnTo>
                    <a:pt x="46055" y="333094"/>
                  </a:lnTo>
                  <a:lnTo>
                    <a:pt x="51344" y="333650"/>
                  </a:lnTo>
                  <a:lnTo>
                    <a:pt x="56649" y="334038"/>
                  </a:lnTo>
                  <a:lnTo>
                    <a:pt x="61963" y="334257"/>
                  </a:lnTo>
                  <a:lnTo>
                    <a:pt x="67282" y="334307"/>
                  </a:lnTo>
                  <a:lnTo>
                    <a:pt x="72599" y="334188"/>
                  </a:lnTo>
                  <a:lnTo>
                    <a:pt x="77910" y="333899"/>
                  </a:lnTo>
                  <a:lnTo>
                    <a:pt x="83209" y="333442"/>
                  </a:lnTo>
                  <a:lnTo>
                    <a:pt x="88491" y="332816"/>
                  </a:lnTo>
                  <a:lnTo>
                    <a:pt x="93750" y="332023"/>
                  </a:lnTo>
                  <a:lnTo>
                    <a:pt x="98981" y="331062"/>
                  </a:lnTo>
                  <a:lnTo>
                    <a:pt x="104179" y="329936"/>
                  </a:lnTo>
                  <a:lnTo>
                    <a:pt x="109339" y="328645"/>
                  </a:lnTo>
                  <a:lnTo>
                    <a:pt x="114455" y="327191"/>
                  </a:lnTo>
                  <a:lnTo>
                    <a:pt x="119522" y="325574"/>
                  </a:lnTo>
                  <a:lnTo>
                    <a:pt x="124535" y="323797"/>
                  </a:lnTo>
                  <a:lnTo>
                    <a:pt x="129489" y="321862"/>
                  </a:lnTo>
                  <a:lnTo>
                    <a:pt x="134379" y="319770"/>
                  </a:lnTo>
                  <a:lnTo>
                    <a:pt x="139200" y="317523"/>
                  </a:lnTo>
                  <a:lnTo>
                    <a:pt x="143947" y="315124"/>
                  </a:lnTo>
                  <a:lnTo>
                    <a:pt x="148615" y="312576"/>
                  </a:lnTo>
                  <a:lnTo>
                    <a:pt x="153200" y="309880"/>
                  </a:lnTo>
                  <a:lnTo>
                    <a:pt x="157697" y="307039"/>
                  </a:lnTo>
                  <a:lnTo>
                    <a:pt x="162101" y="304058"/>
                  </a:lnTo>
                  <a:lnTo>
                    <a:pt x="166408" y="300937"/>
                  </a:lnTo>
                  <a:lnTo>
                    <a:pt x="170614" y="297681"/>
                  </a:lnTo>
                  <a:lnTo>
                    <a:pt x="174714" y="294293"/>
                  </a:lnTo>
                  <a:lnTo>
                    <a:pt x="178704" y="290776"/>
                  </a:lnTo>
                  <a:lnTo>
                    <a:pt x="182580" y="287134"/>
                  </a:lnTo>
                  <a:lnTo>
                    <a:pt x="186338" y="283370"/>
                  </a:lnTo>
                  <a:lnTo>
                    <a:pt x="189975" y="279489"/>
                  </a:lnTo>
                  <a:lnTo>
                    <a:pt x="193486" y="275494"/>
                  </a:lnTo>
                  <a:lnTo>
                    <a:pt x="196869" y="271390"/>
                  </a:lnTo>
                  <a:lnTo>
                    <a:pt x="200119" y="267180"/>
                  </a:lnTo>
                  <a:lnTo>
                    <a:pt x="203234" y="262869"/>
                  </a:lnTo>
                  <a:lnTo>
                    <a:pt x="206209" y="258460"/>
                  </a:lnTo>
                  <a:lnTo>
                    <a:pt x="209044" y="253960"/>
                  </a:lnTo>
                  <a:lnTo>
                    <a:pt x="211733" y="249371"/>
                  </a:lnTo>
                  <a:lnTo>
                    <a:pt x="214275" y="244699"/>
                  </a:lnTo>
                  <a:lnTo>
                    <a:pt x="216668" y="239949"/>
                  </a:lnTo>
                  <a:lnTo>
                    <a:pt x="218908" y="235125"/>
                  </a:lnTo>
                  <a:lnTo>
                    <a:pt x="220993" y="230232"/>
                  </a:lnTo>
                  <a:lnTo>
                    <a:pt x="222922" y="225275"/>
                  </a:lnTo>
                  <a:lnTo>
                    <a:pt x="224692" y="220260"/>
                  </a:lnTo>
                  <a:lnTo>
                    <a:pt x="226301" y="215190"/>
                  </a:lnTo>
                  <a:lnTo>
                    <a:pt x="227749" y="210073"/>
                  </a:lnTo>
                  <a:lnTo>
                    <a:pt x="229033" y="204911"/>
                  </a:lnTo>
                  <a:lnTo>
                    <a:pt x="230152" y="199711"/>
                  </a:lnTo>
                  <a:lnTo>
                    <a:pt x="231105" y="194479"/>
                  </a:lnTo>
                  <a:lnTo>
                    <a:pt x="231891" y="189219"/>
                  </a:lnTo>
                  <a:lnTo>
                    <a:pt x="232509" y="183936"/>
                  </a:lnTo>
                  <a:lnTo>
                    <a:pt x="232959" y="178636"/>
                  </a:lnTo>
                  <a:lnTo>
                    <a:pt x="233241" y="173325"/>
                  </a:lnTo>
                  <a:lnTo>
                    <a:pt x="233353" y="168007"/>
                  </a:lnTo>
                  <a:lnTo>
                    <a:pt x="233296" y="162689"/>
                  </a:lnTo>
                  <a:lnTo>
                    <a:pt x="233069" y="157375"/>
                  </a:lnTo>
                  <a:lnTo>
                    <a:pt x="232674" y="152071"/>
                  </a:lnTo>
                  <a:lnTo>
                    <a:pt x="232110" y="146782"/>
                  </a:lnTo>
                  <a:lnTo>
                    <a:pt x="231379" y="141514"/>
                  </a:lnTo>
                  <a:lnTo>
                    <a:pt x="230480" y="136272"/>
                  </a:lnTo>
                  <a:lnTo>
                    <a:pt x="229415" y="131061"/>
                  </a:lnTo>
                  <a:lnTo>
                    <a:pt x="228184" y="125887"/>
                  </a:lnTo>
                  <a:lnTo>
                    <a:pt x="226790" y="120754"/>
                  </a:lnTo>
                  <a:lnTo>
                    <a:pt x="225233" y="115668"/>
                  </a:lnTo>
                  <a:lnTo>
                    <a:pt x="223515" y="110635"/>
                  </a:lnTo>
                  <a:lnTo>
                    <a:pt x="221637" y="105658"/>
                  </a:lnTo>
                  <a:lnTo>
                    <a:pt x="219603" y="100744"/>
                  </a:lnTo>
                  <a:lnTo>
                    <a:pt x="217413" y="95897"/>
                  </a:lnTo>
                  <a:lnTo>
                    <a:pt x="215070" y="91123"/>
                  </a:lnTo>
                  <a:lnTo>
                    <a:pt x="212576" y="86425"/>
                  </a:lnTo>
                  <a:lnTo>
                    <a:pt x="209934" y="81809"/>
                  </a:lnTo>
                  <a:lnTo>
                    <a:pt x="207146" y="77279"/>
                  </a:lnTo>
                  <a:lnTo>
                    <a:pt x="204216" y="72840"/>
                  </a:lnTo>
                  <a:lnTo>
                    <a:pt x="201146" y="68497"/>
                  </a:lnTo>
                  <a:lnTo>
                    <a:pt x="197940" y="64253"/>
                  </a:lnTo>
                  <a:lnTo>
                    <a:pt x="194600" y="60114"/>
                  </a:lnTo>
                  <a:lnTo>
                    <a:pt x="191130" y="56083"/>
                  </a:lnTo>
                  <a:lnTo>
                    <a:pt x="187534" y="52164"/>
                  </a:lnTo>
                  <a:lnTo>
                    <a:pt x="183814" y="48362"/>
                  </a:lnTo>
                  <a:lnTo>
                    <a:pt x="179976" y="44680"/>
                  </a:lnTo>
                  <a:lnTo>
                    <a:pt x="176023" y="41123"/>
                  </a:lnTo>
                  <a:lnTo>
                    <a:pt x="171958" y="37692"/>
                  </a:lnTo>
                  <a:lnTo>
                    <a:pt x="167786" y="34393"/>
                  </a:lnTo>
                  <a:lnTo>
                    <a:pt x="163512" y="31228"/>
                  </a:lnTo>
                  <a:lnTo>
                    <a:pt x="159139" y="28201"/>
                  </a:lnTo>
                  <a:lnTo>
                    <a:pt x="154672" y="25314"/>
                  </a:lnTo>
                  <a:lnTo>
                    <a:pt x="150115" y="22571"/>
                  </a:lnTo>
                  <a:lnTo>
                    <a:pt x="145473" y="19974"/>
                  </a:lnTo>
                  <a:lnTo>
                    <a:pt x="140751" y="17526"/>
                  </a:lnTo>
                  <a:lnTo>
                    <a:pt x="135954" y="15230"/>
                  </a:lnTo>
                  <a:lnTo>
                    <a:pt x="131086" y="13087"/>
                  </a:lnTo>
                  <a:lnTo>
                    <a:pt x="126152" y="11101"/>
                  </a:lnTo>
                  <a:lnTo>
                    <a:pt x="121157" y="9272"/>
                  </a:lnTo>
                  <a:lnTo>
                    <a:pt x="116107" y="7603"/>
                  </a:lnTo>
                  <a:lnTo>
                    <a:pt x="111007" y="6096"/>
                  </a:lnTo>
                  <a:lnTo>
                    <a:pt x="105861" y="4752"/>
                  </a:lnTo>
                  <a:lnTo>
                    <a:pt x="100674" y="3572"/>
                  </a:lnTo>
                  <a:lnTo>
                    <a:pt x="95453" y="2557"/>
                  </a:lnTo>
                  <a:lnTo>
                    <a:pt x="90203" y="1710"/>
                  </a:lnTo>
                  <a:lnTo>
                    <a:pt x="84928" y="1029"/>
                  </a:lnTo>
                  <a:lnTo>
                    <a:pt x="79634" y="517"/>
                  </a:lnTo>
                  <a:lnTo>
                    <a:pt x="74326" y="174"/>
                  </a:lnTo>
                  <a:lnTo>
                    <a:pt x="69010" y="0"/>
                  </a:lnTo>
                  <a:lnTo>
                    <a:pt x="66188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2822" cy="167167"/>
            </a:xfrm>
            <a:custGeom>
              <a:avLst/>
              <a:pathLst>
                <a:path w="2822" h="167167">
                  <a:moveTo>
                    <a:pt x="2822" y="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097" y="1071028"/>
              <a:ext cx="167161" cy="277983"/>
            </a:xfrm>
            <a:custGeom>
              <a:avLst/>
              <a:pathLst>
                <a:path w="167161" h="277983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6" y="764"/>
                  </a:lnTo>
                  <a:lnTo>
                    <a:pt x="145900" y="1357"/>
                  </a:lnTo>
                  <a:lnTo>
                    <a:pt x="140626" y="2119"/>
                  </a:lnTo>
                  <a:lnTo>
                    <a:pt x="135378" y="3049"/>
                  </a:lnTo>
                  <a:lnTo>
                    <a:pt x="130163" y="4145"/>
                  </a:lnTo>
                  <a:lnTo>
                    <a:pt x="124985" y="5407"/>
                  </a:lnTo>
                  <a:lnTo>
                    <a:pt x="119850" y="6834"/>
                  </a:lnTo>
                  <a:lnTo>
                    <a:pt x="114763" y="8424"/>
                  </a:lnTo>
                  <a:lnTo>
                    <a:pt x="109730" y="10175"/>
                  </a:lnTo>
                  <a:lnTo>
                    <a:pt x="104755" y="12085"/>
                  </a:lnTo>
                  <a:lnTo>
                    <a:pt x="99843" y="14153"/>
                  </a:lnTo>
                  <a:lnTo>
                    <a:pt x="94999" y="16377"/>
                  </a:lnTo>
                  <a:lnTo>
                    <a:pt x="90230" y="18754"/>
                  </a:lnTo>
                  <a:lnTo>
                    <a:pt x="85538" y="21281"/>
                  </a:lnTo>
                  <a:lnTo>
                    <a:pt x="80929" y="23957"/>
                  </a:lnTo>
                  <a:lnTo>
                    <a:pt x="76408" y="26779"/>
                  </a:lnTo>
                  <a:lnTo>
                    <a:pt x="71979" y="29743"/>
                  </a:lnTo>
                  <a:lnTo>
                    <a:pt x="67647" y="32847"/>
                  </a:lnTo>
                  <a:lnTo>
                    <a:pt x="63416" y="36087"/>
                  </a:lnTo>
                  <a:lnTo>
                    <a:pt x="59290" y="39461"/>
                  </a:lnTo>
                  <a:lnTo>
                    <a:pt x="55274" y="42964"/>
                  </a:lnTo>
                  <a:lnTo>
                    <a:pt x="51372" y="46594"/>
                  </a:lnTo>
                  <a:lnTo>
                    <a:pt x="47587" y="50346"/>
                  </a:lnTo>
                  <a:lnTo>
                    <a:pt x="43924" y="54217"/>
                  </a:lnTo>
                  <a:lnTo>
                    <a:pt x="40386" y="58203"/>
                  </a:lnTo>
                  <a:lnTo>
                    <a:pt x="36977" y="62299"/>
                  </a:lnTo>
                  <a:lnTo>
                    <a:pt x="33701" y="66502"/>
                  </a:lnTo>
                  <a:lnTo>
                    <a:pt x="30560" y="70808"/>
                  </a:lnTo>
                  <a:lnTo>
                    <a:pt x="27558" y="75211"/>
                  </a:lnTo>
                  <a:lnTo>
                    <a:pt x="24697" y="79708"/>
                  </a:lnTo>
                  <a:lnTo>
                    <a:pt x="21982" y="84293"/>
                  </a:lnTo>
                  <a:lnTo>
                    <a:pt x="19414" y="88963"/>
                  </a:lnTo>
                  <a:lnTo>
                    <a:pt x="16996" y="93713"/>
                  </a:lnTo>
                  <a:lnTo>
                    <a:pt x="14731" y="98537"/>
                  </a:lnTo>
                  <a:lnTo>
                    <a:pt x="12621" y="103431"/>
                  </a:lnTo>
                  <a:lnTo>
                    <a:pt x="10668" y="108389"/>
                  </a:lnTo>
                  <a:lnTo>
                    <a:pt x="8873" y="113407"/>
                  </a:lnTo>
                  <a:lnTo>
                    <a:pt x="7240" y="118480"/>
                  </a:lnTo>
                  <a:lnTo>
                    <a:pt x="5770" y="123603"/>
                  </a:lnTo>
                  <a:lnTo>
                    <a:pt x="4463" y="128769"/>
                  </a:lnTo>
                  <a:lnTo>
                    <a:pt x="3322" y="133975"/>
                  </a:lnTo>
                  <a:lnTo>
                    <a:pt x="2347" y="139215"/>
                  </a:lnTo>
                  <a:lnTo>
                    <a:pt x="1540" y="144483"/>
                  </a:lnTo>
                  <a:lnTo>
                    <a:pt x="901" y="149773"/>
                  </a:lnTo>
                  <a:lnTo>
                    <a:pt x="431" y="155082"/>
                  </a:lnTo>
                  <a:lnTo>
                    <a:pt x="130" y="160403"/>
                  </a:lnTo>
                  <a:lnTo>
                    <a:pt x="0" y="165731"/>
                  </a:lnTo>
                  <a:lnTo>
                    <a:pt x="39" y="171060"/>
                  </a:lnTo>
                  <a:lnTo>
                    <a:pt x="248" y="176385"/>
                  </a:lnTo>
                  <a:lnTo>
                    <a:pt x="626" y="181701"/>
                  </a:lnTo>
                  <a:lnTo>
                    <a:pt x="1174" y="187002"/>
                  </a:lnTo>
                  <a:lnTo>
                    <a:pt x="1891" y="192283"/>
                  </a:lnTo>
                  <a:lnTo>
                    <a:pt x="2775" y="197539"/>
                  </a:lnTo>
                  <a:lnTo>
                    <a:pt x="3827" y="202763"/>
                  </a:lnTo>
                  <a:lnTo>
                    <a:pt x="5045" y="207951"/>
                  </a:lnTo>
                  <a:lnTo>
                    <a:pt x="6427" y="213098"/>
                  </a:lnTo>
                  <a:lnTo>
                    <a:pt x="7973" y="218199"/>
                  </a:lnTo>
                  <a:lnTo>
                    <a:pt x="9681" y="223247"/>
                  </a:lnTo>
                  <a:lnTo>
                    <a:pt x="11548" y="228238"/>
                  </a:lnTo>
                  <a:lnTo>
                    <a:pt x="13574" y="233168"/>
                  </a:lnTo>
                  <a:lnTo>
                    <a:pt x="15756" y="238030"/>
                  </a:lnTo>
                  <a:lnTo>
                    <a:pt x="18092" y="242820"/>
                  </a:lnTo>
                  <a:lnTo>
                    <a:pt x="20579" y="247534"/>
                  </a:lnTo>
                  <a:lnTo>
                    <a:pt x="23215" y="252165"/>
                  </a:lnTo>
                  <a:lnTo>
                    <a:pt x="25998" y="256710"/>
                  </a:lnTo>
                  <a:lnTo>
                    <a:pt x="28924" y="261165"/>
                  </a:lnTo>
                  <a:lnTo>
                    <a:pt x="31991" y="265523"/>
                  </a:lnTo>
                  <a:lnTo>
                    <a:pt x="35195" y="269782"/>
                  </a:lnTo>
                  <a:lnTo>
                    <a:pt x="38533" y="273937"/>
                  </a:lnTo>
                  <a:lnTo>
                    <a:pt x="42001" y="27798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0099" y="1238196"/>
              <a:ext cx="125159" cy="110815"/>
            </a:xfrm>
            <a:custGeom>
              <a:avLst/>
              <a:pathLst>
                <a:path w="125159" h="110815">
                  <a:moveTo>
                    <a:pt x="0" y="110815"/>
                  </a:moveTo>
                  <a:lnTo>
                    <a:pt x="12515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0099" y="1122475"/>
              <a:ext cx="292326" cy="282874"/>
            </a:xfrm>
            <a:custGeom>
              <a:avLst/>
              <a:pathLst>
                <a:path w="292326" h="282874">
                  <a:moveTo>
                    <a:pt x="0" y="226536"/>
                  </a:moveTo>
                  <a:lnTo>
                    <a:pt x="3588" y="230461"/>
                  </a:lnTo>
                  <a:lnTo>
                    <a:pt x="7299" y="234271"/>
                  </a:lnTo>
                  <a:lnTo>
                    <a:pt x="11130" y="237960"/>
                  </a:lnTo>
                  <a:lnTo>
                    <a:pt x="15076" y="241525"/>
                  </a:lnTo>
                  <a:lnTo>
                    <a:pt x="19133" y="244963"/>
                  </a:lnTo>
                  <a:lnTo>
                    <a:pt x="23298" y="248270"/>
                  </a:lnTo>
                  <a:lnTo>
                    <a:pt x="27566" y="251443"/>
                  </a:lnTo>
                  <a:lnTo>
                    <a:pt x="31933" y="254479"/>
                  </a:lnTo>
                  <a:lnTo>
                    <a:pt x="36394" y="257374"/>
                  </a:lnTo>
                  <a:lnTo>
                    <a:pt x="40945" y="260126"/>
                  </a:lnTo>
                  <a:lnTo>
                    <a:pt x="45581" y="262732"/>
                  </a:lnTo>
                  <a:lnTo>
                    <a:pt x="50298" y="265189"/>
                  </a:lnTo>
                  <a:lnTo>
                    <a:pt x="55090" y="267495"/>
                  </a:lnTo>
                  <a:lnTo>
                    <a:pt x="59953" y="269647"/>
                  </a:lnTo>
                  <a:lnTo>
                    <a:pt x="64883" y="271643"/>
                  </a:lnTo>
                  <a:lnTo>
                    <a:pt x="69873" y="273481"/>
                  </a:lnTo>
                  <a:lnTo>
                    <a:pt x="74919" y="275160"/>
                  </a:lnTo>
                  <a:lnTo>
                    <a:pt x="80016" y="276678"/>
                  </a:lnTo>
                  <a:lnTo>
                    <a:pt x="85159" y="278032"/>
                  </a:lnTo>
                  <a:lnTo>
                    <a:pt x="90343" y="279222"/>
                  </a:lnTo>
                  <a:lnTo>
                    <a:pt x="95561" y="280247"/>
                  </a:lnTo>
                  <a:lnTo>
                    <a:pt x="100810" y="281105"/>
                  </a:lnTo>
                  <a:lnTo>
                    <a:pt x="106083" y="281796"/>
                  </a:lnTo>
                  <a:lnTo>
                    <a:pt x="111375" y="282319"/>
                  </a:lnTo>
                  <a:lnTo>
                    <a:pt x="116682" y="282673"/>
                  </a:lnTo>
                  <a:lnTo>
                    <a:pt x="121997" y="282858"/>
                  </a:lnTo>
                  <a:lnTo>
                    <a:pt x="127315" y="282874"/>
                  </a:lnTo>
                  <a:lnTo>
                    <a:pt x="132631" y="282721"/>
                  </a:lnTo>
                  <a:lnTo>
                    <a:pt x="137939" y="282399"/>
                  </a:lnTo>
                  <a:lnTo>
                    <a:pt x="143235" y="281908"/>
                  </a:lnTo>
                  <a:lnTo>
                    <a:pt x="148512" y="281249"/>
                  </a:lnTo>
                  <a:lnTo>
                    <a:pt x="153766" y="280422"/>
                  </a:lnTo>
                  <a:lnTo>
                    <a:pt x="158990" y="279429"/>
                  </a:lnTo>
                  <a:lnTo>
                    <a:pt x="164181" y="278270"/>
                  </a:lnTo>
                  <a:lnTo>
                    <a:pt x="169331" y="276946"/>
                  </a:lnTo>
                  <a:lnTo>
                    <a:pt x="174438" y="275460"/>
                  </a:lnTo>
                  <a:lnTo>
                    <a:pt x="179494" y="273811"/>
                  </a:lnTo>
                  <a:lnTo>
                    <a:pt x="184495" y="272003"/>
                  </a:lnTo>
                  <a:lnTo>
                    <a:pt x="189437" y="270036"/>
                  </a:lnTo>
                  <a:lnTo>
                    <a:pt x="194313" y="267914"/>
                  </a:lnTo>
                  <a:lnTo>
                    <a:pt x="199119" y="265637"/>
                  </a:lnTo>
                  <a:lnTo>
                    <a:pt x="203850" y="263208"/>
                  </a:lnTo>
                  <a:lnTo>
                    <a:pt x="208502" y="260631"/>
                  </a:lnTo>
                  <a:lnTo>
                    <a:pt x="213069" y="257906"/>
                  </a:lnTo>
                  <a:lnTo>
                    <a:pt x="217548" y="255038"/>
                  </a:lnTo>
                  <a:lnTo>
                    <a:pt x="221933" y="252028"/>
                  </a:lnTo>
                  <a:lnTo>
                    <a:pt x="226220" y="248881"/>
                  </a:lnTo>
                  <a:lnTo>
                    <a:pt x="230404" y="245599"/>
                  </a:lnTo>
                  <a:lnTo>
                    <a:pt x="234482" y="242185"/>
                  </a:lnTo>
                  <a:lnTo>
                    <a:pt x="238450" y="238644"/>
                  </a:lnTo>
                  <a:lnTo>
                    <a:pt x="242303" y="234978"/>
                  </a:lnTo>
                  <a:lnTo>
                    <a:pt x="246037" y="231191"/>
                  </a:lnTo>
                  <a:lnTo>
                    <a:pt x="249649" y="227288"/>
                  </a:lnTo>
                  <a:lnTo>
                    <a:pt x="253135" y="223271"/>
                  </a:lnTo>
                  <a:lnTo>
                    <a:pt x="256491" y="219146"/>
                  </a:lnTo>
                  <a:lnTo>
                    <a:pt x="259715" y="214916"/>
                  </a:lnTo>
                  <a:lnTo>
                    <a:pt x="262802" y="210586"/>
                  </a:lnTo>
                  <a:lnTo>
                    <a:pt x="265750" y="206159"/>
                  </a:lnTo>
                  <a:lnTo>
                    <a:pt x="268555" y="201641"/>
                  </a:lnTo>
                  <a:lnTo>
                    <a:pt x="271216" y="197037"/>
                  </a:lnTo>
                  <a:lnTo>
                    <a:pt x="273729" y="192349"/>
                  </a:lnTo>
                  <a:lnTo>
                    <a:pt x="276091" y="187585"/>
                  </a:lnTo>
                  <a:lnTo>
                    <a:pt x="278301" y="182747"/>
                  </a:lnTo>
                  <a:lnTo>
                    <a:pt x="280355" y="177842"/>
                  </a:lnTo>
                  <a:lnTo>
                    <a:pt x="282253" y="172874"/>
                  </a:lnTo>
                  <a:lnTo>
                    <a:pt x="283991" y="167848"/>
                  </a:lnTo>
                  <a:lnTo>
                    <a:pt x="285569" y="162769"/>
                  </a:lnTo>
                  <a:lnTo>
                    <a:pt x="286984" y="157642"/>
                  </a:lnTo>
                  <a:lnTo>
                    <a:pt x="288236" y="152474"/>
                  </a:lnTo>
                  <a:lnTo>
                    <a:pt x="289323" y="147268"/>
                  </a:lnTo>
                  <a:lnTo>
                    <a:pt x="290243" y="142030"/>
                  </a:lnTo>
                  <a:lnTo>
                    <a:pt x="290996" y="136765"/>
                  </a:lnTo>
                  <a:lnTo>
                    <a:pt x="291582" y="131479"/>
                  </a:lnTo>
                  <a:lnTo>
                    <a:pt x="291999" y="126177"/>
                  </a:lnTo>
                  <a:lnTo>
                    <a:pt x="292247" y="120865"/>
                  </a:lnTo>
                  <a:lnTo>
                    <a:pt x="292326" y="115547"/>
                  </a:lnTo>
                  <a:lnTo>
                    <a:pt x="292236" y="110230"/>
                  </a:lnTo>
                  <a:lnTo>
                    <a:pt x="291977" y="104918"/>
                  </a:lnTo>
                  <a:lnTo>
                    <a:pt x="291549" y="99617"/>
                  </a:lnTo>
                  <a:lnTo>
                    <a:pt x="290952" y="94332"/>
                  </a:lnTo>
                  <a:lnTo>
                    <a:pt x="290188" y="89069"/>
                  </a:lnTo>
                  <a:lnTo>
                    <a:pt x="289257" y="83833"/>
                  </a:lnTo>
                  <a:lnTo>
                    <a:pt x="288159" y="78629"/>
                  </a:lnTo>
                  <a:lnTo>
                    <a:pt x="286897" y="73463"/>
                  </a:lnTo>
                  <a:lnTo>
                    <a:pt x="285471" y="68340"/>
                  </a:lnTo>
                  <a:lnTo>
                    <a:pt x="283883" y="63264"/>
                  </a:lnTo>
                  <a:lnTo>
                    <a:pt x="282134" y="58242"/>
                  </a:lnTo>
                  <a:lnTo>
                    <a:pt x="280226" y="53278"/>
                  </a:lnTo>
                  <a:lnTo>
                    <a:pt x="278161" y="48377"/>
                  </a:lnTo>
                  <a:lnTo>
                    <a:pt x="275942" y="43544"/>
                  </a:lnTo>
                  <a:lnTo>
                    <a:pt x="273569" y="38784"/>
                  </a:lnTo>
                  <a:lnTo>
                    <a:pt x="271047" y="34102"/>
                  </a:lnTo>
                  <a:lnTo>
                    <a:pt x="268377" y="29503"/>
                  </a:lnTo>
                  <a:lnTo>
                    <a:pt x="265562" y="24991"/>
                  </a:lnTo>
                  <a:lnTo>
                    <a:pt x="262605" y="20570"/>
                  </a:lnTo>
                  <a:lnTo>
                    <a:pt x="259508" y="16246"/>
                  </a:lnTo>
                  <a:lnTo>
                    <a:pt x="256276" y="12023"/>
                  </a:lnTo>
                  <a:lnTo>
                    <a:pt x="252911" y="7905"/>
                  </a:lnTo>
                  <a:lnTo>
                    <a:pt x="249417" y="3896"/>
                  </a:lnTo>
                  <a:lnTo>
                    <a:pt x="245797" y="0"/>
                  </a:lnTo>
                  <a:lnTo>
                    <a:pt x="125159" y="1157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20638" cy="167167"/>
            </a:xfrm>
            <a:custGeom>
              <a:avLst/>
              <a:pathLst>
                <a:path w="120638" h="167167">
                  <a:moveTo>
                    <a:pt x="120638" y="51446"/>
                  </a:moveTo>
                  <a:lnTo>
                    <a:pt x="116683" y="47459"/>
                  </a:lnTo>
                  <a:lnTo>
                    <a:pt x="112597" y="43608"/>
                  </a:lnTo>
                  <a:lnTo>
                    <a:pt x="108384" y="39896"/>
                  </a:lnTo>
                  <a:lnTo>
                    <a:pt x="104048" y="36328"/>
                  </a:lnTo>
                  <a:lnTo>
                    <a:pt x="99595" y="32907"/>
                  </a:lnTo>
                  <a:lnTo>
                    <a:pt x="95030" y="29638"/>
                  </a:lnTo>
                  <a:lnTo>
                    <a:pt x="90357" y="26524"/>
                  </a:lnTo>
                  <a:lnTo>
                    <a:pt x="85583" y="23569"/>
                  </a:lnTo>
                  <a:lnTo>
                    <a:pt x="80712" y="20775"/>
                  </a:lnTo>
                  <a:lnTo>
                    <a:pt x="75749" y="18147"/>
                  </a:lnTo>
                  <a:lnTo>
                    <a:pt x="70702" y="15687"/>
                  </a:lnTo>
                  <a:lnTo>
                    <a:pt x="65574" y="13398"/>
                  </a:lnTo>
                  <a:lnTo>
                    <a:pt x="60373" y="11282"/>
                  </a:lnTo>
                  <a:lnTo>
                    <a:pt x="55104" y="9343"/>
                  </a:lnTo>
                  <a:lnTo>
                    <a:pt x="49772" y="7581"/>
                  </a:lnTo>
                  <a:lnTo>
                    <a:pt x="44384" y="5999"/>
                  </a:lnTo>
                  <a:lnTo>
                    <a:pt x="38946" y="4600"/>
                  </a:lnTo>
                  <a:lnTo>
                    <a:pt x="33464" y="3383"/>
                  </a:lnTo>
                  <a:lnTo>
                    <a:pt x="27945" y="2352"/>
                  </a:lnTo>
                  <a:lnTo>
                    <a:pt x="22394" y="1506"/>
                  </a:lnTo>
                  <a:lnTo>
                    <a:pt x="16817" y="848"/>
                  </a:lnTo>
                  <a:lnTo>
                    <a:pt x="11222" y="377"/>
                  </a:lnTo>
                  <a:lnTo>
                    <a:pt x="5614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0116" y="941493"/>
              <a:ext cx="83428" cy="167167"/>
            </a:xfrm>
            <a:custGeom>
              <a:avLst/>
              <a:pathLst>
                <a:path w="83428" h="167167">
                  <a:moveTo>
                    <a:pt x="83428" y="0"/>
                  </a:moveTo>
                  <a:lnTo>
                    <a:pt x="77606" y="101"/>
                  </a:lnTo>
                  <a:lnTo>
                    <a:pt x="71790" y="405"/>
                  </a:lnTo>
                  <a:lnTo>
                    <a:pt x="65990" y="912"/>
                  </a:lnTo>
                  <a:lnTo>
                    <a:pt x="60210" y="1620"/>
                  </a:lnTo>
                  <a:lnTo>
                    <a:pt x="54458" y="2529"/>
                  </a:lnTo>
                  <a:lnTo>
                    <a:pt x="48742" y="3638"/>
                  </a:lnTo>
                  <a:lnTo>
                    <a:pt x="43067" y="4945"/>
                  </a:lnTo>
                  <a:lnTo>
                    <a:pt x="37442" y="6449"/>
                  </a:lnTo>
                  <a:lnTo>
                    <a:pt x="31873" y="8148"/>
                  </a:lnTo>
                  <a:lnTo>
                    <a:pt x="26366" y="10040"/>
                  </a:lnTo>
                  <a:lnTo>
                    <a:pt x="20928" y="12123"/>
                  </a:lnTo>
                  <a:lnTo>
                    <a:pt x="15566" y="14393"/>
                  </a:lnTo>
                  <a:lnTo>
                    <a:pt x="10286" y="16850"/>
                  </a:lnTo>
                  <a:lnTo>
                    <a:pt x="5095" y="19488"/>
                  </a:lnTo>
                  <a:lnTo>
                    <a:pt x="0" y="22306"/>
                  </a:lnTo>
                  <a:lnTo>
                    <a:pt x="8342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78" y="948289"/>
              <a:ext cx="334319" cy="327533"/>
            </a:xfrm>
            <a:custGeom>
              <a:avLst/>
              <a:pathLst>
                <a:path w="334319" h="327533">
                  <a:moveTo>
                    <a:pt x="83737" y="15510"/>
                  </a:moveTo>
                  <a:lnTo>
                    <a:pt x="79196" y="18222"/>
                  </a:lnTo>
                  <a:lnTo>
                    <a:pt x="74742" y="21076"/>
                  </a:lnTo>
                  <a:lnTo>
                    <a:pt x="70382" y="24070"/>
                  </a:lnTo>
                  <a:lnTo>
                    <a:pt x="66118" y="27201"/>
                  </a:lnTo>
                  <a:lnTo>
                    <a:pt x="61955" y="30464"/>
                  </a:lnTo>
                  <a:lnTo>
                    <a:pt x="57897" y="33858"/>
                  </a:lnTo>
                  <a:lnTo>
                    <a:pt x="53949" y="37379"/>
                  </a:lnTo>
                  <a:lnTo>
                    <a:pt x="50114" y="41022"/>
                  </a:lnTo>
                  <a:lnTo>
                    <a:pt x="46397" y="44786"/>
                  </a:lnTo>
                  <a:lnTo>
                    <a:pt x="42800" y="48664"/>
                  </a:lnTo>
                  <a:lnTo>
                    <a:pt x="39328" y="52655"/>
                  </a:lnTo>
                  <a:lnTo>
                    <a:pt x="35984" y="56754"/>
                  </a:lnTo>
                  <a:lnTo>
                    <a:pt x="32772" y="60956"/>
                  </a:lnTo>
                  <a:lnTo>
                    <a:pt x="29693" y="65258"/>
                  </a:lnTo>
                  <a:lnTo>
                    <a:pt x="26753" y="69655"/>
                  </a:lnTo>
                  <a:lnTo>
                    <a:pt x="23953" y="74143"/>
                  </a:lnTo>
                  <a:lnTo>
                    <a:pt x="21297" y="78718"/>
                  </a:lnTo>
                  <a:lnTo>
                    <a:pt x="18786" y="83374"/>
                  </a:lnTo>
                  <a:lnTo>
                    <a:pt x="16424" y="88107"/>
                  </a:lnTo>
                  <a:lnTo>
                    <a:pt x="14213" y="92912"/>
                  </a:lnTo>
                  <a:lnTo>
                    <a:pt x="12156" y="97785"/>
                  </a:lnTo>
                  <a:lnTo>
                    <a:pt x="10253" y="102721"/>
                  </a:lnTo>
                  <a:lnTo>
                    <a:pt x="8508" y="107715"/>
                  </a:lnTo>
                  <a:lnTo>
                    <a:pt x="6921" y="112761"/>
                  </a:lnTo>
                  <a:lnTo>
                    <a:pt x="5495" y="117855"/>
                  </a:lnTo>
                  <a:lnTo>
                    <a:pt x="4231" y="122991"/>
                  </a:lnTo>
                  <a:lnTo>
                    <a:pt x="3130" y="128165"/>
                  </a:lnTo>
                  <a:lnTo>
                    <a:pt x="2193" y="133371"/>
                  </a:lnTo>
                  <a:lnTo>
                    <a:pt x="1421" y="138604"/>
                  </a:lnTo>
                  <a:lnTo>
                    <a:pt x="816" y="143859"/>
                  </a:lnTo>
                  <a:lnTo>
                    <a:pt x="376" y="149131"/>
                  </a:lnTo>
                  <a:lnTo>
                    <a:pt x="104" y="154414"/>
                  </a:lnTo>
                  <a:lnTo>
                    <a:pt x="0" y="159702"/>
                  </a:lnTo>
                  <a:lnTo>
                    <a:pt x="62" y="164992"/>
                  </a:lnTo>
                  <a:lnTo>
                    <a:pt x="292" y="170276"/>
                  </a:lnTo>
                  <a:lnTo>
                    <a:pt x="689" y="175551"/>
                  </a:lnTo>
                  <a:lnTo>
                    <a:pt x="1253" y="180811"/>
                  </a:lnTo>
                  <a:lnTo>
                    <a:pt x="1982" y="186050"/>
                  </a:lnTo>
                  <a:lnTo>
                    <a:pt x="2878" y="191263"/>
                  </a:lnTo>
                  <a:lnTo>
                    <a:pt x="3937" y="196446"/>
                  </a:lnTo>
                  <a:lnTo>
                    <a:pt x="5160" y="201592"/>
                  </a:lnTo>
                  <a:lnTo>
                    <a:pt x="6546" y="206697"/>
                  </a:lnTo>
                  <a:lnTo>
                    <a:pt x="8092" y="211756"/>
                  </a:lnTo>
                  <a:lnTo>
                    <a:pt x="9797" y="216763"/>
                  </a:lnTo>
                  <a:lnTo>
                    <a:pt x="11660" y="221714"/>
                  </a:lnTo>
                  <a:lnTo>
                    <a:pt x="13679" y="226604"/>
                  </a:lnTo>
                  <a:lnTo>
                    <a:pt x="15851" y="231427"/>
                  </a:lnTo>
                  <a:lnTo>
                    <a:pt x="18175" y="236179"/>
                  </a:lnTo>
                  <a:lnTo>
                    <a:pt x="20649" y="240855"/>
                  </a:lnTo>
                  <a:lnTo>
                    <a:pt x="23268" y="245450"/>
                  </a:lnTo>
                  <a:lnTo>
                    <a:pt x="26032" y="249960"/>
                  </a:lnTo>
                  <a:lnTo>
                    <a:pt x="28937" y="254381"/>
                  </a:lnTo>
                  <a:lnTo>
                    <a:pt x="31981" y="258707"/>
                  </a:lnTo>
                  <a:lnTo>
                    <a:pt x="35160" y="262935"/>
                  </a:lnTo>
                  <a:lnTo>
                    <a:pt x="38471" y="267060"/>
                  </a:lnTo>
                  <a:lnTo>
                    <a:pt x="41911" y="271079"/>
                  </a:lnTo>
                  <a:lnTo>
                    <a:pt x="45477" y="274986"/>
                  </a:lnTo>
                  <a:lnTo>
                    <a:pt x="49164" y="278779"/>
                  </a:lnTo>
                  <a:lnTo>
                    <a:pt x="52970" y="282453"/>
                  </a:lnTo>
                  <a:lnTo>
                    <a:pt x="56889" y="286005"/>
                  </a:lnTo>
                  <a:lnTo>
                    <a:pt x="60920" y="289431"/>
                  </a:lnTo>
                  <a:lnTo>
                    <a:pt x="65056" y="292728"/>
                  </a:lnTo>
                  <a:lnTo>
                    <a:pt x="69295" y="295893"/>
                  </a:lnTo>
                  <a:lnTo>
                    <a:pt x="73632" y="298922"/>
                  </a:lnTo>
                  <a:lnTo>
                    <a:pt x="78062" y="301812"/>
                  </a:lnTo>
                  <a:lnTo>
                    <a:pt x="82582" y="304560"/>
                  </a:lnTo>
                  <a:lnTo>
                    <a:pt x="87186" y="307164"/>
                  </a:lnTo>
                  <a:lnTo>
                    <a:pt x="91871" y="309621"/>
                  </a:lnTo>
                  <a:lnTo>
                    <a:pt x="96631" y="311928"/>
                  </a:lnTo>
                  <a:lnTo>
                    <a:pt x="101461" y="314084"/>
                  </a:lnTo>
                  <a:lnTo>
                    <a:pt x="106358" y="316086"/>
                  </a:lnTo>
                  <a:lnTo>
                    <a:pt x="111315" y="317932"/>
                  </a:lnTo>
                  <a:lnTo>
                    <a:pt x="116328" y="319620"/>
                  </a:lnTo>
                  <a:lnTo>
                    <a:pt x="121392" y="321149"/>
                  </a:lnTo>
                  <a:lnTo>
                    <a:pt x="126502" y="322517"/>
                  </a:lnTo>
                  <a:lnTo>
                    <a:pt x="131652" y="323722"/>
                  </a:lnTo>
                  <a:lnTo>
                    <a:pt x="136839" y="324764"/>
                  </a:lnTo>
                  <a:lnTo>
                    <a:pt x="142055" y="325641"/>
                  </a:lnTo>
                  <a:lnTo>
                    <a:pt x="147297" y="326353"/>
                  </a:lnTo>
                  <a:lnTo>
                    <a:pt x="152558" y="326899"/>
                  </a:lnTo>
                  <a:lnTo>
                    <a:pt x="157834" y="327277"/>
                  </a:lnTo>
                  <a:lnTo>
                    <a:pt x="163120" y="327489"/>
                  </a:lnTo>
                  <a:lnTo>
                    <a:pt x="168409" y="327533"/>
                  </a:lnTo>
                  <a:lnTo>
                    <a:pt x="173698" y="327410"/>
                  </a:lnTo>
                  <a:lnTo>
                    <a:pt x="178980" y="327120"/>
                  </a:lnTo>
                  <a:lnTo>
                    <a:pt x="184249" y="326663"/>
                  </a:lnTo>
                  <a:lnTo>
                    <a:pt x="189502" y="326039"/>
                  </a:lnTo>
                  <a:lnTo>
                    <a:pt x="194733" y="325249"/>
                  </a:lnTo>
                  <a:lnTo>
                    <a:pt x="199936" y="324294"/>
                  </a:lnTo>
                  <a:lnTo>
                    <a:pt x="205106" y="323176"/>
                  </a:lnTo>
                  <a:lnTo>
                    <a:pt x="210238" y="321894"/>
                  </a:lnTo>
                  <a:lnTo>
                    <a:pt x="215327" y="320450"/>
                  </a:lnTo>
                  <a:lnTo>
                    <a:pt x="220367" y="318846"/>
                  </a:lnTo>
                  <a:lnTo>
                    <a:pt x="225355" y="317083"/>
                  </a:lnTo>
                  <a:lnTo>
                    <a:pt x="230284" y="315164"/>
                  </a:lnTo>
                  <a:lnTo>
                    <a:pt x="235150" y="313089"/>
                  </a:lnTo>
                  <a:lnTo>
                    <a:pt x="239948" y="310862"/>
                  </a:lnTo>
                  <a:lnTo>
                    <a:pt x="244673" y="308484"/>
                  </a:lnTo>
                  <a:lnTo>
                    <a:pt x="249320" y="305957"/>
                  </a:lnTo>
                  <a:lnTo>
                    <a:pt x="253885" y="303285"/>
                  </a:lnTo>
                  <a:lnTo>
                    <a:pt x="258364" y="300470"/>
                  </a:lnTo>
                  <a:lnTo>
                    <a:pt x="262751" y="297514"/>
                  </a:lnTo>
                  <a:lnTo>
                    <a:pt x="267042" y="294421"/>
                  </a:lnTo>
                  <a:lnTo>
                    <a:pt x="271233" y="291194"/>
                  </a:lnTo>
                  <a:lnTo>
                    <a:pt x="275320" y="287836"/>
                  </a:lnTo>
                  <a:lnTo>
                    <a:pt x="279299" y="284350"/>
                  </a:lnTo>
                  <a:lnTo>
                    <a:pt x="283166" y="280740"/>
                  </a:lnTo>
                  <a:lnTo>
                    <a:pt x="286916" y="277010"/>
                  </a:lnTo>
                  <a:lnTo>
                    <a:pt x="290547" y="273163"/>
                  </a:lnTo>
                  <a:lnTo>
                    <a:pt x="294053" y="269203"/>
                  </a:lnTo>
                  <a:lnTo>
                    <a:pt x="297433" y="265133"/>
                  </a:lnTo>
                  <a:lnTo>
                    <a:pt x="300683" y="260959"/>
                  </a:lnTo>
                  <a:lnTo>
                    <a:pt x="303798" y="256685"/>
                  </a:lnTo>
                  <a:lnTo>
                    <a:pt x="306777" y="252313"/>
                  </a:lnTo>
                  <a:lnTo>
                    <a:pt x="309617" y="247850"/>
                  </a:lnTo>
                  <a:lnTo>
                    <a:pt x="312313" y="243299"/>
                  </a:lnTo>
                  <a:lnTo>
                    <a:pt x="314864" y="238665"/>
                  </a:lnTo>
                  <a:lnTo>
                    <a:pt x="317267" y="233953"/>
                  </a:lnTo>
                  <a:lnTo>
                    <a:pt x="319520" y="229167"/>
                  </a:lnTo>
                  <a:lnTo>
                    <a:pt x="321621" y="224312"/>
                  </a:lnTo>
                  <a:lnTo>
                    <a:pt x="323567" y="219393"/>
                  </a:lnTo>
                  <a:lnTo>
                    <a:pt x="325356" y="214415"/>
                  </a:lnTo>
                  <a:lnTo>
                    <a:pt x="326986" y="209383"/>
                  </a:lnTo>
                  <a:lnTo>
                    <a:pt x="328457" y="204302"/>
                  </a:lnTo>
                  <a:lnTo>
                    <a:pt x="329766" y="199177"/>
                  </a:lnTo>
                  <a:lnTo>
                    <a:pt x="330913" y="194013"/>
                  </a:lnTo>
                  <a:lnTo>
                    <a:pt x="331895" y="188815"/>
                  </a:lnTo>
                  <a:lnTo>
                    <a:pt x="332713" y="183589"/>
                  </a:lnTo>
                  <a:lnTo>
                    <a:pt x="333364" y="178340"/>
                  </a:lnTo>
                  <a:lnTo>
                    <a:pt x="333850" y="173072"/>
                  </a:lnTo>
                  <a:lnTo>
                    <a:pt x="334168" y="167792"/>
                  </a:lnTo>
                  <a:lnTo>
                    <a:pt x="334319" y="162504"/>
                  </a:lnTo>
                  <a:lnTo>
                    <a:pt x="334303" y="157215"/>
                  </a:lnTo>
                  <a:lnTo>
                    <a:pt x="334120" y="151928"/>
                  </a:lnTo>
                  <a:lnTo>
                    <a:pt x="333769" y="146650"/>
                  </a:lnTo>
                  <a:lnTo>
                    <a:pt x="333252" y="141386"/>
                  </a:lnTo>
                  <a:lnTo>
                    <a:pt x="332568" y="136140"/>
                  </a:lnTo>
                  <a:lnTo>
                    <a:pt x="331718" y="130919"/>
                  </a:lnTo>
                  <a:lnTo>
                    <a:pt x="330704" y="125728"/>
                  </a:lnTo>
                  <a:lnTo>
                    <a:pt x="329526" y="120571"/>
                  </a:lnTo>
                  <a:lnTo>
                    <a:pt x="328186" y="115454"/>
                  </a:lnTo>
                  <a:lnTo>
                    <a:pt x="326684" y="110382"/>
                  </a:lnTo>
                  <a:lnTo>
                    <a:pt x="325022" y="105360"/>
                  </a:lnTo>
                  <a:lnTo>
                    <a:pt x="323203" y="100393"/>
                  </a:lnTo>
                  <a:lnTo>
                    <a:pt x="321227" y="95486"/>
                  </a:lnTo>
                  <a:lnTo>
                    <a:pt x="319097" y="90644"/>
                  </a:lnTo>
                  <a:lnTo>
                    <a:pt x="316815" y="85872"/>
                  </a:lnTo>
                  <a:lnTo>
                    <a:pt x="314383" y="81174"/>
                  </a:lnTo>
                  <a:lnTo>
                    <a:pt x="311803" y="76556"/>
                  </a:lnTo>
                  <a:lnTo>
                    <a:pt x="309079" y="72022"/>
                  </a:lnTo>
                  <a:lnTo>
                    <a:pt x="306213" y="67576"/>
                  </a:lnTo>
                  <a:lnTo>
                    <a:pt x="303207" y="63223"/>
                  </a:lnTo>
                  <a:lnTo>
                    <a:pt x="300065" y="58967"/>
                  </a:lnTo>
                  <a:lnTo>
                    <a:pt x="296790" y="54813"/>
                  </a:lnTo>
                  <a:lnTo>
                    <a:pt x="293386" y="50765"/>
                  </a:lnTo>
                  <a:lnTo>
                    <a:pt x="289855" y="46826"/>
                  </a:lnTo>
                  <a:lnTo>
                    <a:pt x="286201" y="43001"/>
                  </a:lnTo>
                  <a:lnTo>
                    <a:pt x="282428" y="39294"/>
                  </a:lnTo>
                  <a:lnTo>
                    <a:pt x="278539" y="35707"/>
                  </a:lnTo>
                  <a:lnTo>
                    <a:pt x="274539" y="32246"/>
                  </a:lnTo>
                  <a:lnTo>
                    <a:pt x="270432" y="28913"/>
                  </a:lnTo>
                  <a:lnTo>
                    <a:pt x="266221" y="25712"/>
                  </a:lnTo>
                  <a:lnTo>
                    <a:pt x="261911" y="22645"/>
                  </a:lnTo>
                  <a:lnTo>
                    <a:pt x="257506" y="19716"/>
                  </a:lnTo>
                  <a:lnTo>
                    <a:pt x="253010" y="16928"/>
                  </a:lnTo>
                  <a:lnTo>
                    <a:pt x="248429" y="14284"/>
                  </a:lnTo>
                  <a:lnTo>
                    <a:pt x="243766" y="11786"/>
                  </a:lnTo>
                  <a:lnTo>
                    <a:pt x="239027" y="9437"/>
                  </a:lnTo>
                  <a:lnTo>
                    <a:pt x="234215" y="7239"/>
                  </a:lnTo>
                  <a:lnTo>
                    <a:pt x="229337" y="5194"/>
                  </a:lnTo>
                  <a:lnTo>
                    <a:pt x="224396" y="3305"/>
                  </a:lnTo>
                  <a:lnTo>
                    <a:pt x="219398" y="1573"/>
                  </a:lnTo>
                  <a:lnTo>
                    <a:pt x="214347" y="0"/>
                  </a:lnTo>
                  <a:lnTo>
                    <a:pt x="167166" y="1603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47181" cy="167167"/>
            </a:xfrm>
            <a:custGeom>
              <a:avLst/>
              <a:pathLst>
                <a:path w="47181" h="167167">
                  <a:moveTo>
                    <a:pt x="47181" y="6796"/>
                  </a:moveTo>
                  <a:lnTo>
                    <a:pt x="41416" y="5211"/>
                  </a:lnTo>
                  <a:lnTo>
                    <a:pt x="35598" y="3834"/>
                  </a:lnTo>
                  <a:lnTo>
                    <a:pt x="29735" y="2665"/>
                  </a:lnTo>
                  <a:lnTo>
                    <a:pt x="23834" y="1707"/>
                  </a:lnTo>
                  <a:lnTo>
                    <a:pt x="17902" y="961"/>
                  </a:lnTo>
                  <a:lnTo>
                    <a:pt x="11947" y="427"/>
                  </a:lnTo>
                  <a:lnTo>
                    <a:pt x="597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36382" y="941493"/>
              <a:ext cx="49833" cy="167167"/>
            </a:xfrm>
            <a:custGeom>
              <a:avLst/>
              <a:pathLst>
                <a:path w="49833" h="167167">
                  <a:moveTo>
                    <a:pt x="49833" y="0"/>
                  </a:moveTo>
                  <a:lnTo>
                    <a:pt x="43509" y="119"/>
                  </a:lnTo>
                  <a:lnTo>
                    <a:pt x="37194" y="478"/>
                  </a:lnTo>
                  <a:lnTo>
                    <a:pt x="30898" y="1075"/>
                  </a:lnTo>
                  <a:lnTo>
                    <a:pt x="24628" y="1911"/>
                  </a:lnTo>
                  <a:lnTo>
                    <a:pt x="18395" y="2982"/>
                  </a:lnTo>
                  <a:lnTo>
                    <a:pt x="12206" y="4289"/>
                  </a:lnTo>
                  <a:lnTo>
                    <a:pt x="6071" y="5829"/>
                  </a:lnTo>
                  <a:lnTo>
                    <a:pt x="0" y="7600"/>
                  </a:lnTo>
                  <a:lnTo>
                    <a:pt x="4983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6382" y="94909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49" y="949093"/>
              <a:ext cx="167165" cy="324408"/>
            </a:xfrm>
            <a:custGeom>
              <a:avLst/>
              <a:pathLst>
                <a:path w="167165" h="324408">
                  <a:moveTo>
                    <a:pt x="117332" y="0"/>
                  </a:moveTo>
                  <a:lnTo>
                    <a:pt x="112282" y="1665"/>
                  </a:lnTo>
                  <a:lnTo>
                    <a:pt x="107288" y="3490"/>
                  </a:lnTo>
                  <a:lnTo>
                    <a:pt x="102355" y="5474"/>
                  </a:lnTo>
                  <a:lnTo>
                    <a:pt x="97487" y="7613"/>
                  </a:lnTo>
                  <a:lnTo>
                    <a:pt x="92690" y="9905"/>
                  </a:lnTo>
                  <a:lnTo>
                    <a:pt x="87968" y="12350"/>
                  </a:lnTo>
                  <a:lnTo>
                    <a:pt x="83326" y="14943"/>
                  </a:lnTo>
                  <a:lnTo>
                    <a:pt x="78769" y="17682"/>
                  </a:lnTo>
                  <a:lnTo>
                    <a:pt x="74302" y="20565"/>
                  </a:lnTo>
                  <a:lnTo>
                    <a:pt x="69928" y="23589"/>
                  </a:lnTo>
                  <a:lnTo>
                    <a:pt x="65653" y="26750"/>
                  </a:lnTo>
                  <a:lnTo>
                    <a:pt x="61480" y="30046"/>
                  </a:lnTo>
                  <a:lnTo>
                    <a:pt x="57415" y="33472"/>
                  </a:lnTo>
                  <a:lnTo>
                    <a:pt x="53460" y="37026"/>
                  </a:lnTo>
                  <a:lnTo>
                    <a:pt x="49620" y="40705"/>
                  </a:lnTo>
                  <a:lnTo>
                    <a:pt x="45900" y="44503"/>
                  </a:lnTo>
                  <a:lnTo>
                    <a:pt x="42302" y="48418"/>
                  </a:lnTo>
                  <a:lnTo>
                    <a:pt x="38830" y="52445"/>
                  </a:lnTo>
                  <a:lnTo>
                    <a:pt x="35488" y="56580"/>
                  </a:lnTo>
                  <a:lnTo>
                    <a:pt x="32280" y="60820"/>
                  </a:lnTo>
                  <a:lnTo>
                    <a:pt x="29208" y="65160"/>
                  </a:lnTo>
                  <a:lnTo>
                    <a:pt x="26275" y="69595"/>
                  </a:lnTo>
                  <a:lnTo>
                    <a:pt x="23485" y="74121"/>
                  </a:lnTo>
                  <a:lnTo>
                    <a:pt x="20840" y="78734"/>
                  </a:lnTo>
                  <a:lnTo>
                    <a:pt x="18344" y="83428"/>
                  </a:lnTo>
                  <a:lnTo>
                    <a:pt x="15997" y="88200"/>
                  </a:lnTo>
                  <a:lnTo>
                    <a:pt x="13804" y="93043"/>
                  </a:lnTo>
                  <a:lnTo>
                    <a:pt x="11766" y="97954"/>
                  </a:lnTo>
                  <a:lnTo>
                    <a:pt x="9885" y="102928"/>
                  </a:lnTo>
                  <a:lnTo>
                    <a:pt x="8164" y="107958"/>
                  </a:lnTo>
                  <a:lnTo>
                    <a:pt x="6603" y="113041"/>
                  </a:lnTo>
                  <a:lnTo>
                    <a:pt x="5204" y="118171"/>
                  </a:lnTo>
                  <a:lnTo>
                    <a:pt x="3970" y="123343"/>
                  </a:lnTo>
                  <a:lnTo>
                    <a:pt x="2900" y="128551"/>
                  </a:lnTo>
                  <a:lnTo>
                    <a:pt x="1997" y="133791"/>
                  </a:lnTo>
                  <a:lnTo>
                    <a:pt x="1261" y="139057"/>
                  </a:lnTo>
                  <a:lnTo>
                    <a:pt x="693" y="144343"/>
                  </a:lnTo>
                  <a:lnTo>
                    <a:pt x="293" y="149645"/>
                  </a:lnTo>
                  <a:lnTo>
                    <a:pt x="62" y="154957"/>
                  </a:lnTo>
                  <a:lnTo>
                    <a:pt x="0" y="160274"/>
                  </a:lnTo>
                  <a:lnTo>
                    <a:pt x="107" y="165590"/>
                  </a:lnTo>
                  <a:lnTo>
                    <a:pt x="383" y="170900"/>
                  </a:lnTo>
                  <a:lnTo>
                    <a:pt x="827" y="176198"/>
                  </a:lnTo>
                  <a:lnTo>
                    <a:pt x="1440" y="181480"/>
                  </a:lnTo>
                  <a:lnTo>
                    <a:pt x="2221" y="186739"/>
                  </a:lnTo>
                  <a:lnTo>
                    <a:pt x="3169" y="191971"/>
                  </a:lnTo>
                  <a:lnTo>
                    <a:pt x="4282" y="197170"/>
                  </a:lnTo>
                  <a:lnTo>
                    <a:pt x="5561" y="202331"/>
                  </a:lnTo>
                  <a:lnTo>
                    <a:pt x="7002" y="207449"/>
                  </a:lnTo>
                  <a:lnTo>
                    <a:pt x="8606" y="212518"/>
                  </a:lnTo>
                  <a:lnTo>
                    <a:pt x="10370" y="217534"/>
                  </a:lnTo>
                  <a:lnTo>
                    <a:pt x="12293" y="222491"/>
                  </a:lnTo>
                  <a:lnTo>
                    <a:pt x="14373" y="227385"/>
                  </a:lnTo>
                  <a:lnTo>
                    <a:pt x="16607" y="232210"/>
                  </a:lnTo>
                  <a:lnTo>
                    <a:pt x="18993" y="236961"/>
                  </a:lnTo>
                  <a:lnTo>
                    <a:pt x="21530" y="241634"/>
                  </a:lnTo>
                  <a:lnTo>
                    <a:pt x="24213" y="246224"/>
                  </a:lnTo>
                  <a:lnTo>
                    <a:pt x="27042" y="250727"/>
                  </a:lnTo>
                  <a:lnTo>
                    <a:pt x="30012" y="255137"/>
                  </a:lnTo>
                  <a:lnTo>
                    <a:pt x="33120" y="259451"/>
                  </a:lnTo>
                  <a:lnTo>
                    <a:pt x="36365" y="263663"/>
                  </a:lnTo>
                  <a:lnTo>
                    <a:pt x="39741" y="267770"/>
                  </a:lnTo>
                  <a:lnTo>
                    <a:pt x="43247" y="271768"/>
                  </a:lnTo>
                  <a:lnTo>
                    <a:pt x="46878" y="275652"/>
                  </a:lnTo>
                  <a:lnTo>
                    <a:pt x="50631" y="279419"/>
                  </a:lnTo>
                  <a:lnTo>
                    <a:pt x="54501" y="283064"/>
                  </a:lnTo>
                  <a:lnTo>
                    <a:pt x="58486" y="286585"/>
                  </a:lnTo>
                  <a:lnTo>
                    <a:pt x="62580" y="289977"/>
                  </a:lnTo>
                  <a:lnTo>
                    <a:pt x="66781" y="293237"/>
                  </a:lnTo>
                  <a:lnTo>
                    <a:pt x="71083" y="296362"/>
                  </a:lnTo>
                  <a:lnTo>
                    <a:pt x="75482" y="299348"/>
                  </a:lnTo>
                  <a:lnTo>
                    <a:pt x="79973" y="302193"/>
                  </a:lnTo>
                  <a:lnTo>
                    <a:pt x="84553" y="304894"/>
                  </a:lnTo>
                  <a:lnTo>
                    <a:pt x="89217" y="307448"/>
                  </a:lnTo>
                  <a:lnTo>
                    <a:pt x="93960" y="309852"/>
                  </a:lnTo>
                  <a:lnTo>
                    <a:pt x="98776" y="312104"/>
                  </a:lnTo>
                  <a:lnTo>
                    <a:pt x="103662" y="314202"/>
                  </a:lnTo>
                  <a:lnTo>
                    <a:pt x="108612" y="316143"/>
                  </a:lnTo>
                  <a:lnTo>
                    <a:pt x="113621" y="317926"/>
                  </a:lnTo>
                  <a:lnTo>
                    <a:pt x="118684" y="319549"/>
                  </a:lnTo>
                  <a:lnTo>
                    <a:pt x="123797" y="321010"/>
                  </a:lnTo>
                  <a:lnTo>
                    <a:pt x="128953" y="322308"/>
                  </a:lnTo>
                  <a:lnTo>
                    <a:pt x="134148" y="323441"/>
                  </a:lnTo>
                  <a:lnTo>
                    <a:pt x="139376" y="324408"/>
                  </a:lnTo>
                  <a:lnTo>
                    <a:pt x="167165" y="1595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8426" y="941493"/>
              <a:ext cx="194944" cy="334329"/>
            </a:xfrm>
            <a:custGeom>
              <a:avLst/>
              <a:pathLst>
                <a:path w="194944" h="334329">
                  <a:moveTo>
                    <a:pt x="0" y="332008"/>
                  </a:moveTo>
                  <a:lnTo>
                    <a:pt x="5257" y="332809"/>
                  </a:lnTo>
                  <a:lnTo>
                    <a:pt x="10537" y="333442"/>
                  </a:lnTo>
                  <a:lnTo>
                    <a:pt x="15835" y="333906"/>
                  </a:lnTo>
                  <a:lnTo>
                    <a:pt x="21144" y="334202"/>
                  </a:lnTo>
                  <a:lnTo>
                    <a:pt x="26461" y="334329"/>
                  </a:lnTo>
                  <a:lnTo>
                    <a:pt x="31779" y="334287"/>
                  </a:lnTo>
                  <a:lnTo>
                    <a:pt x="37092" y="334075"/>
                  </a:lnTo>
                  <a:lnTo>
                    <a:pt x="42397" y="333695"/>
                  </a:lnTo>
                  <a:lnTo>
                    <a:pt x="47686" y="333146"/>
                  </a:lnTo>
                  <a:lnTo>
                    <a:pt x="52956" y="332429"/>
                  </a:lnTo>
                  <a:lnTo>
                    <a:pt x="58200" y="331545"/>
                  </a:lnTo>
                  <a:lnTo>
                    <a:pt x="63413" y="330494"/>
                  </a:lnTo>
                  <a:lnTo>
                    <a:pt x="68590" y="329279"/>
                  </a:lnTo>
                  <a:lnTo>
                    <a:pt x="73726" y="327899"/>
                  </a:lnTo>
                  <a:lnTo>
                    <a:pt x="78815" y="326356"/>
                  </a:lnTo>
                  <a:lnTo>
                    <a:pt x="83853" y="324653"/>
                  </a:lnTo>
                  <a:lnTo>
                    <a:pt x="88834" y="322790"/>
                  </a:lnTo>
                  <a:lnTo>
                    <a:pt x="93753" y="320769"/>
                  </a:lnTo>
                  <a:lnTo>
                    <a:pt x="98605" y="318593"/>
                  </a:lnTo>
                  <a:lnTo>
                    <a:pt x="103386" y="316264"/>
                  </a:lnTo>
                  <a:lnTo>
                    <a:pt x="108090" y="313784"/>
                  </a:lnTo>
                  <a:lnTo>
                    <a:pt x="112713" y="311156"/>
                  </a:lnTo>
                  <a:lnTo>
                    <a:pt x="117250" y="308382"/>
                  </a:lnTo>
                  <a:lnTo>
                    <a:pt x="121697" y="305465"/>
                  </a:lnTo>
                  <a:lnTo>
                    <a:pt x="126048" y="302407"/>
                  </a:lnTo>
                  <a:lnTo>
                    <a:pt x="130300" y="299214"/>
                  </a:lnTo>
                  <a:lnTo>
                    <a:pt x="134449" y="295886"/>
                  </a:lnTo>
                  <a:lnTo>
                    <a:pt x="138489" y="292428"/>
                  </a:lnTo>
                  <a:lnTo>
                    <a:pt x="142417" y="288844"/>
                  </a:lnTo>
                  <a:lnTo>
                    <a:pt x="146230" y="285136"/>
                  </a:lnTo>
                  <a:lnTo>
                    <a:pt x="149922" y="281309"/>
                  </a:lnTo>
                  <a:lnTo>
                    <a:pt x="153491" y="277366"/>
                  </a:lnTo>
                  <a:lnTo>
                    <a:pt x="156933" y="273312"/>
                  </a:lnTo>
                  <a:lnTo>
                    <a:pt x="160243" y="269151"/>
                  </a:lnTo>
                  <a:lnTo>
                    <a:pt x="163420" y="264886"/>
                  </a:lnTo>
                  <a:lnTo>
                    <a:pt x="166460" y="260522"/>
                  </a:lnTo>
                  <a:lnTo>
                    <a:pt x="169359" y="256064"/>
                  </a:lnTo>
                  <a:lnTo>
                    <a:pt x="172115" y="251516"/>
                  </a:lnTo>
                  <a:lnTo>
                    <a:pt x="174725" y="246883"/>
                  </a:lnTo>
                  <a:lnTo>
                    <a:pt x="177187" y="242169"/>
                  </a:lnTo>
                  <a:lnTo>
                    <a:pt x="179497" y="237379"/>
                  </a:lnTo>
                  <a:lnTo>
                    <a:pt x="181653" y="232518"/>
                  </a:lnTo>
                  <a:lnTo>
                    <a:pt x="183654" y="227590"/>
                  </a:lnTo>
                  <a:lnTo>
                    <a:pt x="185497" y="222602"/>
                  </a:lnTo>
                  <a:lnTo>
                    <a:pt x="187181" y="217558"/>
                  </a:lnTo>
                  <a:lnTo>
                    <a:pt x="188703" y="212462"/>
                  </a:lnTo>
                  <a:lnTo>
                    <a:pt x="190062" y="207321"/>
                  </a:lnTo>
                  <a:lnTo>
                    <a:pt x="191257" y="202139"/>
                  </a:lnTo>
                  <a:lnTo>
                    <a:pt x="192287" y="196922"/>
                  </a:lnTo>
                  <a:lnTo>
                    <a:pt x="193150" y="191674"/>
                  </a:lnTo>
                  <a:lnTo>
                    <a:pt x="193846" y="186402"/>
                  </a:lnTo>
                  <a:lnTo>
                    <a:pt x="194374" y="181110"/>
                  </a:lnTo>
                  <a:lnTo>
                    <a:pt x="194733" y="175804"/>
                  </a:lnTo>
                  <a:lnTo>
                    <a:pt x="194923" y="170490"/>
                  </a:lnTo>
                  <a:lnTo>
                    <a:pt x="194944" y="165172"/>
                  </a:lnTo>
                  <a:lnTo>
                    <a:pt x="194796" y="159856"/>
                  </a:lnTo>
                  <a:lnTo>
                    <a:pt x="194479" y="154547"/>
                  </a:lnTo>
                  <a:lnTo>
                    <a:pt x="193993" y="149252"/>
                  </a:lnTo>
                  <a:lnTo>
                    <a:pt x="193339" y="143974"/>
                  </a:lnTo>
                  <a:lnTo>
                    <a:pt x="192518" y="138720"/>
                  </a:lnTo>
                  <a:lnTo>
                    <a:pt x="191530" y="133495"/>
                  </a:lnTo>
                  <a:lnTo>
                    <a:pt x="190376" y="128303"/>
                  </a:lnTo>
                  <a:lnTo>
                    <a:pt x="189057" y="123152"/>
                  </a:lnTo>
                  <a:lnTo>
                    <a:pt x="187576" y="118044"/>
                  </a:lnTo>
                  <a:lnTo>
                    <a:pt x="185932" y="112986"/>
                  </a:lnTo>
                  <a:lnTo>
                    <a:pt x="184129" y="107984"/>
                  </a:lnTo>
                  <a:lnTo>
                    <a:pt x="182167" y="103041"/>
                  </a:lnTo>
                  <a:lnTo>
                    <a:pt x="180050" y="98163"/>
                  </a:lnTo>
                  <a:lnTo>
                    <a:pt x="177778" y="93354"/>
                  </a:lnTo>
                  <a:lnTo>
                    <a:pt x="175354" y="88621"/>
                  </a:lnTo>
                  <a:lnTo>
                    <a:pt x="172781" y="83967"/>
                  </a:lnTo>
                  <a:lnTo>
                    <a:pt x="170061" y="79397"/>
                  </a:lnTo>
                  <a:lnTo>
                    <a:pt x="167197" y="74916"/>
                  </a:lnTo>
                  <a:lnTo>
                    <a:pt x="164192" y="70528"/>
                  </a:lnTo>
                  <a:lnTo>
                    <a:pt x="161049" y="66239"/>
                  </a:lnTo>
                  <a:lnTo>
                    <a:pt x="157772" y="62051"/>
                  </a:lnTo>
                  <a:lnTo>
                    <a:pt x="154362" y="57970"/>
                  </a:lnTo>
                  <a:lnTo>
                    <a:pt x="150825" y="53999"/>
                  </a:lnTo>
                  <a:lnTo>
                    <a:pt x="147163" y="50142"/>
                  </a:lnTo>
                  <a:lnTo>
                    <a:pt x="143380" y="46405"/>
                  </a:lnTo>
                  <a:lnTo>
                    <a:pt x="139481" y="42789"/>
                  </a:lnTo>
                  <a:lnTo>
                    <a:pt x="135468" y="39299"/>
                  </a:lnTo>
                  <a:lnTo>
                    <a:pt x="131346" y="35939"/>
                  </a:lnTo>
                  <a:lnTo>
                    <a:pt x="127120" y="32711"/>
                  </a:lnTo>
                  <a:lnTo>
                    <a:pt x="122792" y="29620"/>
                  </a:lnTo>
                  <a:lnTo>
                    <a:pt x="118369" y="26667"/>
                  </a:lnTo>
                  <a:lnTo>
                    <a:pt x="113854" y="23857"/>
                  </a:lnTo>
                  <a:lnTo>
                    <a:pt x="109252" y="21192"/>
                  </a:lnTo>
                  <a:lnTo>
                    <a:pt x="104568" y="18675"/>
                  </a:lnTo>
                  <a:lnTo>
                    <a:pt x="99806" y="16308"/>
                  </a:lnTo>
                  <a:lnTo>
                    <a:pt x="94971" y="14093"/>
                  </a:lnTo>
                  <a:lnTo>
                    <a:pt x="90068" y="12034"/>
                  </a:lnTo>
                  <a:lnTo>
                    <a:pt x="85102" y="10131"/>
                  </a:lnTo>
                  <a:lnTo>
                    <a:pt x="80078" y="8388"/>
                  </a:lnTo>
                  <a:lnTo>
                    <a:pt x="75001" y="6805"/>
                  </a:lnTo>
                  <a:lnTo>
                    <a:pt x="69876" y="5384"/>
                  </a:lnTo>
                  <a:lnTo>
                    <a:pt x="64709" y="4128"/>
                  </a:lnTo>
                  <a:lnTo>
                    <a:pt x="59504" y="3036"/>
                  </a:lnTo>
                  <a:lnTo>
                    <a:pt x="54268" y="2110"/>
                  </a:lnTo>
                  <a:lnTo>
                    <a:pt x="49004" y="1351"/>
                  </a:lnTo>
                  <a:lnTo>
                    <a:pt x="43719" y="760"/>
                  </a:lnTo>
                  <a:lnTo>
                    <a:pt x="38418" y="338"/>
                  </a:lnTo>
                  <a:lnTo>
                    <a:pt x="33106" y="84"/>
                  </a:lnTo>
                  <a:lnTo>
                    <a:pt x="27789" y="0"/>
                  </a:lnTo>
                  <a:lnTo>
                    <a:pt x="2778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797507" y="1071028"/>
              <a:ext cx="166993" cy="167167"/>
            </a:xfrm>
            <a:custGeom>
              <a:avLst/>
              <a:pathLst>
                <a:path w="166993" h="167167">
                  <a:moveTo>
                    <a:pt x="166993" y="0"/>
                  </a:moveTo>
                  <a:lnTo>
                    <a:pt x="161569" y="88"/>
                  </a:lnTo>
                  <a:lnTo>
                    <a:pt x="156151" y="351"/>
                  </a:lnTo>
                  <a:lnTo>
                    <a:pt x="150745" y="791"/>
                  </a:lnTo>
                  <a:lnTo>
                    <a:pt x="145355" y="1406"/>
                  </a:lnTo>
                  <a:lnTo>
                    <a:pt x="139988" y="2195"/>
                  </a:lnTo>
                  <a:lnTo>
                    <a:pt x="134650" y="3158"/>
                  </a:lnTo>
                  <a:lnTo>
                    <a:pt x="129346" y="4294"/>
                  </a:lnTo>
                  <a:lnTo>
                    <a:pt x="124081" y="5601"/>
                  </a:lnTo>
                  <a:lnTo>
                    <a:pt x="118861" y="7079"/>
                  </a:lnTo>
                  <a:lnTo>
                    <a:pt x="113693" y="8725"/>
                  </a:lnTo>
                  <a:lnTo>
                    <a:pt x="108580" y="10537"/>
                  </a:lnTo>
                  <a:lnTo>
                    <a:pt x="103529" y="12515"/>
                  </a:lnTo>
                  <a:lnTo>
                    <a:pt x="98544" y="14656"/>
                  </a:lnTo>
                  <a:lnTo>
                    <a:pt x="93632" y="16957"/>
                  </a:lnTo>
                  <a:lnTo>
                    <a:pt x="88797" y="19416"/>
                  </a:lnTo>
                  <a:lnTo>
                    <a:pt x="84044" y="22031"/>
                  </a:lnTo>
                  <a:lnTo>
                    <a:pt x="79379" y="24799"/>
                  </a:lnTo>
                  <a:lnTo>
                    <a:pt x="74806" y="27716"/>
                  </a:lnTo>
                  <a:lnTo>
                    <a:pt x="70330" y="30781"/>
                  </a:lnTo>
                  <a:lnTo>
                    <a:pt x="65956" y="33989"/>
                  </a:lnTo>
                  <a:lnTo>
                    <a:pt x="61688" y="37337"/>
                  </a:lnTo>
                  <a:lnTo>
                    <a:pt x="57531" y="40822"/>
                  </a:lnTo>
                  <a:lnTo>
                    <a:pt x="53489" y="44440"/>
                  </a:lnTo>
                  <a:lnTo>
                    <a:pt x="49567" y="48188"/>
                  </a:lnTo>
                  <a:lnTo>
                    <a:pt x="45769" y="52060"/>
                  </a:lnTo>
                  <a:lnTo>
                    <a:pt x="42098" y="56054"/>
                  </a:lnTo>
                  <a:lnTo>
                    <a:pt x="38558" y="60165"/>
                  </a:lnTo>
                  <a:lnTo>
                    <a:pt x="35154" y="64388"/>
                  </a:lnTo>
                  <a:lnTo>
                    <a:pt x="31889" y="68720"/>
                  </a:lnTo>
                  <a:lnTo>
                    <a:pt x="28766" y="73155"/>
                  </a:lnTo>
                  <a:lnTo>
                    <a:pt x="25788" y="77690"/>
                  </a:lnTo>
                  <a:lnTo>
                    <a:pt x="22960" y="82318"/>
                  </a:lnTo>
                  <a:lnTo>
                    <a:pt x="20283" y="87036"/>
                  </a:lnTo>
                  <a:lnTo>
                    <a:pt x="17760" y="91839"/>
                  </a:lnTo>
                  <a:lnTo>
                    <a:pt x="15394" y="96720"/>
                  </a:lnTo>
                  <a:lnTo>
                    <a:pt x="13189" y="101676"/>
                  </a:lnTo>
                  <a:lnTo>
                    <a:pt x="11145" y="106701"/>
                  </a:lnTo>
                  <a:lnTo>
                    <a:pt x="9265" y="111789"/>
                  </a:lnTo>
                  <a:lnTo>
                    <a:pt x="7551" y="116936"/>
                  </a:lnTo>
                  <a:lnTo>
                    <a:pt x="6005" y="122135"/>
                  </a:lnTo>
                  <a:lnTo>
                    <a:pt x="4629" y="127382"/>
                  </a:lnTo>
                  <a:lnTo>
                    <a:pt x="3424" y="132671"/>
                  </a:lnTo>
                  <a:lnTo>
                    <a:pt x="2391" y="137997"/>
                  </a:lnTo>
                  <a:lnTo>
                    <a:pt x="1531" y="143353"/>
                  </a:lnTo>
                  <a:lnTo>
                    <a:pt x="845" y="148734"/>
                  </a:lnTo>
                  <a:lnTo>
                    <a:pt x="335" y="154134"/>
                  </a:lnTo>
                  <a:lnTo>
                    <a:pt x="0" y="159548"/>
                  </a:lnTo>
                  <a:lnTo>
                    <a:pt x="16699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507" y="1230577"/>
              <a:ext cx="166993" cy="7618"/>
            </a:xfrm>
            <a:custGeom>
              <a:avLst/>
              <a:pathLst>
                <a:path w="166993" h="7618">
                  <a:moveTo>
                    <a:pt x="0" y="0"/>
                  </a:moveTo>
                  <a:lnTo>
                    <a:pt x="166993" y="76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49" y="1074459"/>
              <a:ext cx="334318" cy="330899"/>
            </a:xfrm>
            <a:custGeom>
              <a:avLst/>
              <a:pathLst>
                <a:path w="334318" h="330899">
                  <a:moveTo>
                    <a:pt x="157" y="156118"/>
                  </a:moveTo>
                  <a:lnTo>
                    <a:pt x="0" y="161440"/>
                  </a:lnTo>
                  <a:lnTo>
                    <a:pt x="11" y="166765"/>
                  </a:lnTo>
                  <a:lnTo>
                    <a:pt x="192" y="172087"/>
                  </a:lnTo>
                  <a:lnTo>
                    <a:pt x="543" y="177400"/>
                  </a:lnTo>
                  <a:lnTo>
                    <a:pt x="1063" y="182699"/>
                  </a:lnTo>
                  <a:lnTo>
                    <a:pt x="1751" y="187979"/>
                  </a:lnTo>
                  <a:lnTo>
                    <a:pt x="2607" y="193234"/>
                  </a:lnTo>
                  <a:lnTo>
                    <a:pt x="3630" y="198460"/>
                  </a:lnTo>
                  <a:lnTo>
                    <a:pt x="4819" y="203650"/>
                  </a:lnTo>
                  <a:lnTo>
                    <a:pt x="6172" y="208800"/>
                  </a:lnTo>
                  <a:lnTo>
                    <a:pt x="7689" y="213904"/>
                  </a:lnTo>
                  <a:lnTo>
                    <a:pt x="9367" y="218957"/>
                  </a:lnTo>
                  <a:lnTo>
                    <a:pt x="11206" y="223954"/>
                  </a:lnTo>
                  <a:lnTo>
                    <a:pt x="13203" y="228890"/>
                  </a:lnTo>
                  <a:lnTo>
                    <a:pt x="15356" y="233760"/>
                  </a:lnTo>
                  <a:lnTo>
                    <a:pt x="17663" y="238559"/>
                  </a:lnTo>
                  <a:lnTo>
                    <a:pt x="20122" y="243282"/>
                  </a:lnTo>
                  <a:lnTo>
                    <a:pt x="22730" y="247924"/>
                  </a:lnTo>
                  <a:lnTo>
                    <a:pt x="25484" y="252481"/>
                  </a:lnTo>
                  <a:lnTo>
                    <a:pt x="28383" y="256948"/>
                  </a:lnTo>
                  <a:lnTo>
                    <a:pt x="31422" y="261320"/>
                  </a:lnTo>
                  <a:lnTo>
                    <a:pt x="34598" y="265593"/>
                  </a:lnTo>
                  <a:lnTo>
                    <a:pt x="37910" y="269763"/>
                  </a:lnTo>
                  <a:lnTo>
                    <a:pt x="41352" y="273825"/>
                  </a:lnTo>
                  <a:lnTo>
                    <a:pt x="44922" y="277776"/>
                  </a:lnTo>
                  <a:lnTo>
                    <a:pt x="48616" y="281611"/>
                  </a:lnTo>
                  <a:lnTo>
                    <a:pt x="52430" y="285326"/>
                  </a:lnTo>
                  <a:lnTo>
                    <a:pt x="56360" y="288918"/>
                  </a:lnTo>
                  <a:lnTo>
                    <a:pt x="60403" y="292383"/>
                  </a:lnTo>
                  <a:lnTo>
                    <a:pt x="64555" y="295717"/>
                  </a:lnTo>
                  <a:lnTo>
                    <a:pt x="68810" y="298918"/>
                  </a:lnTo>
                  <a:lnTo>
                    <a:pt x="73165" y="301981"/>
                  </a:lnTo>
                  <a:lnTo>
                    <a:pt x="77616" y="304905"/>
                  </a:lnTo>
                  <a:lnTo>
                    <a:pt x="82157" y="307684"/>
                  </a:lnTo>
                  <a:lnTo>
                    <a:pt x="86785" y="310318"/>
                  </a:lnTo>
                  <a:lnTo>
                    <a:pt x="91494" y="312804"/>
                  </a:lnTo>
                  <a:lnTo>
                    <a:pt x="96280" y="315137"/>
                  </a:lnTo>
                  <a:lnTo>
                    <a:pt x="101137" y="317318"/>
                  </a:lnTo>
                  <a:lnTo>
                    <a:pt x="106062" y="319342"/>
                  </a:lnTo>
                  <a:lnTo>
                    <a:pt x="111049" y="321209"/>
                  </a:lnTo>
                  <a:lnTo>
                    <a:pt x="116093" y="322916"/>
                  </a:lnTo>
                  <a:lnTo>
                    <a:pt x="121188" y="324461"/>
                  </a:lnTo>
                  <a:lnTo>
                    <a:pt x="126330" y="325843"/>
                  </a:lnTo>
                  <a:lnTo>
                    <a:pt x="131514" y="327061"/>
                  </a:lnTo>
                  <a:lnTo>
                    <a:pt x="136733" y="328113"/>
                  </a:lnTo>
                  <a:lnTo>
                    <a:pt x="141984" y="328999"/>
                  </a:lnTo>
                  <a:lnTo>
                    <a:pt x="147260" y="329716"/>
                  </a:lnTo>
                  <a:lnTo>
                    <a:pt x="152556" y="330266"/>
                  </a:lnTo>
                  <a:lnTo>
                    <a:pt x="157867" y="330646"/>
                  </a:lnTo>
                  <a:lnTo>
                    <a:pt x="163188" y="330857"/>
                  </a:lnTo>
                  <a:lnTo>
                    <a:pt x="168512" y="330899"/>
                  </a:lnTo>
                  <a:lnTo>
                    <a:pt x="173835" y="330770"/>
                  </a:lnTo>
                  <a:lnTo>
                    <a:pt x="179151" y="330473"/>
                  </a:lnTo>
                  <a:lnTo>
                    <a:pt x="184456" y="330006"/>
                  </a:lnTo>
                  <a:lnTo>
                    <a:pt x="189742" y="329371"/>
                  </a:lnTo>
                  <a:lnTo>
                    <a:pt x="195006" y="328567"/>
                  </a:lnTo>
                  <a:lnTo>
                    <a:pt x="200241" y="327596"/>
                  </a:lnTo>
                  <a:lnTo>
                    <a:pt x="205443" y="326459"/>
                  </a:lnTo>
                  <a:lnTo>
                    <a:pt x="210606" y="325157"/>
                  </a:lnTo>
                  <a:lnTo>
                    <a:pt x="215725" y="323691"/>
                  </a:lnTo>
                  <a:lnTo>
                    <a:pt x="220795" y="322063"/>
                  </a:lnTo>
                  <a:lnTo>
                    <a:pt x="225810" y="320275"/>
                  </a:lnTo>
                  <a:lnTo>
                    <a:pt x="230765" y="318327"/>
                  </a:lnTo>
                  <a:lnTo>
                    <a:pt x="235657" y="316223"/>
                  </a:lnTo>
                  <a:lnTo>
                    <a:pt x="240478" y="313963"/>
                  </a:lnTo>
                  <a:lnTo>
                    <a:pt x="245225" y="311552"/>
                  </a:lnTo>
                  <a:lnTo>
                    <a:pt x="249894" y="308990"/>
                  </a:lnTo>
                  <a:lnTo>
                    <a:pt x="254478" y="306282"/>
                  </a:lnTo>
                  <a:lnTo>
                    <a:pt x="258973" y="303428"/>
                  </a:lnTo>
                  <a:lnTo>
                    <a:pt x="263375" y="300433"/>
                  </a:lnTo>
                  <a:lnTo>
                    <a:pt x="267680" y="297299"/>
                  </a:lnTo>
                  <a:lnTo>
                    <a:pt x="271883" y="294030"/>
                  </a:lnTo>
                  <a:lnTo>
                    <a:pt x="275979" y="290628"/>
                  </a:lnTo>
                  <a:lnTo>
                    <a:pt x="279965" y="287098"/>
                  </a:lnTo>
                  <a:lnTo>
                    <a:pt x="283837" y="283442"/>
                  </a:lnTo>
                  <a:lnTo>
                    <a:pt x="287590" y="279665"/>
                  </a:lnTo>
                  <a:lnTo>
                    <a:pt x="291221" y="275771"/>
                  </a:lnTo>
                  <a:lnTo>
                    <a:pt x="294726" y="271762"/>
                  </a:lnTo>
                  <a:lnTo>
                    <a:pt x="298102" y="267645"/>
                  </a:lnTo>
                  <a:lnTo>
                    <a:pt x="301345" y="263421"/>
                  </a:lnTo>
                  <a:lnTo>
                    <a:pt x="304451" y="259097"/>
                  </a:lnTo>
                  <a:lnTo>
                    <a:pt x="307419" y="254676"/>
                  </a:lnTo>
                  <a:lnTo>
                    <a:pt x="310244" y="250162"/>
                  </a:lnTo>
                  <a:lnTo>
                    <a:pt x="312924" y="245561"/>
                  </a:lnTo>
                  <a:lnTo>
                    <a:pt x="315456" y="240877"/>
                  </a:lnTo>
                  <a:lnTo>
                    <a:pt x="317837" y="236115"/>
                  </a:lnTo>
                  <a:lnTo>
                    <a:pt x="320066" y="231279"/>
                  </a:lnTo>
                  <a:lnTo>
                    <a:pt x="322140" y="226375"/>
                  </a:lnTo>
                  <a:lnTo>
                    <a:pt x="324056" y="221407"/>
                  </a:lnTo>
                  <a:lnTo>
                    <a:pt x="325813" y="216381"/>
                  </a:lnTo>
                  <a:lnTo>
                    <a:pt x="327409" y="211301"/>
                  </a:lnTo>
                  <a:lnTo>
                    <a:pt x="328843" y="206173"/>
                  </a:lnTo>
                  <a:lnTo>
                    <a:pt x="330112" y="201002"/>
                  </a:lnTo>
                  <a:lnTo>
                    <a:pt x="331216" y="195793"/>
                  </a:lnTo>
                  <a:lnTo>
                    <a:pt x="332154" y="190551"/>
                  </a:lnTo>
                  <a:lnTo>
                    <a:pt x="332924" y="185283"/>
                  </a:lnTo>
                  <a:lnTo>
                    <a:pt x="333526" y="179992"/>
                  </a:lnTo>
                  <a:lnTo>
                    <a:pt x="333960" y="174685"/>
                  </a:lnTo>
                  <a:lnTo>
                    <a:pt x="334224" y="169367"/>
                  </a:lnTo>
                  <a:lnTo>
                    <a:pt x="334318" y="164043"/>
                  </a:lnTo>
                  <a:lnTo>
                    <a:pt x="334243" y="158719"/>
                  </a:lnTo>
                  <a:lnTo>
                    <a:pt x="333999" y="153400"/>
                  </a:lnTo>
                  <a:lnTo>
                    <a:pt x="333585" y="148092"/>
                  </a:lnTo>
                  <a:lnTo>
                    <a:pt x="333002" y="142799"/>
                  </a:lnTo>
                  <a:lnTo>
                    <a:pt x="332251" y="137528"/>
                  </a:lnTo>
                  <a:lnTo>
                    <a:pt x="331333" y="132283"/>
                  </a:lnTo>
                  <a:lnTo>
                    <a:pt x="330248" y="127070"/>
                  </a:lnTo>
                  <a:lnTo>
                    <a:pt x="328997" y="121894"/>
                  </a:lnTo>
                  <a:lnTo>
                    <a:pt x="327583" y="116761"/>
                  </a:lnTo>
                  <a:lnTo>
                    <a:pt x="326005" y="111675"/>
                  </a:lnTo>
                  <a:lnTo>
                    <a:pt x="324266" y="106642"/>
                  </a:lnTo>
                  <a:lnTo>
                    <a:pt x="322368" y="101668"/>
                  </a:lnTo>
                  <a:lnTo>
                    <a:pt x="320313" y="96756"/>
                  </a:lnTo>
                  <a:lnTo>
                    <a:pt x="318102" y="91912"/>
                  </a:lnTo>
                  <a:lnTo>
                    <a:pt x="315738" y="87141"/>
                  </a:lnTo>
                  <a:lnTo>
                    <a:pt x="313223" y="82447"/>
                  </a:lnTo>
                  <a:lnTo>
                    <a:pt x="310560" y="77837"/>
                  </a:lnTo>
                  <a:lnTo>
                    <a:pt x="307752" y="73313"/>
                  </a:lnTo>
                  <a:lnTo>
                    <a:pt x="304800" y="68881"/>
                  </a:lnTo>
                  <a:lnTo>
                    <a:pt x="301710" y="64545"/>
                  </a:lnTo>
                  <a:lnTo>
                    <a:pt x="298482" y="60310"/>
                  </a:lnTo>
                  <a:lnTo>
                    <a:pt x="295122" y="56180"/>
                  </a:lnTo>
                  <a:lnTo>
                    <a:pt x="291631" y="52159"/>
                  </a:lnTo>
                  <a:lnTo>
                    <a:pt x="288015" y="48251"/>
                  </a:lnTo>
                  <a:lnTo>
                    <a:pt x="284275" y="44460"/>
                  </a:lnTo>
                  <a:lnTo>
                    <a:pt x="280417" y="40790"/>
                  </a:lnTo>
                  <a:lnTo>
                    <a:pt x="276444" y="37246"/>
                  </a:lnTo>
                  <a:lnTo>
                    <a:pt x="272360" y="33829"/>
                  </a:lnTo>
                  <a:lnTo>
                    <a:pt x="268169" y="30544"/>
                  </a:lnTo>
                  <a:lnTo>
                    <a:pt x="263876" y="27394"/>
                  </a:lnTo>
                  <a:lnTo>
                    <a:pt x="259485" y="24383"/>
                  </a:lnTo>
                  <a:lnTo>
                    <a:pt x="255000" y="21513"/>
                  </a:lnTo>
                  <a:lnTo>
                    <a:pt x="250426" y="18787"/>
                  </a:lnTo>
                  <a:lnTo>
                    <a:pt x="245767" y="16209"/>
                  </a:lnTo>
                  <a:lnTo>
                    <a:pt x="241029" y="13780"/>
                  </a:lnTo>
                  <a:lnTo>
                    <a:pt x="236216" y="11503"/>
                  </a:lnTo>
                  <a:lnTo>
                    <a:pt x="231332" y="9381"/>
                  </a:lnTo>
                  <a:lnTo>
                    <a:pt x="226384" y="7415"/>
                  </a:lnTo>
                  <a:lnTo>
                    <a:pt x="221375" y="5608"/>
                  </a:lnTo>
                  <a:lnTo>
                    <a:pt x="216312" y="3961"/>
                  </a:lnTo>
                  <a:lnTo>
                    <a:pt x="211198" y="2477"/>
                  </a:lnTo>
                  <a:lnTo>
                    <a:pt x="206040" y="1156"/>
                  </a:lnTo>
                  <a:lnTo>
                    <a:pt x="200842" y="0"/>
                  </a:lnTo>
                  <a:lnTo>
                    <a:pt x="167151" y="1637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33691" cy="167167"/>
            </a:xfrm>
            <a:custGeom>
              <a:avLst/>
              <a:pathLst>
                <a:path w="33691" h="167167">
                  <a:moveTo>
                    <a:pt x="33691" y="3430"/>
                  </a:moveTo>
                  <a:lnTo>
                    <a:pt x="27019" y="2198"/>
                  </a:lnTo>
                  <a:lnTo>
                    <a:pt x="20303" y="1237"/>
                  </a:lnTo>
                  <a:lnTo>
                    <a:pt x="13554" y="550"/>
                  </a:lnTo>
                  <a:lnTo>
                    <a:pt x="6782" y="13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15536" y="1322571"/>
              <a:ext cx="73184" cy="167167"/>
            </a:xfrm>
            <a:custGeom>
              <a:avLst/>
              <a:pathLst>
                <a:path w="73184" h="167167">
                  <a:moveTo>
                    <a:pt x="73184" y="0"/>
                  </a:moveTo>
                  <a:lnTo>
                    <a:pt x="67358" y="101"/>
                  </a:lnTo>
                  <a:lnTo>
                    <a:pt x="61540" y="406"/>
                  </a:lnTo>
                  <a:lnTo>
                    <a:pt x="55735" y="913"/>
                  </a:lnTo>
                  <a:lnTo>
                    <a:pt x="49952" y="1622"/>
                  </a:lnTo>
                  <a:lnTo>
                    <a:pt x="44197" y="2532"/>
                  </a:lnTo>
                  <a:lnTo>
                    <a:pt x="38477" y="3642"/>
                  </a:lnTo>
                  <a:lnTo>
                    <a:pt x="32799" y="4951"/>
                  </a:lnTo>
                  <a:lnTo>
                    <a:pt x="27170" y="6457"/>
                  </a:lnTo>
                  <a:lnTo>
                    <a:pt x="21597" y="8158"/>
                  </a:lnTo>
                  <a:lnTo>
                    <a:pt x="16087" y="10053"/>
                  </a:lnTo>
                  <a:lnTo>
                    <a:pt x="10647" y="12138"/>
                  </a:lnTo>
                  <a:lnTo>
                    <a:pt x="5282" y="14411"/>
                  </a:lnTo>
                  <a:lnTo>
                    <a:pt x="0" y="16871"/>
                  </a:lnTo>
                  <a:lnTo>
                    <a:pt x="7318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5536" y="1339442"/>
              <a:ext cx="73184" cy="150296"/>
            </a:xfrm>
            <a:custGeom>
              <a:avLst/>
              <a:pathLst>
                <a:path w="73184" h="150296">
                  <a:moveTo>
                    <a:pt x="0" y="0"/>
                  </a:moveTo>
                  <a:lnTo>
                    <a:pt x="73184" y="1502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56" y="1339442"/>
              <a:ext cx="334330" cy="317454"/>
            </a:xfrm>
            <a:custGeom>
              <a:avLst/>
              <a:pathLst>
                <a:path w="334330" h="317454">
                  <a:moveTo>
                    <a:pt x="93979" y="0"/>
                  </a:moveTo>
                  <a:lnTo>
                    <a:pt x="89244" y="2399"/>
                  </a:lnTo>
                  <a:lnTo>
                    <a:pt x="84588" y="4947"/>
                  </a:lnTo>
                  <a:lnTo>
                    <a:pt x="80015" y="7642"/>
                  </a:lnTo>
                  <a:lnTo>
                    <a:pt x="75530" y="10481"/>
                  </a:lnTo>
                  <a:lnTo>
                    <a:pt x="71137" y="13461"/>
                  </a:lnTo>
                  <a:lnTo>
                    <a:pt x="66841" y="16578"/>
                  </a:lnTo>
                  <a:lnTo>
                    <a:pt x="62647" y="19831"/>
                  </a:lnTo>
                  <a:lnTo>
                    <a:pt x="58557" y="23215"/>
                  </a:lnTo>
                  <a:lnTo>
                    <a:pt x="54577" y="26727"/>
                  </a:lnTo>
                  <a:lnTo>
                    <a:pt x="50711" y="30364"/>
                  </a:lnTo>
                  <a:lnTo>
                    <a:pt x="46962" y="34121"/>
                  </a:lnTo>
                  <a:lnTo>
                    <a:pt x="43334" y="37996"/>
                  </a:lnTo>
                  <a:lnTo>
                    <a:pt x="39831" y="41984"/>
                  </a:lnTo>
                  <a:lnTo>
                    <a:pt x="36457" y="46082"/>
                  </a:lnTo>
                  <a:lnTo>
                    <a:pt x="33214" y="50284"/>
                  </a:lnTo>
                  <a:lnTo>
                    <a:pt x="30106" y="54587"/>
                  </a:lnTo>
                  <a:lnTo>
                    <a:pt x="27137" y="58987"/>
                  </a:lnTo>
                  <a:lnTo>
                    <a:pt x="24308" y="63478"/>
                  </a:lnTo>
                  <a:lnTo>
                    <a:pt x="21624" y="68058"/>
                  </a:lnTo>
                  <a:lnTo>
                    <a:pt x="19086" y="72720"/>
                  </a:lnTo>
                  <a:lnTo>
                    <a:pt x="16698" y="77460"/>
                  </a:lnTo>
                  <a:lnTo>
                    <a:pt x="14461" y="82274"/>
                  </a:lnTo>
                  <a:lnTo>
                    <a:pt x="12379" y="87156"/>
                  </a:lnTo>
                  <a:lnTo>
                    <a:pt x="10452" y="92102"/>
                  </a:lnTo>
                  <a:lnTo>
                    <a:pt x="8684" y="97107"/>
                  </a:lnTo>
                  <a:lnTo>
                    <a:pt x="7075" y="102165"/>
                  </a:lnTo>
                  <a:lnTo>
                    <a:pt x="5627" y="107272"/>
                  </a:lnTo>
                  <a:lnTo>
                    <a:pt x="4343" y="112423"/>
                  </a:lnTo>
                  <a:lnTo>
                    <a:pt x="3223" y="117611"/>
                  </a:lnTo>
                  <a:lnTo>
                    <a:pt x="2268" y="122832"/>
                  </a:lnTo>
                  <a:lnTo>
                    <a:pt x="1479" y="128081"/>
                  </a:lnTo>
                  <a:lnTo>
                    <a:pt x="857" y="133353"/>
                  </a:lnTo>
                  <a:lnTo>
                    <a:pt x="403" y="138642"/>
                  </a:lnTo>
                  <a:lnTo>
                    <a:pt x="117" y="143942"/>
                  </a:lnTo>
                  <a:lnTo>
                    <a:pt x="0" y="149249"/>
                  </a:lnTo>
                  <a:lnTo>
                    <a:pt x="51" y="154556"/>
                  </a:lnTo>
                  <a:lnTo>
                    <a:pt x="270" y="159860"/>
                  </a:lnTo>
                  <a:lnTo>
                    <a:pt x="658" y="165154"/>
                  </a:lnTo>
                  <a:lnTo>
                    <a:pt x="1213" y="170432"/>
                  </a:lnTo>
                  <a:lnTo>
                    <a:pt x="1936" y="175691"/>
                  </a:lnTo>
                  <a:lnTo>
                    <a:pt x="2826" y="180924"/>
                  </a:lnTo>
                  <a:lnTo>
                    <a:pt x="3881" y="186126"/>
                  </a:lnTo>
                  <a:lnTo>
                    <a:pt x="5101" y="191292"/>
                  </a:lnTo>
                  <a:lnTo>
                    <a:pt x="6484" y="196417"/>
                  </a:lnTo>
                  <a:lnTo>
                    <a:pt x="8030" y="201495"/>
                  </a:lnTo>
                  <a:lnTo>
                    <a:pt x="9735" y="206521"/>
                  </a:lnTo>
                  <a:lnTo>
                    <a:pt x="11600" y="211491"/>
                  </a:lnTo>
                  <a:lnTo>
                    <a:pt x="13621" y="216399"/>
                  </a:lnTo>
                  <a:lnTo>
                    <a:pt x="15797" y="221241"/>
                  </a:lnTo>
                  <a:lnTo>
                    <a:pt x="18126" y="226010"/>
                  </a:lnTo>
                  <a:lnTo>
                    <a:pt x="20605" y="230704"/>
                  </a:lnTo>
                  <a:lnTo>
                    <a:pt x="23232" y="235317"/>
                  </a:lnTo>
                  <a:lnTo>
                    <a:pt x="26003" y="239843"/>
                  </a:lnTo>
                  <a:lnTo>
                    <a:pt x="28918" y="244280"/>
                  </a:lnTo>
                  <a:lnTo>
                    <a:pt x="31971" y="248622"/>
                  </a:lnTo>
                  <a:lnTo>
                    <a:pt x="35161" y="252864"/>
                  </a:lnTo>
                  <a:lnTo>
                    <a:pt x="38484" y="257003"/>
                  </a:lnTo>
                  <a:lnTo>
                    <a:pt x="41937" y="261035"/>
                  </a:lnTo>
                  <a:lnTo>
                    <a:pt x="45516" y="264955"/>
                  </a:lnTo>
                  <a:lnTo>
                    <a:pt x="49217" y="268759"/>
                  </a:lnTo>
                  <a:lnTo>
                    <a:pt x="53038" y="272444"/>
                  </a:lnTo>
                  <a:lnTo>
                    <a:pt x="56973" y="276006"/>
                  </a:lnTo>
                  <a:lnTo>
                    <a:pt x="61020" y="279441"/>
                  </a:lnTo>
                  <a:lnTo>
                    <a:pt x="65174" y="282746"/>
                  </a:lnTo>
                  <a:lnTo>
                    <a:pt x="69430" y="285917"/>
                  </a:lnTo>
                  <a:lnTo>
                    <a:pt x="73785" y="288952"/>
                  </a:lnTo>
                  <a:lnTo>
                    <a:pt x="78235" y="291846"/>
                  </a:lnTo>
                  <a:lnTo>
                    <a:pt x="82773" y="294598"/>
                  </a:lnTo>
                  <a:lnTo>
                    <a:pt x="87397" y="297205"/>
                  </a:lnTo>
                  <a:lnTo>
                    <a:pt x="92102" y="299663"/>
                  </a:lnTo>
                  <a:lnTo>
                    <a:pt x="96882" y="301971"/>
                  </a:lnTo>
                  <a:lnTo>
                    <a:pt x="101733" y="304126"/>
                  </a:lnTo>
                  <a:lnTo>
                    <a:pt x="106650" y="306126"/>
                  </a:lnTo>
                  <a:lnTo>
                    <a:pt x="111628" y="307969"/>
                  </a:lnTo>
                  <a:lnTo>
                    <a:pt x="116661" y="309652"/>
                  </a:lnTo>
                  <a:lnTo>
                    <a:pt x="121746" y="311175"/>
                  </a:lnTo>
                  <a:lnTo>
                    <a:pt x="126877" y="312536"/>
                  </a:lnTo>
                  <a:lnTo>
                    <a:pt x="132048" y="313733"/>
                  </a:lnTo>
                  <a:lnTo>
                    <a:pt x="137255" y="314766"/>
                  </a:lnTo>
                  <a:lnTo>
                    <a:pt x="142492" y="315633"/>
                  </a:lnTo>
                  <a:lnTo>
                    <a:pt x="147753" y="316333"/>
                  </a:lnTo>
                  <a:lnTo>
                    <a:pt x="153034" y="316865"/>
                  </a:lnTo>
                  <a:lnTo>
                    <a:pt x="158330" y="317230"/>
                  </a:lnTo>
                  <a:lnTo>
                    <a:pt x="163634" y="317426"/>
                  </a:lnTo>
                  <a:lnTo>
                    <a:pt x="168942" y="317454"/>
                  </a:lnTo>
                  <a:lnTo>
                    <a:pt x="174248" y="317313"/>
                  </a:lnTo>
                  <a:lnTo>
                    <a:pt x="179547" y="317004"/>
                  </a:lnTo>
                  <a:lnTo>
                    <a:pt x="184834" y="316527"/>
                  </a:lnTo>
                  <a:lnTo>
                    <a:pt x="190103" y="315882"/>
                  </a:lnTo>
                  <a:lnTo>
                    <a:pt x="195348" y="315070"/>
                  </a:lnTo>
                  <a:lnTo>
                    <a:pt x="200565" y="314092"/>
                  </a:lnTo>
                  <a:lnTo>
                    <a:pt x="205749" y="312949"/>
                  </a:lnTo>
                  <a:lnTo>
                    <a:pt x="210893" y="311642"/>
                  </a:lnTo>
                  <a:lnTo>
                    <a:pt x="215994" y="310173"/>
                  </a:lnTo>
                  <a:lnTo>
                    <a:pt x="221045" y="308542"/>
                  </a:lnTo>
                  <a:lnTo>
                    <a:pt x="226042" y="306751"/>
                  </a:lnTo>
                  <a:lnTo>
                    <a:pt x="230980" y="304803"/>
                  </a:lnTo>
                  <a:lnTo>
                    <a:pt x="235853" y="302699"/>
                  </a:lnTo>
                  <a:lnTo>
                    <a:pt x="240657" y="300441"/>
                  </a:lnTo>
                  <a:lnTo>
                    <a:pt x="245387" y="298032"/>
                  </a:lnTo>
                  <a:lnTo>
                    <a:pt x="250038" y="295474"/>
                  </a:lnTo>
                  <a:lnTo>
                    <a:pt x="254605" y="292770"/>
                  </a:lnTo>
                  <a:lnTo>
                    <a:pt x="259084" y="289922"/>
                  </a:lnTo>
                  <a:lnTo>
                    <a:pt x="263471" y="286933"/>
                  </a:lnTo>
                  <a:lnTo>
                    <a:pt x="267761" y="283807"/>
                  </a:lnTo>
                  <a:lnTo>
                    <a:pt x="271949" y="280546"/>
                  </a:lnTo>
                  <a:lnTo>
                    <a:pt x="276031" y="277153"/>
                  </a:lnTo>
                  <a:lnTo>
                    <a:pt x="280004" y="273633"/>
                  </a:lnTo>
                  <a:lnTo>
                    <a:pt x="283863" y="269988"/>
                  </a:lnTo>
                  <a:lnTo>
                    <a:pt x="287604" y="266223"/>
                  </a:lnTo>
                  <a:lnTo>
                    <a:pt x="291224" y="262341"/>
                  </a:lnTo>
                  <a:lnTo>
                    <a:pt x="294719" y="258345"/>
                  </a:lnTo>
                  <a:lnTo>
                    <a:pt x="298085" y="254241"/>
                  </a:lnTo>
                  <a:lnTo>
                    <a:pt x="301319" y="250032"/>
                  </a:lnTo>
                  <a:lnTo>
                    <a:pt x="304418" y="245723"/>
                  </a:lnTo>
                  <a:lnTo>
                    <a:pt x="307378" y="241317"/>
                  </a:lnTo>
                  <a:lnTo>
                    <a:pt x="310197" y="236819"/>
                  </a:lnTo>
                  <a:lnTo>
                    <a:pt x="312872" y="232235"/>
                  </a:lnTo>
                  <a:lnTo>
                    <a:pt x="315400" y="227567"/>
                  </a:lnTo>
                  <a:lnTo>
                    <a:pt x="317779" y="222822"/>
                  </a:lnTo>
                  <a:lnTo>
                    <a:pt x="320005" y="218004"/>
                  </a:lnTo>
                  <a:lnTo>
                    <a:pt x="322078" y="213117"/>
                  </a:lnTo>
                  <a:lnTo>
                    <a:pt x="323994" y="208167"/>
                  </a:lnTo>
                  <a:lnTo>
                    <a:pt x="325753" y="203159"/>
                  </a:lnTo>
                  <a:lnTo>
                    <a:pt x="327351" y="198097"/>
                  </a:lnTo>
                  <a:lnTo>
                    <a:pt x="328788" y="192987"/>
                  </a:lnTo>
                  <a:lnTo>
                    <a:pt x="330062" y="187834"/>
                  </a:lnTo>
                  <a:lnTo>
                    <a:pt x="331172" y="182644"/>
                  </a:lnTo>
                  <a:lnTo>
                    <a:pt x="332116" y="177420"/>
                  </a:lnTo>
                  <a:lnTo>
                    <a:pt x="332894" y="172170"/>
                  </a:lnTo>
                  <a:lnTo>
                    <a:pt x="333505" y="166897"/>
                  </a:lnTo>
                  <a:lnTo>
                    <a:pt x="333948" y="161607"/>
                  </a:lnTo>
                  <a:lnTo>
                    <a:pt x="334223" y="156307"/>
                  </a:lnTo>
                  <a:lnTo>
                    <a:pt x="334330" y="151000"/>
                  </a:lnTo>
                  <a:lnTo>
                    <a:pt x="334268" y="145692"/>
                  </a:lnTo>
                  <a:lnTo>
                    <a:pt x="334037" y="140389"/>
                  </a:lnTo>
                  <a:lnTo>
                    <a:pt x="333639" y="135096"/>
                  </a:lnTo>
                  <a:lnTo>
                    <a:pt x="333072" y="129818"/>
                  </a:lnTo>
                  <a:lnTo>
                    <a:pt x="332338" y="124561"/>
                  </a:lnTo>
                  <a:lnTo>
                    <a:pt x="331438" y="119330"/>
                  </a:lnTo>
                  <a:lnTo>
                    <a:pt x="330372" y="114130"/>
                  </a:lnTo>
                  <a:lnTo>
                    <a:pt x="329142" y="108967"/>
                  </a:lnTo>
                  <a:lnTo>
                    <a:pt x="327748" y="103845"/>
                  </a:lnTo>
                  <a:lnTo>
                    <a:pt x="326192" y="98770"/>
                  </a:lnTo>
                  <a:lnTo>
                    <a:pt x="324476" y="93747"/>
                  </a:lnTo>
                  <a:lnTo>
                    <a:pt x="322601" y="88781"/>
                  </a:lnTo>
                  <a:lnTo>
                    <a:pt x="320570" y="83877"/>
                  </a:lnTo>
                  <a:lnTo>
                    <a:pt x="318384" y="79040"/>
                  </a:lnTo>
                  <a:lnTo>
                    <a:pt x="316046" y="74275"/>
                  </a:lnTo>
                  <a:lnTo>
                    <a:pt x="313557" y="69587"/>
                  </a:lnTo>
                  <a:lnTo>
                    <a:pt x="310921" y="64980"/>
                  </a:lnTo>
                  <a:lnTo>
                    <a:pt x="308140" y="60458"/>
                  </a:lnTo>
                  <a:lnTo>
                    <a:pt x="305216" y="56028"/>
                  </a:lnTo>
                  <a:lnTo>
                    <a:pt x="302154" y="51692"/>
                  </a:lnTo>
                  <a:lnTo>
                    <a:pt x="298955" y="47456"/>
                  </a:lnTo>
                  <a:lnTo>
                    <a:pt x="295624" y="43324"/>
                  </a:lnTo>
                  <a:lnTo>
                    <a:pt x="292163" y="39300"/>
                  </a:lnTo>
                  <a:lnTo>
                    <a:pt x="288576" y="35387"/>
                  </a:lnTo>
                  <a:lnTo>
                    <a:pt x="284866" y="31590"/>
                  </a:lnTo>
                  <a:lnTo>
                    <a:pt x="281038" y="27913"/>
                  </a:lnTo>
                  <a:lnTo>
                    <a:pt x="167164" y="1502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113874" cy="167167"/>
            </a:xfrm>
            <a:custGeom>
              <a:avLst/>
              <a:pathLst>
                <a:path w="113874" h="167167">
                  <a:moveTo>
                    <a:pt x="113874" y="44784"/>
                  </a:moveTo>
                  <a:lnTo>
                    <a:pt x="109640" y="40977"/>
                  </a:lnTo>
                  <a:lnTo>
                    <a:pt x="105279" y="37316"/>
                  </a:lnTo>
                  <a:lnTo>
                    <a:pt x="100795" y="33806"/>
                  </a:lnTo>
                  <a:lnTo>
                    <a:pt x="96195" y="30451"/>
                  </a:lnTo>
                  <a:lnTo>
                    <a:pt x="91483" y="27254"/>
                  </a:lnTo>
                  <a:lnTo>
                    <a:pt x="86665" y="24219"/>
                  </a:lnTo>
                  <a:lnTo>
                    <a:pt x="81746" y="21351"/>
                  </a:lnTo>
                  <a:lnTo>
                    <a:pt x="76733" y="18651"/>
                  </a:lnTo>
                  <a:lnTo>
                    <a:pt x="71630" y="16124"/>
                  </a:lnTo>
                  <a:lnTo>
                    <a:pt x="66445" y="13772"/>
                  </a:lnTo>
                  <a:lnTo>
                    <a:pt x="61182" y="11598"/>
                  </a:lnTo>
                  <a:lnTo>
                    <a:pt x="55848" y="9605"/>
                  </a:lnTo>
                  <a:lnTo>
                    <a:pt x="50450" y="7794"/>
                  </a:lnTo>
                  <a:lnTo>
                    <a:pt x="44993" y="6168"/>
                  </a:lnTo>
                  <a:lnTo>
                    <a:pt x="39483" y="4729"/>
                  </a:lnTo>
                  <a:lnTo>
                    <a:pt x="33928" y="3479"/>
                  </a:lnTo>
                  <a:lnTo>
                    <a:pt x="28334" y="2418"/>
                  </a:lnTo>
                  <a:lnTo>
                    <a:pt x="22706" y="1549"/>
                  </a:lnTo>
                  <a:lnTo>
                    <a:pt x="17053" y="872"/>
                  </a:lnTo>
                  <a:lnTo>
                    <a:pt x="11379" y="387"/>
                  </a:lnTo>
                  <a:lnTo>
                    <a:pt x="569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3651" y="1681503"/>
              <a:ext cx="2873" cy="167167"/>
            </a:xfrm>
            <a:custGeom>
              <a:avLst/>
              <a:pathLst>
                <a:path w="2873" h="167167">
                  <a:moveTo>
                    <a:pt x="2873" y="0"/>
                  </a:moveTo>
                  <a:lnTo>
                    <a:pt x="0" y="24"/>
                  </a:lnTo>
                  <a:lnTo>
                    <a:pt x="287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651" y="1681528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54360" y="1681528"/>
              <a:ext cx="132164" cy="167142"/>
            </a:xfrm>
            <a:custGeom>
              <a:avLst/>
              <a:pathLst>
                <a:path w="132164" h="167142">
                  <a:moveTo>
                    <a:pt x="129290" y="0"/>
                  </a:moveTo>
                  <a:lnTo>
                    <a:pt x="123755" y="186"/>
                  </a:lnTo>
                  <a:lnTo>
                    <a:pt x="118228" y="557"/>
                  </a:lnTo>
                  <a:lnTo>
                    <a:pt x="112717" y="1110"/>
                  </a:lnTo>
                  <a:lnTo>
                    <a:pt x="107228" y="1845"/>
                  </a:lnTo>
                  <a:lnTo>
                    <a:pt x="101766" y="2762"/>
                  </a:lnTo>
                  <a:lnTo>
                    <a:pt x="96337" y="3859"/>
                  </a:lnTo>
                  <a:lnTo>
                    <a:pt x="90947" y="5136"/>
                  </a:lnTo>
                  <a:lnTo>
                    <a:pt x="85603" y="6590"/>
                  </a:lnTo>
                  <a:lnTo>
                    <a:pt x="80310" y="8221"/>
                  </a:lnTo>
                  <a:lnTo>
                    <a:pt x="75073" y="10026"/>
                  </a:lnTo>
                  <a:lnTo>
                    <a:pt x="69900" y="12003"/>
                  </a:lnTo>
                  <a:lnTo>
                    <a:pt x="64795" y="14151"/>
                  </a:lnTo>
                  <a:lnTo>
                    <a:pt x="59763" y="16467"/>
                  </a:lnTo>
                  <a:lnTo>
                    <a:pt x="54811" y="18948"/>
                  </a:lnTo>
                  <a:lnTo>
                    <a:pt x="49945" y="21592"/>
                  </a:lnTo>
                  <a:lnTo>
                    <a:pt x="45168" y="24396"/>
                  </a:lnTo>
                  <a:lnTo>
                    <a:pt x="40487" y="27356"/>
                  </a:lnTo>
                  <a:lnTo>
                    <a:pt x="35906" y="30470"/>
                  </a:lnTo>
                  <a:lnTo>
                    <a:pt x="31431" y="33734"/>
                  </a:lnTo>
                  <a:lnTo>
                    <a:pt x="27067" y="37144"/>
                  </a:lnTo>
                  <a:lnTo>
                    <a:pt x="22818" y="40697"/>
                  </a:lnTo>
                  <a:lnTo>
                    <a:pt x="18689" y="44389"/>
                  </a:lnTo>
                  <a:lnTo>
                    <a:pt x="14685" y="48215"/>
                  </a:lnTo>
                  <a:lnTo>
                    <a:pt x="10810" y="52172"/>
                  </a:lnTo>
                  <a:lnTo>
                    <a:pt x="7068" y="56256"/>
                  </a:lnTo>
                  <a:lnTo>
                    <a:pt x="3463" y="60461"/>
                  </a:lnTo>
                  <a:lnTo>
                    <a:pt x="0" y="64783"/>
                  </a:lnTo>
                  <a:lnTo>
                    <a:pt x="132164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63" y="1681503"/>
              <a:ext cx="334313" cy="334332"/>
            </a:xfrm>
            <a:custGeom>
              <a:avLst/>
              <a:pathLst>
                <a:path w="334313" h="334332">
                  <a:moveTo>
                    <a:pt x="34996" y="64807"/>
                  </a:moveTo>
                  <a:lnTo>
                    <a:pt x="31810" y="69059"/>
                  </a:lnTo>
                  <a:lnTo>
                    <a:pt x="28761" y="73410"/>
                  </a:lnTo>
                  <a:lnTo>
                    <a:pt x="25852" y="77855"/>
                  </a:lnTo>
                  <a:lnTo>
                    <a:pt x="23085" y="82391"/>
                  </a:lnTo>
                  <a:lnTo>
                    <a:pt x="20463" y="87012"/>
                  </a:lnTo>
                  <a:lnTo>
                    <a:pt x="17990" y="91714"/>
                  </a:lnTo>
                  <a:lnTo>
                    <a:pt x="15668" y="96493"/>
                  </a:lnTo>
                  <a:lnTo>
                    <a:pt x="13499" y="101343"/>
                  </a:lnTo>
                  <a:lnTo>
                    <a:pt x="11485" y="106259"/>
                  </a:lnTo>
                  <a:lnTo>
                    <a:pt x="9628" y="111237"/>
                  </a:lnTo>
                  <a:lnTo>
                    <a:pt x="7930" y="116271"/>
                  </a:lnTo>
                  <a:lnTo>
                    <a:pt x="6393" y="121357"/>
                  </a:lnTo>
                  <a:lnTo>
                    <a:pt x="5018" y="126489"/>
                  </a:lnTo>
                  <a:lnTo>
                    <a:pt x="3808" y="131662"/>
                  </a:lnTo>
                  <a:lnTo>
                    <a:pt x="2762" y="136871"/>
                  </a:lnTo>
                  <a:lnTo>
                    <a:pt x="1882" y="142110"/>
                  </a:lnTo>
                  <a:lnTo>
                    <a:pt x="1169" y="147375"/>
                  </a:lnTo>
                  <a:lnTo>
                    <a:pt x="624" y="152660"/>
                  </a:lnTo>
                  <a:lnTo>
                    <a:pt x="247" y="157960"/>
                  </a:lnTo>
                  <a:lnTo>
                    <a:pt x="39" y="163269"/>
                  </a:lnTo>
                  <a:lnTo>
                    <a:pt x="0" y="168581"/>
                  </a:lnTo>
                  <a:lnTo>
                    <a:pt x="129" y="173893"/>
                  </a:lnTo>
                  <a:lnTo>
                    <a:pt x="427" y="179197"/>
                  </a:lnTo>
                  <a:lnTo>
                    <a:pt x="893" y="184490"/>
                  </a:lnTo>
                  <a:lnTo>
                    <a:pt x="1528" y="189764"/>
                  </a:lnTo>
                  <a:lnTo>
                    <a:pt x="2330" y="195017"/>
                  </a:lnTo>
                  <a:lnTo>
                    <a:pt x="3298" y="200240"/>
                  </a:lnTo>
                  <a:lnTo>
                    <a:pt x="4432" y="205431"/>
                  </a:lnTo>
                  <a:lnTo>
                    <a:pt x="5730" y="210583"/>
                  </a:lnTo>
                  <a:lnTo>
                    <a:pt x="7191" y="215691"/>
                  </a:lnTo>
                  <a:lnTo>
                    <a:pt x="8814" y="220750"/>
                  </a:lnTo>
                  <a:lnTo>
                    <a:pt x="10597" y="225755"/>
                  </a:lnTo>
                  <a:lnTo>
                    <a:pt x="12537" y="230700"/>
                  </a:lnTo>
                  <a:lnTo>
                    <a:pt x="14634" y="235582"/>
                  </a:lnTo>
                  <a:lnTo>
                    <a:pt x="16886" y="240394"/>
                  </a:lnTo>
                  <a:lnTo>
                    <a:pt x="19289" y="245133"/>
                  </a:lnTo>
                  <a:lnTo>
                    <a:pt x="21841" y="249793"/>
                  </a:lnTo>
                  <a:lnTo>
                    <a:pt x="24540" y="254369"/>
                  </a:lnTo>
                  <a:lnTo>
                    <a:pt x="27383" y="258857"/>
                  </a:lnTo>
                  <a:lnTo>
                    <a:pt x="30367" y="263253"/>
                  </a:lnTo>
                  <a:lnTo>
                    <a:pt x="33490" y="267551"/>
                  </a:lnTo>
                  <a:lnTo>
                    <a:pt x="36747" y="271748"/>
                  </a:lnTo>
                  <a:lnTo>
                    <a:pt x="40137" y="275840"/>
                  </a:lnTo>
                  <a:lnTo>
                    <a:pt x="43654" y="279821"/>
                  </a:lnTo>
                  <a:lnTo>
                    <a:pt x="47296" y="283689"/>
                  </a:lnTo>
                  <a:lnTo>
                    <a:pt x="51060" y="287439"/>
                  </a:lnTo>
                  <a:lnTo>
                    <a:pt x="54940" y="291068"/>
                  </a:lnTo>
                  <a:lnTo>
                    <a:pt x="58934" y="294572"/>
                  </a:lnTo>
                  <a:lnTo>
                    <a:pt x="63038" y="297947"/>
                  </a:lnTo>
                  <a:lnTo>
                    <a:pt x="67246" y="301189"/>
                  </a:lnTo>
                  <a:lnTo>
                    <a:pt x="71556" y="304297"/>
                  </a:lnTo>
                  <a:lnTo>
                    <a:pt x="75962" y="307266"/>
                  </a:lnTo>
                  <a:lnTo>
                    <a:pt x="80460" y="310093"/>
                  </a:lnTo>
                  <a:lnTo>
                    <a:pt x="85045" y="312776"/>
                  </a:lnTo>
                  <a:lnTo>
                    <a:pt x="89714" y="315312"/>
                  </a:lnTo>
                  <a:lnTo>
                    <a:pt x="94461" y="317698"/>
                  </a:lnTo>
                  <a:lnTo>
                    <a:pt x="99281" y="319932"/>
                  </a:lnTo>
                  <a:lnTo>
                    <a:pt x="104170" y="322012"/>
                  </a:lnTo>
                  <a:lnTo>
                    <a:pt x="109123" y="323936"/>
                  </a:lnTo>
                  <a:lnTo>
                    <a:pt x="114134" y="325701"/>
                  </a:lnTo>
                  <a:lnTo>
                    <a:pt x="119198" y="327306"/>
                  </a:lnTo>
                  <a:lnTo>
                    <a:pt x="124311" y="328749"/>
                  </a:lnTo>
                  <a:lnTo>
                    <a:pt x="129468" y="330029"/>
                  </a:lnTo>
                  <a:lnTo>
                    <a:pt x="134662" y="331145"/>
                  </a:lnTo>
                  <a:lnTo>
                    <a:pt x="139890" y="332095"/>
                  </a:lnTo>
                  <a:lnTo>
                    <a:pt x="145144" y="332878"/>
                  </a:lnTo>
                  <a:lnTo>
                    <a:pt x="150422" y="333494"/>
                  </a:lnTo>
                  <a:lnTo>
                    <a:pt x="155716" y="333942"/>
                  </a:lnTo>
                  <a:lnTo>
                    <a:pt x="161021" y="334222"/>
                  </a:lnTo>
                  <a:lnTo>
                    <a:pt x="166333" y="334332"/>
                  </a:lnTo>
                  <a:lnTo>
                    <a:pt x="171645" y="334274"/>
                  </a:lnTo>
                  <a:lnTo>
                    <a:pt x="176953" y="334047"/>
                  </a:lnTo>
                  <a:lnTo>
                    <a:pt x="182252" y="333652"/>
                  </a:lnTo>
                  <a:lnTo>
                    <a:pt x="187535" y="333088"/>
                  </a:lnTo>
                  <a:lnTo>
                    <a:pt x="192797" y="332357"/>
                  </a:lnTo>
                  <a:lnTo>
                    <a:pt x="198033" y="331459"/>
                  </a:lnTo>
                  <a:lnTo>
                    <a:pt x="203239" y="330395"/>
                  </a:lnTo>
                  <a:lnTo>
                    <a:pt x="208407" y="329166"/>
                  </a:lnTo>
                  <a:lnTo>
                    <a:pt x="213535" y="327773"/>
                  </a:lnTo>
                  <a:lnTo>
                    <a:pt x="218615" y="326219"/>
                  </a:lnTo>
                  <a:lnTo>
                    <a:pt x="223643" y="324503"/>
                  </a:lnTo>
                  <a:lnTo>
                    <a:pt x="228615" y="322629"/>
                  </a:lnTo>
                  <a:lnTo>
                    <a:pt x="233524" y="320597"/>
                  </a:lnTo>
                  <a:lnTo>
                    <a:pt x="238366" y="318411"/>
                  </a:lnTo>
                  <a:lnTo>
                    <a:pt x="243136" y="316072"/>
                  </a:lnTo>
                  <a:lnTo>
                    <a:pt x="247830" y="313582"/>
                  </a:lnTo>
                  <a:lnTo>
                    <a:pt x="252442" y="310945"/>
                  </a:lnTo>
                  <a:lnTo>
                    <a:pt x="256968" y="308162"/>
                  </a:lnTo>
                  <a:lnTo>
                    <a:pt x="261403" y="305237"/>
                  </a:lnTo>
                  <a:lnTo>
                    <a:pt x="265743" y="302173"/>
                  </a:lnTo>
                  <a:lnTo>
                    <a:pt x="269983" y="298972"/>
                  </a:lnTo>
                  <a:lnTo>
                    <a:pt x="274120" y="295638"/>
                  </a:lnTo>
                  <a:lnTo>
                    <a:pt x="278148" y="292174"/>
                  </a:lnTo>
                  <a:lnTo>
                    <a:pt x="282065" y="288584"/>
                  </a:lnTo>
                  <a:lnTo>
                    <a:pt x="285865" y="284871"/>
                  </a:lnTo>
                  <a:lnTo>
                    <a:pt x="289546" y="281039"/>
                  </a:lnTo>
                  <a:lnTo>
                    <a:pt x="293102" y="277093"/>
                  </a:lnTo>
                  <a:lnTo>
                    <a:pt x="296532" y="273035"/>
                  </a:lnTo>
                  <a:lnTo>
                    <a:pt x="299831" y="268870"/>
                  </a:lnTo>
                  <a:lnTo>
                    <a:pt x="302996" y="264603"/>
                  </a:lnTo>
                  <a:lnTo>
                    <a:pt x="306024" y="260237"/>
                  </a:lnTo>
                  <a:lnTo>
                    <a:pt x="308911" y="255778"/>
                  </a:lnTo>
                  <a:lnTo>
                    <a:pt x="311655" y="251228"/>
                  </a:lnTo>
                  <a:lnTo>
                    <a:pt x="314254" y="246594"/>
                  </a:lnTo>
                  <a:lnTo>
                    <a:pt x="316703" y="241880"/>
                  </a:lnTo>
                  <a:lnTo>
                    <a:pt x="319002" y="237090"/>
                  </a:lnTo>
                  <a:lnTo>
                    <a:pt x="321147" y="232229"/>
                  </a:lnTo>
                  <a:lnTo>
                    <a:pt x="323137" y="227303"/>
                  </a:lnTo>
                  <a:lnTo>
                    <a:pt x="324969" y="222316"/>
                  </a:lnTo>
                  <a:lnTo>
                    <a:pt x="326642" y="217273"/>
                  </a:lnTo>
                  <a:lnTo>
                    <a:pt x="328154" y="212180"/>
                  </a:lnTo>
                  <a:lnTo>
                    <a:pt x="329503" y="207041"/>
                  </a:lnTo>
                  <a:lnTo>
                    <a:pt x="330688" y="201862"/>
                  </a:lnTo>
                  <a:lnTo>
                    <a:pt x="331708" y="196648"/>
                  </a:lnTo>
                  <a:lnTo>
                    <a:pt x="332562" y="191404"/>
                  </a:lnTo>
                  <a:lnTo>
                    <a:pt x="333249" y="186136"/>
                  </a:lnTo>
                  <a:lnTo>
                    <a:pt x="333768" y="180849"/>
                  </a:lnTo>
                  <a:lnTo>
                    <a:pt x="334118" y="175547"/>
                  </a:lnTo>
                  <a:lnTo>
                    <a:pt x="334300" y="170237"/>
                  </a:lnTo>
                  <a:lnTo>
                    <a:pt x="334313" y="164925"/>
                  </a:lnTo>
                  <a:lnTo>
                    <a:pt x="334158" y="159614"/>
                  </a:lnTo>
                  <a:lnTo>
                    <a:pt x="333833" y="154311"/>
                  </a:lnTo>
                  <a:lnTo>
                    <a:pt x="333341" y="149021"/>
                  </a:lnTo>
                  <a:lnTo>
                    <a:pt x="332680" y="143749"/>
                  </a:lnTo>
                  <a:lnTo>
                    <a:pt x="331852" y="138501"/>
                  </a:lnTo>
                  <a:lnTo>
                    <a:pt x="330858" y="133282"/>
                  </a:lnTo>
                  <a:lnTo>
                    <a:pt x="329699" y="128097"/>
                  </a:lnTo>
                  <a:lnTo>
                    <a:pt x="328375" y="122952"/>
                  </a:lnTo>
                  <a:lnTo>
                    <a:pt x="326889" y="117851"/>
                  </a:lnTo>
                  <a:lnTo>
                    <a:pt x="325241" y="112800"/>
                  </a:lnTo>
                  <a:lnTo>
                    <a:pt x="323433" y="107804"/>
                  </a:lnTo>
                  <a:lnTo>
                    <a:pt x="321468" y="102868"/>
                  </a:lnTo>
                  <a:lnTo>
                    <a:pt x="319347" y="97997"/>
                  </a:lnTo>
                  <a:lnTo>
                    <a:pt x="317072" y="93196"/>
                  </a:lnTo>
                  <a:lnTo>
                    <a:pt x="314645" y="88469"/>
                  </a:lnTo>
                  <a:lnTo>
                    <a:pt x="312070" y="83822"/>
                  </a:lnTo>
                  <a:lnTo>
                    <a:pt x="309348" y="79260"/>
                  </a:lnTo>
                  <a:lnTo>
                    <a:pt x="306483" y="74786"/>
                  </a:lnTo>
                  <a:lnTo>
                    <a:pt x="303477" y="70405"/>
                  </a:lnTo>
                  <a:lnTo>
                    <a:pt x="300333" y="66122"/>
                  </a:lnTo>
                  <a:lnTo>
                    <a:pt x="297055" y="61941"/>
                  </a:lnTo>
                  <a:lnTo>
                    <a:pt x="293645" y="57866"/>
                  </a:lnTo>
                  <a:lnTo>
                    <a:pt x="290108" y="53902"/>
                  </a:lnTo>
                  <a:lnTo>
                    <a:pt x="286447" y="50052"/>
                  </a:lnTo>
                  <a:lnTo>
                    <a:pt x="282665" y="46321"/>
                  </a:lnTo>
                  <a:lnTo>
                    <a:pt x="278766" y="42711"/>
                  </a:lnTo>
                  <a:lnTo>
                    <a:pt x="274755" y="39228"/>
                  </a:lnTo>
                  <a:lnTo>
                    <a:pt x="270635" y="35873"/>
                  </a:lnTo>
                  <a:lnTo>
                    <a:pt x="266411" y="32651"/>
                  </a:lnTo>
                  <a:lnTo>
                    <a:pt x="262086" y="29565"/>
                  </a:lnTo>
                  <a:lnTo>
                    <a:pt x="257665" y="26618"/>
                  </a:lnTo>
                  <a:lnTo>
                    <a:pt x="253153" y="23813"/>
                  </a:lnTo>
                  <a:lnTo>
                    <a:pt x="248554" y="21153"/>
                  </a:lnTo>
                  <a:lnTo>
                    <a:pt x="243873" y="18640"/>
                  </a:lnTo>
                  <a:lnTo>
                    <a:pt x="239114" y="16277"/>
                  </a:lnTo>
                  <a:lnTo>
                    <a:pt x="234283" y="14067"/>
                  </a:lnTo>
                  <a:lnTo>
                    <a:pt x="229384" y="12011"/>
                  </a:lnTo>
                  <a:lnTo>
                    <a:pt x="224422" y="10112"/>
                  </a:lnTo>
                  <a:lnTo>
                    <a:pt x="219402" y="8372"/>
                  </a:lnTo>
                  <a:lnTo>
                    <a:pt x="214330" y="6792"/>
                  </a:lnTo>
                  <a:lnTo>
                    <a:pt x="209209" y="5374"/>
                  </a:lnTo>
                  <a:lnTo>
                    <a:pt x="204047" y="4120"/>
                  </a:lnTo>
                  <a:lnTo>
                    <a:pt x="198847" y="3030"/>
                  </a:lnTo>
                  <a:lnTo>
                    <a:pt x="193615" y="2106"/>
                  </a:lnTo>
                  <a:lnTo>
                    <a:pt x="188356" y="1349"/>
                  </a:lnTo>
                  <a:lnTo>
                    <a:pt x="183076" y="759"/>
                  </a:lnTo>
                  <a:lnTo>
                    <a:pt x="177780" y="337"/>
                  </a:lnTo>
                  <a:lnTo>
                    <a:pt x="172473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7453" y="2126963"/>
              <a:ext cx="23834" cy="167167"/>
            </a:xfrm>
            <a:custGeom>
              <a:avLst/>
              <a:pathLst>
                <a:path w="23834" h="167167">
                  <a:moveTo>
                    <a:pt x="23834" y="0"/>
                  </a:moveTo>
                  <a:lnTo>
                    <a:pt x="15865" y="190"/>
                  </a:lnTo>
                  <a:lnTo>
                    <a:pt x="7914" y="759"/>
                  </a:lnTo>
                  <a:lnTo>
                    <a:pt x="0" y="1707"/>
                  </a:lnTo>
                  <a:lnTo>
                    <a:pt x="2383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23" y="2127900"/>
              <a:ext cx="334320" cy="333397"/>
            </a:xfrm>
            <a:custGeom>
              <a:avLst/>
              <a:pathLst>
                <a:path w="334320" h="333397">
                  <a:moveTo>
                    <a:pt x="143330" y="771"/>
                  </a:moveTo>
                  <a:lnTo>
                    <a:pt x="138115" y="1606"/>
                  </a:lnTo>
                  <a:lnTo>
                    <a:pt x="132929" y="2606"/>
                  </a:lnTo>
                  <a:lnTo>
                    <a:pt x="127778" y="3769"/>
                  </a:lnTo>
                  <a:lnTo>
                    <a:pt x="122666" y="5094"/>
                  </a:lnTo>
                  <a:lnTo>
                    <a:pt x="117598" y="6580"/>
                  </a:lnTo>
                  <a:lnTo>
                    <a:pt x="112580" y="8225"/>
                  </a:lnTo>
                  <a:lnTo>
                    <a:pt x="107616" y="10028"/>
                  </a:lnTo>
                  <a:lnTo>
                    <a:pt x="102712" y="11987"/>
                  </a:lnTo>
                  <a:lnTo>
                    <a:pt x="97872" y="14100"/>
                  </a:lnTo>
                  <a:lnTo>
                    <a:pt x="93101" y="16365"/>
                  </a:lnTo>
                  <a:lnTo>
                    <a:pt x="88404" y="18779"/>
                  </a:lnTo>
                  <a:lnTo>
                    <a:pt x="83786" y="21340"/>
                  </a:lnTo>
                  <a:lnTo>
                    <a:pt x="79251" y="24046"/>
                  </a:lnTo>
                  <a:lnTo>
                    <a:pt x="74804" y="26894"/>
                  </a:lnTo>
                  <a:lnTo>
                    <a:pt x="70448" y="29881"/>
                  </a:lnTo>
                  <a:lnTo>
                    <a:pt x="66190" y="33004"/>
                  </a:lnTo>
                  <a:lnTo>
                    <a:pt x="62032" y="36260"/>
                  </a:lnTo>
                  <a:lnTo>
                    <a:pt x="57979" y="39646"/>
                  </a:lnTo>
                  <a:lnTo>
                    <a:pt x="54035" y="43158"/>
                  </a:lnTo>
                  <a:lnTo>
                    <a:pt x="50204" y="46793"/>
                  </a:lnTo>
                  <a:lnTo>
                    <a:pt x="46489" y="50547"/>
                  </a:lnTo>
                  <a:lnTo>
                    <a:pt x="42896" y="54416"/>
                  </a:lnTo>
                  <a:lnTo>
                    <a:pt x="39426" y="58397"/>
                  </a:lnTo>
                  <a:lnTo>
                    <a:pt x="36083" y="62486"/>
                  </a:lnTo>
                  <a:lnTo>
                    <a:pt x="32872" y="66678"/>
                  </a:lnTo>
                  <a:lnTo>
                    <a:pt x="29794" y="70970"/>
                  </a:lnTo>
                  <a:lnTo>
                    <a:pt x="26854" y="75357"/>
                  </a:lnTo>
                  <a:lnTo>
                    <a:pt x="24053" y="79834"/>
                  </a:lnTo>
                  <a:lnTo>
                    <a:pt x="21396" y="84398"/>
                  </a:lnTo>
                  <a:lnTo>
                    <a:pt x="18883" y="89043"/>
                  </a:lnTo>
                  <a:lnTo>
                    <a:pt x="16519" y="93765"/>
                  </a:lnTo>
                  <a:lnTo>
                    <a:pt x="14305" y="98560"/>
                  </a:lnTo>
                  <a:lnTo>
                    <a:pt x="12244" y="103422"/>
                  </a:lnTo>
                  <a:lnTo>
                    <a:pt x="10338" y="108347"/>
                  </a:lnTo>
                  <a:lnTo>
                    <a:pt x="8587" y="113330"/>
                  </a:lnTo>
                  <a:lnTo>
                    <a:pt x="6996" y="118365"/>
                  </a:lnTo>
                  <a:lnTo>
                    <a:pt x="5564" y="123448"/>
                  </a:lnTo>
                  <a:lnTo>
                    <a:pt x="4293" y="128574"/>
                  </a:lnTo>
                  <a:lnTo>
                    <a:pt x="3185" y="133738"/>
                  </a:lnTo>
                  <a:lnTo>
                    <a:pt x="2240" y="138933"/>
                  </a:lnTo>
                  <a:lnTo>
                    <a:pt x="1460" y="144157"/>
                  </a:lnTo>
                  <a:lnTo>
                    <a:pt x="846" y="149402"/>
                  </a:lnTo>
                  <a:lnTo>
                    <a:pt x="397" y="154664"/>
                  </a:lnTo>
                  <a:lnTo>
                    <a:pt x="115" y="159937"/>
                  </a:lnTo>
                  <a:lnTo>
                    <a:pt x="0" y="165217"/>
                  </a:lnTo>
                  <a:lnTo>
                    <a:pt x="51" y="170498"/>
                  </a:lnTo>
                  <a:lnTo>
                    <a:pt x="269" y="175774"/>
                  </a:lnTo>
                  <a:lnTo>
                    <a:pt x="654" y="181041"/>
                  </a:lnTo>
                  <a:lnTo>
                    <a:pt x="1205" y="186294"/>
                  </a:lnTo>
                  <a:lnTo>
                    <a:pt x="1921" y="191526"/>
                  </a:lnTo>
                  <a:lnTo>
                    <a:pt x="2803" y="196733"/>
                  </a:lnTo>
                  <a:lnTo>
                    <a:pt x="3848" y="201909"/>
                  </a:lnTo>
                  <a:lnTo>
                    <a:pt x="5057" y="207050"/>
                  </a:lnTo>
                  <a:lnTo>
                    <a:pt x="6427" y="212150"/>
                  </a:lnTo>
                  <a:lnTo>
                    <a:pt x="7958" y="217205"/>
                  </a:lnTo>
                  <a:lnTo>
                    <a:pt x="9647" y="222208"/>
                  </a:lnTo>
                  <a:lnTo>
                    <a:pt x="11494" y="227156"/>
                  </a:lnTo>
                  <a:lnTo>
                    <a:pt x="13496" y="232043"/>
                  </a:lnTo>
                  <a:lnTo>
                    <a:pt x="15652" y="236864"/>
                  </a:lnTo>
                  <a:lnTo>
                    <a:pt x="17959" y="241614"/>
                  </a:lnTo>
                  <a:lnTo>
                    <a:pt x="20414" y="246290"/>
                  </a:lnTo>
                  <a:lnTo>
                    <a:pt x="23016" y="250885"/>
                  </a:lnTo>
                  <a:lnTo>
                    <a:pt x="25762" y="255396"/>
                  </a:lnTo>
                  <a:lnTo>
                    <a:pt x="28650" y="259818"/>
                  </a:lnTo>
                  <a:lnTo>
                    <a:pt x="31675" y="264147"/>
                  </a:lnTo>
                  <a:lnTo>
                    <a:pt x="34835" y="268378"/>
                  </a:lnTo>
                  <a:lnTo>
                    <a:pt x="38128" y="272507"/>
                  </a:lnTo>
                  <a:lnTo>
                    <a:pt x="41549" y="276530"/>
                  </a:lnTo>
                  <a:lnTo>
                    <a:pt x="45096" y="280442"/>
                  </a:lnTo>
                  <a:lnTo>
                    <a:pt x="48765" y="284241"/>
                  </a:lnTo>
                  <a:lnTo>
                    <a:pt x="52552" y="287922"/>
                  </a:lnTo>
                  <a:lnTo>
                    <a:pt x="56453" y="291482"/>
                  </a:lnTo>
                  <a:lnTo>
                    <a:pt x="60464" y="294916"/>
                  </a:lnTo>
                  <a:lnTo>
                    <a:pt x="64582" y="298223"/>
                  </a:lnTo>
                  <a:lnTo>
                    <a:pt x="68803" y="301397"/>
                  </a:lnTo>
                  <a:lnTo>
                    <a:pt x="73122" y="304436"/>
                  </a:lnTo>
                  <a:lnTo>
                    <a:pt x="77534" y="307338"/>
                  </a:lnTo>
                  <a:lnTo>
                    <a:pt x="82036" y="310099"/>
                  </a:lnTo>
                  <a:lnTo>
                    <a:pt x="86623" y="312716"/>
                  </a:lnTo>
                  <a:lnTo>
                    <a:pt x="91290" y="315187"/>
                  </a:lnTo>
                  <a:lnTo>
                    <a:pt x="96033" y="317509"/>
                  </a:lnTo>
                  <a:lnTo>
                    <a:pt x="100847" y="319681"/>
                  </a:lnTo>
                  <a:lnTo>
                    <a:pt x="105727" y="321699"/>
                  </a:lnTo>
                  <a:lnTo>
                    <a:pt x="110669" y="323562"/>
                  </a:lnTo>
                  <a:lnTo>
                    <a:pt x="115667" y="325268"/>
                  </a:lnTo>
                  <a:lnTo>
                    <a:pt x="120716" y="326815"/>
                  </a:lnTo>
                  <a:lnTo>
                    <a:pt x="125812" y="328202"/>
                  </a:lnTo>
                  <a:lnTo>
                    <a:pt x="130949" y="329428"/>
                  </a:lnTo>
                  <a:lnTo>
                    <a:pt x="136122" y="330490"/>
                  </a:lnTo>
                  <a:lnTo>
                    <a:pt x="141326" y="331389"/>
                  </a:lnTo>
                  <a:lnTo>
                    <a:pt x="146556" y="332122"/>
                  </a:lnTo>
                  <a:lnTo>
                    <a:pt x="151806" y="332691"/>
                  </a:lnTo>
                  <a:lnTo>
                    <a:pt x="157072" y="333093"/>
                  </a:lnTo>
                  <a:lnTo>
                    <a:pt x="162348" y="333328"/>
                  </a:lnTo>
                  <a:lnTo>
                    <a:pt x="167628" y="333397"/>
                  </a:lnTo>
                  <a:lnTo>
                    <a:pt x="172908" y="333299"/>
                  </a:lnTo>
                  <a:lnTo>
                    <a:pt x="178183" y="333034"/>
                  </a:lnTo>
                  <a:lnTo>
                    <a:pt x="183446" y="332603"/>
                  </a:lnTo>
                  <a:lnTo>
                    <a:pt x="188693" y="332005"/>
                  </a:lnTo>
                  <a:lnTo>
                    <a:pt x="193919" y="331243"/>
                  </a:lnTo>
                  <a:lnTo>
                    <a:pt x="199118" y="330315"/>
                  </a:lnTo>
                  <a:lnTo>
                    <a:pt x="204285" y="329224"/>
                  </a:lnTo>
                  <a:lnTo>
                    <a:pt x="209415" y="327970"/>
                  </a:lnTo>
                  <a:lnTo>
                    <a:pt x="214503" y="326555"/>
                  </a:lnTo>
                  <a:lnTo>
                    <a:pt x="219544" y="324979"/>
                  </a:lnTo>
                  <a:lnTo>
                    <a:pt x="224532" y="323246"/>
                  </a:lnTo>
                  <a:lnTo>
                    <a:pt x="229463" y="321355"/>
                  </a:lnTo>
                  <a:lnTo>
                    <a:pt x="234332" y="319310"/>
                  </a:lnTo>
                  <a:lnTo>
                    <a:pt x="239134" y="317112"/>
                  </a:lnTo>
                  <a:lnTo>
                    <a:pt x="243864" y="314763"/>
                  </a:lnTo>
                  <a:lnTo>
                    <a:pt x="248517" y="312266"/>
                  </a:lnTo>
                  <a:lnTo>
                    <a:pt x="253090" y="309624"/>
                  </a:lnTo>
                  <a:lnTo>
                    <a:pt x="257576" y="306838"/>
                  </a:lnTo>
                  <a:lnTo>
                    <a:pt x="261973" y="303912"/>
                  </a:lnTo>
                  <a:lnTo>
                    <a:pt x="266274" y="300848"/>
                  </a:lnTo>
                  <a:lnTo>
                    <a:pt x="270477" y="297651"/>
                  </a:lnTo>
                  <a:lnTo>
                    <a:pt x="274577" y="294322"/>
                  </a:lnTo>
                  <a:lnTo>
                    <a:pt x="278569" y="290865"/>
                  </a:lnTo>
                  <a:lnTo>
                    <a:pt x="282450" y="287284"/>
                  </a:lnTo>
                  <a:lnTo>
                    <a:pt x="286217" y="283582"/>
                  </a:lnTo>
                  <a:lnTo>
                    <a:pt x="289864" y="279763"/>
                  </a:lnTo>
                  <a:lnTo>
                    <a:pt x="293389" y="275830"/>
                  </a:lnTo>
                  <a:lnTo>
                    <a:pt x="296788" y="271788"/>
                  </a:lnTo>
                  <a:lnTo>
                    <a:pt x="300058" y="267641"/>
                  </a:lnTo>
                  <a:lnTo>
                    <a:pt x="303195" y="263393"/>
                  </a:lnTo>
                  <a:lnTo>
                    <a:pt x="306196" y="259047"/>
                  </a:lnTo>
                  <a:lnTo>
                    <a:pt x="309058" y="254609"/>
                  </a:lnTo>
                  <a:lnTo>
                    <a:pt x="311779" y="250083"/>
                  </a:lnTo>
                  <a:lnTo>
                    <a:pt x="314356" y="245473"/>
                  </a:lnTo>
                  <a:lnTo>
                    <a:pt x="316785" y="240784"/>
                  </a:lnTo>
                  <a:lnTo>
                    <a:pt x="319066" y="236021"/>
                  </a:lnTo>
                  <a:lnTo>
                    <a:pt x="321194" y="231188"/>
                  </a:lnTo>
                  <a:lnTo>
                    <a:pt x="323169" y="226290"/>
                  </a:lnTo>
                  <a:lnTo>
                    <a:pt x="324989" y="221332"/>
                  </a:lnTo>
                  <a:lnTo>
                    <a:pt x="326651" y="216320"/>
                  </a:lnTo>
                  <a:lnTo>
                    <a:pt x="328153" y="211257"/>
                  </a:lnTo>
                  <a:lnTo>
                    <a:pt x="329495" y="206149"/>
                  </a:lnTo>
                  <a:lnTo>
                    <a:pt x="330675" y="201002"/>
                  </a:lnTo>
                  <a:lnTo>
                    <a:pt x="331692" y="195819"/>
                  </a:lnTo>
                  <a:lnTo>
                    <a:pt x="332544" y="190607"/>
                  </a:lnTo>
                  <a:lnTo>
                    <a:pt x="333232" y="185371"/>
                  </a:lnTo>
                  <a:lnTo>
                    <a:pt x="333754" y="180116"/>
                  </a:lnTo>
                  <a:lnTo>
                    <a:pt x="334109" y="174847"/>
                  </a:lnTo>
                  <a:lnTo>
                    <a:pt x="334298" y="169569"/>
                  </a:lnTo>
                  <a:lnTo>
                    <a:pt x="334320" y="164288"/>
                  </a:lnTo>
                  <a:lnTo>
                    <a:pt x="334175" y="159009"/>
                  </a:lnTo>
                  <a:lnTo>
                    <a:pt x="333864" y="153738"/>
                  </a:lnTo>
                  <a:lnTo>
                    <a:pt x="333386" y="148478"/>
                  </a:lnTo>
                  <a:lnTo>
                    <a:pt x="332742" y="143236"/>
                  </a:lnTo>
                  <a:lnTo>
                    <a:pt x="331933" y="138018"/>
                  </a:lnTo>
                  <a:lnTo>
                    <a:pt x="330960" y="132827"/>
                  </a:lnTo>
                  <a:lnTo>
                    <a:pt x="329823" y="127670"/>
                  </a:lnTo>
                  <a:lnTo>
                    <a:pt x="328524" y="122551"/>
                  </a:lnTo>
                  <a:lnTo>
                    <a:pt x="327064" y="117476"/>
                  </a:lnTo>
                  <a:lnTo>
                    <a:pt x="325444" y="112450"/>
                  </a:lnTo>
                  <a:lnTo>
                    <a:pt x="323666" y="107477"/>
                  </a:lnTo>
                  <a:lnTo>
                    <a:pt x="321732" y="102562"/>
                  </a:lnTo>
                  <a:lnTo>
                    <a:pt x="319644" y="97712"/>
                  </a:lnTo>
                  <a:lnTo>
                    <a:pt x="317404" y="92930"/>
                  </a:lnTo>
                  <a:lnTo>
                    <a:pt x="315013" y="88220"/>
                  </a:lnTo>
                  <a:lnTo>
                    <a:pt x="312475" y="83589"/>
                  </a:lnTo>
                  <a:lnTo>
                    <a:pt x="309792" y="79040"/>
                  </a:lnTo>
                  <a:lnTo>
                    <a:pt x="306967" y="74579"/>
                  </a:lnTo>
                  <a:lnTo>
                    <a:pt x="304002" y="70208"/>
                  </a:lnTo>
                  <a:lnTo>
                    <a:pt x="300901" y="65934"/>
                  </a:lnTo>
                  <a:lnTo>
                    <a:pt x="297666" y="61760"/>
                  </a:lnTo>
                  <a:lnTo>
                    <a:pt x="294301" y="57689"/>
                  </a:lnTo>
                  <a:lnTo>
                    <a:pt x="290809" y="53728"/>
                  </a:lnTo>
                  <a:lnTo>
                    <a:pt x="287194" y="49878"/>
                  </a:lnTo>
                  <a:lnTo>
                    <a:pt x="283459" y="46145"/>
                  </a:lnTo>
                  <a:lnTo>
                    <a:pt x="279607" y="42531"/>
                  </a:lnTo>
                  <a:lnTo>
                    <a:pt x="275644" y="39041"/>
                  </a:lnTo>
                  <a:lnTo>
                    <a:pt x="271572" y="35678"/>
                  </a:lnTo>
                  <a:lnTo>
                    <a:pt x="267396" y="32445"/>
                  </a:lnTo>
                  <a:lnTo>
                    <a:pt x="263120" y="29346"/>
                  </a:lnTo>
                  <a:lnTo>
                    <a:pt x="258749" y="26383"/>
                  </a:lnTo>
                  <a:lnTo>
                    <a:pt x="254286" y="23560"/>
                  </a:lnTo>
                  <a:lnTo>
                    <a:pt x="249736" y="20879"/>
                  </a:lnTo>
                  <a:lnTo>
                    <a:pt x="245103" y="18344"/>
                  </a:lnTo>
                  <a:lnTo>
                    <a:pt x="240393" y="15955"/>
                  </a:lnTo>
                  <a:lnTo>
                    <a:pt x="235609" y="13717"/>
                  </a:lnTo>
                  <a:lnTo>
                    <a:pt x="230758" y="11631"/>
                  </a:lnTo>
                  <a:lnTo>
                    <a:pt x="225843" y="9700"/>
                  </a:lnTo>
                  <a:lnTo>
                    <a:pt x="220869" y="7924"/>
                  </a:lnTo>
                  <a:lnTo>
                    <a:pt x="215842" y="6307"/>
                  </a:lnTo>
                  <a:lnTo>
                    <a:pt x="210766" y="4849"/>
                  </a:lnTo>
                  <a:lnTo>
                    <a:pt x="205647" y="3552"/>
                  </a:lnTo>
                  <a:lnTo>
                    <a:pt x="200489" y="2418"/>
                  </a:lnTo>
                  <a:lnTo>
                    <a:pt x="195298" y="1447"/>
                  </a:lnTo>
                  <a:lnTo>
                    <a:pt x="190079" y="641"/>
                  </a:lnTo>
                  <a:lnTo>
                    <a:pt x="184837" y="0"/>
                  </a:lnTo>
                  <a:lnTo>
                    <a:pt x="167164" y="1662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17672" cy="167167"/>
            </a:xfrm>
            <a:custGeom>
              <a:avLst/>
              <a:pathLst>
                <a:path w="17672" h="167167">
                  <a:moveTo>
                    <a:pt x="17672" y="936"/>
                  </a:moveTo>
                  <a:lnTo>
                    <a:pt x="8848" y="2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6386" y="2633064"/>
              <a:ext cx="4361" cy="167167"/>
            </a:xfrm>
            <a:custGeom>
              <a:avLst/>
              <a:pathLst>
                <a:path w="4361" h="167167">
                  <a:moveTo>
                    <a:pt x="4361" y="0"/>
                  </a:moveTo>
                  <a:lnTo>
                    <a:pt x="0" y="56"/>
                  </a:lnTo>
                  <a:lnTo>
                    <a:pt x="43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386" y="2633121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83" y="2633121"/>
              <a:ext cx="334330" cy="334257"/>
            </a:xfrm>
            <a:custGeom>
              <a:avLst/>
              <a:pathLst>
                <a:path w="334330" h="334257">
                  <a:moveTo>
                    <a:pt x="162803" y="0"/>
                  </a:moveTo>
                  <a:lnTo>
                    <a:pt x="157520" y="221"/>
                  </a:lnTo>
                  <a:lnTo>
                    <a:pt x="152247" y="610"/>
                  </a:lnTo>
                  <a:lnTo>
                    <a:pt x="146989" y="1165"/>
                  </a:lnTo>
                  <a:lnTo>
                    <a:pt x="141751" y="1886"/>
                  </a:lnTo>
                  <a:lnTo>
                    <a:pt x="136538" y="2772"/>
                  </a:lnTo>
                  <a:lnTo>
                    <a:pt x="131356" y="3823"/>
                  </a:lnTo>
                  <a:lnTo>
                    <a:pt x="126210" y="5037"/>
                  </a:lnTo>
                  <a:lnTo>
                    <a:pt x="121105" y="6413"/>
                  </a:lnTo>
                  <a:lnTo>
                    <a:pt x="116046" y="7950"/>
                  </a:lnTo>
                  <a:lnTo>
                    <a:pt x="111038" y="9646"/>
                  </a:lnTo>
                  <a:lnTo>
                    <a:pt x="106086" y="11500"/>
                  </a:lnTo>
                  <a:lnTo>
                    <a:pt x="101196" y="13510"/>
                  </a:lnTo>
                  <a:lnTo>
                    <a:pt x="96371" y="15673"/>
                  </a:lnTo>
                  <a:lnTo>
                    <a:pt x="91617" y="17987"/>
                  </a:lnTo>
                  <a:lnTo>
                    <a:pt x="86939" y="20451"/>
                  </a:lnTo>
                  <a:lnTo>
                    <a:pt x="82341" y="23062"/>
                  </a:lnTo>
                  <a:lnTo>
                    <a:pt x="77828" y="25816"/>
                  </a:lnTo>
                  <a:lnTo>
                    <a:pt x="73404" y="28712"/>
                  </a:lnTo>
                  <a:lnTo>
                    <a:pt x="69074" y="31747"/>
                  </a:lnTo>
                  <a:lnTo>
                    <a:pt x="64842" y="34917"/>
                  </a:lnTo>
                  <a:lnTo>
                    <a:pt x="60713" y="38219"/>
                  </a:lnTo>
                  <a:lnTo>
                    <a:pt x="56690" y="41650"/>
                  </a:lnTo>
                  <a:lnTo>
                    <a:pt x="52777" y="45206"/>
                  </a:lnTo>
                  <a:lnTo>
                    <a:pt x="48979" y="48885"/>
                  </a:lnTo>
                  <a:lnTo>
                    <a:pt x="45300" y="52682"/>
                  </a:lnTo>
                  <a:lnTo>
                    <a:pt x="41742" y="56593"/>
                  </a:lnTo>
                  <a:lnTo>
                    <a:pt x="38309" y="60615"/>
                  </a:lnTo>
                  <a:lnTo>
                    <a:pt x="35006" y="64743"/>
                  </a:lnTo>
                  <a:lnTo>
                    <a:pt x="31835" y="68974"/>
                  </a:lnTo>
                  <a:lnTo>
                    <a:pt x="28799" y="73303"/>
                  </a:lnTo>
                  <a:lnTo>
                    <a:pt x="25901" y="77726"/>
                  </a:lnTo>
                  <a:lnTo>
                    <a:pt x="23145" y="82238"/>
                  </a:lnTo>
                  <a:lnTo>
                    <a:pt x="20533" y="86835"/>
                  </a:lnTo>
                  <a:lnTo>
                    <a:pt x="18068" y="91512"/>
                  </a:lnTo>
                  <a:lnTo>
                    <a:pt x="15751" y="96265"/>
                  </a:lnTo>
                  <a:lnTo>
                    <a:pt x="13587" y="101089"/>
                  </a:lnTo>
                  <a:lnTo>
                    <a:pt x="11575" y="105979"/>
                  </a:lnTo>
                  <a:lnTo>
                    <a:pt x="9720" y="110931"/>
                  </a:lnTo>
                  <a:lnTo>
                    <a:pt x="8022" y="115938"/>
                  </a:lnTo>
                  <a:lnTo>
                    <a:pt x="6483" y="120996"/>
                  </a:lnTo>
                  <a:lnTo>
                    <a:pt x="5105" y="126101"/>
                  </a:lnTo>
                  <a:lnTo>
                    <a:pt x="3890" y="131247"/>
                  </a:lnTo>
                  <a:lnTo>
                    <a:pt x="2837" y="136428"/>
                  </a:lnTo>
                  <a:lnTo>
                    <a:pt x="1949" y="141641"/>
                  </a:lnTo>
                  <a:lnTo>
                    <a:pt x="1226" y="146878"/>
                  </a:lnTo>
                  <a:lnTo>
                    <a:pt x="669" y="152136"/>
                  </a:lnTo>
                  <a:lnTo>
                    <a:pt x="279" y="157409"/>
                  </a:lnTo>
                  <a:lnTo>
                    <a:pt x="56" y="162692"/>
                  </a:lnTo>
                  <a:lnTo>
                    <a:pt x="0" y="167979"/>
                  </a:lnTo>
                  <a:lnTo>
                    <a:pt x="111" y="173265"/>
                  </a:lnTo>
                  <a:lnTo>
                    <a:pt x="389" y="178545"/>
                  </a:lnTo>
                  <a:lnTo>
                    <a:pt x="834" y="183814"/>
                  </a:lnTo>
                  <a:lnTo>
                    <a:pt x="1445" y="189066"/>
                  </a:lnTo>
                  <a:lnTo>
                    <a:pt x="2223" y="194296"/>
                  </a:lnTo>
                  <a:lnTo>
                    <a:pt x="3165" y="199499"/>
                  </a:lnTo>
                  <a:lnTo>
                    <a:pt x="4271" y="204669"/>
                  </a:lnTo>
                  <a:lnTo>
                    <a:pt x="5540" y="209802"/>
                  </a:lnTo>
                  <a:lnTo>
                    <a:pt x="6971" y="214892"/>
                  </a:lnTo>
                  <a:lnTo>
                    <a:pt x="8563" y="219934"/>
                  </a:lnTo>
                  <a:lnTo>
                    <a:pt x="10313" y="224923"/>
                  </a:lnTo>
                  <a:lnTo>
                    <a:pt x="12219" y="229855"/>
                  </a:lnTo>
                  <a:lnTo>
                    <a:pt x="14281" y="234724"/>
                  </a:lnTo>
                  <a:lnTo>
                    <a:pt x="16496" y="239525"/>
                  </a:lnTo>
                  <a:lnTo>
                    <a:pt x="18862" y="244254"/>
                  </a:lnTo>
                  <a:lnTo>
                    <a:pt x="21375" y="248905"/>
                  </a:lnTo>
                  <a:lnTo>
                    <a:pt x="24035" y="253475"/>
                  </a:lnTo>
                  <a:lnTo>
                    <a:pt x="26838" y="257958"/>
                  </a:lnTo>
                  <a:lnTo>
                    <a:pt x="29781" y="262351"/>
                  </a:lnTo>
                  <a:lnTo>
                    <a:pt x="32862" y="266648"/>
                  </a:lnTo>
                  <a:lnTo>
                    <a:pt x="36077" y="270845"/>
                  </a:lnTo>
                  <a:lnTo>
                    <a:pt x="39423" y="274939"/>
                  </a:lnTo>
                  <a:lnTo>
                    <a:pt x="42897" y="278925"/>
                  </a:lnTo>
                  <a:lnTo>
                    <a:pt x="46496" y="282799"/>
                  </a:lnTo>
                  <a:lnTo>
                    <a:pt x="50215" y="286558"/>
                  </a:lnTo>
                  <a:lnTo>
                    <a:pt x="54051" y="290196"/>
                  </a:lnTo>
                  <a:lnTo>
                    <a:pt x="58000" y="293712"/>
                  </a:lnTo>
                  <a:lnTo>
                    <a:pt x="62059" y="297101"/>
                  </a:lnTo>
                  <a:lnTo>
                    <a:pt x="66222" y="300360"/>
                  </a:lnTo>
                  <a:lnTo>
                    <a:pt x="70487" y="303486"/>
                  </a:lnTo>
                  <a:lnTo>
                    <a:pt x="74848" y="306475"/>
                  </a:lnTo>
                  <a:lnTo>
                    <a:pt x="79302" y="309325"/>
                  </a:lnTo>
                  <a:lnTo>
                    <a:pt x="83843" y="312032"/>
                  </a:lnTo>
                  <a:lnTo>
                    <a:pt x="88468" y="314595"/>
                  </a:lnTo>
                  <a:lnTo>
                    <a:pt x="93172" y="317010"/>
                  </a:lnTo>
                  <a:lnTo>
                    <a:pt x="97949" y="319275"/>
                  </a:lnTo>
                  <a:lnTo>
                    <a:pt x="102796" y="321388"/>
                  </a:lnTo>
                  <a:lnTo>
                    <a:pt x="107708" y="323346"/>
                  </a:lnTo>
                  <a:lnTo>
                    <a:pt x="112678" y="325149"/>
                  </a:lnTo>
                  <a:lnTo>
                    <a:pt x="117704" y="326793"/>
                  </a:lnTo>
                  <a:lnTo>
                    <a:pt x="122778" y="328277"/>
                  </a:lnTo>
                  <a:lnTo>
                    <a:pt x="127898" y="329600"/>
                  </a:lnTo>
                  <a:lnTo>
                    <a:pt x="133056" y="330761"/>
                  </a:lnTo>
                  <a:lnTo>
                    <a:pt x="138249" y="331758"/>
                  </a:lnTo>
                  <a:lnTo>
                    <a:pt x="143470" y="332590"/>
                  </a:lnTo>
                  <a:lnTo>
                    <a:pt x="148715" y="333256"/>
                  </a:lnTo>
                  <a:lnTo>
                    <a:pt x="153979" y="333757"/>
                  </a:lnTo>
                  <a:lnTo>
                    <a:pt x="159256" y="334090"/>
                  </a:lnTo>
                  <a:lnTo>
                    <a:pt x="164540" y="334257"/>
                  </a:lnTo>
                  <a:lnTo>
                    <a:pt x="169828" y="334256"/>
                  </a:lnTo>
                  <a:lnTo>
                    <a:pt x="175113" y="334088"/>
                  </a:lnTo>
                  <a:lnTo>
                    <a:pt x="180389" y="333754"/>
                  </a:lnTo>
                  <a:lnTo>
                    <a:pt x="185653" y="333252"/>
                  </a:lnTo>
                  <a:lnTo>
                    <a:pt x="190898" y="332584"/>
                  </a:lnTo>
                  <a:lnTo>
                    <a:pt x="196119" y="331751"/>
                  </a:lnTo>
                  <a:lnTo>
                    <a:pt x="201312" y="330753"/>
                  </a:lnTo>
                  <a:lnTo>
                    <a:pt x="206470" y="329591"/>
                  </a:lnTo>
                  <a:lnTo>
                    <a:pt x="211589" y="328267"/>
                  </a:lnTo>
                  <a:lnTo>
                    <a:pt x="216663" y="326781"/>
                  </a:lnTo>
                  <a:lnTo>
                    <a:pt x="221688" y="325136"/>
                  </a:lnTo>
                  <a:lnTo>
                    <a:pt x="226658" y="323333"/>
                  </a:lnTo>
                  <a:lnTo>
                    <a:pt x="231569" y="321373"/>
                  </a:lnTo>
                  <a:lnTo>
                    <a:pt x="236415" y="319259"/>
                  </a:lnTo>
                  <a:lnTo>
                    <a:pt x="241193" y="316993"/>
                  </a:lnTo>
                  <a:lnTo>
                    <a:pt x="245896" y="314577"/>
                  </a:lnTo>
                  <a:lnTo>
                    <a:pt x="250520" y="312013"/>
                  </a:lnTo>
                  <a:lnTo>
                    <a:pt x="255061" y="309304"/>
                  </a:lnTo>
                  <a:lnTo>
                    <a:pt x="259514" y="306453"/>
                  </a:lnTo>
                  <a:lnTo>
                    <a:pt x="263874" y="303463"/>
                  </a:lnTo>
                  <a:lnTo>
                    <a:pt x="268138" y="300336"/>
                  </a:lnTo>
                  <a:lnTo>
                    <a:pt x="272301" y="297077"/>
                  </a:lnTo>
                  <a:lnTo>
                    <a:pt x="276359" y="293687"/>
                  </a:lnTo>
                  <a:lnTo>
                    <a:pt x="280307" y="290170"/>
                  </a:lnTo>
                  <a:lnTo>
                    <a:pt x="284142" y="286530"/>
                  </a:lnTo>
                  <a:lnTo>
                    <a:pt x="287861" y="282771"/>
                  </a:lnTo>
                  <a:lnTo>
                    <a:pt x="291458" y="278896"/>
                  </a:lnTo>
                  <a:lnTo>
                    <a:pt x="294931" y="274909"/>
                  </a:lnTo>
                  <a:lnTo>
                    <a:pt x="298276" y="270815"/>
                  </a:lnTo>
                  <a:lnTo>
                    <a:pt x="301490" y="266616"/>
                  </a:lnTo>
                  <a:lnTo>
                    <a:pt x="304570" y="262319"/>
                  </a:lnTo>
                  <a:lnTo>
                    <a:pt x="307512" y="257925"/>
                  </a:lnTo>
                  <a:lnTo>
                    <a:pt x="310314" y="253442"/>
                  </a:lnTo>
                  <a:lnTo>
                    <a:pt x="312973" y="248871"/>
                  </a:lnTo>
                  <a:lnTo>
                    <a:pt x="315486" y="244219"/>
                  </a:lnTo>
                  <a:lnTo>
                    <a:pt x="317850" y="239490"/>
                  </a:lnTo>
                  <a:lnTo>
                    <a:pt x="320064" y="234688"/>
                  </a:lnTo>
                  <a:lnTo>
                    <a:pt x="322125" y="229819"/>
                  </a:lnTo>
                  <a:lnTo>
                    <a:pt x="324030" y="224887"/>
                  </a:lnTo>
                  <a:lnTo>
                    <a:pt x="325779" y="219897"/>
                  </a:lnTo>
                  <a:lnTo>
                    <a:pt x="327369" y="214854"/>
                  </a:lnTo>
                  <a:lnTo>
                    <a:pt x="328799" y="209764"/>
                  </a:lnTo>
                  <a:lnTo>
                    <a:pt x="330067" y="204631"/>
                  </a:lnTo>
                  <a:lnTo>
                    <a:pt x="331172" y="199460"/>
                  </a:lnTo>
                  <a:lnTo>
                    <a:pt x="332113" y="194257"/>
                  </a:lnTo>
                  <a:lnTo>
                    <a:pt x="332889" y="189027"/>
                  </a:lnTo>
                  <a:lnTo>
                    <a:pt x="333499" y="183775"/>
                  </a:lnTo>
                  <a:lnTo>
                    <a:pt x="333943" y="178506"/>
                  </a:lnTo>
                  <a:lnTo>
                    <a:pt x="334220" y="173226"/>
                  </a:lnTo>
                  <a:lnTo>
                    <a:pt x="334330" y="167940"/>
                  </a:lnTo>
                  <a:lnTo>
                    <a:pt x="334273" y="162653"/>
                  </a:lnTo>
                  <a:lnTo>
                    <a:pt x="334048" y="157370"/>
                  </a:lnTo>
                  <a:lnTo>
                    <a:pt x="333657" y="152097"/>
                  </a:lnTo>
                  <a:lnTo>
                    <a:pt x="333099" y="146840"/>
                  </a:lnTo>
                  <a:lnTo>
                    <a:pt x="332375" y="141602"/>
                  </a:lnTo>
                  <a:lnTo>
                    <a:pt x="331485" y="136390"/>
                  </a:lnTo>
                  <a:lnTo>
                    <a:pt x="330431" y="131209"/>
                  </a:lnTo>
                  <a:lnTo>
                    <a:pt x="329214" y="126063"/>
                  </a:lnTo>
                  <a:lnTo>
                    <a:pt x="327835" y="120959"/>
                  </a:lnTo>
                  <a:lnTo>
                    <a:pt x="326295" y="115901"/>
                  </a:lnTo>
                  <a:lnTo>
                    <a:pt x="324596" y="110894"/>
                  </a:lnTo>
                  <a:lnTo>
                    <a:pt x="322740" y="105943"/>
                  </a:lnTo>
                  <a:lnTo>
                    <a:pt x="320727" y="101054"/>
                  </a:lnTo>
                  <a:lnTo>
                    <a:pt x="318561" y="96230"/>
                  </a:lnTo>
                  <a:lnTo>
                    <a:pt x="316244" y="91478"/>
                  </a:lnTo>
                  <a:lnTo>
                    <a:pt x="313778" y="86801"/>
                  </a:lnTo>
                  <a:lnTo>
                    <a:pt x="311165" y="82204"/>
                  </a:lnTo>
                  <a:lnTo>
                    <a:pt x="308407" y="77693"/>
                  </a:lnTo>
                  <a:lnTo>
                    <a:pt x="305509" y="73271"/>
                  </a:lnTo>
                  <a:lnTo>
                    <a:pt x="302472" y="68942"/>
                  </a:lnTo>
                  <a:lnTo>
                    <a:pt x="299300" y="64712"/>
                  </a:lnTo>
                  <a:lnTo>
                    <a:pt x="295995" y="60585"/>
                  </a:lnTo>
                  <a:lnTo>
                    <a:pt x="292562" y="56564"/>
                  </a:lnTo>
                  <a:lnTo>
                    <a:pt x="167165" y="167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125397" cy="167167"/>
            </a:xfrm>
            <a:custGeom>
              <a:avLst/>
              <a:pathLst>
                <a:path w="125397" h="167167">
                  <a:moveTo>
                    <a:pt x="125397" y="56621"/>
                  </a:moveTo>
                  <a:lnTo>
                    <a:pt x="121724" y="52589"/>
                  </a:lnTo>
                  <a:lnTo>
                    <a:pt x="117922" y="48679"/>
                  </a:lnTo>
                  <a:lnTo>
                    <a:pt x="113994" y="44896"/>
                  </a:lnTo>
                  <a:lnTo>
                    <a:pt x="109945" y="41243"/>
                  </a:lnTo>
                  <a:lnTo>
                    <a:pt x="105779" y="37723"/>
                  </a:lnTo>
                  <a:lnTo>
                    <a:pt x="101500" y="34342"/>
                  </a:lnTo>
                  <a:lnTo>
                    <a:pt x="97113" y="31101"/>
                  </a:lnTo>
                  <a:lnTo>
                    <a:pt x="92623" y="28006"/>
                  </a:lnTo>
                  <a:lnTo>
                    <a:pt x="88035" y="25059"/>
                  </a:lnTo>
                  <a:lnTo>
                    <a:pt x="83352" y="22263"/>
                  </a:lnTo>
                  <a:lnTo>
                    <a:pt x="78581" y="19621"/>
                  </a:lnTo>
                  <a:lnTo>
                    <a:pt x="73727" y="17136"/>
                  </a:lnTo>
                  <a:lnTo>
                    <a:pt x="68793" y="14811"/>
                  </a:lnTo>
                  <a:lnTo>
                    <a:pt x="63787" y="12648"/>
                  </a:lnTo>
                  <a:lnTo>
                    <a:pt x="58713" y="10650"/>
                  </a:lnTo>
                  <a:lnTo>
                    <a:pt x="53576" y="8818"/>
                  </a:lnTo>
                  <a:lnTo>
                    <a:pt x="48382" y="7154"/>
                  </a:lnTo>
                  <a:lnTo>
                    <a:pt x="43137" y="5661"/>
                  </a:lnTo>
                  <a:lnTo>
                    <a:pt x="37846" y="4340"/>
                  </a:lnTo>
                  <a:lnTo>
                    <a:pt x="32514" y="3192"/>
                  </a:lnTo>
                  <a:lnTo>
                    <a:pt x="27148" y="2219"/>
                  </a:lnTo>
                  <a:lnTo>
                    <a:pt x="21753" y="1421"/>
                  </a:lnTo>
                  <a:lnTo>
                    <a:pt x="16335" y="800"/>
                  </a:lnTo>
                  <a:lnTo>
                    <a:pt x="10900" y="355"/>
                  </a:lnTo>
                  <a:lnTo>
                    <a:pt x="545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277" y="3170392"/>
              <a:ext cx="16702" cy="167167"/>
            </a:xfrm>
            <a:custGeom>
              <a:avLst/>
              <a:pathLst>
                <a:path w="16702" h="167167">
                  <a:moveTo>
                    <a:pt x="16702" y="0"/>
                  </a:moveTo>
                  <a:lnTo>
                    <a:pt x="8340" y="209"/>
                  </a:lnTo>
                  <a:lnTo>
                    <a:pt x="0" y="836"/>
                  </a:lnTo>
                  <a:lnTo>
                    <a:pt x="167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31" y="3171229"/>
              <a:ext cx="334316" cy="333493"/>
            </a:xfrm>
            <a:custGeom>
              <a:avLst/>
              <a:pathLst>
                <a:path w="334316" h="333493">
                  <a:moveTo>
                    <a:pt x="150446" y="0"/>
                  </a:moveTo>
                  <a:lnTo>
                    <a:pt x="145198" y="610"/>
                  </a:lnTo>
                  <a:lnTo>
                    <a:pt x="139972" y="1387"/>
                  </a:lnTo>
                  <a:lnTo>
                    <a:pt x="134773" y="2328"/>
                  </a:lnTo>
                  <a:lnTo>
                    <a:pt x="129606" y="3433"/>
                  </a:lnTo>
                  <a:lnTo>
                    <a:pt x="124477" y="4701"/>
                  </a:lnTo>
                  <a:lnTo>
                    <a:pt x="119390" y="6130"/>
                  </a:lnTo>
                  <a:lnTo>
                    <a:pt x="114352" y="7719"/>
                  </a:lnTo>
                  <a:lnTo>
                    <a:pt x="109365" y="9467"/>
                  </a:lnTo>
                  <a:lnTo>
                    <a:pt x="104437" y="11372"/>
                  </a:lnTo>
                  <a:lnTo>
                    <a:pt x="99571" y="13431"/>
                  </a:lnTo>
                  <a:lnTo>
                    <a:pt x="94773" y="15643"/>
                  </a:lnTo>
                  <a:lnTo>
                    <a:pt x="90047" y="18005"/>
                  </a:lnTo>
                  <a:lnTo>
                    <a:pt x="85399" y="20516"/>
                  </a:lnTo>
                  <a:lnTo>
                    <a:pt x="80831" y="23172"/>
                  </a:lnTo>
                  <a:lnTo>
                    <a:pt x="76350" y="25971"/>
                  </a:lnTo>
                  <a:lnTo>
                    <a:pt x="71960" y="28911"/>
                  </a:lnTo>
                  <a:lnTo>
                    <a:pt x="67665" y="31988"/>
                  </a:lnTo>
                  <a:lnTo>
                    <a:pt x="63469" y="35199"/>
                  </a:lnTo>
                  <a:lnTo>
                    <a:pt x="59377" y="38541"/>
                  </a:lnTo>
                  <a:lnTo>
                    <a:pt x="55392" y="42010"/>
                  </a:lnTo>
                  <a:lnTo>
                    <a:pt x="51519" y="45604"/>
                  </a:lnTo>
                  <a:lnTo>
                    <a:pt x="47762" y="49319"/>
                  </a:lnTo>
                  <a:lnTo>
                    <a:pt x="44124" y="53150"/>
                  </a:lnTo>
                  <a:lnTo>
                    <a:pt x="40608" y="57094"/>
                  </a:lnTo>
                  <a:lnTo>
                    <a:pt x="37220" y="61148"/>
                  </a:lnTo>
                  <a:lnTo>
                    <a:pt x="33960" y="65306"/>
                  </a:lnTo>
                  <a:lnTo>
                    <a:pt x="30834" y="69566"/>
                  </a:lnTo>
                  <a:lnTo>
                    <a:pt x="27845" y="73922"/>
                  </a:lnTo>
                  <a:lnTo>
                    <a:pt x="24994" y="78370"/>
                  </a:lnTo>
                  <a:lnTo>
                    <a:pt x="22285" y="82907"/>
                  </a:lnTo>
                  <a:lnTo>
                    <a:pt x="19721" y="87526"/>
                  </a:lnTo>
                  <a:lnTo>
                    <a:pt x="17304" y="92225"/>
                  </a:lnTo>
                  <a:lnTo>
                    <a:pt x="15037" y="96997"/>
                  </a:lnTo>
                  <a:lnTo>
                    <a:pt x="12922" y="101839"/>
                  </a:lnTo>
                  <a:lnTo>
                    <a:pt x="10961" y="106745"/>
                  </a:lnTo>
                  <a:lnTo>
                    <a:pt x="9156" y="111710"/>
                  </a:lnTo>
                  <a:lnTo>
                    <a:pt x="7509" y="116730"/>
                  </a:lnTo>
                  <a:lnTo>
                    <a:pt x="6021" y="121800"/>
                  </a:lnTo>
                  <a:lnTo>
                    <a:pt x="4694" y="126914"/>
                  </a:lnTo>
                  <a:lnTo>
                    <a:pt x="3530" y="132068"/>
                  </a:lnTo>
                  <a:lnTo>
                    <a:pt x="2529" y="137256"/>
                  </a:lnTo>
                  <a:lnTo>
                    <a:pt x="1692" y="142473"/>
                  </a:lnTo>
                  <a:lnTo>
                    <a:pt x="1021" y="147713"/>
                  </a:lnTo>
                  <a:lnTo>
                    <a:pt x="516" y="152972"/>
                  </a:lnTo>
                  <a:lnTo>
                    <a:pt x="177" y="158245"/>
                  </a:lnTo>
                  <a:lnTo>
                    <a:pt x="5" y="163526"/>
                  </a:lnTo>
                  <a:lnTo>
                    <a:pt x="0" y="168809"/>
                  </a:lnTo>
                  <a:lnTo>
                    <a:pt x="161" y="174090"/>
                  </a:lnTo>
                  <a:lnTo>
                    <a:pt x="490" y="179363"/>
                  </a:lnTo>
                  <a:lnTo>
                    <a:pt x="985" y="184624"/>
                  </a:lnTo>
                  <a:lnTo>
                    <a:pt x="1646" y="189866"/>
                  </a:lnTo>
                  <a:lnTo>
                    <a:pt x="2473" y="195084"/>
                  </a:lnTo>
                  <a:lnTo>
                    <a:pt x="3464" y="200274"/>
                  </a:lnTo>
                  <a:lnTo>
                    <a:pt x="4618" y="205430"/>
                  </a:lnTo>
                  <a:lnTo>
                    <a:pt x="5935" y="210546"/>
                  </a:lnTo>
                  <a:lnTo>
                    <a:pt x="7413" y="215619"/>
                  </a:lnTo>
                  <a:lnTo>
                    <a:pt x="9050" y="220642"/>
                  </a:lnTo>
                  <a:lnTo>
                    <a:pt x="10845" y="225611"/>
                  </a:lnTo>
                  <a:lnTo>
                    <a:pt x="12797" y="230521"/>
                  </a:lnTo>
                  <a:lnTo>
                    <a:pt x="14902" y="235367"/>
                  </a:lnTo>
                  <a:lnTo>
                    <a:pt x="17160" y="240144"/>
                  </a:lnTo>
                  <a:lnTo>
                    <a:pt x="19568" y="244847"/>
                  </a:lnTo>
                  <a:lnTo>
                    <a:pt x="22123" y="249472"/>
                  </a:lnTo>
                  <a:lnTo>
                    <a:pt x="24823" y="254013"/>
                  </a:lnTo>
                  <a:lnTo>
                    <a:pt x="27665" y="258467"/>
                  </a:lnTo>
                  <a:lnTo>
                    <a:pt x="30646" y="262829"/>
                  </a:lnTo>
                  <a:lnTo>
                    <a:pt x="33764" y="267095"/>
                  </a:lnTo>
                  <a:lnTo>
                    <a:pt x="37015" y="271260"/>
                  </a:lnTo>
                  <a:lnTo>
                    <a:pt x="40396" y="275320"/>
                  </a:lnTo>
                  <a:lnTo>
                    <a:pt x="43903" y="279271"/>
                  </a:lnTo>
                  <a:lnTo>
                    <a:pt x="47534" y="283109"/>
                  </a:lnTo>
                  <a:lnTo>
                    <a:pt x="51284" y="286831"/>
                  </a:lnTo>
                  <a:lnTo>
                    <a:pt x="55150" y="290432"/>
                  </a:lnTo>
                  <a:lnTo>
                    <a:pt x="59128" y="293910"/>
                  </a:lnTo>
                  <a:lnTo>
                    <a:pt x="63214" y="297260"/>
                  </a:lnTo>
                  <a:lnTo>
                    <a:pt x="67403" y="300479"/>
                  </a:lnTo>
                  <a:lnTo>
                    <a:pt x="71692" y="303564"/>
                  </a:lnTo>
                  <a:lnTo>
                    <a:pt x="76077" y="306512"/>
                  </a:lnTo>
                  <a:lnTo>
                    <a:pt x="80552" y="309320"/>
                  </a:lnTo>
                  <a:lnTo>
                    <a:pt x="85114" y="311985"/>
                  </a:lnTo>
                  <a:lnTo>
                    <a:pt x="89758" y="314505"/>
                  </a:lnTo>
                  <a:lnTo>
                    <a:pt x="94480" y="316877"/>
                  </a:lnTo>
                  <a:lnTo>
                    <a:pt x="99273" y="319098"/>
                  </a:lnTo>
                  <a:lnTo>
                    <a:pt x="104135" y="321167"/>
                  </a:lnTo>
                  <a:lnTo>
                    <a:pt x="109060" y="323081"/>
                  </a:lnTo>
                  <a:lnTo>
                    <a:pt x="114042" y="324838"/>
                  </a:lnTo>
                  <a:lnTo>
                    <a:pt x="119078" y="326437"/>
                  </a:lnTo>
                  <a:lnTo>
                    <a:pt x="124162" y="327876"/>
                  </a:lnTo>
                  <a:lnTo>
                    <a:pt x="129288" y="329154"/>
                  </a:lnTo>
                  <a:lnTo>
                    <a:pt x="134453" y="330269"/>
                  </a:lnTo>
                  <a:lnTo>
                    <a:pt x="139650" y="331221"/>
                  </a:lnTo>
                  <a:lnTo>
                    <a:pt x="144875" y="332007"/>
                  </a:lnTo>
                  <a:lnTo>
                    <a:pt x="150121" y="332628"/>
                  </a:lnTo>
                  <a:lnTo>
                    <a:pt x="155385" y="333083"/>
                  </a:lnTo>
                  <a:lnTo>
                    <a:pt x="160661" y="333372"/>
                  </a:lnTo>
                  <a:lnTo>
                    <a:pt x="165943" y="333493"/>
                  </a:lnTo>
                  <a:lnTo>
                    <a:pt x="171226" y="333448"/>
                  </a:lnTo>
                  <a:lnTo>
                    <a:pt x="176505" y="333236"/>
                  </a:lnTo>
                  <a:lnTo>
                    <a:pt x="181775" y="332857"/>
                  </a:lnTo>
                  <a:lnTo>
                    <a:pt x="187031" y="332311"/>
                  </a:lnTo>
                  <a:lnTo>
                    <a:pt x="192266" y="331600"/>
                  </a:lnTo>
                  <a:lnTo>
                    <a:pt x="197476" y="330724"/>
                  </a:lnTo>
                  <a:lnTo>
                    <a:pt x="202656" y="329683"/>
                  </a:lnTo>
                  <a:lnTo>
                    <a:pt x="207801" y="328480"/>
                  </a:lnTo>
                  <a:lnTo>
                    <a:pt x="212905" y="327114"/>
                  </a:lnTo>
                  <a:lnTo>
                    <a:pt x="217963" y="325588"/>
                  </a:lnTo>
                  <a:lnTo>
                    <a:pt x="222970" y="323902"/>
                  </a:lnTo>
                  <a:lnTo>
                    <a:pt x="227922" y="322059"/>
                  </a:lnTo>
                  <a:lnTo>
                    <a:pt x="232813" y="320061"/>
                  </a:lnTo>
                  <a:lnTo>
                    <a:pt x="237639" y="317909"/>
                  </a:lnTo>
                  <a:lnTo>
                    <a:pt x="242394" y="315606"/>
                  </a:lnTo>
                  <a:lnTo>
                    <a:pt x="247073" y="313153"/>
                  </a:lnTo>
                  <a:lnTo>
                    <a:pt x="251673" y="310554"/>
                  </a:lnTo>
                  <a:lnTo>
                    <a:pt x="256189" y="307811"/>
                  </a:lnTo>
                  <a:lnTo>
                    <a:pt x="260615" y="304927"/>
                  </a:lnTo>
                  <a:lnTo>
                    <a:pt x="264949" y="301904"/>
                  </a:lnTo>
                  <a:lnTo>
                    <a:pt x="269184" y="298745"/>
                  </a:lnTo>
                  <a:lnTo>
                    <a:pt x="273318" y="295454"/>
                  </a:lnTo>
                  <a:lnTo>
                    <a:pt x="277345" y="292035"/>
                  </a:lnTo>
                  <a:lnTo>
                    <a:pt x="281263" y="288490"/>
                  </a:lnTo>
                  <a:lnTo>
                    <a:pt x="285066" y="284822"/>
                  </a:lnTo>
                  <a:lnTo>
                    <a:pt x="288752" y="281037"/>
                  </a:lnTo>
                  <a:lnTo>
                    <a:pt x="292316" y="277137"/>
                  </a:lnTo>
                  <a:lnTo>
                    <a:pt x="295755" y="273126"/>
                  </a:lnTo>
                  <a:lnTo>
                    <a:pt x="299066" y="269008"/>
                  </a:lnTo>
                  <a:lnTo>
                    <a:pt x="302245" y="264788"/>
                  </a:lnTo>
                  <a:lnTo>
                    <a:pt x="305289" y="260469"/>
                  </a:lnTo>
                  <a:lnTo>
                    <a:pt x="308195" y="256057"/>
                  </a:lnTo>
                  <a:lnTo>
                    <a:pt x="310960" y="251555"/>
                  </a:lnTo>
                  <a:lnTo>
                    <a:pt x="313582" y="246967"/>
                  </a:lnTo>
                  <a:lnTo>
                    <a:pt x="316057" y="242300"/>
                  </a:lnTo>
                  <a:lnTo>
                    <a:pt x="318383" y="237556"/>
                  </a:lnTo>
                  <a:lnTo>
                    <a:pt x="320558" y="232741"/>
                  </a:lnTo>
                  <a:lnTo>
                    <a:pt x="322581" y="227860"/>
                  </a:lnTo>
                  <a:lnTo>
                    <a:pt x="324447" y="222917"/>
                  </a:lnTo>
                  <a:lnTo>
                    <a:pt x="326157" y="217918"/>
                  </a:lnTo>
                  <a:lnTo>
                    <a:pt x="327708" y="212867"/>
                  </a:lnTo>
                  <a:lnTo>
                    <a:pt x="329098" y="207770"/>
                  </a:lnTo>
                  <a:lnTo>
                    <a:pt x="330327" y="202631"/>
                  </a:lnTo>
                  <a:lnTo>
                    <a:pt x="331393" y="197456"/>
                  </a:lnTo>
                  <a:lnTo>
                    <a:pt x="332294" y="192250"/>
                  </a:lnTo>
                  <a:lnTo>
                    <a:pt x="333031" y="187018"/>
                  </a:lnTo>
                  <a:lnTo>
                    <a:pt x="333602" y="181766"/>
                  </a:lnTo>
                  <a:lnTo>
                    <a:pt x="334007" y="176498"/>
                  </a:lnTo>
                  <a:lnTo>
                    <a:pt x="334244" y="171220"/>
                  </a:lnTo>
                  <a:lnTo>
                    <a:pt x="334316" y="165937"/>
                  </a:lnTo>
                  <a:lnTo>
                    <a:pt x="334220" y="160654"/>
                  </a:lnTo>
                  <a:lnTo>
                    <a:pt x="333957" y="155377"/>
                  </a:lnTo>
                  <a:lnTo>
                    <a:pt x="333527" y="150111"/>
                  </a:lnTo>
                  <a:lnTo>
                    <a:pt x="332932" y="144861"/>
                  </a:lnTo>
                  <a:lnTo>
                    <a:pt x="332170" y="139633"/>
                  </a:lnTo>
                  <a:lnTo>
                    <a:pt x="331244" y="134431"/>
                  </a:lnTo>
                  <a:lnTo>
                    <a:pt x="330154" y="129262"/>
                  </a:lnTo>
                  <a:lnTo>
                    <a:pt x="328901" y="124129"/>
                  </a:lnTo>
                  <a:lnTo>
                    <a:pt x="327487" y="119038"/>
                  </a:lnTo>
                  <a:lnTo>
                    <a:pt x="325912" y="113995"/>
                  </a:lnTo>
                  <a:lnTo>
                    <a:pt x="324179" y="109004"/>
                  </a:lnTo>
                  <a:lnTo>
                    <a:pt x="322289" y="104070"/>
                  </a:lnTo>
                  <a:lnTo>
                    <a:pt x="320244" y="99198"/>
                  </a:lnTo>
                  <a:lnTo>
                    <a:pt x="318046" y="94394"/>
                  </a:lnTo>
                  <a:lnTo>
                    <a:pt x="315697" y="89661"/>
                  </a:lnTo>
                  <a:lnTo>
                    <a:pt x="313200" y="85005"/>
                  </a:lnTo>
                  <a:lnTo>
                    <a:pt x="310557" y="80430"/>
                  </a:lnTo>
                  <a:lnTo>
                    <a:pt x="307771" y="75941"/>
                  </a:lnTo>
                  <a:lnTo>
                    <a:pt x="304844" y="71542"/>
                  </a:lnTo>
                  <a:lnTo>
                    <a:pt x="301780" y="67238"/>
                  </a:lnTo>
                  <a:lnTo>
                    <a:pt x="298581" y="63033"/>
                  </a:lnTo>
                  <a:lnTo>
                    <a:pt x="295251" y="58931"/>
                  </a:lnTo>
                  <a:lnTo>
                    <a:pt x="291793" y="54936"/>
                  </a:lnTo>
                  <a:lnTo>
                    <a:pt x="288211" y="51053"/>
                  </a:lnTo>
                  <a:lnTo>
                    <a:pt x="284507" y="47284"/>
                  </a:lnTo>
                  <a:lnTo>
                    <a:pt x="167149" y="1663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117358" cy="167167"/>
            </a:xfrm>
            <a:custGeom>
              <a:avLst/>
              <a:pathLst>
                <a:path w="117358" h="167167">
                  <a:moveTo>
                    <a:pt x="117358" y="48121"/>
                  </a:moveTo>
                  <a:lnTo>
                    <a:pt x="113263" y="44219"/>
                  </a:lnTo>
                  <a:lnTo>
                    <a:pt x="109039" y="40457"/>
                  </a:lnTo>
                  <a:lnTo>
                    <a:pt x="104690" y="36841"/>
                  </a:lnTo>
                  <a:lnTo>
                    <a:pt x="100221" y="33374"/>
                  </a:lnTo>
                  <a:lnTo>
                    <a:pt x="95637" y="30060"/>
                  </a:lnTo>
                  <a:lnTo>
                    <a:pt x="90944" y="26903"/>
                  </a:lnTo>
                  <a:lnTo>
                    <a:pt x="86147" y="23906"/>
                  </a:lnTo>
                  <a:lnTo>
                    <a:pt x="81251" y="21074"/>
                  </a:lnTo>
                  <a:lnTo>
                    <a:pt x="76262" y="18409"/>
                  </a:lnTo>
                  <a:lnTo>
                    <a:pt x="71186" y="15914"/>
                  </a:lnTo>
                  <a:lnTo>
                    <a:pt x="66028" y="13592"/>
                  </a:lnTo>
                  <a:lnTo>
                    <a:pt x="60794" y="11446"/>
                  </a:lnTo>
                  <a:lnTo>
                    <a:pt x="55491" y="9479"/>
                  </a:lnTo>
                  <a:lnTo>
                    <a:pt x="50125" y="7692"/>
                  </a:lnTo>
                  <a:lnTo>
                    <a:pt x="44701" y="6087"/>
                  </a:lnTo>
                  <a:lnTo>
                    <a:pt x="39226" y="4667"/>
                  </a:lnTo>
                  <a:lnTo>
                    <a:pt x="33706" y="3433"/>
                  </a:lnTo>
                  <a:lnTo>
                    <a:pt x="28147" y="2386"/>
                  </a:lnTo>
                  <a:lnTo>
                    <a:pt x="22557" y="1528"/>
                  </a:lnTo>
                  <a:lnTo>
                    <a:pt x="16940" y="860"/>
                  </a:lnTo>
                  <a:lnTo>
                    <a:pt x="11304" y="382"/>
                  </a:lnTo>
                  <a:lnTo>
                    <a:pt x="565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7258" y="3707720"/>
              <a:ext cx="3489" cy="167167"/>
            </a:xfrm>
            <a:custGeom>
              <a:avLst/>
              <a:pathLst>
                <a:path w="3489" h="167167">
                  <a:moveTo>
                    <a:pt x="3489" y="0"/>
                  </a:moveTo>
                  <a:lnTo>
                    <a:pt x="0" y="36"/>
                  </a:lnTo>
                  <a:lnTo>
                    <a:pt x="348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258" y="3707757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1" y="3707757"/>
              <a:ext cx="334333" cy="334278"/>
            </a:xfrm>
            <a:custGeom>
              <a:avLst/>
              <a:pathLst>
                <a:path w="334333" h="334278">
                  <a:moveTo>
                    <a:pt x="163677" y="0"/>
                  </a:moveTo>
                  <a:lnTo>
                    <a:pt x="158385" y="194"/>
                  </a:lnTo>
                  <a:lnTo>
                    <a:pt x="153102" y="556"/>
                  </a:lnTo>
                  <a:lnTo>
                    <a:pt x="147833" y="1085"/>
                  </a:lnTo>
                  <a:lnTo>
                    <a:pt x="142583" y="1781"/>
                  </a:lnTo>
                  <a:lnTo>
                    <a:pt x="137358" y="2642"/>
                  </a:lnTo>
                  <a:lnTo>
                    <a:pt x="132163" y="3669"/>
                  </a:lnTo>
                  <a:lnTo>
                    <a:pt x="127003" y="4860"/>
                  </a:lnTo>
                  <a:lnTo>
                    <a:pt x="121883" y="6213"/>
                  </a:lnTo>
                  <a:lnTo>
                    <a:pt x="116809" y="7728"/>
                  </a:lnTo>
                  <a:lnTo>
                    <a:pt x="111785" y="9403"/>
                  </a:lnTo>
                  <a:lnTo>
                    <a:pt x="106817" y="11237"/>
                  </a:lnTo>
                  <a:lnTo>
                    <a:pt x="101910" y="13226"/>
                  </a:lnTo>
                  <a:lnTo>
                    <a:pt x="97068" y="15370"/>
                  </a:lnTo>
                  <a:lnTo>
                    <a:pt x="92296" y="17667"/>
                  </a:lnTo>
                  <a:lnTo>
                    <a:pt x="87599" y="20113"/>
                  </a:lnTo>
                  <a:lnTo>
                    <a:pt x="82983" y="22707"/>
                  </a:lnTo>
                  <a:lnTo>
                    <a:pt x="78450" y="25446"/>
                  </a:lnTo>
                  <a:lnTo>
                    <a:pt x="74007" y="28327"/>
                  </a:lnTo>
                  <a:lnTo>
                    <a:pt x="69657" y="31348"/>
                  </a:lnTo>
                  <a:lnTo>
                    <a:pt x="65406" y="34504"/>
                  </a:lnTo>
                  <a:lnTo>
                    <a:pt x="61256" y="37794"/>
                  </a:lnTo>
                  <a:lnTo>
                    <a:pt x="57212" y="41214"/>
                  </a:lnTo>
                  <a:lnTo>
                    <a:pt x="53279" y="44760"/>
                  </a:lnTo>
                  <a:lnTo>
                    <a:pt x="49460" y="48428"/>
                  </a:lnTo>
                  <a:lnTo>
                    <a:pt x="45760" y="52216"/>
                  </a:lnTo>
                  <a:lnTo>
                    <a:pt x="42181" y="56119"/>
                  </a:lnTo>
                  <a:lnTo>
                    <a:pt x="38727" y="60134"/>
                  </a:lnTo>
                  <a:lnTo>
                    <a:pt x="35403" y="64256"/>
                  </a:lnTo>
                  <a:lnTo>
                    <a:pt x="32210" y="68481"/>
                  </a:lnTo>
                  <a:lnTo>
                    <a:pt x="29153" y="72805"/>
                  </a:lnTo>
                  <a:lnTo>
                    <a:pt x="26235" y="77224"/>
                  </a:lnTo>
                  <a:lnTo>
                    <a:pt x="23458" y="81733"/>
                  </a:lnTo>
                  <a:lnTo>
                    <a:pt x="20825" y="86327"/>
                  </a:lnTo>
                  <a:lnTo>
                    <a:pt x="18339" y="91003"/>
                  </a:lnTo>
                  <a:lnTo>
                    <a:pt x="16003" y="95755"/>
                  </a:lnTo>
                  <a:lnTo>
                    <a:pt x="13818" y="100579"/>
                  </a:lnTo>
                  <a:lnTo>
                    <a:pt x="11787" y="105470"/>
                  </a:lnTo>
                  <a:lnTo>
                    <a:pt x="9911" y="110422"/>
                  </a:lnTo>
                  <a:lnTo>
                    <a:pt x="8194" y="115432"/>
                  </a:lnTo>
                  <a:lnTo>
                    <a:pt x="6636" y="120493"/>
                  </a:lnTo>
                  <a:lnTo>
                    <a:pt x="5240" y="125601"/>
                  </a:lnTo>
                  <a:lnTo>
                    <a:pt x="4006" y="130751"/>
                  </a:lnTo>
                  <a:lnTo>
                    <a:pt x="2935" y="135937"/>
                  </a:lnTo>
                  <a:lnTo>
                    <a:pt x="2030" y="141155"/>
                  </a:lnTo>
                  <a:lnTo>
                    <a:pt x="1290" y="146398"/>
                  </a:lnTo>
                  <a:lnTo>
                    <a:pt x="716" y="151663"/>
                  </a:lnTo>
                  <a:lnTo>
                    <a:pt x="310" y="156942"/>
                  </a:lnTo>
                  <a:lnTo>
                    <a:pt x="71" y="162233"/>
                  </a:lnTo>
                  <a:lnTo>
                    <a:pt x="0" y="167528"/>
                  </a:lnTo>
                  <a:lnTo>
                    <a:pt x="96" y="172822"/>
                  </a:lnTo>
                  <a:lnTo>
                    <a:pt x="360" y="178111"/>
                  </a:lnTo>
                  <a:lnTo>
                    <a:pt x="792" y="183389"/>
                  </a:lnTo>
                  <a:lnTo>
                    <a:pt x="1390" y="188651"/>
                  </a:lnTo>
                  <a:lnTo>
                    <a:pt x="2155" y="193891"/>
                  </a:lnTo>
                  <a:lnTo>
                    <a:pt x="3085" y="199104"/>
                  </a:lnTo>
                  <a:lnTo>
                    <a:pt x="4180" y="204285"/>
                  </a:lnTo>
                  <a:lnTo>
                    <a:pt x="5439" y="209429"/>
                  </a:lnTo>
                  <a:lnTo>
                    <a:pt x="6860" y="214530"/>
                  </a:lnTo>
                  <a:lnTo>
                    <a:pt x="8442" y="219584"/>
                  </a:lnTo>
                  <a:lnTo>
                    <a:pt x="10183" y="224585"/>
                  </a:lnTo>
                  <a:lnTo>
                    <a:pt x="12081" y="229529"/>
                  </a:lnTo>
                  <a:lnTo>
                    <a:pt x="14136" y="234410"/>
                  </a:lnTo>
                  <a:lnTo>
                    <a:pt x="16343" y="239223"/>
                  </a:lnTo>
                  <a:lnTo>
                    <a:pt x="18703" y="243964"/>
                  </a:lnTo>
                  <a:lnTo>
                    <a:pt x="21211" y="248628"/>
                  </a:lnTo>
                  <a:lnTo>
                    <a:pt x="23865" y="253210"/>
                  </a:lnTo>
                  <a:lnTo>
                    <a:pt x="26664" y="257706"/>
                  </a:lnTo>
                  <a:lnTo>
                    <a:pt x="29603" y="262111"/>
                  </a:lnTo>
                  <a:lnTo>
                    <a:pt x="32681" y="266421"/>
                  </a:lnTo>
                  <a:lnTo>
                    <a:pt x="35893" y="270630"/>
                  </a:lnTo>
                  <a:lnTo>
                    <a:pt x="39237" y="274736"/>
                  </a:lnTo>
                  <a:lnTo>
                    <a:pt x="42710" y="278735"/>
                  </a:lnTo>
                  <a:lnTo>
                    <a:pt x="46307" y="282621"/>
                  </a:lnTo>
                  <a:lnTo>
                    <a:pt x="50026" y="286391"/>
                  </a:lnTo>
                  <a:lnTo>
                    <a:pt x="53862" y="290041"/>
                  </a:lnTo>
                  <a:lnTo>
                    <a:pt x="57812" y="293568"/>
                  </a:lnTo>
                  <a:lnTo>
                    <a:pt x="61872" y="296969"/>
                  </a:lnTo>
                  <a:lnTo>
                    <a:pt x="66037" y="300239"/>
                  </a:lnTo>
                  <a:lnTo>
                    <a:pt x="70304" y="303375"/>
                  </a:lnTo>
                  <a:lnTo>
                    <a:pt x="74668" y="306375"/>
                  </a:lnTo>
                  <a:lnTo>
                    <a:pt x="79125" y="309235"/>
                  </a:lnTo>
                  <a:lnTo>
                    <a:pt x="83670" y="311952"/>
                  </a:lnTo>
                  <a:lnTo>
                    <a:pt x="88299" y="314524"/>
                  </a:lnTo>
                  <a:lnTo>
                    <a:pt x="93007" y="316948"/>
                  </a:lnTo>
                  <a:lnTo>
                    <a:pt x="97790" y="319222"/>
                  </a:lnTo>
                  <a:lnTo>
                    <a:pt x="102642" y="321343"/>
                  </a:lnTo>
                  <a:lnTo>
                    <a:pt x="107559" y="323310"/>
                  </a:lnTo>
                  <a:lnTo>
                    <a:pt x="112536" y="325119"/>
                  </a:lnTo>
                  <a:lnTo>
                    <a:pt x="117567" y="326770"/>
                  </a:lnTo>
                  <a:lnTo>
                    <a:pt x="122649" y="328261"/>
                  </a:lnTo>
                  <a:lnTo>
                    <a:pt x="127775" y="329590"/>
                  </a:lnTo>
                  <a:lnTo>
                    <a:pt x="132940" y="330757"/>
                  </a:lnTo>
                  <a:lnTo>
                    <a:pt x="138140" y="331759"/>
                  </a:lnTo>
                  <a:lnTo>
                    <a:pt x="143369" y="332595"/>
                  </a:lnTo>
                  <a:lnTo>
                    <a:pt x="148622" y="333266"/>
                  </a:lnTo>
                  <a:lnTo>
                    <a:pt x="153893" y="333770"/>
                  </a:lnTo>
                  <a:lnTo>
                    <a:pt x="159178" y="334107"/>
                  </a:lnTo>
                  <a:lnTo>
                    <a:pt x="164471" y="334276"/>
                  </a:lnTo>
                  <a:lnTo>
                    <a:pt x="169767" y="334278"/>
                  </a:lnTo>
                  <a:lnTo>
                    <a:pt x="175060" y="334112"/>
                  </a:lnTo>
                  <a:lnTo>
                    <a:pt x="180345" y="333778"/>
                  </a:lnTo>
                  <a:lnTo>
                    <a:pt x="185617" y="333277"/>
                  </a:lnTo>
                  <a:lnTo>
                    <a:pt x="190870" y="332609"/>
                  </a:lnTo>
                  <a:lnTo>
                    <a:pt x="196099" y="331775"/>
                  </a:lnTo>
                  <a:lnTo>
                    <a:pt x="201300" y="330776"/>
                  </a:lnTo>
                  <a:lnTo>
                    <a:pt x="206466" y="329613"/>
                  </a:lnTo>
                  <a:lnTo>
                    <a:pt x="211593" y="328287"/>
                  </a:lnTo>
                  <a:lnTo>
                    <a:pt x="216675" y="326798"/>
                  </a:lnTo>
                  <a:lnTo>
                    <a:pt x="221708" y="325150"/>
                  </a:lnTo>
                  <a:lnTo>
                    <a:pt x="226685" y="323343"/>
                  </a:lnTo>
                  <a:lnTo>
                    <a:pt x="231603" y="321380"/>
                  </a:lnTo>
                  <a:lnTo>
                    <a:pt x="236457" y="319261"/>
                  </a:lnTo>
                  <a:lnTo>
                    <a:pt x="241241" y="316990"/>
                  </a:lnTo>
                  <a:lnTo>
                    <a:pt x="245950" y="314569"/>
                  </a:lnTo>
                  <a:lnTo>
                    <a:pt x="250581" y="312000"/>
                  </a:lnTo>
                  <a:lnTo>
                    <a:pt x="255127" y="309285"/>
                  </a:lnTo>
                  <a:lnTo>
                    <a:pt x="259586" y="306427"/>
                  </a:lnTo>
                  <a:lnTo>
                    <a:pt x="263952" y="303430"/>
                  </a:lnTo>
                  <a:lnTo>
                    <a:pt x="268220" y="300296"/>
                  </a:lnTo>
                  <a:lnTo>
                    <a:pt x="272387" y="297029"/>
                  </a:lnTo>
                  <a:lnTo>
                    <a:pt x="276449" y="293631"/>
                  </a:lnTo>
                  <a:lnTo>
                    <a:pt x="280401" y="290106"/>
                  </a:lnTo>
                  <a:lnTo>
                    <a:pt x="284239" y="286457"/>
                  </a:lnTo>
                  <a:lnTo>
                    <a:pt x="287960" y="282689"/>
                  </a:lnTo>
                  <a:lnTo>
                    <a:pt x="291560" y="278805"/>
                  </a:lnTo>
                  <a:lnTo>
                    <a:pt x="295035" y="274809"/>
                  </a:lnTo>
                  <a:lnTo>
                    <a:pt x="298381" y="270705"/>
                  </a:lnTo>
                  <a:lnTo>
                    <a:pt x="301596" y="266497"/>
                  </a:lnTo>
                  <a:lnTo>
                    <a:pt x="304676" y="262189"/>
                  </a:lnTo>
                  <a:lnTo>
                    <a:pt x="307618" y="257786"/>
                  </a:lnTo>
                  <a:lnTo>
                    <a:pt x="310419" y="253292"/>
                  </a:lnTo>
                  <a:lnTo>
                    <a:pt x="313076" y="248711"/>
                  </a:lnTo>
                  <a:lnTo>
                    <a:pt x="315587" y="244049"/>
                  </a:lnTo>
                  <a:lnTo>
                    <a:pt x="317949" y="239309"/>
                  </a:lnTo>
                  <a:lnTo>
                    <a:pt x="320159" y="234497"/>
                  </a:lnTo>
                  <a:lnTo>
                    <a:pt x="322216" y="229617"/>
                  </a:lnTo>
                  <a:lnTo>
                    <a:pt x="324117" y="224675"/>
                  </a:lnTo>
                  <a:lnTo>
                    <a:pt x="325861" y="219675"/>
                  </a:lnTo>
                  <a:lnTo>
                    <a:pt x="327446" y="214622"/>
                  </a:lnTo>
                  <a:lnTo>
                    <a:pt x="328870" y="209521"/>
                  </a:lnTo>
                  <a:lnTo>
                    <a:pt x="330131" y="204378"/>
                  </a:lnTo>
                  <a:lnTo>
                    <a:pt x="331229" y="199197"/>
                  </a:lnTo>
                  <a:lnTo>
                    <a:pt x="332163" y="193985"/>
                  </a:lnTo>
                  <a:lnTo>
                    <a:pt x="332931" y="188745"/>
                  </a:lnTo>
                  <a:lnTo>
                    <a:pt x="333532" y="183484"/>
                  </a:lnTo>
                  <a:lnTo>
                    <a:pt x="333967" y="178206"/>
                  </a:lnTo>
                  <a:lnTo>
                    <a:pt x="334234" y="172917"/>
                  </a:lnTo>
                  <a:lnTo>
                    <a:pt x="334333" y="167623"/>
                  </a:lnTo>
                  <a:lnTo>
                    <a:pt x="334265" y="162328"/>
                  </a:lnTo>
                  <a:lnTo>
                    <a:pt x="334029" y="157037"/>
                  </a:lnTo>
                  <a:lnTo>
                    <a:pt x="333626" y="151757"/>
                  </a:lnTo>
                  <a:lnTo>
                    <a:pt x="333055" y="146492"/>
                  </a:lnTo>
                  <a:lnTo>
                    <a:pt x="332318" y="141248"/>
                  </a:lnTo>
                  <a:lnTo>
                    <a:pt x="331415" y="136030"/>
                  </a:lnTo>
                  <a:lnTo>
                    <a:pt x="330348" y="130843"/>
                  </a:lnTo>
                  <a:lnTo>
                    <a:pt x="329117" y="125693"/>
                  </a:lnTo>
                  <a:lnTo>
                    <a:pt x="327723" y="120584"/>
                  </a:lnTo>
                  <a:lnTo>
                    <a:pt x="326168" y="115522"/>
                  </a:lnTo>
                  <a:lnTo>
                    <a:pt x="324454" y="110512"/>
                  </a:lnTo>
                  <a:lnTo>
                    <a:pt x="322581" y="105558"/>
                  </a:lnTo>
                  <a:lnTo>
                    <a:pt x="320553" y="100666"/>
                  </a:lnTo>
                  <a:lnTo>
                    <a:pt x="318371" y="95841"/>
                  </a:lnTo>
                  <a:lnTo>
                    <a:pt x="316037" y="91088"/>
                  </a:lnTo>
                  <a:lnTo>
                    <a:pt x="313554" y="86411"/>
                  </a:lnTo>
                  <a:lnTo>
                    <a:pt x="310924" y="81814"/>
                  </a:lnTo>
                  <a:lnTo>
                    <a:pt x="308149" y="77304"/>
                  </a:lnTo>
                  <a:lnTo>
                    <a:pt x="305233" y="72883"/>
                  </a:lnTo>
                  <a:lnTo>
                    <a:pt x="302179" y="68558"/>
                  </a:lnTo>
                  <a:lnTo>
                    <a:pt x="298989" y="64331"/>
                  </a:lnTo>
                  <a:lnTo>
                    <a:pt x="295667" y="60207"/>
                  </a:lnTo>
                  <a:lnTo>
                    <a:pt x="292215" y="56190"/>
                  </a:lnTo>
                  <a:lnTo>
                    <a:pt x="288639" y="52285"/>
                  </a:lnTo>
                  <a:lnTo>
                    <a:pt x="284940" y="48495"/>
                  </a:lnTo>
                  <a:lnTo>
                    <a:pt x="281123" y="44824"/>
                  </a:lnTo>
                  <a:lnTo>
                    <a:pt x="277192" y="41276"/>
                  </a:lnTo>
                  <a:lnTo>
                    <a:pt x="167166" y="1671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110025" cy="167167"/>
            </a:xfrm>
            <a:custGeom>
              <a:avLst/>
              <a:pathLst>
                <a:path w="110025" h="167167">
                  <a:moveTo>
                    <a:pt x="110025" y="41313"/>
                  </a:moveTo>
                  <a:lnTo>
                    <a:pt x="105656" y="37623"/>
                  </a:lnTo>
                  <a:lnTo>
                    <a:pt x="101164" y="34085"/>
                  </a:lnTo>
                  <a:lnTo>
                    <a:pt x="96553" y="30703"/>
                  </a:lnTo>
                  <a:lnTo>
                    <a:pt x="91829" y="27480"/>
                  </a:lnTo>
                  <a:lnTo>
                    <a:pt x="86998" y="24421"/>
                  </a:lnTo>
                  <a:lnTo>
                    <a:pt x="82064" y="21529"/>
                  </a:lnTo>
                  <a:lnTo>
                    <a:pt x="77035" y="18808"/>
                  </a:lnTo>
                  <a:lnTo>
                    <a:pt x="71916" y="16260"/>
                  </a:lnTo>
                  <a:lnTo>
                    <a:pt x="66712" y="13888"/>
                  </a:lnTo>
                  <a:lnTo>
                    <a:pt x="61431" y="11696"/>
                  </a:lnTo>
                  <a:lnTo>
                    <a:pt x="56077" y="9686"/>
                  </a:lnTo>
                  <a:lnTo>
                    <a:pt x="50658" y="7860"/>
                  </a:lnTo>
                  <a:lnTo>
                    <a:pt x="45180" y="6221"/>
                  </a:lnTo>
                  <a:lnTo>
                    <a:pt x="39649" y="4770"/>
                  </a:lnTo>
                  <a:lnTo>
                    <a:pt x="34071" y="3509"/>
                  </a:lnTo>
                  <a:lnTo>
                    <a:pt x="28454" y="2439"/>
                  </a:lnTo>
                  <a:lnTo>
                    <a:pt x="22803" y="1562"/>
                  </a:lnTo>
                  <a:lnTo>
                    <a:pt x="17125" y="879"/>
                  </a:lnTo>
                  <a:lnTo>
                    <a:pt x="11428" y="391"/>
                  </a:lnTo>
                  <a:lnTo>
                    <a:pt x="5717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9080" y="4213821"/>
              <a:ext cx="2206" cy="167167"/>
            </a:xfrm>
            <a:custGeom>
              <a:avLst/>
              <a:pathLst>
                <a:path w="2206" h="167167">
                  <a:moveTo>
                    <a:pt x="2206" y="0"/>
                  </a:moveTo>
                  <a:lnTo>
                    <a:pt x="0" y="14"/>
                  </a:lnTo>
                  <a:lnTo>
                    <a:pt x="220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9080" y="4213836"/>
              <a:ext cx="2206" cy="167152"/>
            </a:xfrm>
            <a:custGeom>
              <a:avLst/>
              <a:pathLst>
                <a:path w="2206" h="167152">
                  <a:moveTo>
                    <a:pt x="0" y="0"/>
                  </a:moveTo>
                  <a:lnTo>
                    <a:pt x="2206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30" y="4213836"/>
              <a:ext cx="167156" cy="257182"/>
            </a:xfrm>
            <a:custGeom>
              <a:avLst/>
              <a:pathLst>
                <a:path w="167156" h="257182">
                  <a:moveTo>
                    <a:pt x="164950" y="0"/>
                  </a:moveTo>
                  <a:lnTo>
                    <a:pt x="159567" y="157"/>
                  </a:lnTo>
                  <a:lnTo>
                    <a:pt x="154191" y="488"/>
                  </a:lnTo>
                  <a:lnTo>
                    <a:pt x="148830" y="993"/>
                  </a:lnTo>
                  <a:lnTo>
                    <a:pt x="143487" y="1669"/>
                  </a:lnTo>
                  <a:lnTo>
                    <a:pt x="138169" y="2517"/>
                  </a:lnTo>
                  <a:lnTo>
                    <a:pt x="132881" y="3537"/>
                  </a:lnTo>
                  <a:lnTo>
                    <a:pt x="127628" y="4726"/>
                  </a:lnTo>
                  <a:lnTo>
                    <a:pt x="122417" y="6083"/>
                  </a:lnTo>
                  <a:lnTo>
                    <a:pt x="117252" y="7608"/>
                  </a:lnTo>
                  <a:lnTo>
                    <a:pt x="112138" y="9298"/>
                  </a:lnTo>
                  <a:lnTo>
                    <a:pt x="107082" y="11152"/>
                  </a:lnTo>
                  <a:lnTo>
                    <a:pt x="102088" y="13168"/>
                  </a:lnTo>
                  <a:lnTo>
                    <a:pt x="97162" y="15344"/>
                  </a:lnTo>
                  <a:lnTo>
                    <a:pt x="92308" y="17678"/>
                  </a:lnTo>
                  <a:lnTo>
                    <a:pt x="87532" y="20166"/>
                  </a:lnTo>
                  <a:lnTo>
                    <a:pt x="82839" y="22807"/>
                  </a:lnTo>
                  <a:lnTo>
                    <a:pt x="78233" y="25598"/>
                  </a:lnTo>
                  <a:lnTo>
                    <a:pt x="73720" y="28536"/>
                  </a:lnTo>
                  <a:lnTo>
                    <a:pt x="69303" y="31618"/>
                  </a:lnTo>
                  <a:lnTo>
                    <a:pt x="64988" y="34840"/>
                  </a:lnTo>
                  <a:lnTo>
                    <a:pt x="60779" y="38199"/>
                  </a:lnTo>
                  <a:lnTo>
                    <a:pt x="56681" y="41693"/>
                  </a:lnTo>
                  <a:lnTo>
                    <a:pt x="52697" y="45317"/>
                  </a:lnTo>
                  <a:lnTo>
                    <a:pt x="48832" y="49067"/>
                  </a:lnTo>
                  <a:lnTo>
                    <a:pt x="45089" y="52939"/>
                  </a:lnTo>
                  <a:lnTo>
                    <a:pt x="41474" y="56931"/>
                  </a:lnTo>
                  <a:lnTo>
                    <a:pt x="37989" y="61036"/>
                  </a:lnTo>
                  <a:lnTo>
                    <a:pt x="34638" y="65252"/>
                  </a:lnTo>
                  <a:lnTo>
                    <a:pt x="31424" y="69574"/>
                  </a:lnTo>
                  <a:lnTo>
                    <a:pt x="28351" y="73996"/>
                  </a:lnTo>
                  <a:lnTo>
                    <a:pt x="25423" y="78516"/>
                  </a:lnTo>
                  <a:lnTo>
                    <a:pt x="22641" y="83127"/>
                  </a:lnTo>
                  <a:lnTo>
                    <a:pt x="20009" y="87826"/>
                  </a:lnTo>
                  <a:lnTo>
                    <a:pt x="17531" y="92607"/>
                  </a:lnTo>
                  <a:lnTo>
                    <a:pt x="15207" y="97465"/>
                  </a:lnTo>
                  <a:lnTo>
                    <a:pt x="13041" y="102396"/>
                  </a:lnTo>
                  <a:lnTo>
                    <a:pt x="11035" y="107394"/>
                  </a:lnTo>
                  <a:lnTo>
                    <a:pt x="9191" y="112454"/>
                  </a:lnTo>
                  <a:lnTo>
                    <a:pt x="7511" y="117570"/>
                  </a:lnTo>
                  <a:lnTo>
                    <a:pt x="5997" y="122739"/>
                  </a:lnTo>
                  <a:lnTo>
                    <a:pt x="4650" y="127953"/>
                  </a:lnTo>
                  <a:lnTo>
                    <a:pt x="3472" y="133208"/>
                  </a:lnTo>
                  <a:lnTo>
                    <a:pt x="2463" y="138498"/>
                  </a:lnTo>
                  <a:lnTo>
                    <a:pt x="1626" y="143818"/>
                  </a:lnTo>
                  <a:lnTo>
                    <a:pt x="960" y="149162"/>
                  </a:lnTo>
                  <a:lnTo>
                    <a:pt x="467" y="154525"/>
                  </a:lnTo>
                  <a:lnTo>
                    <a:pt x="146" y="159900"/>
                  </a:lnTo>
                  <a:lnTo>
                    <a:pt x="0" y="165284"/>
                  </a:lnTo>
                  <a:lnTo>
                    <a:pt x="26" y="170669"/>
                  </a:lnTo>
                  <a:lnTo>
                    <a:pt x="226" y="176051"/>
                  </a:lnTo>
                  <a:lnTo>
                    <a:pt x="599" y="181423"/>
                  </a:lnTo>
                  <a:lnTo>
                    <a:pt x="1145" y="186781"/>
                  </a:lnTo>
                  <a:lnTo>
                    <a:pt x="1864" y="192118"/>
                  </a:lnTo>
                  <a:lnTo>
                    <a:pt x="2754" y="197430"/>
                  </a:lnTo>
                  <a:lnTo>
                    <a:pt x="3814" y="202710"/>
                  </a:lnTo>
                  <a:lnTo>
                    <a:pt x="5045" y="207953"/>
                  </a:lnTo>
                  <a:lnTo>
                    <a:pt x="6443" y="213153"/>
                  </a:lnTo>
                  <a:lnTo>
                    <a:pt x="8008" y="218306"/>
                  </a:lnTo>
                  <a:lnTo>
                    <a:pt x="9738" y="223406"/>
                  </a:lnTo>
                  <a:lnTo>
                    <a:pt x="11632" y="228448"/>
                  </a:lnTo>
                  <a:lnTo>
                    <a:pt x="13687" y="233425"/>
                  </a:lnTo>
                  <a:lnTo>
                    <a:pt x="15902" y="238334"/>
                  </a:lnTo>
                  <a:lnTo>
                    <a:pt x="18273" y="243170"/>
                  </a:lnTo>
                  <a:lnTo>
                    <a:pt x="20799" y="247926"/>
                  </a:lnTo>
                  <a:lnTo>
                    <a:pt x="23477" y="252598"/>
                  </a:lnTo>
                  <a:lnTo>
                    <a:pt x="26303" y="257182"/>
                  </a:lnTo>
                  <a:lnTo>
                    <a:pt x="167156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0434" y="4213821"/>
              <a:ext cx="308013" cy="334318"/>
            </a:xfrm>
            <a:custGeom>
              <a:avLst/>
              <a:pathLst>
                <a:path w="308013" h="334318">
                  <a:moveTo>
                    <a:pt x="0" y="257197"/>
                  </a:moveTo>
                  <a:lnTo>
                    <a:pt x="2940" y="261640"/>
                  </a:lnTo>
                  <a:lnTo>
                    <a:pt x="6021" y="265987"/>
                  </a:lnTo>
                  <a:lnTo>
                    <a:pt x="9239" y="270234"/>
                  </a:lnTo>
                  <a:lnTo>
                    <a:pt x="12590" y="274376"/>
                  </a:lnTo>
                  <a:lnTo>
                    <a:pt x="16072" y="278409"/>
                  </a:lnTo>
                  <a:lnTo>
                    <a:pt x="19681" y="282329"/>
                  </a:lnTo>
                  <a:lnTo>
                    <a:pt x="23412" y="286132"/>
                  </a:lnTo>
                  <a:lnTo>
                    <a:pt x="27263" y="289814"/>
                  </a:lnTo>
                  <a:lnTo>
                    <a:pt x="31230" y="293372"/>
                  </a:lnTo>
                  <a:lnTo>
                    <a:pt x="35307" y="296802"/>
                  </a:lnTo>
                  <a:lnTo>
                    <a:pt x="39492" y="300099"/>
                  </a:lnTo>
                  <a:lnTo>
                    <a:pt x="43780" y="303262"/>
                  </a:lnTo>
                  <a:lnTo>
                    <a:pt x="48167" y="306287"/>
                  </a:lnTo>
                  <a:lnTo>
                    <a:pt x="52647" y="309170"/>
                  </a:lnTo>
                  <a:lnTo>
                    <a:pt x="57218" y="311909"/>
                  </a:lnTo>
                  <a:lnTo>
                    <a:pt x="61873" y="314500"/>
                  </a:lnTo>
                  <a:lnTo>
                    <a:pt x="66608" y="316943"/>
                  </a:lnTo>
                  <a:lnTo>
                    <a:pt x="71419" y="319233"/>
                  </a:lnTo>
                  <a:lnTo>
                    <a:pt x="76301" y="321368"/>
                  </a:lnTo>
                  <a:lnTo>
                    <a:pt x="81248" y="323347"/>
                  </a:lnTo>
                  <a:lnTo>
                    <a:pt x="86255" y="325167"/>
                  </a:lnTo>
                  <a:lnTo>
                    <a:pt x="91318" y="326827"/>
                  </a:lnTo>
                  <a:lnTo>
                    <a:pt x="96432" y="328324"/>
                  </a:lnTo>
                  <a:lnTo>
                    <a:pt x="101590" y="329658"/>
                  </a:lnTo>
                  <a:lnTo>
                    <a:pt x="106788" y="330827"/>
                  </a:lnTo>
                  <a:lnTo>
                    <a:pt x="112021" y="331829"/>
                  </a:lnTo>
                  <a:lnTo>
                    <a:pt x="117284" y="332665"/>
                  </a:lnTo>
                  <a:lnTo>
                    <a:pt x="122570" y="333332"/>
                  </a:lnTo>
                  <a:lnTo>
                    <a:pt x="127875" y="333830"/>
                  </a:lnTo>
                  <a:lnTo>
                    <a:pt x="133193" y="334159"/>
                  </a:lnTo>
                  <a:lnTo>
                    <a:pt x="138518" y="334318"/>
                  </a:lnTo>
                  <a:lnTo>
                    <a:pt x="143846" y="334308"/>
                  </a:lnTo>
                  <a:lnTo>
                    <a:pt x="149171" y="334127"/>
                  </a:lnTo>
                  <a:lnTo>
                    <a:pt x="154488" y="333777"/>
                  </a:lnTo>
                  <a:lnTo>
                    <a:pt x="159791" y="333258"/>
                  </a:lnTo>
                  <a:lnTo>
                    <a:pt x="165074" y="332570"/>
                  </a:lnTo>
                  <a:lnTo>
                    <a:pt x="170333" y="331714"/>
                  </a:lnTo>
                  <a:lnTo>
                    <a:pt x="175562" y="330691"/>
                  </a:lnTo>
                  <a:lnTo>
                    <a:pt x="180756" y="329502"/>
                  </a:lnTo>
                  <a:lnTo>
                    <a:pt x="185909" y="328148"/>
                  </a:lnTo>
                  <a:lnTo>
                    <a:pt x="191017" y="326630"/>
                  </a:lnTo>
                  <a:lnTo>
                    <a:pt x="196073" y="324951"/>
                  </a:lnTo>
                  <a:lnTo>
                    <a:pt x="201073" y="323111"/>
                  </a:lnTo>
                  <a:lnTo>
                    <a:pt x="206012" y="321112"/>
                  </a:lnTo>
                  <a:lnTo>
                    <a:pt x="210885" y="318957"/>
                  </a:lnTo>
                  <a:lnTo>
                    <a:pt x="215687" y="316648"/>
                  </a:lnTo>
                  <a:lnTo>
                    <a:pt x="220413" y="314188"/>
                  </a:lnTo>
                  <a:lnTo>
                    <a:pt x="225058" y="311577"/>
                  </a:lnTo>
                  <a:lnTo>
                    <a:pt x="229617" y="308821"/>
                  </a:lnTo>
                  <a:lnTo>
                    <a:pt x="234087" y="305920"/>
                  </a:lnTo>
                  <a:lnTo>
                    <a:pt x="238461" y="302878"/>
                  </a:lnTo>
                  <a:lnTo>
                    <a:pt x="242737" y="299698"/>
                  </a:lnTo>
                  <a:lnTo>
                    <a:pt x="246909" y="296384"/>
                  </a:lnTo>
                  <a:lnTo>
                    <a:pt x="250973" y="292939"/>
                  </a:lnTo>
                  <a:lnTo>
                    <a:pt x="254925" y="289365"/>
                  </a:lnTo>
                  <a:lnTo>
                    <a:pt x="258761" y="285668"/>
                  </a:lnTo>
                  <a:lnTo>
                    <a:pt x="262478" y="281850"/>
                  </a:lnTo>
                  <a:lnTo>
                    <a:pt x="266071" y="277916"/>
                  </a:lnTo>
                  <a:lnTo>
                    <a:pt x="269537" y="273869"/>
                  </a:lnTo>
                  <a:lnTo>
                    <a:pt x="272872" y="269714"/>
                  </a:lnTo>
                  <a:lnTo>
                    <a:pt x="276073" y="265454"/>
                  </a:lnTo>
                  <a:lnTo>
                    <a:pt x="279137" y="261095"/>
                  </a:lnTo>
                  <a:lnTo>
                    <a:pt x="282060" y="256640"/>
                  </a:lnTo>
                  <a:lnTo>
                    <a:pt x="284839" y="252095"/>
                  </a:lnTo>
                  <a:lnTo>
                    <a:pt x="287473" y="247463"/>
                  </a:lnTo>
                  <a:lnTo>
                    <a:pt x="289957" y="242749"/>
                  </a:lnTo>
                  <a:lnTo>
                    <a:pt x="292290" y="237959"/>
                  </a:lnTo>
                  <a:lnTo>
                    <a:pt x="294469" y="233097"/>
                  </a:lnTo>
                  <a:lnTo>
                    <a:pt x="296493" y="228168"/>
                  </a:lnTo>
                  <a:lnTo>
                    <a:pt x="298358" y="223177"/>
                  </a:lnTo>
                  <a:lnTo>
                    <a:pt x="300062" y="218129"/>
                  </a:lnTo>
                  <a:lnTo>
                    <a:pt x="301606" y="213029"/>
                  </a:lnTo>
                  <a:lnTo>
                    <a:pt x="302986" y="207883"/>
                  </a:lnTo>
                  <a:lnTo>
                    <a:pt x="304201" y="202695"/>
                  </a:lnTo>
                  <a:lnTo>
                    <a:pt x="305250" y="197472"/>
                  </a:lnTo>
                  <a:lnTo>
                    <a:pt x="306132" y="192217"/>
                  </a:lnTo>
                  <a:lnTo>
                    <a:pt x="306847" y="186937"/>
                  </a:lnTo>
                  <a:lnTo>
                    <a:pt x="307393" y="181637"/>
                  </a:lnTo>
                  <a:lnTo>
                    <a:pt x="307769" y="176322"/>
                  </a:lnTo>
                  <a:lnTo>
                    <a:pt x="307976" y="170998"/>
                  </a:lnTo>
                  <a:lnTo>
                    <a:pt x="308013" y="165670"/>
                  </a:lnTo>
                  <a:lnTo>
                    <a:pt x="307881" y="160343"/>
                  </a:lnTo>
                  <a:lnTo>
                    <a:pt x="307578" y="155024"/>
                  </a:lnTo>
                  <a:lnTo>
                    <a:pt x="307107" y="149717"/>
                  </a:lnTo>
                  <a:lnTo>
                    <a:pt x="306466" y="144427"/>
                  </a:lnTo>
                  <a:lnTo>
                    <a:pt x="305657" y="139161"/>
                  </a:lnTo>
                  <a:lnTo>
                    <a:pt x="304681" y="133923"/>
                  </a:lnTo>
                  <a:lnTo>
                    <a:pt x="303538" y="128719"/>
                  </a:lnTo>
                  <a:lnTo>
                    <a:pt x="302230" y="123554"/>
                  </a:lnTo>
                  <a:lnTo>
                    <a:pt x="300759" y="118433"/>
                  </a:lnTo>
                  <a:lnTo>
                    <a:pt x="299124" y="113362"/>
                  </a:lnTo>
                  <a:lnTo>
                    <a:pt x="297329" y="108345"/>
                  </a:lnTo>
                  <a:lnTo>
                    <a:pt x="295375" y="103388"/>
                  </a:lnTo>
                  <a:lnTo>
                    <a:pt x="293264" y="98496"/>
                  </a:lnTo>
                  <a:lnTo>
                    <a:pt x="290998" y="93674"/>
                  </a:lnTo>
                  <a:lnTo>
                    <a:pt x="288580" y="88926"/>
                  </a:lnTo>
                  <a:lnTo>
                    <a:pt x="286011" y="84258"/>
                  </a:lnTo>
                  <a:lnTo>
                    <a:pt x="283295" y="79674"/>
                  </a:lnTo>
                  <a:lnTo>
                    <a:pt x="280435" y="75179"/>
                  </a:lnTo>
                  <a:lnTo>
                    <a:pt x="277432" y="70777"/>
                  </a:lnTo>
                  <a:lnTo>
                    <a:pt x="274291" y="66474"/>
                  </a:lnTo>
                  <a:lnTo>
                    <a:pt x="271014" y="62272"/>
                  </a:lnTo>
                  <a:lnTo>
                    <a:pt x="267605" y="58177"/>
                  </a:lnTo>
                  <a:lnTo>
                    <a:pt x="264067" y="54193"/>
                  </a:lnTo>
                  <a:lnTo>
                    <a:pt x="260405" y="50324"/>
                  </a:lnTo>
                  <a:lnTo>
                    <a:pt x="256620" y="46573"/>
                  </a:lnTo>
                  <a:lnTo>
                    <a:pt x="252718" y="42945"/>
                  </a:lnTo>
                  <a:lnTo>
                    <a:pt x="248703" y="39443"/>
                  </a:lnTo>
                  <a:lnTo>
                    <a:pt x="244577" y="36071"/>
                  </a:lnTo>
                  <a:lnTo>
                    <a:pt x="240347" y="32832"/>
                  </a:lnTo>
                  <a:lnTo>
                    <a:pt x="236015" y="29730"/>
                  </a:lnTo>
                  <a:lnTo>
                    <a:pt x="231587" y="26767"/>
                  </a:lnTo>
                  <a:lnTo>
                    <a:pt x="227066" y="23946"/>
                  </a:lnTo>
                  <a:lnTo>
                    <a:pt x="222458" y="21272"/>
                  </a:lnTo>
                  <a:lnTo>
                    <a:pt x="217767" y="18745"/>
                  </a:lnTo>
                  <a:lnTo>
                    <a:pt x="212998" y="16369"/>
                  </a:lnTo>
                  <a:lnTo>
                    <a:pt x="208156" y="14147"/>
                  </a:lnTo>
                  <a:lnTo>
                    <a:pt x="203245" y="12079"/>
                  </a:lnTo>
                  <a:lnTo>
                    <a:pt x="198271" y="10170"/>
                  </a:lnTo>
                  <a:lnTo>
                    <a:pt x="193238" y="8420"/>
                  </a:lnTo>
                  <a:lnTo>
                    <a:pt x="188153" y="6831"/>
                  </a:lnTo>
                  <a:lnTo>
                    <a:pt x="183019" y="5405"/>
                  </a:lnTo>
                  <a:lnTo>
                    <a:pt x="177842" y="4143"/>
                  </a:lnTo>
                  <a:lnTo>
                    <a:pt x="172628" y="3047"/>
                  </a:lnTo>
                  <a:lnTo>
                    <a:pt x="167382" y="2118"/>
                  </a:lnTo>
                  <a:lnTo>
                    <a:pt x="162108" y="1356"/>
                  </a:lnTo>
                  <a:lnTo>
                    <a:pt x="156813" y="763"/>
                  </a:lnTo>
                  <a:lnTo>
                    <a:pt x="151502" y="339"/>
                  </a:lnTo>
                  <a:lnTo>
                    <a:pt x="146180" y="84"/>
                  </a:lnTo>
                  <a:lnTo>
                    <a:pt x="140853" y="0"/>
                  </a:lnTo>
                  <a:lnTo>
                    <a:pt x="1408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4728" y="4659281"/>
              <a:ext cx="1796" cy="167167"/>
            </a:xfrm>
            <a:custGeom>
              <a:avLst/>
              <a:pathLst>
                <a:path w="1796" h="167167">
                  <a:moveTo>
                    <a:pt x="1796" y="0"/>
                  </a:moveTo>
                  <a:lnTo>
                    <a:pt x="0" y="9"/>
                  </a:lnTo>
                  <a:lnTo>
                    <a:pt x="179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4728" y="4659291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4728" y="4659291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4728" y="4659291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4728" y="4659291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4728" y="4659291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4728" y="4659291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728" y="4659291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728" y="4659291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728" y="4659291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19634" y="4659291"/>
              <a:ext cx="166890" cy="167157"/>
            </a:xfrm>
            <a:custGeom>
              <a:avLst/>
              <a:pathLst>
                <a:path w="166890" h="167157">
                  <a:moveTo>
                    <a:pt x="165094" y="0"/>
                  </a:moveTo>
                  <a:lnTo>
                    <a:pt x="159636" y="147"/>
                  </a:lnTo>
                  <a:lnTo>
                    <a:pt x="154186" y="473"/>
                  </a:lnTo>
                  <a:lnTo>
                    <a:pt x="148749" y="977"/>
                  </a:lnTo>
                  <a:lnTo>
                    <a:pt x="143332" y="1658"/>
                  </a:lnTo>
                  <a:lnTo>
                    <a:pt x="137940" y="2516"/>
                  </a:lnTo>
                  <a:lnTo>
                    <a:pt x="132578" y="3549"/>
                  </a:lnTo>
                  <a:lnTo>
                    <a:pt x="127254" y="4757"/>
                  </a:lnTo>
                  <a:lnTo>
                    <a:pt x="121971" y="6138"/>
                  </a:lnTo>
                  <a:lnTo>
                    <a:pt x="116737" y="7691"/>
                  </a:lnTo>
                  <a:lnTo>
                    <a:pt x="111556" y="9413"/>
                  </a:lnTo>
                  <a:lnTo>
                    <a:pt x="106434" y="11305"/>
                  </a:lnTo>
                  <a:lnTo>
                    <a:pt x="101377" y="13362"/>
                  </a:lnTo>
                  <a:lnTo>
                    <a:pt x="96389" y="15584"/>
                  </a:lnTo>
                  <a:lnTo>
                    <a:pt x="91477" y="17967"/>
                  </a:lnTo>
                  <a:lnTo>
                    <a:pt x="86645" y="20509"/>
                  </a:lnTo>
                  <a:lnTo>
                    <a:pt x="81899" y="23208"/>
                  </a:lnTo>
                  <a:lnTo>
                    <a:pt x="77243" y="26060"/>
                  </a:lnTo>
                  <a:lnTo>
                    <a:pt x="72683" y="29063"/>
                  </a:lnTo>
                  <a:lnTo>
                    <a:pt x="68224" y="32213"/>
                  </a:lnTo>
                  <a:lnTo>
                    <a:pt x="63869" y="35507"/>
                  </a:lnTo>
                  <a:lnTo>
                    <a:pt x="59625" y="38942"/>
                  </a:lnTo>
                  <a:lnTo>
                    <a:pt x="55495" y="42513"/>
                  </a:lnTo>
                  <a:lnTo>
                    <a:pt x="51484" y="46218"/>
                  </a:lnTo>
                  <a:lnTo>
                    <a:pt x="47596" y="50051"/>
                  </a:lnTo>
                  <a:lnTo>
                    <a:pt x="43835" y="54009"/>
                  </a:lnTo>
                  <a:lnTo>
                    <a:pt x="40206" y="58088"/>
                  </a:lnTo>
                  <a:lnTo>
                    <a:pt x="36712" y="62283"/>
                  </a:lnTo>
                  <a:lnTo>
                    <a:pt x="33356" y="66591"/>
                  </a:lnTo>
                  <a:lnTo>
                    <a:pt x="30143" y="71005"/>
                  </a:lnTo>
                  <a:lnTo>
                    <a:pt x="27076" y="75522"/>
                  </a:lnTo>
                  <a:lnTo>
                    <a:pt x="24158" y="80137"/>
                  </a:lnTo>
                  <a:lnTo>
                    <a:pt x="21392" y="84844"/>
                  </a:lnTo>
                  <a:lnTo>
                    <a:pt x="18782" y="89640"/>
                  </a:lnTo>
                  <a:lnTo>
                    <a:pt x="16330" y="94518"/>
                  </a:lnTo>
                  <a:lnTo>
                    <a:pt x="14038" y="99474"/>
                  </a:lnTo>
                  <a:lnTo>
                    <a:pt x="11909" y="104501"/>
                  </a:lnTo>
                  <a:lnTo>
                    <a:pt x="9945" y="109596"/>
                  </a:lnTo>
                  <a:lnTo>
                    <a:pt x="8149" y="114752"/>
                  </a:lnTo>
                  <a:lnTo>
                    <a:pt x="6523" y="119964"/>
                  </a:lnTo>
                  <a:lnTo>
                    <a:pt x="5067" y="125226"/>
                  </a:lnTo>
                  <a:lnTo>
                    <a:pt x="3784" y="130533"/>
                  </a:lnTo>
                  <a:lnTo>
                    <a:pt x="2675" y="135879"/>
                  </a:lnTo>
                  <a:lnTo>
                    <a:pt x="1741" y="141259"/>
                  </a:lnTo>
                  <a:lnTo>
                    <a:pt x="983" y="146666"/>
                  </a:lnTo>
                  <a:lnTo>
                    <a:pt x="403" y="152095"/>
                  </a:lnTo>
                  <a:lnTo>
                    <a:pt x="0" y="157540"/>
                  </a:lnTo>
                  <a:lnTo>
                    <a:pt x="16689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60" y="4659281"/>
              <a:ext cx="334318" cy="334331"/>
            </a:xfrm>
            <a:custGeom>
              <a:avLst/>
              <a:pathLst>
                <a:path w="334318" h="334331">
                  <a:moveTo>
                    <a:pt x="273" y="157549"/>
                  </a:moveTo>
                  <a:lnTo>
                    <a:pt x="52" y="162861"/>
                  </a:lnTo>
                  <a:lnTo>
                    <a:pt x="0" y="168176"/>
                  </a:lnTo>
                  <a:lnTo>
                    <a:pt x="116" y="173490"/>
                  </a:lnTo>
                  <a:lnTo>
                    <a:pt x="402" y="178798"/>
                  </a:lnTo>
                  <a:lnTo>
                    <a:pt x="856" y="184094"/>
                  </a:lnTo>
                  <a:lnTo>
                    <a:pt x="1478" y="189374"/>
                  </a:lnTo>
                  <a:lnTo>
                    <a:pt x="2268" y="194630"/>
                  </a:lnTo>
                  <a:lnTo>
                    <a:pt x="3224" y="199859"/>
                  </a:lnTo>
                  <a:lnTo>
                    <a:pt x="4347" y="205055"/>
                  </a:lnTo>
                  <a:lnTo>
                    <a:pt x="5634" y="210212"/>
                  </a:lnTo>
                  <a:lnTo>
                    <a:pt x="7084" y="215326"/>
                  </a:lnTo>
                  <a:lnTo>
                    <a:pt x="8696" y="220392"/>
                  </a:lnTo>
                  <a:lnTo>
                    <a:pt x="10468" y="225403"/>
                  </a:lnTo>
                  <a:lnTo>
                    <a:pt x="12399" y="230356"/>
                  </a:lnTo>
                  <a:lnTo>
                    <a:pt x="14486" y="235244"/>
                  </a:lnTo>
                  <a:lnTo>
                    <a:pt x="16728" y="240064"/>
                  </a:lnTo>
                  <a:lnTo>
                    <a:pt x="19122" y="244810"/>
                  </a:lnTo>
                  <a:lnTo>
                    <a:pt x="21665" y="249478"/>
                  </a:lnTo>
                  <a:lnTo>
                    <a:pt x="24356" y="254063"/>
                  </a:lnTo>
                  <a:lnTo>
                    <a:pt x="27191" y="258559"/>
                  </a:lnTo>
                  <a:lnTo>
                    <a:pt x="30167" y="262963"/>
                  </a:lnTo>
                  <a:lnTo>
                    <a:pt x="33282" y="267270"/>
                  </a:lnTo>
                  <a:lnTo>
                    <a:pt x="36533" y="271477"/>
                  </a:lnTo>
                  <a:lnTo>
                    <a:pt x="39915" y="275577"/>
                  </a:lnTo>
                  <a:lnTo>
                    <a:pt x="43427" y="279568"/>
                  </a:lnTo>
                  <a:lnTo>
                    <a:pt x="47063" y="283445"/>
                  </a:lnTo>
                  <a:lnTo>
                    <a:pt x="50821" y="287205"/>
                  </a:lnTo>
                  <a:lnTo>
                    <a:pt x="54696" y="290844"/>
                  </a:lnTo>
                  <a:lnTo>
                    <a:pt x="58685" y="294357"/>
                  </a:lnTo>
                  <a:lnTo>
                    <a:pt x="62784" y="297742"/>
                  </a:lnTo>
                  <a:lnTo>
                    <a:pt x="66988" y="300994"/>
                  </a:lnTo>
                  <a:lnTo>
                    <a:pt x="71294" y="304112"/>
                  </a:lnTo>
                  <a:lnTo>
                    <a:pt x="75696" y="307091"/>
                  </a:lnTo>
                  <a:lnTo>
                    <a:pt x="80191" y="309928"/>
                  </a:lnTo>
                  <a:lnTo>
                    <a:pt x="84774" y="312621"/>
                  </a:lnTo>
                  <a:lnTo>
                    <a:pt x="89440" y="315167"/>
                  </a:lnTo>
                  <a:lnTo>
                    <a:pt x="94185" y="317563"/>
                  </a:lnTo>
                  <a:lnTo>
                    <a:pt x="99004" y="319808"/>
                  </a:lnTo>
                  <a:lnTo>
                    <a:pt x="103891" y="321898"/>
                  </a:lnTo>
                  <a:lnTo>
                    <a:pt x="108843" y="323831"/>
                  </a:lnTo>
                  <a:lnTo>
                    <a:pt x="113854" y="325606"/>
                  </a:lnTo>
                  <a:lnTo>
                    <a:pt x="118918" y="327221"/>
                  </a:lnTo>
                  <a:lnTo>
                    <a:pt x="124031" y="328674"/>
                  </a:lnTo>
                  <a:lnTo>
                    <a:pt x="129188" y="329964"/>
                  </a:lnTo>
                  <a:lnTo>
                    <a:pt x="134383" y="331089"/>
                  </a:lnTo>
                  <a:lnTo>
                    <a:pt x="139612" y="332048"/>
                  </a:lnTo>
                  <a:lnTo>
                    <a:pt x="144868" y="332841"/>
                  </a:lnTo>
                  <a:lnTo>
                    <a:pt x="150147" y="333466"/>
                  </a:lnTo>
                  <a:lnTo>
                    <a:pt x="155442" y="333923"/>
                  </a:lnTo>
                  <a:lnTo>
                    <a:pt x="160750" y="334211"/>
                  </a:lnTo>
                  <a:lnTo>
                    <a:pt x="166065" y="334331"/>
                  </a:lnTo>
                  <a:lnTo>
                    <a:pt x="171380" y="334281"/>
                  </a:lnTo>
                  <a:lnTo>
                    <a:pt x="176691" y="334063"/>
                  </a:lnTo>
                  <a:lnTo>
                    <a:pt x="181993" y="333675"/>
                  </a:lnTo>
                  <a:lnTo>
                    <a:pt x="187279" y="333120"/>
                  </a:lnTo>
                  <a:lnTo>
                    <a:pt x="192545" y="332396"/>
                  </a:lnTo>
                  <a:lnTo>
                    <a:pt x="197786" y="331506"/>
                  </a:lnTo>
                  <a:lnTo>
                    <a:pt x="202995" y="330449"/>
                  </a:lnTo>
                  <a:lnTo>
                    <a:pt x="208169" y="329227"/>
                  </a:lnTo>
                  <a:lnTo>
                    <a:pt x="213301" y="327842"/>
                  </a:lnTo>
                  <a:lnTo>
                    <a:pt x="218386" y="326293"/>
                  </a:lnTo>
                  <a:lnTo>
                    <a:pt x="223419" y="324584"/>
                  </a:lnTo>
                  <a:lnTo>
                    <a:pt x="228396" y="322716"/>
                  </a:lnTo>
                  <a:lnTo>
                    <a:pt x="233311" y="320691"/>
                  </a:lnTo>
                  <a:lnTo>
                    <a:pt x="238158" y="318510"/>
                  </a:lnTo>
                  <a:lnTo>
                    <a:pt x="242934" y="316176"/>
                  </a:lnTo>
                  <a:lnTo>
                    <a:pt x="247634" y="313692"/>
                  </a:lnTo>
                  <a:lnTo>
                    <a:pt x="252252" y="311059"/>
                  </a:lnTo>
                  <a:lnTo>
                    <a:pt x="256783" y="308281"/>
                  </a:lnTo>
                  <a:lnTo>
                    <a:pt x="261225" y="305361"/>
                  </a:lnTo>
                  <a:lnTo>
                    <a:pt x="265571" y="302300"/>
                  </a:lnTo>
                  <a:lnTo>
                    <a:pt x="269818" y="299103"/>
                  </a:lnTo>
                  <a:lnTo>
                    <a:pt x="273961" y="295773"/>
                  </a:lnTo>
                  <a:lnTo>
                    <a:pt x="277996" y="292312"/>
                  </a:lnTo>
                  <a:lnTo>
                    <a:pt x="281918" y="288725"/>
                  </a:lnTo>
                  <a:lnTo>
                    <a:pt x="285725" y="285015"/>
                  </a:lnTo>
                  <a:lnTo>
                    <a:pt x="289412" y="281186"/>
                  </a:lnTo>
                  <a:lnTo>
                    <a:pt x="292976" y="277241"/>
                  </a:lnTo>
                  <a:lnTo>
                    <a:pt x="296412" y="273186"/>
                  </a:lnTo>
                  <a:lnTo>
                    <a:pt x="299717" y="269023"/>
                  </a:lnTo>
                  <a:lnTo>
                    <a:pt x="302889" y="264757"/>
                  </a:lnTo>
                  <a:lnTo>
                    <a:pt x="305923" y="260392"/>
                  </a:lnTo>
                  <a:lnTo>
                    <a:pt x="308817" y="255933"/>
                  </a:lnTo>
                  <a:lnTo>
                    <a:pt x="311567" y="251385"/>
                  </a:lnTo>
                  <a:lnTo>
                    <a:pt x="314172" y="246751"/>
                  </a:lnTo>
                  <a:lnTo>
                    <a:pt x="316628" y="242036"/>
                  </a:lnTo>
                  <a:lnTo>
                    <a:pt x="318933" y="237247"/>
                  </a:lnTo>
                  <a:lnTo>
                    <a:pt x="321084" y="232386"/>
                  </a:lnTo>
                  <a:lnTo>
                    <a:pt x="323080" y="227459"/>
                  </a:lnTo>
                  <a:lnTo>
                    <a:pt x="324918" y="222471"/>
                  </a:lnTo>
                  <a:lnTo>
                    <a:pt x="326597" y="217428"/>
                  </a:lnTo>
                  <a:lnTo>
                    <a:pt x="328114" y="212333"/>
                  </a:lnTo>
                  <a:lnTo>
                    <a:pt x="329469" y="207193"/>
                  </a:lnTo>
                  <a:lnTo>
                    <a:pt x="330659" y="202012"/>
                  </a:lnTo>
                  <a:lnTo>
                    <a:pt x="331685" y="196797"/>
                  </a:lnTo>
                  <a:lnTo>
                    <a:pt x="332543" y="191551"/>
                  </a:lnTo>
                  <a:lnTo>
                    <a:pt x="333235" y="186280"/>
                  </a:lnTo>
                  <a:lnTo>
                    <a:pt x="333759" y="180990"/>
                  </a:lnTo>
                  <a:lnTo>
                    <a:pt x="334114" y="175687"/>
                  </a:lnTo>
                  <a:lnTo>
                    <a:pt x="334301" y="170374"/>
                  </a:lnTo>
                  <a:lnTo>
                    <a:pt x="334318" y="165059"/>
                  </a:lnTo>
                  <a:lnTo>
                    <a:pt x="334167" y="159745"/>
                  </a:lnTo>
                  <a:lnTo>
                    <a:pt x="333846" y="154439"/>
                  </a:lnTo>
                  <a:lnTo>
                    <a:pt x="333357" y="149146"/>
                  </a:lnTo>
                  <a:lnTo>
                    <a:pt x="332700" y="143871"/>
                  </a:lnTo>
                  <a:lnTo>
                    <a:pt x="331876" y="138620"/>
                  </a:lnTo>
                  <a:lnTo>
                    <a:pt x="330885" y="133397"/>
                  </a:lnTo>
                  <a:lnTo>
                    <a:pt x="329728" y="128209"/>
                  </a:lnTo>
                  <a:lnTo>
                    <a:pt x="328408" y="123060"/>
                  </a:lnTo>
                  <a:lnTo>
                    <a:pt x="326924" y="117956"/>
                  </a:lnTo>
                  <a:lnTo>
                    <a:pt x="325278" y="112901"/>
                  </a:lnTo>
                  <a:lnTo>
                    <a:pt x="323473" y="107902"/>
                  </a:lnTo>
                  <a:lnTo>
                    <a:pt x="321510" y="102962"/>
                  </a:lnTo>
                  <a:lnTo>
                    <a:pt x="319390" y="98087"/>
                  </a:lnTo>
                  <a:lnTo>
                    <a:pt x="317117" y="93282"/>
                  </a:lnTo>
                  <a:lnTo>
                    <a:pt x="314692" y="88552"/>
                  </a:lnTo>
                  <a:lnTo>
                    <a:pt x="312118" y="83901"/>
                  </a:lnTo>
                  <a:lnTo>
                    <a:pt x="309397" y="79334"/>
                  </a:lnTo>
                  <a:lnTo>
                    <a:pt x="306533" y="74856"/>
                  </a:lnTo>
                  <a:lnTo>
                    <a:pt x="303527" y="70472"/>
                  </a:lnTo>
                  <a:lnTo>
                    <a:pt x="300384" y="66185"/>
                  </a:lnTo>
                  <a:lnTo>
                    <a:pt x="297106" y="62001"/>
                  </a:lnTo>
                  <a:lnTo>
                    <a:pt x="293697" y="57922"/>
                  </a:lnTo>
                  <a:lnTo>
                    <a:pt x="290159" y="53955"/>
                  </a:lnTo>
                  <a:lnTo>
                    <a:pt x="286498" y="50101"/>
                  </a:lnTo>
                  <a:lnTo>
                    <a:pt x="282715" y="46366"/>
                  </a:lnTo>
                  <a:lnTo>
                    <a:pt x="278816" y="42753"/>
                  </a:lnTo>
                  <a:lnTo>
                    <a:pt x="274804" y="39266"/>
                  </a:lnTo>
                  <a:lnTo>
                    <a:pt x="270683" y="35909"/>
                  </a:lnTo>
                  <a:lnTo>
                    <a:pt x="266458" y="32684"/>
                  </a:lnTo>
                  <a:lnTo>
                    <a:pt x="262132" y="29595"/>
                  </a:lnTo>
                  <a:lnTo>
                    <a:pt x="257710" y="26645"/>
                  </a:lnTo>
                  <a:lnTo>
                    <a:pt x="253196" y="23837"/>
                  </a:lnTo>
                  <a:lnTo>
                    <a:pt x="248595" y="21174"/>
                  </a:lnTo>
                  <a:lnTo>
                    <a:pt x="243912" y="18659"/>
                  </a:lnTo>
                  <a:lnTo>
                    <a:pt x="239152" y="16294"/>
                  </a:lnTo>
                  <a:lnTo>
                    <a:pt x="234319" y="14081"/>
                  </a:lnTo>
                  <a:lnTo>
                    <a:pt x="229417" y="12024"/>
                  </a:lnTo>
                  <a:lnTo>
                    <a:pt x="224453" y="10123"/>
                  </a:lnTo>
                  <a:lnTo>
                    <a:pt x="219431" y="8381"/>
                  </a:lnTo>
                  <a:lnTo>
                    <a:pt x="214356" y="6799"/>
                  </a:lnTo>
                  <a:lnTo>
                    <a:pt x="209234" y="5380"/>
                  </a:lnTo>
                  <a:lnTo>
                    <a:pt x="204068" y="4124"/>
                  </a:lnTo>
                  <a:lnTo>
                    <a:pt x="198866" y="3033"/>
                  </a:lnTo>
                  <a:lnTo>
                    <a:pt x="193631" y="2108"/>
                  </a:lnTo>
                  <a:lnTo>
                    <a:pt x="188370" y="1350"/>
                  </a:lnTo>
                  <a:lnTo>
                    <a:pt x="183087" y="760"/>
                  </a:lnTo>
                  <a:lnTo>
                    <a:pt x="177788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66" y="5018213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9" y="753"/>
                  </a:lnTo>
                  <a:lnTo>
                    <a:pt x="146038" y="1339"/>
                  </a:lnTo>
                  <a:lnTo>
                    <a:pt x="140799" y="2090"/>
                  </a:lnTo>
                  <a:lnTo>
                    <a:pt x="135586" y="3007"/>
                  </a:lnTo>
                  <a:lnTo>
                    <a:pt x="130405" y="4089"/>
                  </a:lnTo>
                  <a:lnTo>
                    <a:pt x="125260" y="5334"/>
                  </a:lnTo>
                  <a:lnTo>
                    <a:pt x="120158" y="6742"/>
                  </a:lnTo>
                  <a:lnTo>
                    <a:pt x="115103" y="8310"/>
                  </a:lnTo>
                  <a:lnTo>
                    <a:pt x="110100" y="10037"/>
                  </a:lnTo>
                  <a:lnTo>
                    <a:pt x="105154" y="11922"/>
                  </a:lnTo>
                  <a:lnTo>
                    <a:pt x="100270" y="13963"/>
                  </a:lnTo>
                  <a:lnTo>
                    <a:pt x="95453" y="16157"/>
                  </a:lnTo>
                  <a:lnTo>
                    <a:pt x="90709" y="18503"/>
                  </a:lnTo>
                  <a:lnTo>
                    <a:pt x="86040" y="20997"/>
                  </a:lnTo>
                  <a:lnTo>
                    <a:pt x="81454" y="23639"/>
                  </a:lnTo>
                  <a:lnTo>
                    <a:pt x="76953" y="26424"/>
                  </a:lnTo>
                  <a:lnTo>
                    <a:pt x="72542" y="29350"/>
                  </a:lnTo>
                  <a:lnTo>
                    <a:pt x="68227" y="32414"/>
                  </a:lnTo>
                  <a:lnTo>
                    <a:pt x="64010" y="35614"/>
                  </a:lnTo>
                  <a:lnTo>
                    <a:pt x="59897" y="38945"/>
                  </a:lnTo>
                  <a:lnTo>
                    <a:pt x="55892" y="42405"/>
                  </a:lnTo>
                  <a:lnTo>
                    <a:pt x="51998" y="45990"/>
                  </a:lnTo>
                  <a:lnTo>
                    <a:pt x="48219" y="49696"/>
                  </a:lnTo>
                  <a:lnTo>
                    <a:pt x="44560" y="53520"/>
                  </a:lnTo>
                  <a:lnTo>
                    <a:pt x="41023" y="57458"/>
                  </a:lnTo>
                  <a:lnTo>
                    <a:pt x="37613" y="61507"/>
                  </a:lnTo>
                  <a:lnTo>
                    <a:pt x="34333" y="65661"/>
                  </a:lnTo>
                  <a:lnTo>
                    <a:pt x="31186" y="69916"/>
                  </a:lnTo>
                  <a:lnTo>
                    <a:pt x="28176" y="74270"/>
                  </a:lnTo>
                  <a:lnTo>
                    <a:pt x="25304" y="78716"/>
                  </a:lnTo>
                  <a:lnTo>
                    <a:pt x="22575" y="83251"/>
                  </a:lnTo>
                  <a:lnTo>
                    <a:pt x="19991" y="87870"/>
                  </a:lnTo>
                  <a:lnTo>
                    <a:pt x="17554" y="92569"/>
                  </a:lnTo>
                  <a:lnTo>
                    <a:pt x="15268" y="97343"/>
                  </a:lnTo>
                  <a:lnTo>
                    <a:pt x="13133" y="102186"/>
                  </a:lnTo>
                  <a:lnTo>
                    <a:pt x="11153" y="107095"/>
                  </a:lnTo>
                  <a:lnTo>
                    <a:pt x="9330" y="112063"/>
                  </a:lnTo>
                  <a:lnTo>
                    <a:pt x="7664" y="117088"/>
                  </a:lnTo>
                  <a:lnTo>
                    <a:pt x="6159" y="122162"/>
                  </a:lnTo>
                  <a:lnTo>
                    <a:pt x="4815" y="127281"/>
                  </a:lnTo>
                  <a:lnTo>
                    <a:pt x="3633" y="132441"/>
                  </a:lnTo>
                  <a:lnTo>
                    <a:pt x="2616" y="137635"/>
                  </a:lnTo>
                  <a:lnTo>
                    <a:pt x="1763" y="142859"/>
                  </a:lnTo>
                  <a:lnTo>
                    <a:pt x="1077" y="148107"/>
                  </a:lnTo>
                  <a:lnTo>
                    <a:pt x="557" y="153374"/>
                  </a:lnTo>
                  <a:lnTo>
                    <a:pt x="204" y="158655"/>
                  </a:lnTo>
                  <a:lnTo>
                    <a:pt x="18" y="163945"/>
                  </a:lnTo>
                  <a:lnTo>
                    <a:pt x="0" y="169238"/>
                  </a:lnTo>
                  <a:lnTo>
                    <a:pt x="149" y="174529"/>
                  </a:lnTo>
                  <a:lnTo>
                    <a:pt x="466" y="179812"/>
                  </a:lnTo>
                  <a:lnTo>
                    <a:pt x="949" y="185083"/>
                  </a:lnTo>
                  <a:lnTo>
                    <a:pt x="1600" y="190336"/>
                  </a:lnTo>
                  <a:lnTo>
                    <a:pt x="2416" y="195565"/>
                  </a:lnTo>
                  <a:lnTo>
                    <a:pt x="3398" y="200766"/>
                  </a:lnTo>
                  <a:lnTo>
                    <a:pt x="4544" y="205934"/>
                  </a:lnTo>
                  <a:lnTo>
                    <a:pt x="5853" y="211062"/>
                  </a:lnTo>
                  <a:lnTo>
                    <a:pt x="7323" y="216147"/>
                  </a:lnTo>
                  <a:lnTo>
                    <a:pt x="8954" y="221182"/>
                  </a:lnTo>
                  <a:lnTo>
                    <a:pt x="10743" y="226164"/>
                  </a:lnTo>
                  <a:lnTo>
                    <a:pt x="12689" y="231086"/>
                  </a:lnTo>
                  <a:lnTo>
                    <a:pt x="14790" y="235944"/>
                  </a:lnTo>
                  <a:lnTo>
                    <a:pt x="17044" y="240733"/>
                  </a:lnTo>
                  <a:lnTo>
                    <a:pt x="19448" y="245448"/>
                  </a:lnTo>
                  <a:lnTo>
                    <a:pt x="22001" y="250085"/>
                  </a:lnTo>
                  <a:lnTo>
                    <a:pt x="24698" y="254639"/>
                  </a:lnTo>
                  <a:lnTo>
                    <a:pt x="27539" y="259105"/>
                  </a:lnTo>
                  <a:lnTo>
                    <a:pt x="30520" y="263479"/>
                  </a:lnTo>
                  <a:lnTo>
                    <a:pt x="33637" y="267756"/>
                  </a:lnTo>
                  <a:lnTo>
                    <a:pt x="36889" y="271933"/>
                  </a:lnTo>
                  <a:lnTo>
                    <a:pt x="40271" y="276004"/>
                  </a:lnTo>
                  <a:lnTo>
                    <a:pt x="43780" y="279967"/>
                  </a:lnTo>
                  <a:lnTo>
                    <a:pt x="47413" y="283816"/>
                  </a:lnTo>
                  <a:lnTo>
                    <a:pt x="51166" y="287548"/>
                  </a:lnTo>
                  <a:lnTo>
                    <a:pt x="55035" y="291160"/>
                  </a:lnTo>
                  <a:lnTo>
                    <a:pt x="59017" y="294647"/>
                  </a:lnTo>
                  <a:lnTo>
                    <a:pt x="63107" y="298007"/>
                  </a:lnTo>
                  <a:lnTo>
                    <a:pt x="67301" y="301235"/>
                  </a:lnTo>
                  <a:lnTo>
                    <a:pt x="71595" y="304329"/>
                  </a:lnTo>
                  <a:lnTo>
                    <a:pt x="75986" y="307286"/>
                  </a:lnTo>
                  <a:lnTo>
                    <a:pt x="80467" y="310102"/>
                  </a:lnTo>
                  <a:lnTo>
                    <a:pt x="85036" y="312774"/>
                  </a:lnTo>
                  <a:lnTo>
                    <a:pt x="89687" y="315301"/>
                  </a:lnTo>
                  <a:lnTo>
                    <a:pt x="94415" y="317679"/>
                  </a:lnTo>
                  <a:lnTo>
                    <a:pt x="99217" y="319907"/>
                  </a:lnTo>
                  <a:lnTo>
                    <a:pt x="104086" y="321981"/>
                  </a:lnTo>
                  <a:lnTo>
                    <a:pt x="109019" y="323900"/>
                  </a:lnTo>
                  <a:lnTo>
                    <a:pt x="114010" y="325662"/>
                  </a:lnTo>
                  <a:lnTo>
                    <a:pt x="119054" y="327265"/>
                  </a:lnTo>
                  <a:lnTo>
                    <a:pt x="124147" y="328707"/>
                  </a:lnTo>
                  <a:lnTo>
                    <a:pt x="129283" y="329988"/>
                  </a:lnTo>
                  <a:lnTo>
                    <a:pt x="134456" y="331105"/>
                  </a:lnTo>
                  <a:lnTo>
                    <a:pt x="139663" y="332058"/>
                  </a:lnTo>
                  <a:lnTo>
                    <a:pt x="144897" y="332846"/>
                  </a:lnTo>
                  <a:lnTo>
                    <a:pt x="150153" y="333468"/>
                  </a:lnTo>
                  <a:lnTo>
                    <a:pt x="155426" y="333922"/>
                  </a:lnTo>
                  <a:lnTo>
                    <a:pt x="160711" y="334210"/>
                  </a:lnTo>
                  <a:lnTo>
                    <a:pt x="166003" y="334330"/>
                  </a:lnTo>
                  <a:lnTo>
                    <a:pt x="171296" y="334283"/>
                  </a:lnTo>
                  <a:lnTo>
                    <a:pt x="176584" y="334068"/>
                  </a:lnTo>
                  <a:lnTo>
                    <a:pt x="181863" y="333686"/>
                  </a:lnTo>
                  <a:lnTo>
                    <a:pt x="187128" y="333137"/>
                  </a:lnTo>
                  <a:lnTo>
                    <a:pt x="192372" y="332421"/>
                  </a:lnTo>
                  <a:lnTo>
                    <a:pt x="197591" y="331540"/>
                  </a:lnTo>
                  <a:lnTo>
                    <a:pt x="202780" y="330494"/>
                  </a:lnTo>
                  <a:lnTo>
                    <a:pt x="207932" y="329284"/>
                  </a:lnTo>
                  <a:lnTo>
                    <a:pt x="213044" y="327912"/>
                  </a:lnTo>
                  <a:lnTo>
                    <a:pt x="218110" y="326379"/>
                  </a:lnTo>
                  <a:lnTo>
                    <a:pt x="223125" y="324686"/>
                  </a:lnTo>
                  <a:lnTo>
                    <a:pt x="228084" y="322835"/>
                  </a:lnTo>
                  <a:lnTo>
                    <a:pt x="232981" y="320828"/>
                  </a:lnTo>
                  <a:lnTo>
                    <a:pt x="237813" y="318667"/>
                  </a:lnTo>
                  <a:lnTo>
                    <a:pt x="242574" y="316354"/>
                  </a:lnTo>
                  <a:lnTo>
                    <a:pt x="247259" y="313892"/>
                  </a:lnTo>
                  <a:lnTo>
                    <a:pt x="251864" y="311282"/>
                  </a:lnTo>
                  <a:lnTo>
                    <a:pt x="256384" y="308528"/>
                  </a:lnTo>
                  <a:lnTo>
                    <a:pt x="260815" y="305632"/>
                  </a:lnTo>
                  <a:lnTo>
                    <a:pt x="265151" y="302598"/>
                  </a:lnTo>
                  <a:lnTo>
                    <a:pt x="269390" y="299427"/>
                  </a:lnTo>
                  <a:lnTo>
                    <a:pt x="273526" y="296125"/>
                  </a:lnTo>
                  <a:lnTo>
                    <a:pt x="277555" y="292692"/>
                  </a:lnTo>
                  <a:lnTo>
                    <a:pt x="281473" y="289134"/>
                  </a:lnTo>
                  <a:lnTo>
                    <a:pt x="285277" y="285454"/>
                  </a:lnTo>
                  <a:lnTo>
                    <a:pt x="288963" y="281655"/>
                  </a:lnTo>
                  <a:lnTo>
                    <a:pt x="292527" y="277741"/>
                  </a:lnTo>
                  <a:lnTo>
                    <a:pt x="295964" y="273717"/>
                  </a:lnTo>
                  <a:lnTo>
                    <a:pt x="299273" y="269586"/>
                  </a:lnTo>
                  <a:lnTo>
                    <a:pt x="302449" y="265352"/>
                  </a:lnTo>
                  <a:lnTo>
                    <a:pt x="305490" y="261019"/>
                  </a:lnTo>
                  <a:lnTo>
                    <a:pt x="308392" y="256593"/>
                  </a:lnTo>
                  <a:lnTo>
                    <a:pt x="311152" y="252076"/>
                  </a:lnTo>
                  <a:lnTo>
                    <a:pt x="313768" y="247475"/>
                  </a:lnTo>
                  <a:lnTo>
                    <a:pt x="316237" y="242793"/>
                  </a:lnTo>
                  <a:lnTo>
                    <a:pt x="318556" y="238036"/>
                  </a:lnTo>
                  <a:lnTo>
                    <a:pt x="320724" y="233207"/>
                  </a:lnTo>
                  <a:lnTo>
                    <a:pt x="322738" y="228312"/>
                  </a:lnTo>
                  <a:lnTo>
                    <a:pt x="324595" y="223356"/>
                  </a:lnTo>
                  <a:lnTo>
                    <a:pt x="326295" y="218343"/>
                  </a:lnTo>
                  <a:lnTo>
                    <a:pt x="327836" y="213280"/>
                  </a:lnTo>
                  <a:lnTo>
                    <a:pt x="329215" y="208170"/>
                  </a:lnTo>
                  <a:lnTo>
                    <a:pt x="330432" y="203018"/>
                  </a:lnTo>
                  <a:lnTo>
                    <a:pt x="331485" y="197831"/>
                  </a:lnTo>
                  <a:lnTo>
                    <a:pt x="332373" y="192614"/>
                  </a:lnTo>
                  <a:lnTo>
                    <a:pt x="333096" y="187370"/>
                  </a:lnTo>
                  <a:lnTo>
                    <a:pt x="333653" y="182107"/>
                  </a:lnTo>
                  <a:lnTo>
                    <a:pt x="334042" y="176828"/>
                  </a:lnTo>
                  <a:lnTo>
                    <a:pt x="334264" y="171540"/>
                  </a:lnTo>
                  <a:lnTo>
                    <a:pt x="334319" y="166247"/>
                  </a:lnTo>
                  <a:lnTo>
                    <a:pt x="334206" y="160955"/>
                  </a:lnTo>
                  <a:lnTo>
                    <a:pt x="333926" y="155670"/>
                  </a:lnTo>
                  <a:lnTo>
                    <a:pt x="333478" y="150396"/>
                  </a:lnTo>
                  <a:lnTo>
                    <a:pt x="332864" y="145139"/>
                  </a:lnTo>
                  <a:lnTo>
                    <a:pt x="332083" y="139904"/>
                  </a:lnTo>
                  <a:lnTo>
                    <a:pt x="331138" y="134696"/>
                  </a:lnTo>
                  <a:lnTo>
                    <a:pt x="330027" y="129521"/>
                  </a:lnTo>
                  <a:lnTo>
                    <a:pt x="328754" y="124383"/>
                  </a:lnTo>
                  <a:lnTo>
                    <a:pt x="327319" y="119289"/>
                  </a:lnTo>
                  <a:lnTo>
                    <a:pt x="325723" y="114242"/>
                  </a:lnTo>
                  <a:lnTo>
                    <a:pt x="323968" y="109249"/>
                  </a:lnTo>
                  <a:lnTo>
                    <a:pt x="322055" y="104313"/>
                  </a:lnTo>
                  <a:lnTo>
                    <a:pt x="319988" y="99441"/>
                  </a:lnTo>
                  <a:lnTo>
                    <a:pt x="317767" y="94636"/>
                  </a:lnTo>
                  <a:lnTo>
                    <a:pt x="315395" y="89905"/>
                  </a:lnTo>
                  <a:lnTo>
                    <a:pt x="312875" y="85250"/>
                  </a:lnTo>
                  <a:lnTo>
                    <a:pt x="310209" y="80678"/>
                  </a:lnTo>
                  <a:lnTo>
                    <a:pt x="307399" y="76193"/>
                  </a:lnTo>
                  <a:lnTo>
                    <a:pt x="304449" y="71798"/>
                  </a:lnTo>
                  <a:lnTo>
                    <a:pt x="301361" y="67500"/>
                  </a:lnTo>
                  <a:lnTo>
                    <a:pt x="298138" y="63301"/>
                  </a:lnTo>
                  <a:lnTo>
                    <a:pt x="294784" y="59206"/>
                  </a:lnTo>
                  <a:lnTo>
                    <a:pt x="291302" y="55220"/>
                  </a:lnTo>
                  <a:lnTo>
                    <a:pt x="287696" y="51345"/>
                  </a:lnTo>
                  <a:lnTo>
                    <a:pt x="283969" y="47587"/>
                  </a:lnTo>
                  <a:lnTo>
                    <a:pt x="280124" y="43949"/>
                  </a:lnTo>
                  <a:lnTo>
                    <a:pt x="276167" y="40434"/>
                  </a:lnTo>
                  <a:lnTo>
                    <a:pt x="272100" y="37047"/>
                  </a:lnTo>
                  <a:lnTo>
                    <a:pt x="267928" y="33789"/>
                  </a:lnTo>
                  <a:lnTo>
                    <a:pt x="263655" y="30666"/>
                  </a:lnTo>
                  <a:lnTo>
                    <a:pt x="259285" y="27679"/>
                  </a:lnTo>
                  <a:lnTo>
                    <a:pt x="254823" y="24833"/>
                  </a:lnTo>
                  <a:lnTo>
                    <a:pt x="250273" y="22128"/>
                  </a:lnTo>
                  <a:lnTo>
                    <a:pt x="245640" y="19570"/>
                  </a:lnTo>
                  <a:lnTo>
                    <a:pt x="240928" y="17159"/>
                  </a:lnTo>
                  <a:lnTo>
                    <a:pt x="236142" y="14899"/>
                  </a:lnTo>
                  <a:lnTo>
                    <a:pt x="231287" y="12791"/>
                  </a:lnTo>
                  <a:lnTo>
                    <a:pt x="226367" y="10838"/>
                  </a:lnTo>
                  <a:lnTo>
                    <a:pt x="221388" y="9042"/>
                  </a:lnTo>
                  <a:lnTo>
                    <a:pt x="216355" y="7404"/>
                  </a:lnTo>
                  <a:lnTo>
                    <a:pt x="211273" y="5926"/>
                  </a:lnTo>
                  <a:lnTo>
                    <a:pt x="206146" y="4611"/>
                  </a:lnTo>
                  <a:lnTo>
                    <a:pt x="200980" y="3458"/>
                  </a:lnTo>
                  <a:lnTo>
                    <a:pt x="195780" y="2469"/>
                  </a:lnTo>
                  <a:lnTo>
                    <a:pt x="190552" y="1645"/>
                  </a:lnTo>
                  <a:lnTo>
                    <a:pt x="185300" y="987"/>
                  </a:lnTo>
                  <a:lnTo>
                    <a:pt x="180030" y="496"/>
                  </a:lnTo>
                  <a:lnTo>
                    <a:pt x="174747" y="17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7592" cy="167167"/>
            </a:xfrm>
            <a:custGeom>
              <a:avLst/>
              <a:pathLst>
                <a:path w="7592" h="167167">
                  <a:moveTo>
                    <a:pt x="7592" y="17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7335" y="5269756"/>
              <a:ext cx="167166" cy="167167"/>
            </a:xfrm>
            <a:custGeom>
              <a:avLst/>
              <a:pathLst>
                <a:path w="167166" h="167167">
                  <a:moveTo>
                    <a:pt x="167166" y="0"/>
                  </a:moveTo>
                  <a:lnTo>
                    <a:pt x="161710" y="89"/>
                  </a:lnTo>
                  <a:lnTo>
                    <a:pt x="156259" y="356"/>
                  </a:lnTo>
                  <a:lnTo>
                    <a:pt x="150820" y="801"/>
                  </a:lnTo>
                  <a:lnTo>
                    <a:pt x="145399" y="1423"/>
                  </a:lnTo>
                  <a:lnTo>
                    <a:pt x="140001" y="2221"/>
                  </a:lnTo>
                  <a:lnTo>
                    <a:pt x="134632" y="3196"/>
                  </a:lnTo>
                  <a:lnTo>
                    <a:pt x="129297" y="4345"/>
                  </a:lnTo>
                  <a:lnTo>
                    <a:pt x="124003" y="5668"/>
                  </a:lnTo>
                  <a:lnTo>
                    <a:pt x="118755" y="7163"/>
                  </a:lnTo>
                  <a:lnTo>
                    <a:pt x="113558" y="8828"/>
                  </a:lnTo>
                  <a:lnTo>
                    <a:pt x="108419" y="10662"/>
                  </a:lnTo>
                  <a:lnTo>
                    <a:pt x="103342" y="12663"/>
                  </a:lnTo>
                  <a:lnTo>
                    <a:pt x="98333" y="14829"/>
                  </a:lnTo>
                  <a:lnTo>
                    <a:pt x="93397" y="17156"/>
                  </a:lnTo>
                  <a:lnTo>
                    <a:pt x="88540" y="19644"/>
                  </a:lnTo>
                  <a:lnTo>
                    <a:pt x="83767" y="22289"/>
                  </a:lnTo>
                  <a:lnTo>
                    <a:pt x="79083" y="25088"/>
                  </a:lnTo>
                  <a:lnTo>
                    <a:pt x="74493" y="28039"/>
                  </a:lnTo>
                  <a:lnTo>
                    <a:pt x="70001" y="31138"/>
                  </a:lnTo>
                  <a:lnTo>
                    <a:pt x="65613" y="34382"/>
                  </a:lnTo>
                  <a:lnTo>
                    <a:pt x="61333" y="37767"/>
                  </a:lnTo>
                  <a:lnTo>
                    <a:pt x="57166" y="41290"/>
                  </a:lnTo>
                  <a:lnTo>
                    <a:pt x="53116" y="44948"/>
                  </a:lnTo>
                  <a:lnTo>
                    <a:pt x="49188" y="48735"/>
                  </a:lnTo>
                  <a:lnTo>
                    <a:pt x="45385" y="52649"/>
                  </a:lnTo>
                  <a:lnTo>
                    <a:pt x="41712" y="56685"/>
                  </a:lnTo>
                  <a:lnTo>
                    <a:pt x="38173" y="60838"/>
                  </a:lnTo>
                  <a:lnTo>
                    <a:pt x="34771" y="65105"/>
                  </a:lnTo>
                  <a:lnTo>
                    <a:pt x="31510" y="69481"/>
                  </a:lnTo>
                  <a:lnTo>
                    <a:pt x="28394" y="73961"/>
                  </a:lnTo>
                  <a:lnTo>
                    <a:pt x="25426" y="78540"/>
                  </a:lnTo>
                  <a:lnTo>
                    <a:pt x="22609" y="83213"/>
                  </a:lnTo>
                  <a:lnTo>
                    <a:pt x="19946" y="87976"/>
                  </a:lnTo>
                  <a:lnTo>
                    <a:pt x="17439" y="92823"/>
                  </a:lnTo>
                  <a:lnTo>
                    <a:pt x="15093" y="97750"/>
                  </a:lnTo>
                  <a:lnTo>
                    <a:pt x="12908" y="102750"/>
                  </a:lnTo>
                  <a:lnTo>
                    <a:pt x="10888" y="107820"/>
                  </a:lnTo>
                  <a:lnTo>
                    <a:pt x="9034" y="112952"/>
                  </a:lnTo>
                  <a:lnTo>
                    <a:pt x="7349" y="118142"/>
                  </a:lnTo>
                  <a:lnTo>
                    <a:pt x="5834" y="123385"/>
                  </a:lnTo>
                  <a:lnTo>
                    <a:pt x="4490" y="128674"/>
                  </a:lnTo>
                  <a:lnTo>
                    <a:pt x="3321" y="134004"/>
                  </a:lnTo>
                  <a:lnTo>
                    <a:pt x="2326" y="139369"/>
                  </a:lnTo>
                  <a:lnTo>
                    <a:pt x="1506" y="144764"/>
                  </a:lnTo>
                  <a:lnTo>
                    <a:pt x="863" y="150183"/>
                  </a:lnTo>
                  <a:lnTo>
                    <a:pt x="398" y="155620"/>
                  </a:lnTo>
                  <a:lnTo>
                    <a:pt x="110" y="161070"/>
                  </a:lnTo>
                  <a:lnTo>
                    <a:pt x="0" y="16652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35" y="5269756"/>
              <a:ext cx="334321" cy="334329"/>
            </a:xfrm>
            <a:custGeom>
              <a:avLst/>
              <a:pathLst>
                <a:path w="334321" h="334329">
                  <a:moveTo>
                    <a:pt x="0" y="166525"/>
                  </a:moveTo>
                  <a:lnTo>
                    <a:pt x="63" y="171816"/>
                  </a:lnTo>
                  <a:lnTo>
                    <a:pt x="294" y="177102"/>
                  </a:lnTo>
                  <a:lnTo>
                    <a:pt x="692" y="182378"/>
                  </a:lnTo>
                  <a:lnTo>
                    <a:pt x="1257" y="187639"/>
                  </a:lnTo>
                  <a:lnTo>
                    <a:pt x="1988" y="192879"/>
                  </a:lnTo>
                  <a:lnTo>
                    <a:pt x="2884" y="198094"/>
                  </a:lnTo>
                  <a:lnTo>
                    <a:pt x="3945" y="203277"/>
                  </a:lnTo>
                  <a:lnTo>
                    <a:pt x="5170" y="208425"/>
                  </a:lnTo>
                  <a:lnTo>
                    <a:pt x="6556" y="213531"/>
                  </a:lnTo>
                  <a:lnTo>
                    <a:pt x="8104" y="218591"/>
                  </a:lnTo>
                  <a:lnTo>
                    <a:pt x="9811" y="223599"/>
                  </a:lnTo>
                  <a:lnTo>
                    <a:pt x="11676" y="228550"/>
                  </a:lnTo>
                  <a:lnTo>
                    <a:pt x="13696" y="233440"/>
                  </a:lnTo>
                  <a:lnTo>
                    <a:pt x="15871" y="238264"/>
                  </a:lnTo>
                  <a:lnTo>
                    <a:pt x="18197" y="243016"/>
                  </a:lnTo>
                  <a:lnTo>
                    <a:pt x="20672" y="247693"/>
                  </a:lnTo>
                  <a:lnTo>
                    <a:pt x="23293" y="252289"/>
                  </a:lnTo>
                  <a:lnTo>
                    <a:pt x="26059" y="256799"/>
                  </a:lnTo>
                  <a:lnTo>
                    <a:pt x="28967" y="261220"/>
                  </a:lnTo>
                  <a:lnTo>
                    <a:pt x="32012" y="265546"/>
                  </a:lnTo>
                  <a:lnTo>
                    <a:pt x="35193" y="269774"/>
                  </a:lnTo>
                  <a:lnTo>
                    <a:pt x="38507" y="273900"/>
                  </a:lnTo>
                  <a:lnTo>
                    <a:pt x="41949" y="277918"/>
                  </a:lnTo>
                  <a:lnTo>
                    <a:pt x="45517" y="281825"/>
                  </a:lnTo>
                  <a:lnTo>
                    <a:pt x="49206" y="285617"/>
                  </a:lnTo>
                  <a:lnTo>
                    <a:pt x="53014" y="289291"/>
                  </a:lnTo>
                  <a:lnTo>
                    <a:pt x="56936" y="292843"/>
                  </a:lnTo>
                  <a:lnTo>
                    <a:pt x="60969" y="296268"/>
                  </a:lnTo>
                  <a:lnTo>
                    <a:pt x="65107" y="299564"/>
                  </a:lnTo>
                  <a:lnTo>
                    <a:pt x="69349" y="302728"/>
                  </a:lnTo>
                  <a:lnTo>
                    <a:pt x="73688" y="305756"/>
                  </a:lnTo>
                  <a:lnTo>
                    <a:pt x="78121" y="308645"/>
                  </a:lnTo>
                  <a:lnTo>
                    <a:pt x="82642" y="311392"/>
                  </a:lnTo>
                  <a:lnTo>
                    <a:pt x="87249" y="313994"/>
                  </a:lnTo>
                  <a:lnTo>
                    <a:pt x="91936" y="316450"/>
                  </a:lnTo>
                  <a:lnTo>
                    <a:pt x="96698" y="318756"/>
                  </a:lnTo>
                  <a:lnTo>
                    <a:pt x="101531" y="320910"/>
                  </a:lnTo>
                  <a:lnTo>
                    <a:pt x="106429" y="322910"/>
                  </a:lnTo>
                  <a:lnTo>
                    <a:pt x="111388" y="324754"/>
                  </a:lnTo>
                  <a:lnTo>
                    <a:pt x="116403" y="326441"/>
                  </a:lnTo>
                  <a:lnTo>
                    <a:pt x="121469" y="327967"/>
                  </a:lnTo>
                  <a:lnTo>
                    <a:pt x="126581" y="329333"/>
                  </a:lnTo>
                  <a:lnTo>
                    <a:pt x="131734" y="330536"/>
                  </a:lnTo>
                  <a:lnTo>
                    <a:pt x="136922" y="331576"/>
                  </a:lnTo>
                  <a:lnTo>
                    <a:pt x="142140" y="332451"/>
                  </a:lnTo>
                  <a:lnTo>
                    <a:pt x="147383" y="333160"/>
                  </a:lnTo>
                  <a:lnTo>
                    <a:pt x="152646" y="333703"/>
                  </a:lnTo>
                  <a:lnTo>
                    <a:pt x="157924" y="334079"/>
                  </a:lnTo>
                  <a:lnTo>
                    <a:pt x="163211" y="334288"/>
                  </a:lnTo>
                  <a:lnTo>
                    <a:pt x="168502" y="334329"/>
                  </a:lnTo>
                  <a:lnTo>
                    <a:pt x="173791" y="334203"/>
                  </a:lnTo>
                  <a:lnTo>
                    <a:pt x="179074" y="333910"/>
                  </a:lnTo>
                  <a:lnTo>
                    <a:pt x="184345" y="333449"/>
                  </a:lnTo>
                  <a:lnTo>
                    <a:pt x="189599" y="332822"/>
                  </a:lnTo>
                  <a:lnTo>
                    <a:pt x="194830" y="332029"/>
                  </a:lnTo>
                  <a:lnTo>
                    <a:pt x="200034" y="331071"/>
                  </a:lnTo>
                  <a:lnTo>
                    <a:pt x="205205" y="329949"/>
                  </a:lnTo>
                  <a:lnTo>
                    <a:pt x="210337" y="328664"/>
                  </a:lnTo>
                  <a:lnTo>
                    <a:pt x="215426" y="327216"/>
                  </a:lnTo>
                  <a:lnTo>
                    <a:pt x="220467" y="325609"/>
                  </a:lnTo>
                  <a:lnTo>
                    <a:pt x="225455" y="323843"/>
                  </a:lnTo>
                  <a:lnTo>
                    <a:pt x="230384" y="321920"/>
                  </a:lnTo>
                  <a:lnTo>
                    <a:pt x="235250" y="319841"/>
                  </a:lnTo>
                  <a:lnTo>
                    <a:pt x="240048" y="317610"/>
                  </a:lnTo>
                  <a:lnTo>
                    <a:pt x="244772" y="315228"/>
                  </a:lnTo>
                  <a:lnTo>
                    <a:pt x="249419" y="312698"/>
                  </a:lnTo>
                  <a:lnTo>
                    <a:pt x="253983" y="310022"/>
                  </a:lnTo>
                  <a:lnTo>
                    <a:pt x="258461" y="307203"/>
                  </a:lnTo>
                  <a:lnTo>
                    <a:pt x="262847" y="304244"/>
                  </a:lnTo>
                  <a:lnTo>
                    <a:pt x="267137" y="301147"/>
                  </a:lnTo>
                  <a:lnTo>
                    <a:pt x="271327" y="297916"/>
                  </a:lnTo>
                  <a:lnTo>
                    <a:pt x="275413" y="294554"/>
                  </a:lnTo>
                  <a:lnTo>
                    <a:pt x="279390" y="291065"/>
                  </a:lnTo>
                  <a:lnTo>
                    <a:pt x="283255" y="287451"/>
                  </a:lnTo>
                  <a:lnTo>
                    <a:pt x="287003" y="283717"/>
                  </a:lnTo>
                  <a:lnTo>
                    <a:pt x="290632" y="279866"/>
                  </a:lnTo>
                  <a:lnTo>
                    <a:pt x="294137" y="275902"/>
                  </a:lnTo>
                  <a:lnTo>
                    <a:pt x="297514" y="271829"/>
                  </a:lnTo>
                  <a:lnTo>
                    <a:pt x="300761" y="267652"/>
                  </a:lnTo>
                  <a:lnTo>
                    <a:pt x="303874" y="263374"/>
                  </a:lnTo>
                  <a:lnTo>
                    <a:pt x="306851" y="258999"/>
                  </a:lnTo>
                  <a:lnTo>
                    <a:pt x="309687" y="254532"/>
                  </a:lnTo>
                  <a:lnTo>
                    <a:pt x="312380" y="249978"/>
                  </a:lnTo>
                  <a:lnTo>
                    <a:pt x="314928" y="245341"/>
                  </a:lnTo>
                  <a:lnTo>
                    <a:pt x="317328" y="240626"/>
                  </a:lnTo>
                  <a:lnTo>
                    <a:pt x="319578" y="235837"/>
                  </a:lnTo>
                  <a:lnTo>
                    <a:pt x="321675" y="230979"/>
                  </a:lnTo>
                  <a:lnTo>
                    <a:pt x="323617" y="226057"/>
                  </a:lnTo>
                  <a:lnTo>
                    <a:pt x="325402" y="221076"/>
                  </a:lnTo>
                  <a:lnTo>
                    <a:pt x="327029" y="216041"/>
                  </a:lnTo>
                  <a:lnTo>
                    <a:pt x="328496" y="210958"/>
                  </a:lnTo>
                  <a:lnTo>
                    <a:pt x="329801" y="205830"/>
                  </a:lnTo>
                  <a:lnTo>
                    <a:pt x="330943" y="200664"/>
                  </a:lnTo>
                  <a:lnTo>
                    <a:pt x="331921" y="195464"/>
                  </a:lnTo>
                  <a:lnTo>
                    <a:pt x="332734" y="190236"/>
                  </a:lnTo>
                  <a:lnTo>
                    <a:pt x="333381" y="184984"/>
                  </a:lnTo>
                  <a:lnTo>
                    <a:pt x="333862" y="179715"/>
                  </a:lnTo>
                  <a:lnTo>
                    <a:pt x="334175" y="174434"/>
                  </a:lnTo>
                  <a:lnTo>
                    <a:pt x="334321" y="169144"/>
                  </a:lnTo>
                  <a:lnTo>
                    <a:pt x="334300" y="163853"/>
                  </a:lnTo>
                  <a:lnTo>
                    <a:pt x="334112" y="158566"/>
                  </a:lnTo>
                  <a:lnTo>
                    <a:pt x="333756" y="153287"/>
                  </a:lnTo>
                  <a:lnTo>
                    <a:pt x="333233" y="148022"/>
                  </a:lnTo>
                  <a:lnTo>
                    <a:pt x="332544" y="142776"/>
                  </a:lnTo>
                  <a:lnTo>
                    <a:pt x="331689" y="137554"/>
                  </a:lnTo>
                  <a:lnTo>
                    <a:pt x="330670" y="132362"/>
                  </a:lnTo>
                  <a:lnTo>
                    <a:pt x="329486" y="127205"/>
                  </a:lnTo>
                  <a:lnTo>
                    <a:pt x="328140" y="122088"/>
                  </a:lnTo>
                  <a:lnTo>
                    <a:pt x="326633" y="117016"/>
                  </a:lnTo>
                  <a:lnTo>
                    <a:pt x="324966" y="111995"/>
                  </a:lnTo>
                  <a:lnTo>
                    <a:pt x="323141" y="107028"/>
                  </a:lnTo>
                  <a:lnTo>
                    <a:pt x="321160" y="102122"/>
                  </a:lnTo>
                  <a:lnTo>
                    <a:pt x="319024" y="97281"/>
                  </a:lnTo>
                  <a:lnTo>
                    <a:pt x="316736" y="92511"/>
                  </a:lnTo>
                  <a:lnTo>
                    <a:pt x="314299" y="87814"/>
                  </a:lnTo>
                  <a:lnTo>
                    <a:pt x="311714" y="83198"/>
                  </a:lnTo>
                  <a:lnTo>
                    <a:pt x="308984" y="78665"/>
                  </a:lnTo>
                  <a:lnTo>
                    <a:pt x="306112" y="74222"/>
                  </a:lnTo>
                  <a:lnTo>
                    <a:pt x="303101" y="69871"/>
                  </a:lnTo>
                  <a:lnTo>
                    <a:pt x="299954" y="65618"/>
                  </a:lnTo>
                  <a:lnTo>
                    <a:pt x="296674" y="61466"/>
                  </a:lnTo>
                  <a:lnTo>
                    <a:pt x="293264" y="57420"/>
                  </a:lnTo>
                  <a:lnTo>
                    <a:pt x="289727" y="53485"/>
                  </a:lnTo>
                  <a:lnTo>
                    <a:pt x="286068" y="49663"/>
                  </a:lnTo>
                  <a:lnTo>
                    <a:pt x="282290" y="45959"/>
                  </a:lnTo>
                  <a:lnTo>
                    <a:pt x="278396" y="42376"/>
                  </a:lnTo>
                  <a:lnTo>
                    <a:pt x="274391" y="38919"/>
                  </a:lnTo>
                  <a:lnTo>
                    <a:pt x="270279" y="35589"/>
                  </a:lnTo>
                  <a:lnTo>
                    <a:pt x="266063" y="32392"/>
                  </a:lnTo>
                  <a:lnTo>
                    <a:pt x="261748" y="29330"/>
                  </a:lnTo>
                  <a:lnTo>
                    <a:pt x="257339" y="26406"/>
                  </a:lnTo>
                  <a:lnTo>
                    <a:pt x="252839" y="23622"/>
                  </a:lnTo>
                  <a:lnTo>
                    <a:pt x="248253" y="20983"/>
                  </a:lnTo>
                  <a:lnTo>
                    <a:pt x="243586" y="18490"/>
                  </a:lnTo>
                  <a:lnTo>
                    <a:pt x="238843" y="16146"/>
                  </a:lnTo>
                  <a:lnTo>
                    <a:pt x="234027" y="13953"/>
                  </a:lnTo>
                  <a:lnTo>
                    <a:pt x="229145" y="11914"/>
                  </a:lnTo>
                  <a:lnTo>
                    <a:pt x="224201" y="10030"/>
                  </a:lnTo>
                  <a:lnTo>
                    <a:pt x="219199" y="8304"/>
                  </a:lnTo>
                  <a:lnTo>
                    <a:pt x="214146" y="6737"/>
                  </a:lnTo>
                  <a:lnTo>
                    <a:pt x="209045" y="5330"/>
                  </a:lnTo>
                  <a:lnTo>
                    <a:pt x="203902" y="4086"/>
                  </a:lnTo>
                  <a:lnTo>
                    <a:pt x="198723" y="3005"/>
                  </a:lnTo>
                  <a:lnTo>
                    <a:pt x="193512" y="2089"/>
                  </a:lnTo>
                  <a:lnTo>
                    <a:pt x="188274" y="1338"/>
                  </a:lnTo>
                  <a:lnTo>
                    <a:pt x="183016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828" y="5399291"/>
              <a:ext cx="3386" cy="167167"/>
            </a:xfrm>
            <a:custGeom>
              <a:avLst/>
              <a:pathLst>
                <a:path w="3386" h="167167">
                  <a:moveTo>
                    <a:pt x="3386" y="0"/>
                  </a:moveTo>
                  <a:lnTo>
                    <a:pt x="0" y="34"/>
                  </a:lnTo>
                  <a:lnTo>
                    <a:pt x="338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828" y="539932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828" y="539932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828" y="539932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828" y="539932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828" y="539932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828" y="539932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48" y="5399326"/>
              <a:ext cx="334324" cy="334292"/>
            </a:xfrm>
            <a:custGeom>
              <a:avLst/>
              <a:pathLst>
                <a:path w="334324" h="334292">
                  <a:moveTo>
                    <a:pt x="163780" y="0"/>
                  </a:moveTo>
                  <a:lnTo>
                    <a:pt x="158496" y="190"/>
                  </a:lnTo>
                  <a:lnTo>
                    <a:pt x="153222" y="548"/>
                  </a:lnTo>
                  <a:lnTo>
                    <a:pt x="147961" y="1072"/>
                  </a:lnTo>
                  <a:lnTo>
                    <a:pt x="142719" y="1763"/>
                  </a:lnTo>
                  <a:lnTo>
                    <a:pt x="137502" y="2618"/>
                  </a:lnTo>
                  <a:lnTo>
                    <a:pt x="132314" y="3639"/>
                  </a:lnTo>
                  <a:lnTo>
                    <a:pt x="127161" y="4823"/>
                  </a:lnTo>
                  <a:lnTo>
                    <a:pt x="122049" y="6169"/>
                  </a:lnTo>
                  <a:lnTo>
                    <a:pt x="116981" y="7676"/>
                  </a:lnTo>
                  <a:lnTo>
                    <a:pt x="111964" y="9343"/>
                  </a:lnTo>
                  <a:lnTo>
                    <a:pt x="107002" y="11168"/>
                  </a:lnTo>
                  <a:lnTo>
                    <a:pt x="102100" y="13148"/>
                  </a:lnTo>
                  <a:lnTo>
                    <a:pt x="97263" y="15283"/>
                  </a:lnTo>
                  <a:lnTo>
                    <a:pt x="92496" y="17569"/>
                  </a:lnTo>
                  <a:lnTo>
                    <a:pt x="87804" y="20005"/>
                  </a:lnTo>
                  <a:lnTo>
                    <a:pt x="83191" y="22589"/>
                  </a:lnTo>
                  <a:lnTo>
                    <a:pt x="78662" y="25317"/>
                  </a:lnTo>
                  <a:lnTo>
                    <a:pt x="74221" y="28186"/>
                  </a:lnTo>
                  <a:lnTo>
                    <a:pt x="69874" y="31195"/>
                  </a:lnTo>
                  <a:lnTo>
                    <a:pt x="65624" y="34340"/>
                  </a:lnTo>
                  <a:lnTo>
                    <a:pt x="61475" y="37617"/>
                  </a:lnTo>
                  <a:lnTo>
                    <a:pt x="57433" y="41024"/>
                  </a:lnTo>
                  <a:lnTo>
                    <a:pt x="53500" y="44557"/>
                  </a:lnTo>
                  <a:lnTo>
                    <a:pt x="49680" y="48213"/>
                  </a:lnTo>
                  <a:lnTo>
                    <a:pt x="45978" y="51988"/>
                  </a:lnTo>
                  <a:lnTo>
                    <a:pt x="42398" y="55878"/>
                  </a:lnTo>
                  <a:lnTo>
                    <a:pt x="38942" y="59879"/>
                  </a:lnTo>
                  <a:lnTo>
                    <a:pt x="35615" y="63987"/>
                  </a:lnTo>
                  <a:lnTo>
                    <a:pt x="32419" y="68199"/>
                  </a:lnTo>
                  <a:lnTo>
                    <a:pt x="29357" y="72510"/>
                  </a:lnTo>
                  <a:lnTo>
                    <a:pt x="26434" y="76915"/>
                  </a:lnTo>
                  <a:lnTo>
                    <a:pt x="23652" y="81410"/>
                  </a:lnTo>
                  <a:lnTo>
                    <a:pt x="21013" y="85992"/>
                  </a:lnTo>
                  <a:lnTo>
                    <a:pt x="18520" y="90654"/>
                  </a:lnTo>
                  <a:lnTo>
                    <a:pt x="16176" y="95393"/>
                  </a:lnTo>
                  <a:lnTo>
                    <a:pt x="13982" y="100204"/>
                  </a:lnTo>
                  <a:lnTo>
                    <a:pt x="11943" y="105081"/>
                  </a:lnTo>
                  <a:lnTo>
                    <a:pt x="10058" y="110021"/>
                  </a:lnTo>
                  <a:lnTo>
                    <a:pt x="8331" y="115018"/>
                  </a:lnTo>
                  <a:lnTo>
                    <a:pt x="6762" y="120067"/>
                  </a:lnTo>
                  <a:lnTo>
                    <a:pt x="5354" y="125163"/>
                  </a:lnTo>
                  <a:lnTo>
                    <a:pt x="4108" y="130301"/>
                  </a:lnTo>
                  <a:lnTo>
                    <a:pt x="3024" y="135475"/>
                  </a:lnTo>
                  <a:lnTo>
                    <a:pt x="2105" y="140682"/>
                  </a:lnTo>
                  <a:lnTo>
                    <a:pt x="1351" y="145915"/>
                  </a:lnTo>
                  <a:lnTo>
                    <a:pt x="763" y="151169"/>
                  </a:lnTo>
                  <a:lnTo>
                    <a:pt x="342" y="156439"/>
                  </a:lnTo>
                  <a:lnTo>
                    <a:pt x="87" y="161720"/>
                  </a:lnTo>
                  <a:lnTo>
                    <a:pt x="0" y="167006"/>
                  </a:lnTo>
                  <a:lnTo>
                    <a:pt x="79" y="172293"/>
                  </a:lnTo>
                  <a:lnTo>
                    <a:pt x="326" y="177574"/>
                  </a:lnTo>
                  <a:lnTo>
                    <a:pt x="739" y="182845"/>
                  </a:lnTo>
                  <a:lnTo>
                    <a:pt x="1320" y="188100"/>
                  </a:lnTo>
                  <a:lnTo>
                    <a:pt x="2066" y="193334"/>
                  </a:lnTo>
                  <a:lnTo>
                    <a:pt x="2977" y="198542"/>
                  </a:lnTo>
                  <a:lnTo>
                    <a:pt x="4052" y="203718"/>
                  </a:lnTo>
                  <a:lnTo>
                    <a:pt x="5291" y="208858"/>
                  </a:lnTo>
                  <a:lnTo>
                    <a:pt x="6691" y="213956"/>
                  </a:lnTo>
                  <a:lnTo>
                    <a:pt x="8252" y="219007"/>
                  </a:lnTo>
                  <a:lnTo>
                    <a:pt x="9972" y="224007"/>
                  </a:lnTo>
                  <a:lnTo>
                    <a:pt x="11849" y="228949"/>
                  </a:lnTo>
                  <a:lnTo>
                    <a:pt x="13881" y="233830"/>
                  </a:lnTo>
                  <a:lnTo>
                    <a:pt x="16067" y="238644"/>
                  </a:lnTo>
                  <a:lnTo>
                    <a:pt x="18404" y="243386"/>
                  </a:lnTo>
                  <a:lnTo>
                    <a:pt x="20890" y="248052"/>
                  </a:lnTo>
                  <a:lnTo>
                    <a:pt x="23522" y="252638"/>
                  </a:lnTo>
                  <a:lnTo>
                    <a:pt x="26298" y="257137"/>
                  </a:lnTo>
                  <a:lnTo>
                    <a:pt x="29214" y="261547"/>
                  </a:lnTo>
                  <a:lnTo>
                    <a:pt x="32269" y="265862"/>
                  </a:lnTo>
                  <a:lnTo>
                    <a:pt x="35459" y="270079"/>
                  </a:lnTo>
                  <a:lnTo>
                    <a:pt x="38780" y="274192"/>
                  </a:lnTo>
                  <a:lnTo>
                    <a:pt x="42230" y="278199"/>
                  </a:lnTo>
                  <a:lnTo>
                    <a:pt x="45804" y="282094"/>
                  </a:lnTo>
                  <a:lnTo>
                    <a:pt x="49501" y="285874"/>
                  </a:lnTo>
                  <a:lnTo>
                    <a:pt x="53314" y="289536"/>
                  </a:lnTo>
                  <a:lnTo>
                    <a:pt x="57242" y="293075"/>
                  </a:lnTo>
                  <a:lnTo>
                    <a:pt x="61280" y="296488"/>
                  </a:lnTo>
                  <a:lnTo>
                    <a:pt x="65423" y="299772"/>
                  </a:lnTo>
                  <a:lnTo>
                    <a:pt x="69669" y="302923"/>
                  </a:lnTo>
                  <a:lnTo>
                    <a:pt x="74011" y="305938"/>
                  </a:lnTo>
                  <a:lnTo>
                    <a:pt x="78447" y="308815"/>
                  </a:lnTo>
                  <a:lnTo>
                    <a:pt x="82972" y="311549"/>
                  </a:lnTo>
                  <a:lnTo>
                    <a:pt x="87581" y="314140"/>
                  </a:lnTo>
                  <a:lnTo>
                    <a:pt x="92270" y="316583"/>
                  </a:lnTo>
                  <a:lnTo>
                    <a:pt x="97033" y="318877"/>
                  </a:lnTo>
                  <a:lnTo>
                    <a:pt x="101867" y="321018"/>
                  </a:lnTo>
                  <a:lnTo>
                    <a:pt x="106766" y="323006"/>
                  </a:lnTo>
                  <a:lnTo>
                    <a:pt x="111725" y="324839"/>
                  </a:lnTo>
                  <a:lnTo>
                    <a:pt x="116740" y="326513"/>
                  </a:lnTo>
                  <a:lnTo>
                    <a:pt x="121805" y="328028"/>
                  </a:lnTo>
                  <a:lnTo>
                    <a:pt x="126916" y="329382"/>
                  </a:lnTo>
                  <a:lnTo>
                    <a:pt x="132067" y="330574"/>
                  </a:lnTo>
                  <a:lnTo>
                    <a:pt x="137253" y="331602"/>
                  </a:lnTo>
                  <a:lnTo>
                    <a:pt x="142469" y="332466"/>
                  </a:lnTo>
                  <a:lnTo>
                    <a:pt x="147710" y="333164"/>
                  </a:lnTo>
                  <a:lnTo>
                    <a:pt x="152970" y="333696"/>
                  </a:lnTo>
                  <a:lnTo>
                    <a:pt x="158244" y="334062"/>
                  </a:lnTo>
                  <a:lnTo>
                    <a:pt x="163527" y="334260"/>
                  </a:lnTo>
                  <a:lnTo>
                    <a:pt x="168814" y="334292"/>
                  </a:lnTo>
                  <a:lnTo>
                    <a:pt x="174099" y="334156"/>
                  </a:lnTo>
                  <a:lnTo>
                    <a:pt x="179378" y="333854"/>
                  </a:lnTo>
                  <a:lnTo>
                    <a:pt x="184644" y="333384"/>
                  </a:lnTo>
                  <a:lnTo>
                    <a:pt x="189892" y="332748"/>
                  </a:lnTo>
                  <a:lnTo>
                    <a:pt x="195118" y="331947"/>
                  </a:lnTo>
                  <a:lnTo>
                    <a:pt x="200316" y="330980"/>
                  </a:lnTo>
                  <a:lnTo>
                    <a:pt x="205481" y="329850"/>
                  </a:lnTo>
                  <a:lnTo>
                    <a:pt x="210607" y="328557"/>
                  </a:lnTo>
                  <a:lnTo>
                    <a:pt x="215690" y="327103"/>
                  </a:lnTo>
                  <a:lnTo>
                    <a:pt x="220725" y="325488"/>
                  </a:lnTo>
                  <a:lnTo>
                    <a:pt x="225706" y="323715"/>
                  </a:lnTo>
                  <a:lnTo>
                    <a:pt x="230628" y="321786"/>
                  </a:lnTo>
                  <a:lnTo>
                    <a:pt x="235487" y="319702"/>
                  </a:lnTo>
                  <a:lnTo>
                    <a:pt x="240277" y="317465"/>
                  </a:lnTo>
                  <a:lnTo>
                    <a:pt x="244995" y="315078"/>
                  </a:lnTo>
                  <a:lnTo>
                    <a:pt x="249634" y="312543"/>
                  </a:lnTo>
                  <a:lnTo>
                    <a:pt x="254191" y="309862"/>
                  </a:lnTo>
                  <a:lnTo>
                    <a:pt x="258661" y="307039"/>
                  </a:lnTo>
                  <a:lnTo>
                    <a:pt x="263040" y="304076"/>
                  </a:lnTo>
                  <a:lnTo>
                    <a:pt x="267322" y="300975"/>
                  </a:lnTo>
                  <a:lnTo>
                    <a:pt x="271505" y="297741"/>
                  </a:lnTo>
                  <a:lnTo>
                    <a:pt x="275583" y="294376"/>
                  </a:lnTo>
                  <a:lnTo>
                    <a:pt x="279552" y="290884"/>
                  </a:lnTo>
                  <a:lnTo>
                    <a:pt x="283409" y="287269"/>
                  </a:lnTo>
                  <a:lnTo>
                    <a:pt x="287150" y="283533"/>
                  </a:lnTo>
                  <a:lnTo>
                    <a:pt x="290771" y="279680"/>
                  </a:lnTo>
                  <a:lnTo>
                    <a:pt x="294268" y="275715"/>
                  </a:lnTo>
                  <a:lnTo>
                    <a:pt x="297639" y="271642"/>
                  </a:lnTo>
                  <a:lnTo>
                    <a:pt x="300878" y="267463"/>
                  </a:lnTo>
                  <a:lnTo>
                    <a:pt x="303984" y="263185"/>
                  </a:lnTo>
                  <a:lnTo>
                    <a:pt x="306953" y="258810"/>
                  </a:lnTo>
                  <a:lnTo>
                    <a:pt x="309782" y="254344"/>
                  </a:lnTo>
                  <a:lnTo>
                    <a:pt x="312469" y="249790"/>
                  </a:lnTo>
                  <a:lnTo>
                    <a:pt x="315010" y="245154"/>
                  </a:lnTo>
                  <a:lnTo>
                    <a:pt x="317403" y="240440"/>
                  </a:lnTo>
                  <a:lnTo>
                    <a:pt x="319646" y="235652"/>
                  </a:lnTo>
                  <a:lnTo>
                    <a:pt x="321737" y="230796"/>
                  </a:lnTo>
                  <a:lnTo>
                    <a:pt x="323673" y="225877"/>
                  </a:lnTo>
                  <a:lnTo>
                    <a:pt x="325452" y="220898"/>
                  </a:lnTo>
                  <a:lnTo>
                    <a:pt x="327073" y="215866"/>
                  </a:lnTo>
                  <a:lnTo>
                    <a:pt x="328534" y="210785"/>
                  </a:lnTo>
                  <a:lnTo>
                    <a:pt x="329834" y="205660"/>
                  </a:lnTo>
                  <a:lnTo>
                    <a:pt x="330971" y="200497"/>
                  </a:lnTo>
                  <a:lnTo>
                    <a:pt x="331944" y="195300"/>
                  </a:lnTo>
                  <a:lnTo>
                    <a:pt x="332752" y="190075"/>
                  </a:lnTo>
                  <a:lnTo>
                    <a:pt x="333395" y="184827"/>
                  </a:lnTo>
                  <a:lnTo>
                    <a:pt x="333872" y="179562"/>
                  </a:lnTo>
                  <a:lnTo>
                    <a:pt x="334181" y="174284"/>
                  </a:lnTo>
                  <a:lnTo>
                    <a:pt x="334324" y="168999"/>
                  </a:lnTo>
                  <a:lnTo>
                    <a:pt x="334299" y="163712"/>
                  </a:lnTo>
                  <a:lnTo>
                    <a:pt x="334108" y="158429"/>
                  </a:lnTo>
                  <a:lnTo>
                    <a:pt x="333749" y="153154"/>
                  </a:lnTo>
                  <a:lnTo>
                    <a:pt x="333223" y="147893"/>
                  </a:lnTo>
                  <a:lnTo>
                    <a:pt x="332532" y="142651"/>
                  </a:lnTo>
                  <a:lnTo>
                    <a:pt x="331675" y="137434"/>
                  </a:lnTo>
                  <a:lnTo>
                    <a:pt x="330654" y="132247"/>
                  </a:lnTo>
                  <a:lnTo>
                    <a:pt x="329469" y="127095"/>
                  </a:lnTo>
                  <a:lnTo>
                    <a:pt x="328122" y="121982"/>
                  </a:lnTo>
                  <a:lnTo>
                    <a:pt x="326613" y="116915"/>
                  </a:lnTo>
                  <a:lnTo>
                    <a:pt x="324945" y="111898"/>
                  </a:lnTo>
                  <a:lnTo>
                    <a:pt x="323120" y="106936"/>
                  </a:lnTo>
                  <a:lnTo>
                    <a:pt x="321138" y="102034"/>
                  </a:lnTo>
                  <a:lnTo>
                    <a:pt x="319003" y="97198"/>
                  </a:lnTo>
                  <a:lnTo>
                    <a:pt x="316715" y="92432"/>
                  </a:lnTo>
                  <a:lnTo>
                    <a:pt x="314278" y="87740"/>
                  </a:lnTo>
                  <a:lnTo>
                    <a:pt x="311694" y="83127"/>
                  </a:lnTo>
                  <a:lnTo>
                    <a:pt x="308965" y="78599"/>
                  </a:lnTo>
                  <a:lnTo>
                    <a:pt x="306095" y="74159"/>
                  </a:lnTo>
                  <a:lnTo>
                    <a:pt x="303085" y="69812"/>
                  </a:lnTo>
                  <a:lnTo>
                    <a:pt x="299940" y="65563"/>
                  </a:lnTo>
                  <a:lnTo>
                    <a:pt x="296661" y="61415"/>
                  </a:lnTo>
                  <a:lnTo>
                    <a:pt x="293253" y="57373"/>
                  </a:lnTo>
                  <a:lnTo>
                    <a:pt x="289719" y="53441"/>
                  </a:lnTo>
                  <a:lnTo>
                    <a:pt x="286063" y="49622"/>
                  </a:lnTo>
                  <a:lnTo>
                    <a:pt x="282287" y="45921"/>
                  </a:lnTo>
                  <a:lnTo>
                    <a:pt x="278397" y="42341"/>
                  </a:lnTo>
                  <a:lnTo>
                    <a:pt x="274395" y="38886"/>
                  </a:lnTo>
                  <a:lnTo>
                    <a:pt x="270286" y="35560"/>
                  </a:lnTo>
                  <a:lnTo>
                    <a:pt x="266073" y="32364"/>
                  </a:lnTo>
                  <a:lnTo>
                    <a:pt x="261762" y="29304"/>
                  </a:lnTo>
                  <a:lnTo>
                    <a:pt x="257356" y="26382"/>
                  </a:lnTo>
                  <a:lnTo>
                    <a:pt x="252860" y="23600"/>
                  </a:lnTo>
                  <a:lnTo>
                    <a:pt x="248279" y="20962"/>
                  </a:lnTo>
                  <a:lnTo>
                    <a:pt x="243616" y="18470"/>
                  </a:lnTo>
                  <a:lnTo>
                    <a:pt x="238876" y="16127"/>
                  </a:lnTo>
                  <a:lnTo>
                    <a:pt x="234065" y="13935"/>
                  </a:lnTo>
                  <a:lnTo>
                    <a:pt x="229187" y="11896"/>
                  </a:lnTo>
                  <a:lnTo>
                    <a:pt x="224247" y="10012"/>
                  </a:lnTo>
                  <a:lnTo>
                    <a:pt x="219250" y="8286"/>
                  </a:lnTo>
                  <a:lnTo>
                    <a:pt x="214201" y="6718"/>
                  </a:lnTo>
                  <a:lnTo>
                    <a:pt x="167167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47033" cy="167167"/>
            </a:xfrm>
            <a:custGeom>
              <a:avLst/>
              <a:pathLst>
                <a:path w="47033" h="167167">
                  <a:moveTo>
                    <a:pt x="47033" y="6753"/>
                  </a:moveTo>
                  <a:lnTo>
                    <a:pt x="41286" y="5178"/>
                  </a:lnTo>
                  <a:lnTo>
                    <a:pt x="35486" y="3809"/>
                  </a:lnTo>
                  <a:lnTo>
                    <a:pt x="29640" y="2648"/>
                  </a:lnTo>
                  <a:lnTo>
                    <a:pt x="23758" y="1696"/>
                  </a:lnTo>
                  <a:lnTo>
                    <a:pt x="17845" y="955"/>
                  </a:lnTo>
                  <a:lnTo>
                    <a:pt x="11909" y="424"/>
                  </a:lnTo>
                  <a:lnTo>
                    <a:pt x="5958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8187" y="5399291"/>
              <a:ext cx="45356" cy="167167"/>
            </a:xfrm>
            <a:custGeom>
              <a:avLst/>
              <a:pathLst>
                <a:path w="45356" h="167167">
                  <a:moveTo>
                    <a:pt x="45356" y="0"/>
                  </a:moveTo>
                  <a:lnTo>
                    <a:pt x="38796" y="128"/>
                  </a:lnTo>
                  <a:lnTo>
                    <a:pt x="32246" y="514"/>
                  </a:lnTo>
                  <a:lnTo>
                    <a:pt x="25716" y="1157"/>
                  </a:lnTo>
                  <a:lnTo>
                    <a:pt x="19217" y="2056"/>
                  </a:lnTo>
                  <a:lnTo>
                    <a:pt x="12758" y="3209"/>
                  </a:lnTo>
                  <a:lnTo>
                    <a:pt x="6348" y="4614"/>
                  </a:lnTo>
                  <a:lnTo>
                    <a:pt x="0" y="6270"/>
                  </a:lnTo>
                  <a:lnTo>
                    <a:pt x="453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93" y="5405562"/>
              <a:ext cx="167150" cy="323293"/>
            </a:xfrm>
            <a:custGeom>
              <a:avLst/>
              <a:pathLst>
                <a:path w="167150" h="323293">
                  <a:moveTo>
                    <a:pt x="121793" y="0"/>
                  </a:moveTo>
                  <a:lnTo>
                    <a:pt x="116662" y="1535"/>
                  </a:lnTo>
                  <a:lnTo>
                    <a:pt x="111582" y="3234"/>
                  </a:lnTo>
                  <a:lnTo>
                    <a:pt x="106560" y="5095"/>
                  </a:lnTo>
                  <a:lnTo>
                    <a:pt x="101600" y="7116"/>
                  </a:lnTo>
                  <a:lnTo>
                    <a:pt x="96707" y="9295"/>
                  </a:lnTo>
                  <a:lnTo>
                    <a:pt x="91887" y="11630"/>
                  </a:lnTo>
                  <a:lnTo>
                    <a:pt x="87144" y="14117"/>
                  </a:lnTo>
                  <a:lnTo>
                    <a:pt x="82483" y="16756"/>
                  </a:lnTo>
                  <a:lnTo>
                    <a:pt x="77908" y="19542"/>
                  </a:lnTo>
                  <a:lnTo>
                    <a:pt x="73426" y="22473"/>
                  </a:lnTo>
                  <a:lnTo>
                    <a:pt x="69040" y="25547"/>
                  </a:lnTo>
                  <a:lnTo>
                    <a:pt x="64754" y="28759"/>
                  </a:lnTo>
                  <a:lnTo>
                    <a:pt x="60573" y="32108"/>
                  </a:lnTo>
                  <a:lnTo>
                    <a:pt x="56502" y="35588"/>
                  </a:lnTo>
                  <a:lnTo>
                    <a:pt x="52545" y="39197"/>
                  </a:lnTo>
                  <a:lnTo>
                    <a:pt x="48705" y="42931"/>
                  </a:lnTo>
                  <a:lnTo>
                    <a:pt x="44987" y="46786"/>
                  </a:lnTo>
                  <a:lnTo>
                    <a:pt x="41394" y="50758"/>
                  </a:lnTo>
                  <a:lnTo>
                    <a:pt x="37930" y="54843"/>
                  </a:lnTo>
                  <a:lnTo>
                    <a:pt x="34599" y="59037"/>
                  </a:lnTo>
                  <a:lnTo>
                    <a:pt x="31404" y="63336"/>
                  </a:lnTo>
                  <a:lnTo>
                    <a:pt x="28348" y="67734"/>
                  </a:lnTo>
                  <a:lnTo>
                    <a:pt x="25435" y="72229"/>
                  </a:lnTo>
                  <a:lnTo>
                    <a:pt x="22667" y="76814"/>
                  </a:lnTo>
                  <a:lnTo>
                    <a:pt x="20048" y="81486"/>
                  </a:lnTo>
                  <a:lnTo>
                    <a:pt x="17579" y="86239"/>
                  </a:lnTo>
                  <a:lnTo>
                    <a:pt x="15264" y="91069"/>
                  </a:lnTo>
                  <a:lnTo>
                    <a:pt x="13105" y="95971"/>
                  </a:lnTo>
                  <a:lnTo>
                    <a:pt x="11105" y="100939"/>
                  </a:lnTo>
                  <a:lnTo>
                    <a:pt x="9264" y="105969"/>
                  </a:lnTo>
                  <a:lnTo>
                    <a:pt x="7585" y="111055"/>
                  </a:lnTo>
                  <a:lnTo>
                    <a:pt x="6070" y="116192"/>
                  </a:lnTo>
                  <a:lnTo>
                    <a:pt x="4721" y="121375"/>
                  </a:lnTo>
                  <a:lnTo>
                    <a:pt x="3538" y="126599"/>
                  </a:lnTo>
                  <a:lnTo>
                    <a:pt x="2524" y="131858"/>
                  </a:lnTo>
                  <a:lnTo>
                    <a:pt x="1678" y="137147"/>
                  </a:lnTo>
                  <a:lnTo>
                    <a:pt x="1002" y="142460"/>
                  </a:lnTo>
                  <a:lnTo>
                    <a:pt x="497" y="147792"/>
                  </a:lnTo>
                  <a:lnTo>
                    <a:pt x="162" y="153137"/>
                  </a:lnTo>
                  <a:lnTo>
                    <a:pt x="0" y="158491"/>
                  </a:lnTo>
                  <a:lnTo>
                    <a:pt x="8" y="163847"/>
                  </a:lnTo>
                  <a:lnTo>
                    <a:pt x="189" y="169200"/>
                  </a:lnTo>
                  <a:lnTo>
                    <a:pt x="540" y="174544"/>
                  </a:lnTo>
                  <a:lnTo>
                    <a:pt x="1063" y="179875"/>
                  </a:lnTo>
                  <a:lnTo>
                    <a:pt x="1756" y="185186"/>
                  </a:lnTo>
                  <a:lnTo>
                    <a:pt x="2619" y="190472"/>
                  </a:lnTo>
                  <a:lnTo>
                    <a:pt x="3651" y="195727"/>
                  </a:lnTo>
                  <a:lnTo>
                    <a:pt x="4851" y="200947"/>
                  </a:lnTo>
                  <a:lnTo>
                    <a:pt x="6217" y="206126"/>
                  </a:lnTo>
                  <a:lnTo>
                    <a:pt x="7749" y="211258"/>
                  </a:lnTo>
                  <a:lnTo>
                    <a:pt x="9444" y="216339"/>
                  </a:lnTo>
                  <a:lnTo>
                    <a:pt x="11301" y="221362"/>
                  </a:lnTo>
                  <a:lnTo>
                    <a:pt x="13318" y="226324"/>
                  </a:lnTo>
                  <a:lnTo>
                    <a:pt x="15493" y="231219"/>
                  </a:lnTo>
                  <a:lnTo>
                    <a:pt x="17824" y="236041"/>
                  </a:lnTo>
                  <a:lnTo>
                    <a:pt x="20308" y="240786"/>
                  </a:lnTo>
                  <a:lnTo>
                    <a:pt x="22942" y="245449"/>
                  </a:lnTo>
                  <a:lnTo>
                    <a:pt x="25725" y="250026"/>
                  </a:lnTo>
                  <a:lnTo>
                    <a:pt x="28653" y="254510"/>
                  </a:lnTo>
                  <a:lnTo>
                    <a:pt x="31723" y="258899"/>
                  </a:lnTo>
                  <a:lnTo>
                    <a:pt x="34932" y="263187"/>
                  </a:lnTo>
                  <a:lnTo>
                    <a:pt x="38277" y="267370"/>
                  </a:lnTo>
                  <a:lnTo>
                    <a:pt x="41754" y="271444"/>
                  </a:lnTo>
                  <a:lnTo>
                    <a:pt x="45360" y="275405"/>
                  </a:lnTo>
                  <a:lnTo>
                    <a:pt x="49091" y="279247"/>
                  </a:lnTo>
                  <a:lnTo>
                    <a:pt x="52943" y="282969"/>
                  </a:lnTo>
                  <a:lnTo>
                    <a:pt x="56912" y="286565"/>
                  </a:lnTo>
                  <a:lnTo>
                    <a:pt x="60995" y="290032"/>
                  </a:lnTo>
                  <a:lnTo>
                    <a:pt x="65186" y="293366"/>
                  </a:lnTo>
                  <a:lnTo>
                    <a:pt x="69482" y="296565"/>
                  </a:lnTo>
                  <a:lnTo>
                    <a:pt x="73878" y="299624"/>
                  </a:lnTo>
                  <a:lnTo>
                    <a:pt x="78370" y="302541"/>
                  </a:lnTo>
                  <a:lnTo>
                    <a:pt x="82954" y="305312"/>
                  </a:lnTo>
                  <a:lnTo>
                    <a:pt x="87623" y="307935"/>
                  </a:lnTo>
                  <a:lnTo>
                    <a:pt x="92375" y="310407"/>
                  </a:lnTo>
                  <a:lnTo>
                    <a:pt x="97203" y="312726"/>
                  </a:lnTo>
                  <a:lnTo>
                    <a:pt x="102102" y="314889"/>
                  </a:lnTo>
                  <a:lnTo>
                    <a:pt x="107069" y="316894"/>
                  </a:lnTo>
                  <a:lnTo>
                    <a:pt x="112097" y="318738"/>
                  </a:lnTo>
                  <a:lnTo>
                    <a:pt x="117182" y="320421"/>
                  </a:lnTo>
                  <a:lnTo>
                    <a:pt x="122318" y="321940"/>
                  </a:lnTo>
                  <a:lnTo>
                    <a:pt x="127500" y="323293"/>
                  </a:lnTo>
                  <a:lnTo>
                    <a:pt x="167150" y="1608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83894" y="5399291"/>
              <a:ext cx="206811" cy="334314"/>
            </a:xfrm>
            <a:custGeom>
              <a:avLst/>
              <a:pathLst>
                <a:path w="206811" h="334314">
                  <a:moveTo>
                    <a:pt x="0" y="329564"/>
                  </a:moveTo>
                  <a:lnTo>
                    <a:pt x="5199" y="330746"/>
                  </a:lnTo>
                  <a:lnTo>
                    <a:pt x="10433" y="331762"/>
                  </a:lnTo>
                  <a:lnTo>
                    <a:pt x="15697" y="332610"/>
                  </a:lnTo>
                  <a:lnTo>
                    <a:pt x="20985" y="333289"/>
                  </a:lnTo>
                  <a:lnTo>
                    <a:pt x="26293" y="333800"/>
                  </a:lnTo>
                  <a:lnTo>
                    <a:pt x="31614" y="334141"/>
                  </a:lnTo>
                  <a:lnTo>
                    <a:pt x="36943" y="334312"/>
                  </a:lnTo>
                  <a:lnTo>
                    <a:pt x="42275" y="334314"/>
                  </a:lnTo>
                  <a:lnTo>
                    <a:pt x="47604" y="334145"/>
                  </a:lnTo>
                  <a:lnTo>
                    <a:pt x="52925" y="333806"/>
                  </a:lnTo>
                  <a:lnTo>
                    <a:pt x="58233" y="333298"/>
                  </a:lnTo>
                  <a:lnTo>
                    <a:pt x="63521" y="332621"/>
                  </a:lnTo>
                  <a:lnTo>
                    <a:pt x="68786" y="331776"/>
                  </a:lnTo>
                  <a:lnTo>
                    <a:pt x="74021" y="330763"/>
                  </a:lnTo>
                  <a:lnTo>
                    <a:pt x="79220" y="329583"/>
                  </a:lnTo>
                  <a:lnTo>
                    <a:pt x="84380" y="328239"/>
                  </a:lnTo>
                  <a:lnTo>
                    <a:pt x="89494" y="326730"/>
                  </a:lnTo>
                  <a:lnTo>
                    <a:pt x="94557" y="325059"/>
                  </a:lnTo>
                  <a:lnTo>
                    <a:pt x="99565" y="323228"/>
                  </a:lnTo>
                  <a:lnTo>
                    <a:pt x="104511" y="321238"/>
                  </a:lnTo>
                  <a:lnTo>
                    <a:pt x="109392" y="319091"/>
                  </a:lnTo>
                  <a:lnTo>
                    <a:pt x="114201" y="316789"/>
                  </a:lnTo>
                  <a:lnTo>
                    <a:pt x="118935" y="314336"/>
                  </a:lnTo>
                  <a:lnTo>
                    <a:pt x="123588" y="311732"/>
                  </a:lnTo>
                  <a:lnTo>
                    <a:pt x="128156" y="308982"/>
                  </a:lnTo>
                  <a:lnTo>
                    <a:pt x="132634" y="306087"/>
                  </a:lnTo>
                  <a:lnTo>
                    <a:pt x="137017" y="303051"/>
                  </a:lnTo>
                  <a:lnTo>
                    <a:pt x="141301" y="299877"/>
                  </a:lnTo>
                  <a:lnTo>
                    <a:pt x="145481" y="296567"/>
                  </a:lnTo>
                  <a:lnTo>
                    <a:pt x="149554" y="293126"/>
                  </a:lnTo>
                  <a:lnTo>
                    <a:pt x="153515" y="289557"/>
                  </a:lnTo>
                  <a:lnTo>
                    <a:pt x="157360" y="285864"/>
                  </a:lnTo>
                  <a:lnTo>
                    <a:pt x="161086" y="282049"/>
                  </a:lnTo>
                  <a:lnTo>
                    <a:pt x="164688" y="278118"/>
                  </a:lnTo>
                  <a:lnTo>
                    <a:pt x="168163" y="274074"/>
                  </a:lnTo>
                  <a:lnTo>
                    <a:pt x="171507" y="269921"/>
                  </a:lnTo>
                  <a:lnTo>
                    <a:pt x="174717" y="265664"/>
                  </a:lnTo>
                  <a:lnTo>
                    <a:pt x="177789" y="261306"/>
                  </a:lnTo>
                  <a:lnTo>
                    <a:pt x="180721" y="256853"/>
                  </a:lnTo>
                  <a:lnTo>
                    <a:pt x="183510" y="252308"/>
                  </a:lnTo>
                  <a:lnTo>
                    <a:pt x="186152" y="247677"/>
                  </a:lnTo>
                  <a:lnTo>
                    <a:pt x="188645" y="242964"/>
                  </a:lnTo>
                  <a:lnTo>
                    <a:pt x="190986" y="238173"/>
                  </a:lnTo>
                  <a:lnTo>
                    <a:pt x="193174" y="233311"/>
                  </a:lnTo>
                  <a:lnTo>
                    <a:pt x="195205" y="228381"/>
                  </a:lnTo>
                  <a:lnTo>
                    <a:pt x="197078" y="223389"/>
                  </a:lnTo>
                  <a:lnTo>
                    <a:pt x="198791" y="218340"/>
                  </a:lnTo>
                  <a:lnTo>
                    <a:pt x="200342" y="213239"/>
                  </a:lnTo>
                  <a:lnTo>
                    <a:pt x="201730" y="208091"/>
                  </a:lnTo>
                  <a:lnTo>
                    <a:pt x="202952" y="202901"/>
                  </a:lnTo>
                  <a:lnTo>
                    <a:pt x="204009" y="197675"/>
                  </a:lnTo>
                  <a:lnTo>
                    <a:pt x="204898" y="192417"/>
                  </a:lnTo>
                  <a:lnTo>
                    <a:pt x="205619" y="187135"/>
                  </a:lnTo>
                  <a:lnTo>
                    <a:pt x="206172" y="181831"/>
                  </a:lnTo>
                  <a:lnTo>
                    <a:pt x="206555" y="176513"/>
                  </a:lnTo>
                  <a:lnTo>
                    <a:pt x="206768" y="171186"/>
                  </a:lnTo>
                  <a:lnTo>
                    <a:pt x="206811" y="165854"/>
                  </a:lnTo>
                  <a:lnTo>
                    <a:pt x="206684" y="160524"/>
                  </a:lnTo>
                  <a:lnTo>
                    <a:pt x="206387" y="155200"/>
                  </a:lnTo>
                  <a:lnTo>
                    <a:pt x="205921" y="149888"/>
                  </a:lnTo>
                  <a:lnTo>
                    <a:pt x="205285" y="144595"/>
                  </a:lnTo>
                  <a:lnTo>
                    <a:pt x="204481" y="139324"/>
                  </a:lnTo>
                  <a:lnTo>
                    <a:pt x="203509" y="134081"/>
                  </a:lnTo>
                  <a:lnTo>
                    <a:pt x="202371" y="128872"/>
                  </a:lnTo>
                  <a:lnTo>
                    <a:pt x="201067" y="123702"/>
                  </a:lnTo>
                  <a:lnTo>
                    <a:pt x="199598" y="118577"/>
                  </a:lnTo>
                  <a:lnTo>
                    <a:pt x="197968" y="113500"/>
                  </a:lnTo>
                  <a:lnTo>
                    <a:pt x="196175" y="108479"/>
                  </a:lnTo>
                  <a:lnTo>
                    <a:pt x="194224" y="103517"/>
                  </a:lnTo>
                  <a:lnTo>
                    <a:pt x="192116" y="98619"/>
                  </a:lnTo>
                  <a:lnTo>
                    <a:pt x="189852" y="93792"/>
                  </a:lnTo>
                  <a:lnTo>
                    <a:pt x="187436" y="89039"/>
                  </a:lnTo>
                  <a:lnTo>
                    <a:pt x="184869" y="84366"/>
                  </a:lnTo>
                  <a:lnTo>
                    <a:pt x="182154" y="79776"/>
                  </a:lnTo>
                  <a:lnTo>
                    <a:pt x="179295" y="75276"/>
                  </a:lnTo>
                  <a:lnTo>
                    <a:pt x="176293" y="70869"/>
                  </a:lnTo>
                  <a:lnTo>
                    <a:pt x="173153" y="66561"/>
                  </a:lnTo>
                  <a:lnTo>
                    <a:pt x="169876" y="62354"/>
                  </a:lnTo>
                  <a:lnTo>
                    <a:pt x="166467" y="58254"/>
                  </a:lnTo>
                  <a:lnTo>
                    <a:pt x="162930" y="54265"/>
                  </a:lnTo>
                  <a:lnTo>
                    <a:pt x="159266" y="50391"/>
                  </a:lnTo>
                  <a:lnTo>
                    <a:pt x="155481" y="46636"/>
                  </a:lnTo>
                  <a:lnTo>
                    <a:pt x="151579" y="43003"/>
                  </a:lnTo>
                  <a:lnTo>
                    <a:pt x="147562" y="39497"/>
                  </a:lnTo>
                  <a:lnTo>
                    <a:pt x="143435" y="36120"/>
                  </a:lnTo>
                  <a:lnTo>
                    <a:pt x="139203" y="32877"/>
                  </a:lnTo>
                  <a:lnTo>
                    <a:pt x="134870" y="29770"/>
                  </a:lnTo>
                  <a:lnTo>
                    <a:pt x="130440" y="26803"/>
                  </a:lnTo>
                  <a:lnTo>
                    <a:pt x="125917" y="23979"/>
                  </a:lnTo>
                  <a:lnTo>
                    <a:pt x="121307" y="21301"/>
                  </a:lnTo>
                  <a:lnTo>
                    <a:pt x="116613" y="18771"/>
                  </a:lnTo>
                  <a:lnTo>
                    <a:pt x="111842" y="16392"/>
                  </a:lnTo>
                  <a:lnTo>
                    <a:pt x="106997" y="14166"/>
                  </a:lnTo>
                  <a:lnTo>
                    <a:pt x="102083" y="12096"/>
                  </a:lnTo>
                  <a:lnTo>
                    <a:pt x="97106" y="10184"/>
                  </a:lnTo>
                  <a:lnTo>
                    <a:pt x="92070" y="8431"/>
                  </a:lnTo>
                  <a:lnTo>
                    <a:pt x="86981" y="6840"/>
                  </a:lnTo>
                  <a:lnTo>
                    <a:pt x="81844" y="5412"/>
                  </a:lnTo>
                  <a:lnTo>
                    <a:pt x="76664" y="4149"/>
                  </a:lnTo>
                  <a:lnTo>
                    <a:pt x="71446" y="3052"/>
                  </a:lnTo>
                  <a:lnTo>
                    <a:pt x="66196" y="2121"/>
                  </a:lnTo>
                  <a:lnTo>
                    <a:pt x="60919" y="1358"/>
                  </a:lnTo>
                  <a:lnTo>
                    <a:pt x="55621" y="764"/>
                  </a:lnTo>
                  <a:lnTo>
                    <a:pt x="50306" y="340"/>
                  </a:lnTo>
                  <a:lnTo>
                    <a:pt x="44980" y="85"/>
                  </a:lnTo>
                  <a:lnTo>
                    <a:pt x="39649" y="0"/>
                  </a:lnTo>
                  <a:lnTo>
                    <a:pt x="396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32133" y="5269756"/>
              <a:ext cx="13124" cy="167167"/>
            </a:xfrm>
            <a:custGeom>
              <a:avLst/>
              <a:pathLst>
                <a:path w="13124" h="167167">
                  <a:moveTo>
                    <a:pt x="13124" y="0"/>
                  </a:moveTo>
                  <a:lnTo>
                    <a:pt x="0" y="516"/>
                  </a:lnTo>
                  <a:lnTo>
                    <a:pt x="131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2133" y="5270272"/>
              <a:ext cx="13124" cy="166651"/>
            </a:xfrm>
            <a:custGeom>
              <a:avLst/>
              <a:pathLst>
                <a:path w="13124" h="166651">
                  <a:moveTo>
                    <a:pt x="0" y="0"/>
                  </a:moveTo>
                  <a:lnTo>
                    <a:pt x="13124" y="166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2133" y="5270272"/>
              <a:ext cx="13124" cy="166651"/>
            </a:xfrm>
            <a:custGeom>
              <a:avLst/>
              <a:pathLst>
                <a:path w="13124" h="166651">
                  <a:moveTo>
                    <a:pt x="0" y="0"/>
                  </a:moveTo>
                  <a:lnTo>
                    <a:pt x="13124" y="166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2133" y="5270272"/>
              <a:ext cx="13124" cy="166651"/>
            </a:xfrm>
            <a:custGeom>
              <a:avLst/>
              <a:pathLst>
                <a:path w="13124" h="166651">
                  <a:moveTo>
                    <a:pt x="0" y="0"/>
                  </a:moveTo>
                  <a:lnTo>
                    <a:pt x="13124" y="1666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2133" y="5270272"/>
              <a:ext cx="13124" cy="166651"/>
            </a:xfrm>
            <a:custGeom>
              <a:avLst/>
              <a:pathLst>
                <a:path w="13124" h="166651">
                  <a:moveTo>
                    <a:pt x="0" y="0"/>
                  </a:moveTo>
                  <a:lnTo>
                    <a:pt x="13124" y="1666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416167" y="5270272"/>
              <a:ext cx="129090" cy="166651"/>
            </a:xfrm>
            <a:custGeom>
              <a:avLst/>
              <a:pathLst>
                <a:path w="129090" h="166651">
                  <a:moveTo>
                    <a:pt x="115966" y="0"/>
                  </a:moveTo>
                  <a:lnTo>
                    <a:pt x="110393" y="532"/>
                  </a:lnTo>
                  <a:lnTo>
                    <a:pt x="104841" y="1252"/>
                  </a:lnTo>
                  <a:lnTo>
                    <a:pt x="99317" y="2156"/>
                  </a:lnTo>
                  <a:lnTo>
                    <a:pt x="93826" y="3245"/>
                  </a:lnTo>
                  <a:lnTo>
                    <a:pt x="88374" y="4518"/>
                  </a:lnTo>
                  <a:lnTo>
                    <a:pt x="82968" y="5972"/>
                  </a:lnTo>
                  <a:lnTo>
                    <a:pt x="77614" y="7606"/>
                  </a:lnTo>
                  <a:lnTo>
                    <a:pt x="72318" y="9419"/>
                  </a:lnTo>
                  <a:lnTo>
                    <a:pt x="67085" y="11408"/>
                  </a:lnTo>
                  <a:lnTo>
                    <a:pt x="61922" y="13571"/>
                  </a:lnTo>
                  <a:lnTo>
                    <a:pt x="56834" y="15906"/>
                  </a:lnTo>
                  <a:lnTo>
                    <a:pt x="51827" y="18410"/>
                  </a:lnTo>
                  <a:lnTo>
                    <a:pt x="46907" y="21080"/>
                  </a:lnTo>
                  <a:lnTo>
                    <a:pt x="42079" y="23914"/>
                  </a:lnTo>
                  <a:lnTo>
                    <a:pt x="37348" y="26907"/>
                  </a:lnTo>
                  <a:lnTo>
                    <a:pt x="32721" y="30057"/>
                  </a:lnTo>
                  <a:lnTo>
                    <a:pt x="28201" y="33361"/>
                  </a:lnTo>
                  <a:lnTo>
                    <a:pt x="23795" y="36813"/>
                  </a:lnTo>
                  <a:lnTo>
                    <a:pt x="19506" y="40412"/>
                  </a:lnTo>
                  <a:lnTo>
                    <a:pt x="15341" y="44152"/>
                  </a:lnTo>
                  <a:lnTo>
                    <a:pt x="11303" y="48029"/>
                  </a:lnTo>
                  <a:lnTo>
                    <a:pt x="7397" y="52039"/>
                  </a:lnTo>
                  <a:lnTo>
                    <a:pt x="3628" y="56178"/>
                  </a:lnTo>
                  <a:lnTo>
                    <a:pt x="0" y="60441"/>
                  </a:lnTo>
                  <a:lnTo>
                    <a:pt x="129090" y="1666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100" y="5269756"/>
              <a:ext cx="334309" cy="334333"/>
            </a:xfrm>
            <a:custGeom>
              <a:avLst/>
              <a:pathLst>
                <a:path w="334309" h="334333">
                  <a:moveTo>
                    <a:pt x="38067" y="60957"/>
                  </a:moveTo>
                  <a:lnTo>
                    <a:pt x="34758" y="65111"/>
                  </a:lnTo>
                  <a:lnTo>
                    <a:pt x="31583" y="69368"/>
                  </a:lnTo>
                  <a:lnTo>
                    <a:pt x="28545" y="73724"/>
                  </a:lnTo>
                  <a:lnTo>
                    <a:pt x="25647" y="78174"/>
                  </a:lnTo>
                  <a:lnTo>
                    <a:pt x="22892" y="82714"/>
                  </a:lnTo>
                  <a:lnTo>
                    <a:pt x="20282" y="87339"/>
                  </a:lnTo>
                  <a:lnTo>
                    <a:pt x="17820" y="92045"/>
                  </a:lnTo>
                  <a:lnTo>
                    <a:pt x="15510" y="96826"/>
                  </a:lnTo>
                  <a:lnTo>
                    <a:pt x="13352" y="101679"/>
                  </a:lnTo>
                  <a:lnTo>
                    <a:pt x="11349" y="106598"/>
                  </a:lnTo>
                  <a:lnTo>
                    <a:pt x="9504" y="111577"/>
                  </a:lnTo>
                  <a:lnTo>
                    <a:pt x="7818" y="116613"/>
                  </a:lnTo>
                  <a:lnTo>
                    <a:pt x="6292" y="121700"/>
                  </a:lnTo>
                  <a:lnTo>
                    <a:pt x="4929" y="126833"/>
                  </a:lnTo>
                  <a:lnTo>
                    <a:pt x="3730" y="132006"/>
                  </a:lnTo>
                  <a:lnTo>
                    <a:pt x="2696" y="137215"/>
                  </a:lnTo>
                  <a:lnTo>
                    <a:pt x="1827" y="142454"/>
                  </a:lnTo>
                  <a:lnTo>
                    <a:pt x="1126" y="147718"/>
                  </a:lnTo>
                  <a:lnTo>
                    <a:pt x="592" y="153002"/>
                  </a:lnTo>
                  <a:lnTo>
                    <a:pt x="226" y="158300"/>
                  </a:lnTo>
                  <a:lnTo>
                    <a:pt x="28" y="163607"/>
                  </a:lnTo>
                  <a:lnTo>
                    <a:pt x="0" y="168918"/>
                  </a:lnTo>
                  <a:lnTo>
                    <a:pt x="139" y="174226"/>
                  </a:lnTo>
                  <a:lnTo>
                    <a:pt x="448" y="179528"/>
                  </a:lnTo>
                  <a:lnTo>
                    <a:pt x="925" y="184817"/>
                  </a:lnTo>
                  <a:lnTo>
                    <a:pt x="1569" y="190089"/>
                  </a:lnTo>
                  <a:lnTo>
                    <a:pt x="2381" y="195337"/>
                  </a:lnTo>
                  <a:lnTo>
                    <a:pt x="3359" y="200557"/>
                  </a:lnTo>
                  <a:lnTo>
                    <a:pt x="4502" y="205743"/>
                  </a:lnTo>
                  <a:lnTo>
                    <a:pt x="5810" y="210890"/>
                  </a:lnTo>
                  <a:lnTo>
                    <a:pt x="7280" y="215993"/>
                  </a:lnTo>
                  <a:lnTo>
                    <a:pt x="8911" y="221047"/>
                  </a:lnTo>
                  <a:lnTo>
                    <a:pt x="10703" y="226046"/>
                  </a:lnTo>
                  <a:lnTo>
                    <a:pt x="12652" y="230986"/>
                  </a:lnTo>
                  <a:lnTo>
                    <a:pt x="14757" y="235862"/>
                  </a:lnTo>
                  <a:lnTo>
                    <a:pt x="17016" y="240668"/>
                  </a:lnTo>
                  <a:lnTo>
                    <a:pt x="19427" y="245400"/>
                  </a:lnTo>
                  <a:lnTo>
                    <a:pt x="21986" y="250053"/>
                  </a:lnTo>
                  <a:lnTo>
                    <a:pt x="24692" y="254623"/>
                  </a:lnTo>
                  <a:lnTo>
                    <a:pt x="27542" y="259104"/>
                  </a:lnTo>
                  <a:lnTo>
                    <a:pt x="30533" y="263492"/>
                  </a:lnTo>
                  <a:lnTo>
                    <a:pt x="33661" y="267783"/>
                  </a:lnTo>
                  <a:lnTo>
                    <a:pt x="36925" y="271973"/>
                  </a:lnTo>
                  <a:lnTo>
                    <a:pt x="40320" y="276057"/>
                  </a:lnTo>
                  <a:lnTo>
                    <a:pt x="43842" y="280031"/>
                  </a:lnTo>
                  <a:lnTo>
                    <a:pt x="47490" y="283891"/>
                  </a:lnTo>
                  <a:lnTo>
                    <a:pt x="51258" y="287633"/>
                  </a:lnTo>
                  <a:lnTo>
                    <a:pt x="55143" y="291254"/>
                  </a:lnTo>
                  <a:lnTo>
                    <a:pt x="59141" y="294750"/>
                  </a:lnTo>
                  <a:lnTo>
                    <a:pt x="63248" y="298116"/>
                  </a:lnTo>
                  <a:lnTo>
                    <a:pt x="67460" y="301351"/>
                  </a:lnTo>
                  <a:lnTo>
                    <a:pt x="71773" y="304450"/>
                  </a:lnTo>
                  <a:lnTo>
                    <a:pt x="76181" y="307410"/>
                  </a:lnTo>
                  <a:lnTo>
                    <a:pt x="80682" y="310230"/>
                  </a:lnTo>
                  <a:lnTo>
                    <a:pt x="85270" y="312904"/>
                  </a:lnTo>
                  <a:lnTo>
                    <a:pt x="89941" y="315432"/>
                  </a:lnTo>
                  <a:lnTo>
                    <a:pt x="94689" y="317810"/>
                  </a:lnTo>
                  <a:lnTo>
                    <a:pt x="99511" y="320036"/>
                  </a:lnTo>
                  <a:lnTo>
                    <a:pt x="104401" y="322107"/>
                  </a:lnTo>
                  <a:lnTo>
                    <a:pt x="109354" y="324022"/>
                  </a:lnTo>
                  <a:lnTo>
                    <a:pt x="114365" y="325779"/>
                  </a:lnTo>
                  <a:lnTo>
                    <a:pt x="119430" y="327376"/>
                  </a:lnTo>
                  <a:lnTo>
                    <a:pt x="124543" y="328811"/>
                  </a:lnTo>
                  <a:lnTo>
                    <a:pt x="129699" y="330084"/>
                  </a:lnTo>
                  <a:lnTo>
                    <a:pt x="134893" y="331191"/>
                  </a:lnTo>
                  <a:lnTo>
                    <a:pt x="140120" y="332133"/>
                  </a:lnTo>
                  <a:lnTo>
                    <a:pt x="145373" y="332909"/>
                  </a:lnTo>
                  <a:lnTo>
                    <a:pt x="150649" y="333517"/>
                  </a:lnTo>
                  <a:lnTo>
                    <a:pt x="155941" y="333958"/>
                  </a:lnTo>
                  <a:lnTo>
                    <a:pt x="161245" y="334230"/>
                  </a:lnTo>
                  <a:lnTo>
                    <a:pt x="166555" y="334333"/>
                  </a:lnTo>
                  <a:lnTo>
                    <a:pt x="171865" y="334268"/>
                  </a:lnTo>
                  <a:lnTo>
                    <a:pt x="177170" y="334034"/>
                  </a:lnTo>
                  <a:lnTo>
                    <a:pt x="182466" y="333632"/>
                  </a:lnTo>
                  <a:lnTo>
                    <a:pt x="187746" y="333062"/>
                  </a:lnTo>
                  <a:lnTo>
                    <a:pt x="193005" y="332324"/>
                  </a:lnTo>
                  <a:lnTo>
                    <a:pt x="198238" y="331420"/>
                  </a:lnTo>
                  <a:lnTo>
                    <a:pt x="203440" y="330350"/>
                  </a:lnTo>
                  <a:lnTo>
                    <a:pt x="208605" y="329115"/>
                  </a:lnTo>
                  <a:lnTo>
                    <a:pt x="213728" y="327717"/>
                  </a:lnTo>
                  <a:lnTo>
                    <a:pt x="218804" y="326156"/>
                  </a:lnTo>
                  <a:lnTo>
                    <a:pt x="223828" y="324436"/>
                  </a:lnTo>
                  <a:lnTo>
                    <a:pt x="228795" y="322556"/>
                  </a:lnTo>
                  <a:lnTo>
                    <a:pt x="233700" y="320520"/>
                  </a:lnTo>
                  <a:lnTo>
                    <a:pt x="238538" y="318329"/>
                  </a:lnTo>
                  <a:lnTo>
                    <a:pt x="243303" y="315985"/>
                  </a:lnTo>
                  <a:lnTo>
                    <a:pt x="247992" y="313491"/>
                  </a:lnTo>
                  <a:lnTo>
                    <a:pt x="252599" y="310850"/>
                  </a:lnTo>
                  <a:lnTo>
                    <a:pt x="257120" y="308063"/>
                  </a:lnTo>
                  <a:lnTo>
                    <a:pt x="261550" y="305135"/>
                  </a:lnTo>
                  <a:lnTo>
                    <a:pt x="265885" y="302067"/>
                  </a:lnTo>
                  <a:lnTo>
                    <a:pt x="270120" y="298863"/>
                  </a:lnTo>
                  <a:lnTo>
                    <a:pt x="274251" y="295526"/>
                  </a:lnTo>
                  <a:lnTo>
                    <a:pt x="278274" y="292059"/>
                  </a:lnTo>
                  <a:lnTo>
                    <a:pt x="282185" y="288467"/>
                  </a:lnTo>
                  <a:lnTo>
                    <a:pt x="285980" y="284752"/>
                  </a:lnTo>
                  <a:lnTo>
                    <a:pt x="289655" y="280918"/>
                  </a:lnTo>
                  <a:lnTo>
                    <a:pt x="293207" y="276969"/>
                  </a:lnTo>
                  <a:lnTo>
                    <a:pt x="296631" y="272910"/>
                  </a:lnTo>
                  <a:lnTo>
                    <a:pt x="299925" y="268744"/>
                  </a:lnTo>
                  <a:lnTo>
                    <a:pt x="303084" y="264476"/>
                  </a:lnTo>
                  <a:lnTo>
                    <a:pt x="306106" y="260109"/>
                  </a:lnTo>
                  <a:lnTo>
                    <a:pt x="308989" y="255648"/>
                  </a:lnTo>
                  <a:lnTo>
                    <a:pt x="311728" y="251099"/>
                  </a:lnTo>
                  <a:lnTo>
                    <a:pt x="314321" y="246464"/>
                  </a:lnTo>
                  <a:lnTo>
                    <a:pt x="316765" y="241750"/>
                  </a:lnTo>
                  <a:lnTo>
                    <a:pt x="319059" y="236960"/>
                  </a:lnTo>
                  <a:lnTo>
                    <a:pt x="321199" y="232100"/>
                  </a:lnTo>
                  <a:lnTo>
                    <a:pt x="323184" y="227174"/>
                  </a:lnTo>
                  <a:lnTo>
                    <a:pt x="325011" y="222187"/>
                  </a:lnTo>
                  <a:lnTo>
                    <a:pt x="326679" y="217146"/>
                  </a:lnTo>
                  <a:lnTo>
                    <a:pt x="328186" y="212053"/>
                  </a:lnTo>
                  <a:lnTo>
                    <a:pt x="329531" y="206916"/>
                  </a:lnTo>
                  <a:lnTo>
                    <a:pt x="330711" y="201738"/>
                  </a:lnTo>
                  <a:lnTo>
                    <a:pt x="331727" y="196525"/>
                  </a:lnTo>
                  <a:lnTo>
                    <a:pt x="332577" y="191283"/>
                  </a:lnTo>
                  <a:lnTo>
                    <a:pt x="333259" y="186016"/>
                  </a:lnTo>
                  <a:lnTo>
                    <a:pt x="333774" y="180731"/>
                  </a:lnTo>
                  <a:lnTo>
                    <a:pt x="334121" y="175431"/>
                  </a:lnTo>
                  <a:lnTo>
                    <a:pt x="334299" y="170124"/>
                  </a:lnTo>
                  <a:lnTo>
                    <a:pt x="334309" y="164813"/>
                  </a:lnTo>
                  <a:lnTo>
                    <a:pt x="334150" y="159505"/>
                  </a:lnTo>
                  <a:lnTo>
                    <a:pt x="333822" y="154204"/>
                  </a:lnTo>
                  <a:lnTo>
                    <a:pt x="333326" y="148917"/>
                  </a:lnTo>
                  <a:lnTo>
                    <a:pt x="332662" y="143648"/>
                  </a:lnTo>
                  <a:lnTo>
                    <a:pt x="331832" y="138403"/>
                  </a:lnTo>
                  <a:lnTo>
                    <a:pt x="330835" y="133186"/>
                  </a:lnTo>
                  <a:lnTo>
                    <a:pt x="329673" y="128004"/>
                  </a:lnTo>
                  <a:lnTo>
                    <a:pt x="328347" y="122862"/>
                  </a:lnTo>
                  <a:lnTo>
                    <a:pt x="326859" y="117764"/>
                  </a:lnTo>
                  <a:lnTo>
                    <a:pt x="325209" y="112716"/>
                  </a:lnTo>
                  <a:lnTo>
                    <a:pt x="323399" y="107724"/>
                  </a:lnTo>
                  <a:lnTo>
                    <a:pt x="321432" y="102791"/>
                  </a:lnTo>
                  <a:lnTo>
                    <a:pt x="319310" y="97923"/>
                  </a:lnTo>
                  <a:lnTo>
                    <a:pt x="317033" y="93125"/>
                  </a:lnTo>
                  <a:lnTo>
                    <a:pt x="314606" y="88401"/>
                  </a:lnTo>
                  <a:lnTo>
                    <a:pt x="312029" y="83757"/>
                  </a:lnTo>
                  <a:lnTo>
                    <a:pt x="309307" y="79198"/>
                  </a:lnTo>
                  <a:lnTo>
                    <a:pt x="306441" y="74727"/>
                  </a:lnTo>
                  <a:lnTo>
                    <a:pt x="303434" y="70349"/>
                  </a:lnTo>
                  <a:lnTo>
                    <a:pt x="300290" y="66069"/>
                  </a:lnTo>
                  <a:lnTo>
                    <a:pt x="297012" y="61892"/>
                  </a:lnTo>
                  <a:lnTo>
                    <a:pt x="293602" y="57820"/>
                  </a:lnTo>
                  <a:lnTo>
                    <a:pt x="290065" y="53859"/>
                  </a:lnTo>
                  <a:lnTo>
                    <a:pt x="286404" y="50012"/>
                  </a:lnTo>
                  <a:lnTo>
                    <a:pt x="282622" y="46283"/>
                  </a:lnTo>
                  <a:lnTo>
                    <a:pt x="278724" y="42676"/>
                  </a:lnTo>
                  <a:lnTo>
                    <a:pt x="274714" y="39195"/>
                  </a:lnTo>
                  <a:lnTo>
                    <a:pt x="270594" y="35844"/>
                  </a:lnTo>
                  <a:lnTo>
                    <a:pt x="266371" y="32624"/>
                  </a:lnTo>
                  <a:lnTo>
                    <a:pt x="262047" y="29541"/>
                  </a:lnTo>
                  <a:lnTo>
                    <a:pt x="257628" y="26596"/>
                  </a:lnTo>
                  <a:lnTo>
                    <a:pt x="253117" y="23793"/>
                  </a:lnTo>
                  <a:lnTo>
                    <a:pt x="248519" y="21135"/>
                  </a:lnTo>
                  <a:lnTo>
                    <a:pt x="243840" y="18624"/>
                  </a:lnTo>
                  <a:lnTo>
                    <a:pt x="239082" y="16264"/>
                  </a:lnTo>
                  <a:lnTo>
                    <a:pt x="234253" y="14055"/>
                  </a:lnTo>
                  <a:lnTo>
                    <a:pt x="229356" y="12001"/>
                  </a:lnTo>
                  <a:lnTo>
                    <a:pt x="224395" y="10104"/>
                  </a:lnTo>
                  <a:lnTo>
                    <a:pt x="219377" y="8365"/>
                  </a:lnTo>
                  <a:lnTo>
                    <a:pt x="214307" y="6786"/>
                  </a:lnTo>
                  <a:lnTo>
                    <a:pt x="209189" y="5370"/>
                  </a:lnTo>
                  <a:lnTo>
                    <a:pt x="204028" y="4116"/>
                  </a:lnTo>
                  <a:lnTo>
                    <a:pt x="198830" y="3027"/>
                  </a:lnTo>
                  <a:lnTo>
                    <a:pt x="193601" y="2104"/>
                  </a:lnTo>
                  <a:lnTo>
                    <a:pt x="188344" y="1347"/>
                  </a:lnTo>
                  <a:lnTo>
                    <a:pt x="183066" y="758"/>
                  </a:lnTo>
                  <a:lnTo>
                    <a:pt x="177772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4465" y="5018213"/>
              <a:ext cx="26573" cy="167167"/>
            </a:xfrm>
            <a:custGeom>
              <a:avLst/>
              <a:pathLst>
                <a:path w="26573" h="167167">
                  <a:moveTo>
                    <a:pt x="26573" y="0"/>
                  </a:moveTo>
                  <a:lnTo>
                    <a:pt x="19903" y="133"/>
                  </a:lnTo>
                  <a:lnTo>
                    <a:pt x="13244" y="532"/>
                  </a:lnTo>
                  <a:lnTo>
                    <a:pt x="6606" y="1196"/>
                  </a:lnTo>
                  <a:lnTo>
                    <a:pt x="0" y="2125"/>
                  </a:lnTo>
                  <a:lnTo>
                    <a:pt x="2657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4465" y="5020339"/>
              <a:ext cx="26573" cy="165041"/>
            </a:xfrm>
            <a:custGeom>
              <a:avLst/>
              <a:pathLst>
                <a:path w="26573" h="165041">
                  <a:moveTo>
                    <a:pt x="0" y="0"/>
                  </a:moveTo>
                  <a:lnTo>
                    <a:pt x="26573" y="165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4465" y="5020339"/>
              <a:ext cx="26573" cy="165041"/>
            </a:xfrm>
            <a:custGeom>
              <a:avLst/>
              <a:pathLst>
                <a:path w="26573" h="165041">
                  <a:moveTo>
                    <a:pt x="0" y="0"/>
                  </a:moveTo>
                  <a:lnTo>
                    <a:pt x="26573" y="165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4465" y="5020339"/>
              <a:ext cx="26573" cy="165041"/>
            </a:xfrm>
            <a:custGeom>
              <a:avLst/>
              <a:pathLst>
                <a:path w="26573" h="165041">
                  <a:moveTo>
                    <a:pt x="0" y="0"/>
                  </a:moveTo>
                  <a:lnTo>
                    <a:pt x="26573" y="165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4486" y="5020339"/>
              <a:ext cx="166552" cy="165041"/>
            </a:xfrm>
            <a:custGeom>
              <a:avLst/>
              <a:pathLst>
                <a:path w="166552" h="165041">
                  <a:moveTo>
                    <a:pt x="139978" y="0"/>
                  </a:moveTo>
                  <a:lnTo>
                    <a:pt x="134658" y="945"/>
                  </a:lnTo>
                  <a:lnTo>
                    <a:pt x="129371" y="2061"/>
                  </a:lnTo>
                  <a:lnTo>
                    <a:pt x="124123" y="3348"/>
                  </a:lnTo>
                  <a:lnTo>
                    <a:pt x="118919" y="4804"/>
                  </a:lnTo>
                  <a:lnTo>
                    <a:pt x="113765" y="6427"/>
                  </a:lnTo>
                  <a:lnTo>
                    <a:pt x="108666" y="8216"/>
                  </a:lnTo>
                  <a:lnTo>
                    <a:pt x="103628" y="10169"/>
                  </a:lnTo>
                  <a:lnTo>
                    <a:pt x="98655" y="12283"/>
                  </a:lnTo>
                  <a:lnTo>
                    <a:pt x="93754" y="14557"/>
                  </a:lnTo>
                  <a:lnTo>
                    <a:pt x="88928" y="16989"/>
                  </a:lnTo>
                  <a:lnTo>
                    <a:pt x="84184" y="19575"/>
                  </a:lnTo>
                  <a:lnTo>
                    <a:pt x="79525" y="22313"/>
                  </a:lnTo>
                  <a:lnTo>
                    <a:pt x="74958" y="25200"/>
                  </a:lnTo>
                  <a:lnTo>
                    <a:pt x="70486" y="28234"/>
                  </a:lnTo>
                  <a:lnTo>
                    <a:pt x="66114" y="31410"/>
                  </a:lnTo>
                  <a:lnTo>
                    <a:pt x="61848" y="34726"/>
                  </a:lnTo>
                  <a:lnTo>
                    <a:pt x="57691" y="38178"/>
                  </a:lnTo>
                  <a:lnTo>
                    <a:pt x="53648" y="41763"/>
                  </a:lnTo>
                  <a:lnTo>
                    <a:pt x="49722" y="45476"/>
                  </a:lnTo>
                  <a:lnTo>
                    <a:pt x="45919" y="49315"/>
                  </a:lnTo>
                  <a:lnTo>
                    <a:pt x="42242" y="53274"/>
                  </a:lnTo>
                  <a:lnTo>
                    <a:pt x="38694" y="57350"/>
                  </a:lnTo>
                  <a:lnTo>
                    <a:pt x="35281" y="61539"/>
                  </a:lnTo>
                  <a:lnTo>
                    <a:pt x="32004" y="65835"/>
                  </a:lnTo>
                  <a:lnTo>
                    <a:pt x="28868" y="70236"/>
                  </a:lnTo>
                  <a:lnTo>
                    <a:pt x="25876" y="74735"/>
                  </a:lnTo>
                  <a:lnTo>
                    <a:pt x="23031" y="79329"/>
                  </a:lnTo>
                  <a:lnTo>
                    <a:pt x="20335" y="84012"/>
                  </a:lnTo>
                  <a:lnTo>
                    <a:pt x="17793" y="88780"/>
                  </a:lnTo>
                  <a:lnTo>
                    <a:pt x="15406" y="93628"/>
                  </a:lnTo>
                  <a:lnTo>
                    <a:pt x="13177" y="98550"/>
                  </a:lnTo>
                  <a:lnTo>
                    <a:pt x="11108" y="103542"/>
                  </a:lnTo>
                  <a:lnTo>
                    <a:pt x="9202" y="108598"/>
                  </a:lnTo>
                  <a:lnTo>
                    <a:pt x="7459" y="113713"/>
                  </a:lnTo>
                  <a:lnTo>
                    <a:pt x="5884" y="118882"/>
                  </a:lnTo>
                  <a:lnTo>
                    <a:pt x="4476" y="124099"/>
                  </a:lnTo>
                  <a:lnTo>
                    <a:pt x="3237" y="129359"/>
                  </a:lnTo>
                  <a:lnTo>
                    <a:pt x="2169" y="134655"/>
                  </a:lnTo>
                  <a:lnTo>
                    <a:pt x="1273" y="139984"/>
                  </a:lnTo>
                  <a:lnTo>
                    <a:pt x="550" y="145339"/>
                  </a:lnTo>
                  <a:lnTo>
                    <a:pt x="0" y="150715"/>
                  </a:lnTo>
                  <a:lnTo>
                    <a:pt x="166552" y="165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79" y="5018213"/>
              <a:ext cx="334311" cy="334333"/>
            </a:xfrm>
            <a:custGeom>
              <a:avLst/>
              <a:pathLst>
                <a:path w="334311" h="334333">
                  <a:moveTo>
                    <a:pt x="607" y="152840"/>
                  </a:moveTo>
                  <a:lnTo>
                    <a:pt x="236" y="158139"/>
                  </a:lnTo>
                  <a:lnTo>
                    <a:pt x="33" y="163447"/>
                  </a:lnTo>
                  <a:lnTo>
                    <a:pt x="0" y="168758"/>
                  </a:lnTo>
                  <a:lnTo>
                    <a:pt x="134" y="174068"/>
                  </a:lnTo>
                  <a:lnTo>
                    <a:pt x="438" y="179371"/>
                  </a:lnTo>
                  <a:lnTo>
                    <a:pt x="910" y="184662"/>
                  </a:lnTo>
                  <a:lnTo>
                    <a:pt x="1550" y="189935"/>
                  </a:lnTo>
                  <a:lnTo>
                    <a:pt x="2357" y="195185"/>
                  </a:lnTo>
                  <a:lnTo>
                    <a:pt x="3330" y="200407"/>
                  </a:lnTo>
                  <a:lnTo>
                    <a:pt x="4469" y="205595"/>
                  </a:lnTo>
                  <a:lnTo>
                    <a:pt x="5772" y="210745"/>
                  </a:lnTo>
                  <a:lnTo>
                    <a:pt x="7238" y="215850"/>
                  </a:lnTo>
                  <a:lnTo>
                    <a:pt x="8865" y="220906"/>
                  </a:lnTo>
                  <a:lnTo>
                    <a:pt x="10652" y="225908"/>
                  </a:lnTo>
                  <a:lnTo>
                    <a:pt x="12598" y="230851"/>
                  </a:lnTo>
                  <a:lnTo>
                    <a:pt x="14699" y="235729"/>
                  </a:lnTo>
                  <a:lnTo>
                    <a:pt x="16954" y="240539"/>
                  </a:lnTo>
                  <a:lnTo>
                    <a:pt x="19361" y="245274"/>
                  </a:lnTo>
                  <a:lnTo>
                    <a:pt x="21917" y="249930"/>
                  </a:lnTo>
                  <a:lnTo>
                    <a:pt x="24620" y="254503"/>
                  </a:lnTo>
                  <a:lnTo>
                    <a:pt x="27467" y="258987"/>
                  </a:lnTo>
                  <a:lnTo>
                    <a:pt x="30454" y="263379"/>
                  </a:lnTo>
                  <a:lnTo>
                    <a:pt x="33580" y="267673"/>
                  </a:lnTo>
                  <a:lnTo>
                    <a:pt x="36841" y="271867"/>
                  </a:lnTo>
                  <a:lnTo>
                    <a:pt x="40233" y="275954"/>
                  </a:lnTo>
                  <a:lnTo>
                    <a:pt x="43753" y="279932"/>
                  </a:lnTo>
                  <a:lnTo>
                    <a:pt x="47398" y="283796"/>
                  </a:lnTo>
                  <a:lnTo>
                    <a:pt x="51164" y="287542"/>
                  </a:lnTo>
                  <a:lnTo>
                    <a:pt x="55047" y="291166"/>
                  </a:lnTo>
                  <a:lnTo>
                    <a:pt x="59043" y="294665"/>
                  </a:lnTo>
                  <a:lnTo>
                    <a:pt x="63149" y="298036"/>
                  </a:lnTo>
                  <a:lnTo>
                    <a:pt x="67359" y="301274"/>
                  </a:lnTo>
                  <a:lnTo>
                    <a:pt x="71670" y="304377"/>
                  </a:lnTo>
                  <a:lnTo>
                    <a:pt x="76077" y="307342"/>
                  </a:lnTo>
                  <a:lnTo>
                    <a:pt x="80577" y="310165"/>
                  </a:lnTo>
                  <a:lnTo>
                    <a:pt x="85164" y="312844"/>
                  </a:lnTo>
                  <a:lnTo>
                    <a:pt x="89833" y="315375"/>
                  </a:lnTo>
                  <a:lnTo>
                    <a:pt x="94581" y="317757"/>
                  </a:lnTo>
                  <a:lnTo>
                    <a:pt x="99402" y="319987"/>
                  </a:lnTo>
                  <a:lnTo>
                    <a:pt x="104292" y="322062"/>
                  </a:lnTo>
                  <a:lnTo>
                    <a:pt x="109244" y="323982"/>
                  </a:lnTo>
                  <a:lnTo>
                    <a:pt x="114256" y="325742"/>
                  </a:lnTo>
                  <a:lnTo>
                    <a:pt x="119321" y="327343"/>
                  </a:lnTo>
                  <a:lnTo>
                    <a:pt x="124434" y="328782"/>
                  </a:lnTo>
                  <a:lnTo>
                    <a:pt x="129590" y="330058"/>
                  </a:lnTo>
                  <a:lnTo>
                    <a:pt x="134784" y="331169"/>
                  </a:lnTo>
                  <a:lnTo>
                    <a:pt x="140011" y="332115"/>
                  </a:lnTo>
                  <a:lnTo>
                    <a:pt x="145265" y="332894"/>
                  </a:lnTo>
                  <a:lnTo>
                    <a:pt x="150541" y="333506"/>
                  </a:lnTo>
                  <a:lnTo>
                    <a:pt x="155835" y="333950"/>
                  </a:lnTo>
                  <a:lnTo>
                    <a:pt x="161139" y="334226"/>
                  </a:lnTo>
                  <a:lnTo>
                    <a:pt x="166450" y="334333"/>
                  </a:lnTo>
                  <a:lnTo>
                    <a:pt x="171761" y="334271"/>
                  </a:lnTo>
                  <a:lnTo>
                    <a:pt x="177068" y="334040"/>
                  </a:lnTo>
                  <a:lnTo>
                    <a:pt x="182364" y="333641"/>
                  </a:lnTo>
                  <a:lnTo>
                    <a:pt x="187646" y="333074"/>
                  </a:lnTo>
                  <a:lnTo>
                    <a:pt x="192906" y="332340"/>
                  </a:lnTo>
                  <a:lnTo>
                    <a:pt x="198141" y="331438"/>
                  </a:lnTo>
                  <a:lnTo>
                    <a:pt x="203345" y="330371"/>
                  </a:lnTo>
                  <a:lnTo>
                    <a:pt x="208511" y="329139"/>
                  </a:lnTo>
                  <a:lnTo>
                    <a:pt x="213637" y="327743"/>
                  </a:lnTo>
                  <a:lnTo>
                    <a:pt x="218715" y="326186"/>
                  </a:lnTo>
                  <a:lnTo>
                    <a:pt x="223741" y="324468"/>
                  </a:lnTo>
                  <a:lnTo>
                    <a:pt x="228710" y="322591"/>
                  </a:lnTo>
                  <a:lnTo>
                    <a:pt x="233617" y="320557"/>
                  </a:lnTo>
                  <a:lnTo>
                    <a:pt x="238456" y="318368"/>
                  </a:lnTo>
                  <a:lnTo>
                    <a:pt x="243224" y="316026"/>
                  </a:lnTo>
                  <a:lnTo>
                    <a:pt x="247915" y="313534"/>
                  </a:lnTo>
                  <a:lnTo>
                    <a:pt x="252525" y="310895"/>
                  </a:lnTo>
                  <a:lnTo>
                    <a:pt x="257048" y="308110"/>
                  </a:lnTo>
                  <a:lnTo>
                    <a:pt x="261480" y="305183"/>
                  </a:lnTo>
                  <a:lnTo>
                    <a:pt x="265818" y="302117"/>
                  </a:lnTo>
                  <a:lnTo>
                    <a:pt x="270055" y="298914"/>
                  </a:lnTo>
                  <a:lnTo>
                    <a:pt x="274189" y="295579"/>
                  </a:lnTo>
                  <a:lnTo>
                    <a:pt x="278215" y="292113"/>
                  </a:lnTo>
                  <a:lnTo>
                    <a:pt x="282128" y="288522"/>
                  </a:lnTo>
                  <a:lnTo>
                    <a:pt x="285926" y="284808"/>
                  </a:lnTo>
                  <a:lnTo>
                    <a:pt x="289604" y="280975"/>
                  </a:lnTo>
                  <a:lnTo>
                    <a:pt x="293158" y="277028"/>
                  </a:lnTo>
                  <a:lnTo>
                    <a:pt x="296584" y="272969"/>
                  </a:lnTo>
                  <a:lnTo>
                    <a:pt x="299880" y="268804"/>
                  </a:lnTo>
                  <a:lnTo>
                    <a:pt x="303042" y="264536"/>
                  </a:lnTo>
                  <a:lnTo>
                    <a:pt x="306067" y="260170"/>
                  </a:lnTo>
                  <a:lnTo>
                    <a:pt x="308952" y="255710"/>
                  </a:lnTo>
                  <a:lnTo>
                    <a:pt x="311693" y="251160"/>
                  </a:lnTo>
                  <a:lnTo>
                    <a:pt x="314289" y="246526"/>
                  </a:lnTo>
                  <a:lnTo>
                    <a:pt x="316736" y="241811"/>
                  </a:lnTo>
                  <a:lnTo>
                    <a:pt x="319032" y="237021"/>
                  </a:lnTo>
                  <a:lnTo>
                    <a:pt x="321175" y="232161"/>
                  </a:lnTo>
                  <a:lnTo>
                    <a:pt x="323162" y="227235"/>
                  </a:lnTo>
                  <a:lnTo>
                    <a:pt x="324992" y="222248"/>
                  </a:lnTo>
                  <a:lnTo>
                    <a:pt x="326662" y="217206"/>
                  </a:lnTo>
                  <a:lnTo>
                    <a:pt x="328171" y="212113"/>
                  </a:lnTo>
                  <a:lnTo>
                    <a:pt x="329518" y="206975"/>
                  </a:lnTo>
                  <a:lnTo>
                    <a:pt x="330701" y="201797"/>
                  </a:lnTo>
                  <a:lnTo>
                    <a:pt x="331718" y="196583"/>
                  </a:lnTo>
                  <a:lnTo>
                    <a:pt x="332570" y="191340"/>
                  </a:lnTo>
                  <a:lnTo>
                    <a:pt x="333254" y="186073"/>
                  </a:lnTo>
                  <a:lnTo>
                    <a:pt x="333771" y="180787"/>
                  </a:lnTo>
                  <a:lnTo>
                    <a:pt x="334120" y="175486"/>
                  </a:lnTo>
                  <a:lnTo>
                    <a:pt x="334300" y="170178"/>
                  </a:lnTo>
                  <a:lnTo>
                    <a:pt x="334311" y="164866"/>
                  </a:lnTo>
                  <a:lnTo>
                    <a:pt x="334153" y="159557"/>
                  </a:lnTo>
                  <a:lnTo>
                    <a:pt x="333827" y="154255"/>
                  </a:lnTo>
                  <a:lnTo>
                    <a:pt x="333333" y="148966"/>
                  </a:lnTo>
                  <a:lnTo>
                    <a:pt x="332671" y="143696"/>
                  </a:lnTo>
                  <a:lnTo>
                    <a:pt x="331842" y="138449"/>
                  </a:lnTo>
                  <a:lnTo>
                    <a:pt x="330846" y="133232"/>
                  </a:lnTo>
                  <a:lnTo>
                    <a:pt x="329685" y="128048"/>
                  </a:lnTo>
                  <a:lnTo>
                    <a:pt x="328360" y="122905"/>
                  </a:lnTo>
                  <a:lnTo>
                    <a:pt x="326873" y="117805"/>
                  </a:lnTo>
                  <a:lnTo>
                    <a:pt x="325224" y="112756"/>
                  </a:lnTo>
                  <a:lnTo>
                    <a:pt x="323415" y="107762"/>
                  </a:lnTo>
                  <a:lnTo>
                    <a:pt x="321449" y="102827"/>
                  </a:lnTo>
                  <a:lnTo>
                    <a:pt x="319327" y="97958"/>
                  </a:lnTo>
                  <a:lnTo>
                    <a:pt x="317052" y="93158"/>
                  </a:lnTo>
                  <a:lnTo>
                    <a:pt x="314625" y="88434"/>
                  </a:lnTo>
                  <a:lnTo>
                    <a:pt x="312049" y="83788"/>
                  </a:lnTo>
                  <a:lnTo>
                    <a:pt x="309327" y="79227"/>
                  </a:lnTo>
                  <a:lnTo>
                    <a:pt x="306461" y="74755"/>
                  </a:lnTo>
                  <a:lnTo>
                    <a:pt x="303455" y="70376"/>
                  </a:lnTo>
                  <a:lnTo>
                    <a:pt x="300311" y="66094"/>
                  </a:lnTo>
                  <a:lnTo>
                    <a:pt x="297032" y="61915"/>
                  </a:lnTo>
                  <a:lnTo>
                    <a:pt x="293623" y="57842"/>
                  </a:lnTo>
                  <a:lnTo>
                    <a:pt x="290086" y="53879"/>
                  </a:lnTo>
                  <a:lnTo>
                    <a:pt x="286424" y="50031"/>
                  </a:lnTo>
                  <a:lnTo>
                    <a:pt x="282643" y="46301"/>
                  </a:lnTo>
                  <a:lnTo>
                    <a:pt x="278744" y="42693"/>
                  </a:lnTo>
                  <a:lnTo>
                    <a:pt x="274733" y="39211"/>
                  </a:lnTo>
                  <a:lnTo>
                    <a:pt x="270614" y="35858"/>
                  </a:lnTo>
                  <a:lnTo>
                    <a:pt x="266390" y="32637"/>
                  </a:lnTo>
                  <a:lnTo>
                    <a:pt x="262065" y="29552"/>
                  </a:lnTo>
                  <a:lnTo>
                    <a:pt x="257645" y="26607"/>
                  </a:lnTo>
                  <a:lnTo>
                    <a:pt x="253134" y="23803"/>
                  </a:lnTo>
                  <a:lnTo>
                    <a:pt x="248536" y="21144"/>
                  </a:lnTo>
                  <a:lnTo>
                    <a:pt x="243855" y="18632"/>
                  </a:lnTo>
                  <a:lnTo>
                    <a:pt x="239098" y="16270"/>
                  </a:lnTo>
                  <a:lnTo>
                    <a:pt x="234267" y="14061"/>
                  </a:lnTo>
                  <a:lnTo>
                    <a:pt x="229369" y="12006"/>
                  </a:lnTo>
                  <a:lnTo>
                    <a:pt x="224408" y="10108"/>
                  </a:lnTo>
                  <a:lnTo>
                    <a:pt x="219389" y="8368"/>
                  </a:lnTo>
                  <a:lnTo>
                    <a:pt x="214318" y="6789"/>
                  </a:lnTo>
                  <a:lnTo>
                    <a:pt x="209199" y="5372"/>
                  </a:lnTo>
                  <a:lnTo>
                    <a:pt x="204037" y="4118"/>
                  </a:lnTo>
                  <a:lnTo>
                    <a:pt x="198838" y="3029"/>
                  </a:lnTo>
                  <a:lnTo>
                    <a:pt x="193607" y="2105"/>
                  </a:lnTo>
                  <a:lnTo>
                    <a:pt x="188350" y="1348"/>
                  </a:lnTo>
                  <a:lnTo>
                    <a:pt x="183071" y="758"/>
                  </a:lnTo>
                  <a:lnTo>
                    <a:pt x="177776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41144" y="4659281"/>
              <a:ext cx="82090" cy="167167"/>
            </a:xfrm>
            <a:custGeom>
              <a:avLst/>
              <a:pathLst>
                <a:path w="82090" h="167167">
                  <a:moveTo>
                    <a:pt x="82090" y="0"/>
                  </a:moveTo>
                  <a:lnTo>
                    <a:pt x="76370" y="97"/>
                  </a:lnTo>
                  <a:lnTo>
                    <a:pt x="70658" y="391"/>
                  </a:lnTo>
                  <a:lnTo>
                    <a:pt x="64958" y="880"/>
                  </a:lnTo>
                  <a:lnTo>
                    <a:pt x="59279" y="1563"/>
                  </a:lnTo>
                  <a:lnTo>
                    <a:pt x="53626" y="2441"/>
                  </a:lnTo>
                  <a:lnTo>
                    <a:pt x="48007" y="3511"/>
                  </a:lnTo>
                  <a:lnTo>
                    <a:pt x="42427" y="4773"/>
                  </a:lnTo>
                  <a:lnTo>
                    <a:pt x="36894" y="6225"/>
                  </a:lnTo>
                  <a:lnTo>
                    <a:pt x="31414" y="7866"/>
                  </a:lnTo>
                  <a:lnTo>
                    <a:pt x="25994" y="9693"/>
                  </a:lnTo>
                  <a:lnTo>
                    <a:pt x="20639" y="11704"/>
                  </a:lnTo>
                  <a:lnTo>
                    <a:pt x="15356" y="13898"/>
                  </a:lnTo>
                  <a:lnTo>
                    <a:pt x="10151" y="16271"/>
                  </a:lnTo>
                  <a:lnTo>
                    <a:pt x="5030" y="18820"/>
                  </a:lnTo>
                  <a:lnTo>
                    <a:pt x="0" y="21544"/>
                  </a:lnTo>
                  <a:lnTo>
                    <a:pt x="8209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41144" y="4680826"/>
              <a:ext cx="82090" cy="145623"/>
            </a:xfrm>
            <a:custGeom>
              <a:avLst/>
              <a:pathLst>
                <a:path w="82090" h="145623">
                  <a:moveTo>
                    <a:pt x="0" y="0"/>
                  </a:moveTo>
                  <a:lnTo>
                    <a:pt x="82090" y="1456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41144" y="4680826"/>
              <a:ext cx="82090" cy="145623"/>
            </a:xfrm>
            <a:custGeom>
              <a:avLst/>
              <a:pathLst>
                <a:path w="82090" h="145623">
                  <a:moveTo>
                    <a:pt x="0" y="0"/>
                  </a:moveTo>
                  <a:lnTo>
                    <a:pt x="82090" y="1456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69" y="4680826"/>
              <a:ext cx="285252" cy="312776"/>
            </a:xfrm>
            <a:custGeom>
              <a:avLst/>
              <a:pathLst>
                <a:path w="285252" h="312776">
                  <a:moveTo>
                    <a:pt x="85074" y="0"/>
                  </a:moveTo>
                  <a:lnTo>
                    <a:pt x="80472" y="2691"/>
                  </a:lnTo>
                  <a:lnTo>
                    <a:pt x="75959" y="5529"/>
                  </a:lnTo>
                  <a:lnTo>
                    <a:pt x="71538" y="8508"/>
                  </a:lnTo>
                  <a:lnTo>
                    <a:pt x="67214" y="11627"/>
                  </a:lnTo>
                  <a:lnTo>
                    <a:pt x="62992" y="14883"/>
                  </a:lnTo>
                  <a:lnTo>
                    <a:pt x="58876" y="18271"/>
                  </a:lnTo>
                  <a:lnTo>
                    <a:pt x="54870" y="21789"/>
                  </a:lnTo>
                  <a:lnTo>
                    <a:pt x="50978" y="25433"/>
                  </a:lnTo>
                  <a:lnTo>
                    <a:pt x="47204" y="29199"/>
                  </a:lnTo>
                  <a:lnTo>
                    <a:pt x="43553" y="33084"/>
                  </a:lnTo>
                  <a:lnTo>
                    <a:pt x="40027" y="37083"/>
                  </a:lnTo>
                  <a:lnTo>
                    <a:pt x="36630" y="41193"/>
                  </a:lnTo>
                  <a:lnTo>
                    <a:pt x="33366" y="45408"/>
                  </a:lnTo>
                  <a:lnTo>
                    <a:pt x="30239" y="49726"/>
                  </a:lnTo>
                  <a:lnTo>
                    <a:pt x="27250" y="54141"/>
                  </a:lnTo>
                  <a:lnTo>
                    <a:pt x="24404" y="58649"/>
                  </a:lnTo>
                  <a:lnTo>
                    <a:pt x="21703" y="63246"/>
                  </a:lnTo>
                  <a:lnTo>
                    <a:pt x="19150" y="67927"/>
                  </a:lnTo>
                  <a:lnTo>
                    <a:pt x="16748" y="72686"/>
                  </a:lnTo>
                  <a:lnTo>
                    <a:pt x="14499" y="77520"/>
                  </a:lnTo>
                  <a:lnTo>
                    <a:pt x="12405" y="82423"/>
                  </a:lnTo>
                  <a:lnTo>
                    <a:pt x="10468" y="87390"/>
                  </a:lnTo>
                  <a:lnTo>
                    <a:pt x="8691" y="92416"/>
                  </a:lnTo>
                  <a:lnTo>
                    <a:pt x="7075" y="97497"/>
                  </a:lnTo>
                  <a:lnTo>
                    <a:pt x="5621" y="102627"/>
                  </a:lnTo>
                  <a:lnTo>
                    <a:pt x="4332" y="107800"/>
                  </a:lnTo>
                  <a:lnTo>
                    <a:pt x="3209" y="113012"/>
                  </a:lnTo>
                  <a:lnTo>
                    <a:pt x="2253" y="118257"/>
                  </a:lnTo>
                  <a:lnTo>
                    <a:pt x="1464" y="123529"/>
                  </a:lnTo>
                  <a:lnTo>
                    <a:pt x="844" y="128825"/>
                  </a:lnTo>
                  <a:lnTo>
                    <a:pt x="392" y="134137"/>
                  </a:lnTo>
                  <a:lnTo>
                    <a:pt x="111" y="139461"/>
                  </a:lnTo>
                  <a:lnTo>
                    <a:pt x="0" y="144791"/>
                  </a:lnTo>
                  <a:lnTo>
                    <a:pt x="58" y="150122"/>
                  </a:lnTo>
                  <a:lnTo>
                    <a:pt x="286" y="155449"/>
                  </a:lnTo>
                  <a:lnTo>
                    <a:pt x="685" y="160765"/>
                  </a:lnTo>
                  <a:lnTo>
                    <a:pt x="1252" y="166067"/>
                  </a:lnTo>
                  <a:lnTo>
                    <a:pt x="1989" y="171347"/>
                  </a:lnTo>
                  <a:lnTo>
                    <a:pt x="2893" y="176601"/>
                  </a:lnTo>
                  <a:lnTo>
                    <a:pt x="3964" y="181824"/>
                  </a:lnTo>
                  <a:lnTo>
                    <a:pt x="5202" y="187010"/>
                  </a:lnTo>
                  <a:lnTo>
                    <a:pt x="6604" y="192153"/>
                  </a:lnTo>
                  <a:lnTo>
                    <a:pt x="8169" y="197250"/>
                  </a:lnTo>
                  <a:lnTo>
                    <a:pt x="9897" y="202294"/>
                  </a:lnTo>
                  <a:lnTo>
                    <a:pt x="11784" y="207280"/>
                  </a:lnTo>
                  <a:lnTo>
                    <a:pt x="13829" y="212204"/>
                  </a:lnTo>
                  <a:lnTo>
                    <a:pt x="16030" y="217060"/>
                  </a:lnTo>
                  <a:lnTo>
                    <a:pt x="18385" y="221843"/>
                  </a:lnTo>
                  <a:lnTo>
                    <a:pt x="20891" y="226548"/>
                  </a:lnTo>
                  <a:lnTo>
                    <a:pt x="23546" y="231172"/>
                  </a:lnTo>
                  <a:lnTo>
                    <a:pt x="26347" y="235708"/>
                  </a:lnTo>
                  <a:lnTo>
                    <a:pt x="29292" y="240153"/>
                  </a:lnTo>
                  <a:lnTo>
                    <a:pt x="32376" y="244501"/>
                  </a:lnTo>
                  <a:lnTo>
                    <a:pt x="35598" y="248749"/>
                  </a:lnTo>
                  <a:lnTo>
                    <a:pt x="38953" y="252892"/>
                  </a:lnTo>
                  <a:lnTo>
                    <a:pt x="42439" y="256926"/>
                  </a:lnTo>
                  <a:lnTo>
                    <a:pt x="46052" y="260847"/>
                  </a:lnTo>
                  <a:lnTo>
                    <a:pt x="49788" y="264650"/>
                  </a:lnTo>
                  <a:lnTo>
                    <a:pt x="53643" y="268333"/>
                  </a:lnTo>
                  <a:lnTo>
                    <a:pt x="57614" y="271891"/>
                  </a:lnTo>
                  <a:lnTo>
                    <a:pt x="61696" y="275320"/>
                  </a:lnTo>
                  <a:lnTo>
                    <a:pt x="65886" y="278617"/>
                  </a:lnTo>
                  <a:lnTo>
                    <a:pt x="70178" y="281779"/>
                  </a:lnTo>
                  <a:lnTo>
                    <a:pt x="74570" y="284803"/>
                  </a:lnTo>
                  <a:lnTo>
                    <a:pt x="79055" y="287685"/>
                  </a:lnTo>
                  <a:lnTo>
                    <a:pt x="83630" y="290422"/>
                  </a:lnTo>
                  <a:lnTo>
                    <a:pt x="88290" y="293012"/>
                  </a:lnTo>
                  <a:lnTo>
                    <a:pt x="93030" y="295453"/>
                  </a:lnTo>
                  <a:lnTo>
                    <a:pt x="97846" y="297740"/>
                  </a:lnTo>
                  <a:lnTo>
                    <a:pt x="102732" y="299874"/>
                  </a:lnTo>
                  <a:lnTo>
                    <a:pt x="107683" y="301850"/>
                  </a:lnTo>
                  <a:lnTo>
                    <a:pt x="112696" y="303667"/>
                  </a:lnTo>
                  <a:lnTo>
                    <a:pt x="117763" y="305324"/>
                  </a:lnTo>
                  <a:lnTo>
                    <a:pt x="122881" y="306818"/>
                  </a:lnTo>
                  <a:lnTo>
                    <a:pt x="128044" y="308148"/>
                  </a:lnTo>
                  <a:lnTo>
                    <a:pt x="133246" y="309313"/>
                  </a:lnTo>
                  <a:lnTo>
                    <a:pt x="138484" y="310311"/>
                  </a:lnTo>
                  <a:lnTo>
                    <a:pt x="143750" y="311142"/>
                  </a:lnTo>
                  <a:lnTo>
                    <a:pt x="149040" y="311805"/>
                  </a:lnTo>
                  <a:lnTo>
                    <a:pt x="154349" y="312298"/>
                  </a:lnTo>
                  <a:lnTo>
                    <a:pt x="159670" y="312622"/>
                  </a:lnTo>
                  <a:lnTo>
                    <a:pt x="164999" y="312776"/>
                  </a:lnTo>
                  <a:lnTo>
                    <a:pt x="170331" y="312760"/>
                  </a:lnTo>
                  <a:lnTo>
                    <a:pt x="175659" y="312574"/>
                  </a:lnTo>
                  <a:lnTo>
                    <a:pt x="180979" y="312218"/>
                  </a:lnTo>
                  <a:lnTo>
                    <a:pt x="186284" y="311693"/>
                  </a:lnTo>
                  <a:lnTo>
                    <a:pt x="191570" y="310999"/>
                  </a:lnTo>
                  <a:lnTo>
                    <a:pt x="196831" y="310137"/>
                  </a:lnTo>
                  <a:lnTo>
                    <a:pt x="202062" y="309107"/>
                  </a:lnTo>
                  <a:lnTo>
                    <a:pt x="207258" y="307911"/>
                  </a:lnTo>
                  <a:lnTo>
                    <a:pt x="212413" y="306550"/>
                  </a:lnTo>
                  <a:lnTo>
                    <a:pt x="217522" y="305025"/>
                  </a:lnTo>
                  <a:lnTo>
                    <a:pt x="222579" y="303338"/>
                  </a:lnTo>
                  <a:lnTo>
                    <a:pt x="227580" y="301491"/>
                  </a:lnTo>
                  <a:lnTo>
                    <a:pt x="232520" y="299485"/>
                  </a:lnTo>
                  <a:lnTo>
                    <a:pt x="237393" y="297323"/>
                  </a:lnTo>
                  <a:lnTo>
                    <a:pt x="242195" y="295006"/>
                  </a:lnTo>
                  <a:lnTo>
                    <a:pt x="246921" y="292538"/>
                  </a:lnTo>
                  <a:lnTo>
                    <a:pt x="251565" y="289920"/>
                  </a:lnTo>
                  <a:lnTo>
                    <a:pt x="256123" y="287155"/>
                  </a:lnTo>
                  <a:lnTo>
                    <a:pt x="260592" y="284246"/>
                  </a:lnTo>
                  <a:lnTo>
                    <a:pt x="264965" y="281196"/>
                  </a:lnTo>
                  <a:lnTo>
                    <a:pt x="269238" y="278009"/>
                  </a:lnTo>
                  <a:lnTo>
                    <a:pt x="273408" y="274686"/>
                  </a:lnTo>
                  <a:lnTo>
                    <a:pt x="277469" y="271233"/>
                  </a:lnTo>
                  <a:lnTo>
                    <a:pt x="281419" y="267651"/>
                  </a:lnTo>
                  <a:lnTo>
                    <a:pt x="285252" y="263946"/>
                  </a:lnTo>
                  <a:lnTo>
                    <a:pt x="167165" y="1456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67159" cy="285490"/>
            </a:xfrm>
            <a:custGeom>
              <a:avLst/>
              <a:pathLst>
                <a:path w="167159" h="285490">
                  <a:moveTo>
                    <a:pt x="118087" y="285490"/>
                  </a:moveTo>
                  <a:lnTo>
                    <a:pt x="121795" y="281669"/>
                  </a:lnTo>
                  <a:lnTo>
                    <a:pt x="125380" y="277732"/>
                  </a:lnTo>
                  <a:lnTo>
                    <a:pt x="128838" y="273683"/>
                  </a:lnTo>
                  <a:lnTo>
                    <a:pt x="132165" y="269525"/>
                  </a:lnTo>
                  <a:lnTo>
                    <a:pt x="135358" y="265264"/>
                  </a:lnTo>
                  <a:lnTo>
                    <a:pt x="138413" y="260903"/>
                  </a:lnTo>
                  <a:lnTo>
                    <a:pt x="141329" y="256448"/>
                  </a:lnTo>
                  <a:lnTo>
                    <a:pt x="144100" y="251901"/>
                  </a:lnTo>
                  <a:lnTo>
                    <a:pt x="146726" y="247269"/>
                  </a:lnTo>
                  <a:lnTo>
                    <a:pt x="149203" y="242555"/>
                  </a:lnTo>
                  <a:lnTo>
                    <a:pt x="151528" y="237765"/>
                  </a:lnTo>
                  <a:lnTo>
                    <a:pt x="153700" y="232903"/>
                  </a:lnTo>
                  <a:lnTo>
                    <a:pt x="155715" y="227975"/>
                  </a:lnTo>
                  <a:lnTo>
                    <a:pt x="157573" y="222985"/>
                  </a:lnTo>
                  <a:lnTo>
                    <a:pt x="159271" y="217938"/>
                  </a:lnTo>
                  <a:lnTo>
                    <a:pt x="160807" y="212839"/>
                  </a:lnTo>
                  <a:lnTo>
                    <a:pt x="162180" y="207695"/>
                  </a:lnTo>
                  <a:lnTo>
                    <a:pt x="163388" y="202509"/>
                  </a:lnTo>
                  <a:lnTo>
                    <a:pt x="164431" y="197287"/>
                  </a:lnTo>
                  <a:lnTo>
                    <a:pt x="165307" y="192035"/>
                  </a:lnTo>
                  <a:lnTo>
                    <a:pt x="166015" y="186758"/>
                  </a:lnTo>
                  <a:lnTo>
                    <a:pt x="166555" y="181461"/>
                  </a:lnTo>
                  <a:lnTo>
                    <a:pt x="166925" y="176149"/>
                  </a:lnTo>
                  <a:lnTo>
                    <a:pt x="167127" y="170828"/>
                  </a:lnTo>
                  <a:lnTo>
                    <a:pt x="167159" y="165503"/>
                  </a:lnTo>
                  <a:lnTo>
                    <a:pt x="167021" y="160180"/>
                  </a:lnTo>
                  <a:lnTo>
                    <a:pt x="166714" y="154864"/>
                  </a:lnTo>
                  <a:lnTo>
                    <a:pt x="166237" y="149561"/>
                  </a:lnTo>
                  <a:lnTo>
                    <a:pt x="165592" y="144276"/>
                  </a:lnTo>
                  <a:lnTo>
                    <a:pt x="164779" y="139013"/>
                  </a:lnTo>
                  <a:lnTo>
                    <a:pt x="163799" y="133780"/>
                  </a:lnTo>
                  <a:lnTo>
                    <a:pt x="162652" y="128580"/>
                  </a:lnTo>
                  <a:lnTo>
                    <a:pt x="161341" y="123419"/>
                  </a:lnTo>
                  <a:lnTo>
                    <a:pt x="159866" y="118303"/>
                  </a:lnTo>
                  <a:lnTo>
                    <a:pt x="158228" y="113236"/>
                  </a:lnTo>
                  <a:lnTo>
                    <a:pt x="156431" y="108224"/>
                  </a:lnTo>
                  <a:lnTo>
                    <a:pt x="154474" y="103272"/>
                  </a:lnTo>
                  <a:lnTo>
                    <a:pt x="152361" y="98384"/>
                  </a:lnTo>
                  <a:lnTo>
                    <a:pt x="150093" y="93567"/>
                  </a:lnTo>
                  <a:lnTo>
                    <a:pt x="147673" y="88824"/>
                  </a:lnTo>
                  <a:lnTo>
                    <a:pt x="145102" y="84160"/>
                  </a:lnTo>
                  <a:lnTo>
                    <a:pt x="142385" y="79581"/>
                  </a:lnTo>
                  <a:lnTo>
                    <a:pt x="139524" y="75091"/>
                  </a:lnTo>
                  <a:lnTo>
                    <a:pt x="136520" y="70694"/>
                  </a:lnTo>
                  <a:lnTo>
                    <a:pt x="133378" y="66395"/>
                  </a:lnTo>
                  <a:lnTo>
                    <a:pt x="130101" y="62198"/>
                  </a:lnTo>
                  <a:lnTo>
                    <a:pt x="126692" y="58108"/>
                  </a:lnTo>
                  <a:lnTo>
                    <a:pt x="123155" y="54128"/>
                  </a:lnTo>
                  <a:lnTo>
                    <a:pt x="119492" y="50263"/>
                  </a:lnTo>
                  <a:lnTo>
                    <a:pt x="115708" y="46517"/>
                  </a:lnTo>
                  <a:lnTo>
                    <a:pt x="111807" y="42893"/>
                  </a:lnTo>
                  <a:lnTo>
                    <a:pt x="107792" y="39395"/>
                  </a:lnTo>
                  <a:lnTo>
                    <a:pt x="103668" y="36027"/>
                  </a:lnTo>
                  <a:lnTo>
                    <a:pt x="99439" y="32792"/>
                  </a:lnTo>
                  <a:lnTo>
                    <a:pt x="95109" y="29693"/>
                  </a:lnTo>
                  <a:lnTo>
                    <a:pt x="90682" y="26733"/>
                  </a:lnTo>
                  <a:lnTo>
                    <a:pt x="86164" y="23917"/>
                  </a:lnTo>
                  <a:lnTo>
                    <a:pt x="81558" y="21245"/>
                  </a:lnTo>
                  <a:lnTo>
                    <a:pt x="76869" y="18722"/>
                  </a:lnTo>
                  <a:lnTo>
                    <a:pt x="72102" y="16349"/>
                  </a:lnTo>
                  <a:lnTo>
                    <a:pt x="67262" y="14129"/>
                  </a:lnTo>
                  <a:lnTo>
                    <a:pt x="62354" y="12064"/>
                  </a:lnTo>
                  <a:lnTo>
                    <a:pt x="57383" y="10157"/>
                  </a:lnTo>
                  <a:lnTo>
                    <a:pt x="52353" y="8409"/>
                  </a:lnTo>
                  <a:lnTo>
                    <a:pt x="47270" y="6822"/>
                  </a:lnTo>
                  <a:lnTo>
                    <a:pt x="42139" y="5398"/>
                  </a:lnTo>
                  <a:lnTo>
                    <a:pt x="36966" y="4138"/>
                  </a:lnTo>
                  <a:lnTo>
                    <a:pt x="31755" y="3043"/>
                  </a:lnTo>
                  <a:lnTo>
                    <a:pt x="26512" y="2115"/>
                  </a:lnTo>
                  <a:lnTo>
                    <a:pt x="21242" y="1355"/>
                  </a:lnTo>
                  <a:lnTo>
                    <a:pt x="15950" y="762"/>
                  </a:lnTo>
                  <a:lnTo>
                    <a:pt x="10642" y="339"/>
                  </a:lnTo>
                  <a:lnTo>
                    <a:pt x="532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24035" y="4213821"/>
              <a:ext cx="104436" cy="167167"/>
            </a:xfrm>
            <a:custGeom>
              <a:avLst/>
              <a:pathLst>
                <a:path w="104436" h="167167">
                  <a:moveTo>
                    <a:pt x="104436" y="0"/>
                  </a:moveTo>
                  <a:lnTo>
                    <a:pt x="98797" y="95"/>
                  </a:lnTo>
                  <a:lnTo>
                    <a:pt x="93164" y="380"/>
                  </a:lnTo>
                  <a:lnTo>
                    <a:pt x="87544" y="855"/>
                  </a:lnTo>
                  <a:lnTo>
                    <a:pt x="81943" y="1520"/>
                  </a:lnTo>
                  <a:lnTo>
                    <a:pt x="76368" y="2373"/>
                  </a:lnTo>
                  <a:lnTo>
                    <a:pt x="70825" y="3413"/>
                  </a:lnTo>
                  <a:lnTo>
                    <a:pt x="65320" y="4640"/>
                  </a:lnTo>
                  <a:lnTo>
                    <a:pt x="59860" y="6052"/>
                  </a:lnTo>
                  <a:lnTo>
                    <a:pt x="54450" y="7648"/>
                  </a:lnTo>
                  <a:lnTo>
                    <a:pt x="49098" y="9425"/>
                  </a:lnTo>
                  <a:lnTo>
                    <a:pt x="43808" y="11381"/>
                  </a:lnTo>
                  <a:lnTo>
                    <a:pt x="38587" y="13515"/>
                  </a:lnTo>
                  <a:lnTo>
                    <a:pt x="33441" y="15824"/>
                  </a:lnTo>
                  <a:lnTo>
                    <a:pt x="28376" y="18305"/>
                  </a:lnTo>
                  <a:lnTo>
                    <a:pt x="23398" y="20955"/>
                  </a:lnTo>
                  <a:lnTo>
                    <a:pt x="18512" y="23772"/>
                  </a:lnTo>
                  <a:lnTo>
                    <a:pt x="13724" y="26752"/>
                  </a:lnTo>
                  <a:lnTo>
                    <a:pt x="9039" y="29892"/>
                  </a:lnTo>
                  <a:lnTo>
                    <a:pt x="4462" y="33188"/>
                  </a:lnTo>
                  <a:lnTo>
                    <a:pt x="0" y="36637"/>
                  </a:lnTo>
                  <a:lnTo>
                    <a:pt x="10443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4035" y="4250459"/>
              <a:ext cx="104436" cy="130529"/>
            </a:xfrm>
            <a:custGeom>
              <a:avLst/>
              <a:pathLst>
                <a:path w="104436" h="130529">
                  <a:moveTo>
                    <a:pt x="0" y="0"/>
                  </a:moveTo>
                  <a:lnTo>
                    <a:pt x="104436" y="1305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07" y="4250459"/>
              <a:ext cx="334332" cy="297683"/>
            </a:xfrm>
            <a:custGeom>
              <a:avLst/>
              <a:pathLst>
                <a:path w="334332" h="297683">
                  <a:moveTo>
                    <a:pt x="62728" y="0"/>
                  </a:moveTo>
                  <a:lnTo>
                    <a:pt x="58632" y="3385"/>
                  </a:lnTo>
                  <a:lnTo>
                    <a:pt x="54645" y="6899"/>
                  </a:lnTo>
                  <a:lnTo>
                    <a:pt x="50772" y="10538"/>
                  </a:lnTo>
                  <a:lnTo>
                    <a:pt x="47017" y="14298"/>
                  </a:lnTo>
                  <a:lnTo>
                    <a:pt x="43384" y="18176"/>
                  </a:lnTo>
                  <a:lnTo>
                    <a:pt x="39875" y="22167"/>
                  </a:lnTo>
                  <a:lnTo>
                    <a:pt x="36495" y="26267"/>
                  </a:lnTo>
                  <a:lnTo>
                    <a:pt x="33247" y="30473"/>
                  </a:lnTo>
                  <a:lnTo>
                    <a:pt x="30134" y="34781"/>
                  </a:lnTo>
                  <a:lnTo>
                    <a:pt x="27160" y="39184"/>
                  </a:lnTo>
                  <a:lnTo>
                    <a:pt x="24328" y="43681"/>
                  </a:lnTo>
                  <a:lnTo>
                    <a:pt x="21639" y="48265"/>
                  </a:lnTo>
                  <a:lnTo>
                    <a:pt x="19098" y="52932"/>
                  </a:lnTo>
                  <a:lnTo>
                    <a:pt x="16706" y="57677"/>
                  </a:lnTo>
                  <a:lnTo>
                    <a:pt x="14467" y="62496"/>
                  </a:lnTo>
                  <a:lnTo>
                    <a:pt x="12381" y="67384"/>
                  </a:lnTo>
                  <a:lnTo>
                    <a:pt x="10453" y="72336"/>
                  </a:lnTo>
                  <a:lnTo>
                    <a:pt x="8682" y="77346"/>
                  </a:lnTo>
                  <a:lnTo>
                    <a:pt x="7072" y="82411"/>
                  </a:lnTo>
                  <a:lnTo>
                    <a:pt x="5623" y="87523"/>
                  </a:lnTo>
                  <a:lnTo>
                    <a:pt x="4338" y="92680"/>
                  </a:lnTo>
                  <a:lnTo>
                    <a:pt x="3217" y="97874"/>
                  </a:lnTo>
                  <a:lnTo>
                    <a:pt x="2262" y="103102"/>
                  </a:lnTo>
                  <a:lnTo>
                    <a:pt x="1474" y="108357"/>
                  </a:lnTo>
                  <a:lnTo>
                    <a:pt x="853" y="113635"/>
                  </a:lnTo>
                  <a:lnTo>
                    <a:pt x="400" y="118930"/>
                  </a:lnTo>
                  <a:lnTo>
                    <a:pt x="115" y="124236"/>
                  </a:lnTo>
                  <a:lnTo>
                    <a:pt x="0" y="129549"/>
                  </a:lnTo>
                  <a:lnTo>
                    <a:pt x="53" y="134863"/>
                  </a:lnTo>
                  <a:lnTo>
                    <a:pt x="275" y="140172"/>
                  </a:lnTo>
                  <a:lnTo>
                    <a:pt x="666" y="145472"/>
                  </a:lnTo>
                  <a:lnTo>
                    <a:pt x="1225" y="150757"/>
                  </a:lnTo>
                  <a:lnTo>
                    <a:pt x="1952" y="156021"/>
                  </a:lnTo>
                  <a:lnTo>
                    <a:pt x="2845" y="161259"/>
                  </a:lnTo>
                  <a:lnTo>
                    <a:pt x="3905" y="166467"/>
                  </a:lnTo>
                  <a:lnTo>
                    <a:pt x="5130" y="171638"/>
                  </a:lnTo>
                  <a:lnTo>
                    <a:pt x="6518" y="176767"/>
                  </a:lnTo>
                  <a:lnTo>
                    <a:pt x="8069" y="181850"/>
                  </a:lnTo>
                  <a:lnTo>
                    <a:pt x="9781" y="186881"/>
                  </a:lnTo>
                  <a:lnTo>
                    <a:pt x="11652" y="191855"/>
                  </a:lnTo>
                  <a:lnTo>
                    <a:pt x="13679" y="196767"/>
                  </a:lnTo>
                  <a:lnTo>
                    <a:pt x="15862" y="201612"/>
                  </a:lnTo>
                  <a:lnTo>
                    <a:pt x="18198" y="206385"/>
                  </a:lnTo>
                  <a:lnTo>
                    <a:pt x="20685" y="211082"/>
                  </a:lnTo>
                  <a:lnTo>
                    <a:pt x="23319" y="215697"/>
                  </a:lnTo>
                  <a:lnTo>
                    <a:pt x="26099" y="220226"/>
                  </a:lnTo>
                  <a:lnTo>
                    <a:pt x="29021" y="224664"/>
                  </a:lnTo>
                  <a:lnTo>
                    <a:pt x="32083" y="229008"/>
                  </a:lnTo>
                  <a:lnTo>
                    <a:pt x="35281" y="233252"/>
                  </a:lnTo>
                  <a:lnTo>
                    <a:pt x="38613" y="237392"/>
                  </a:lnTo>
                  <a:lnTo>
                    <a:pt x="42074" y="241424"/>
                  </a:lnTo>
                  <a:lnTo>
                    <a:pt x="45662" y="245344"/>
                  </a:lnTo>
                  <a:lnTo>
                    <a:pt x="49373" y="249147"/>
                  </a:lnTo>
                  <a:lnTo>
                    <a:pt x="53203" y="252832"/>
                  </a:lnTo>
                  <a:lnTo>
                    <a:pt x="57148" y="256392"/>
                  </a:lnTo>
                  <a:lnTo>
                    <a:pt x="61204" y="259825"/>
                  </a:lnTo>
                  <a:lnTo>
                    <a:pt x="65367" y="263128"/>
                  </a:lnTo>
                  <a:lnTo>
                    <a:pt x="69634" y="266297"/>
                  </a:lnTo>
                  <a:lnTo>
                    <a:pt x="73998" y="269328"/>
                  </a:lnTo>
                  <a:lnTo>
                    <a:pt x="78457" y="272219"/>
                  </a:lnTo>
                  <a:lnTo>
                    <a:pt x="83005" y="274967"/>
                  </a:lnTo>
                  <a:lnTo>
                    <a:pt x="87639" y="277569"/>
                  </a:lnTo>
                  <a:lnTo>
                    <a:pt x="92353" y="280022"/>
                  </a:lnTo>
                  <a:lnTo>
                    <a:pt x="97142" y="282325"/>
                  </a:lnTo>
                  <a:lnTo>
                    <a:pt x="102002" y="284474"/>
                  </a:lnTo>
                  <a:lnTo>
                    <a:pt x="106929" y="286467"/>
                  </a:lnTo>
                  <a:lnTo>
                    <a:pt x="111915" y="288303"/>
                  </a:lnTo>
                  <a:lnTo>
                    <a:pt x="116958" y="289979"/>
                  </a:lnTo>
                  <a:lnTo>
                    <a:pt x="122052" y="291495"/>
                  </a:lnTo>
                  <a:lnTo>
                    <a:pt x="127191" y="292847"/>
                  </a:lnTo>
                  <a:lnTo>
                    <a:pt x="132370" y="294036"/>
                  </a:lnTo>
                  <a:lnTo>
                    <a:pt x="137585" y="295059"/>
                  </a:lnTo>
                  <a:lnTo>
                    <a:pt x="142830" y="295916"/>
                  </a:lnTo>
                  <a:lnTo>
                    <a:pt x="148099" y="296606"/>
                  </a:lnTo>
                  <a:lnTo>
                    <a:pt x="153387" y="297128"/>
                  </a:lnTo>
                  <a:lnTo>
                    <a:pt x="158689" y="297482"/>
                  </a:lnTo>
                  <a:lnTo>
                    <a:pt x="164000" y="297667"/>
                  </a:lnTo>
                  <a:lnTo>
                    <a:pt x="169314" y="297683"/>
                  </a:lnTo>
                  <a:lnTo>
                    <a:pt x="174626" y="297530"/>
                  </a:lnTo>
                  <a:lnTo>
                    <a:pt x="179931" y="297208"/>
                  </a:lnTo>
                  <a:lnTo>
                    <a:pt x="185222" y="296718"/>
                  </a:lnTo>
                  <a:lnTo>
                    <a:pt x="190495" y="296061"/>
                  </a:lnTo>
                  <a:lnTo>
                    <a:pt x="195745" y="295235"/>
                  </a:lnTo>
                  <a:lnTo>
                    <a:pt x="200966" y="294244"/>
                  </a:lnTo>
                  <a:lnTo>
                    <a:pt x="206152" y="293087"/>
                  </a:lnTo>
                  <a:lnTo>
                    <a:pt x="211300" y="291765"/>
                  </a:lnTo>
                  <a:lnTo>
                    <a:pt x="216402" y="290281"/>
                  </a:lnTo>
                  <a:lnTo>
                    <a:pt x="221455" y="288635"/>
                  </a:lnTo>
                  <a:lnTo>
                    <a:pt x="226453" y="286830"/>
                  </a:lnTo>
                  <a:lnTo>
                    <a:pt x="231391" y="284866"/>
                  </a:lnTo>
                  <a:lnTo>
                    <a:pt x="236264" y="282747"/>
                  </a:lnTo>
                  <a:lnTo>
                    <a:pt x="241068" y="280473"/>
                  </a:lnTo>
                  <a:lnTo>
                    <a:pt x="245796" y="278049"/>
                  </a:lnTo>
                  <a:lnTo>
                    <a:pt x="250445" y="275475"/>
                  </a:lnTo>
                  <a:lnTo>
                    <a:pt x="255010" y="272754"/>
                  </a:lnTo>
                  <a:lnTo>
                    <a:pt x="259487" y="269890"/>
                  </a:lnTo>
                  <a:lnTo>
                    <a:pt x="263870" y="266885"/>
                  </a:lnTo>
                  <a:lnTo>
                    <a:pt x="268155" y="263743"/>
                  </a:lnTo>
                  <a:lnTo>
                    <a:pt x="272338" y="260465"/>
                  </a:lnTo>
                  <a:lnTo>
                    <a:pt x="276415" y="257057"/>
                  </a:lnTo>
                  <a:lnTo>
                    <a:pt x="280381" y="253520"/>
                  </a:lnTo>
                  <a:lnTo>
                    <a:pt x="284233" y="249859"/>
                  </a:lnTo>
                  <a:lnTo>
                    <a:pt x="287967" y="246078"/>
                  </a:lnTo>
                  <a:lnTo>
                    <a:pt x="291579" y="242180"/>
                  </a:lnTo>
                  <a:lnTo>
                    <a:pt x="295065" y="238169"/>
                  </a:lnTo>
                  <a:lnTo>
                    <a:pt x="298422" y="234049"/>
                  </a:lnTo>
                  <a:lnTo>
                    <a:pt x="301646" y="229825"/>
                  </a:lnTo>
                  <a:lnTo>
                    <a:pt x="304734" y="225500"/>
                  </a:lnTo>
                  <a:lnTo>
                    <a:pt x="307683" y="221080"/>
                  </a:lnTo>
                  <a:lnTo>
                    <a:pt x="310490" y="216567"/>
                  </a:lnTo>
                  <a:lnTo>
                    <a:pt x="313153" y="211968"/>
                  </a:lnTo>
                  <a:lnTo>
                    <a:pt x="315667" y="207287"/>
                  </a:lnTo>
                  <a:lnTo>
                    <a:pt x="318032" y="202528"/>
                  </a:lnTo>
                  <a:lnTo>
                    <a:pt x="320244" y="197696"/>
                  </a:lnTo>
                  <a:lnTo>
                    <a:pt x="322302" y="192797"/>
                  </a:lnTo>
                  <a:lnTo>
                    <a:pt x="324203" y="187834"/>
                  </a:lnTo>
                  <a:lnTo>
                    <a:pt x="325945" y="182814"/>
                  </a:lnTo>
                  <a:lnTo>
                    <a:pt x="327526" y="177740"/>
                  </a:lnTo>
                  <a:lnTo>
                    <a:pt x="328946" y="172619"/>
                  </a:lnTo>
                  <a:lnTo>
                    <a:pt x="330202" y="167456"/>
                  </a:lnTo>
                  <a:lnTo>
                    <a:pt x="331293" y="162255"/>
                  </a:lnTo>
                  <a:lnTo>
                    <a:pt x="332219" y="157022"/>
                  </a:lnTo>
                  <a:lnTo>
                    <a:pt x="332978" y="151762"/>
                  </a:lnTo>
                  <a:lnTo>
                    <a:pt x="333569" y="146481"/>
                  </a:lnTo>
                  <a:lnTo>
                    <a:pt x="333992" y="141184"/>
                  </a:lnTo>
                  <a:lnTo>
                    <a:pt x="334246" y="135876"/>
                  </a:lnTo>
                  <a:lnTo>
                    <a:pt x="334332" y="130563"/>
                  </a:lnTo>
                  <a:lnTo>
                    <a:pt x="334248" y="125249"/>
                  </a:lnTo>
                  <a:lnTo>
                    <a:pt x="333996" y="119941"/>
                  </a:lnTo>
                  <a:lnTo>
                    <a:pt x="333575" y="114644"/>
                  </a:lnTo>
                  <a:lnTo>
                    <a:pt x="332986" y="109362"/>
                  </a:lnTo>
                  <a:lnTo>
                    <a:pt x="332229" y="104102"/>
                  </a:lnTo>
                  <a:lnTo>
                    <a:pt x="331306" y="98869"/>
                  </a:lnTo>
                  <a:lnTo>
                    <a:pt x="330217" y="93668"/>
                  </a:lnTo>
                  <a:lnTo>
                    <a:pt x="328963" y="88504"/>
                  </a:lnTo>
                  <a:lnTo>
                    <a:pt x="327545" y="83382"/>
                  </a:lnTo>
                  <a:lnTo>
                    <a:pt x="325966" y="78308"/>
                  </a:lnTo>
                  <a:lnTo>
                    <a:pt x="324225" y="73287"/>
                  </a:lnTo>
                  <a:lnTo>
                    <a:pt x="322327" y="68324"/>
                  </a:lnTo>
                  <a:lnTo>
                    <a:pt x="320271" y="63423"/>
                  </a:lnTo>
                  <a:lnTo>
                    <a:pt x="167164" y="1305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153107" cy="167167"/>
            </a:xfrm>
            <a:custGeom>
              <a:avLst/>
              <a:pathLst>
                <a:path w="153107" h="167167">
                  <a:moveTo>
                    <a:pt x="153107" y="100061"/>
                  </a:moveTo>
                  <a:lnTo>
                    <a:pt x="150803" y="95034"/>
                  </a:lnTo>
                  <a:lnTo>
                    <a:pt x="148335" y="90086"/>
                  </a:lnTo>
                  <a:lnTo>
                    <a:pt x="145705" y="85223"/>
                  </a:lnTo>
                  <a:lnTo>
                    <a:pt x="142915" y="80449"/>
                  </a:lnTo>
                  <a:lnTo>
                    <a:pt x="139969" y="75770"/>
                  </a:lnTo>
                  <a:lnTo>
                    <a:pt x="136870" y="71191"/>
                  </a:lnTo>
                  <a:lnTo>
                    <a:pt x="133621" y="66717"/>
                  </a:lnTo>
                  <a:lnTo>
                    <a:pt x="130226" y="62353"/>
                  </a:lnTo>
                  <a:lnTo>
                    <a:pt x="126688" y="58103"/>
                  </a:lnTo>
                  <a:lnTo>
                    <a:pt x="123012" y="53973"/>
                  </a:lnTo>
                  <a:lnTo>
                    <a:pt x="119201" y="49967"/>
                  </a:lnTo>
                  <a:lnTo>
                    <a:pt x="115260" y="46089"/>
                  </a:lnTo>
                  <a:lnTo>
                    <a:pt x="111193" y="42343"/>
                  </a:lnTo>
                  <a:lnTo>
                    <a:pt x="107004" y="38734"/>
                  </a:lnTo>
                  <a:lnTo>
                    <a:pt x="102698" y="35265"/>
                  </a:lnTo>
                  <a:lnTo>
                    <a:pt x="98279" y="31941"/>
                  </a:lnTo>
                  <a:lnTo>
                    <a:pt x="93754" y="28765"/>
                  </a:lnTo>
                  <a:lnTo>
                    <a:pt x="89125" y="25740"/>
                  </a:lnTo>
                  <a:lnTo>
                    <a:pt x="84399" y="22870"/>
                  </a:lnTo>
                  <a:lnTo>
                    <a:pt x="79581" y="20157"/>
                  </a:lnTo>
                  <a:lnTo>
                    <a:pt x="74675" y="17606"/>
                  </a:lnTo>
                  <a:lnTo>
                    <a:pt x="69688" y="15218"/>
                  </a:lnTo>
                  <a:lnTo>
                    <a:pt x="64625" y="12997"/>
                  </a:lnTo>
                  <a:lnTo>
                    <a:pt x="59491" y="10944"/>
                  </a:lnTo>
                  <a:lnTo>
                    <a:pt x="54292" y="9062"/>
                  </a:lnTo>
                  <a:lnTo>
                    <a:pt x="49033" y="7353"/>
                  </a:lnTo>
                  <a:lnTo>
                    <a:pt x="43721" y="5818"/>
                  </a:lnTo>
                  <a:lnTo>
                    <a:pt x="38361" y="4461"/>
                  </a:lnTo>
                  <a:lnTo>
                    <a:pt x="32959" y="3281"/>
                  </a:lnTo>
                  <a:lnTo>
                    <a:pt x="27521" y="2281"/>
                  </a:lnTo>
                  <a:lnTo>
                    <a:pt x="22053" y="1461"/>
                  </a:lnTo>
                  <a:lnTo>
                    <a:pt x="16561" y="822"/>
                  </a:lnTo>
                  <a:lnTo>
                    <a:pt x="11050" y="365"/>
                  </a:lnTo>
                  <a:lnTo>
                    <a:pt x="552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64753" y="3707720"/>
              <a:ext cx="154257" cy="167167"/>
            </a:xfrm>
            <a:custGeom>
              <a:avLst/>
              <a:pathLst>
                <a:path w="154257" h="167167">
                  <a:moveTo>
                    <a:pt x="154257" y="0"/>
                  </a:moveTo>
                  <a:lnTo>
                    <a:pt x="148801" y="89"/>
                  </a:lnTo>
                  <a:lnTo>
                    <a:pt x="143351" y="356"/>
                  </a:lnTo>
                  <a:lnTo>
                    <a:pt x="137912" y="801"/>
                  </a:lnTo>
                  <a:lnTo>
                    <a:pt x="132491" y="1423"/>
                  </a:lnTo>
                  <a:lnTo>
                    <a:pt x="127092" y="2221"/>
                  </a:lnTo>
                  <a:lnTo>
                    <a:pt x="121723" y="3196"/>
                  </a:lnTo>
                  <a:lnTo>
                    <a:pt x="116389" y="4345"/>
                  </a:lnTo>
                  <a:lnTo>
                    <a:pt x="111094" y="5668"/>
                  </a:lnTo>
                  <a:lnTo>
                    <a:pt x="105846" y="7163"/>
                  </a:lnTo>
                  <a:lnTo>
                    <a:pt x="100650" y="8828"/>
                  </a:lnTo>
                  <a:lnTo>
                    <a:pt x="95510" y="10662"/>
                  </a:lnTo>
                  <a:lnTo>
                    <a:pt x="90433" y="12663"/>
                  </a:lnTo>
                  <a:lnTo>
                    <a:pt x="85424" y="14829"/>
                  </a:lnTo>
                  <a:lnTo>
                    <a:pt x="80489" y="17156"/>
                  </a:lnTo>
                  <a:lnTo>
                    <a:pt x="75632" y="19644"/>
                  </a:lnTo>
                  <a:lnTo>
                    <a:pt x="70859" y="22289"/>
                  </a:lnTo>
                  <a:lnTo>
                    <a:pt x="66175" y="25088"/>
                  </a:lnTo>
                  <a:lnTo>
                    <a:pt x="61584" y="28039"/>
                  </a:lnTo>
                  <a:lnTo>
                    <a:pt x="57093" y="31138"/>
                  </a:lnTo>
                  <a:lnTo>
                    <a:pt x="52704" y="34382"/>
                  </a:lnTo>
                  <a:lnTo>
                    <a:pt x="48425" y="37767"/>
                  </a:lnTo>
                  <a:lnTo>
                    <a:pt x="44257" y="41290"/>
                  </a:lnTo>
                  <a:lnTo>
                    <a:pt x="40207" y="44948"/>
                  </a:lnTo>
                  <a:lnTo>
                    <a:pt x="36279" y="48735"/>
                  </a:lnTo>
                  <a:lnTo>
                    <a:pt x="32476" y="52649"/>
                  </a:lnTo>
                  <a:lnTo>
                    <a:pt x="28804" y="56685"/>
                  </a:lnTo>
                  <a:lnTo>
                    <a:pt x="25264" y="60838"/>
                  </a:lnTo>
                  <a:lnTo>
                    <a:pt x="21863" y="65105"/>
                  </a:lnTo>
                  <a:lnTo>
                    <a:pt x="18602" y="69481"/>
                  </a:lnTo>
                  <a:lnTo>
                    <a:pt x="15486" y="73961"/>
                  </a:lnTo>
                  <a:lnTo>
                    <a:pt x="12518" y="78540"/>
                  </a:lnTo>
                  <a:lnTo>
                    <a:pt x="9700" y="83213"/>
                  </a:lnTo>
                  <a:lnTo>
                    <a:pt x="7037" y="87976"/>
                  </a:lnTo>
                  <a:lnTo>
                    <a:pt x="4531" y="92823"/>
                  </a:lnTo>
                  <a:lnTo>
                    <a:pt x="2184" y="97750"/>
                  </a:lnTo>
                  <a:lnTo>
                    <a:pt x="0" y="102750"/>
                  </a:lnTo>
                  <a:lnTo>
                    <a:pt x="15425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61" y="3709670"/>
              <a:ext cx="334306" cy="332384"/>
            </a:xfrm>
            <a:custGeom>
              <a:avLst/>
              <a:pathLst>
                <a:path w="334306" h="332384">
                  <a:moveTo>
                    <a:pt x="12892" y="100801"/>
                  </a:moveTo>
                  <a:lnTo>
                    <a:pt x="10924" y="105732"/>
                  </a:lnTo>
                  <a:lnTo>
                    <a:pt x="9114" y="110723"/>
                  </a:lnTo>
                  <a:lnTo>
                    <a:pt x="7463" y="115770"/>
                  </a:lnTo>
                  <a:lnTo>
                    <a:pt x="5973" y="120866"/>
                  </a:lnTo>
                  <a:lnTo>
                    <a:pt x="4646" y="126007"/>
                  </a:lnTo>
                  <a:lnTo>
                    <a:pt x="3482" y="131188"/>
                  </a:lnTo>
                  <a:lnTo>
                    <a:pt x="2484" y="136403"/>
                  </a:lnTo>
                  <a:lnTo>
                    <a:pt x="1652" y="141646"/>
                  </a:lnTo>
                  <a:lnTo>
                    <a:pt x="987" y="146914"/>
                  </a:lnTo>
                  <a:lnTo>
                    <a:pt x="490" y="152200"/>
                  </a:lnTo>
                  <a:lnTo>
                    <a:pt x="160" y="157500"/>
                  </a:lnTo>
                  <a:lnTo>
                    <a:pt x="0" y="162807"/>
                  </a:lnTo>
                  <a:lnTo>
                    <a:pt x="7" y="168116"/>
                  </a:lnTo>
                  <a:lnTo>
                    <a:pt x="184" y="173423"/>
                  </a:lnTo>
                  <a:lnTo>
                    <a:pt x="528" y="178721"/>
                  </a:lnTo>
                  <a:lnTo>
                    <a:pt x="1041" y="184006"/>
                  </a:lnTo>
                  <a:lnTo>
                    <a:pt x="1722" y="189272"/>
                  </a:lnTo>
                  <a:lnTo>
                    <a:pt x="2569" y="194514"/>
                  </a:lnTo>
                  <a:lnTo>
                    <a:pt x="3583" y="199725"/>
                  </a:lnTo>
                  <a:lnTo>
                    <a:pt x="4761" y="204903"/>
                  </a:lnTo>
                  <a:lnTo>
                    <a:pt x="6103" y="210040"/>
                  </a:lnTo>
                  <a:lnTo>
                    <a:pt x="7608" y="215132"/>
                  </a:lnTo>
                  <a:lnTo>
                    <a:pt x="9274" y="220173"/>
                  </a:lnTo>
                  <a:lnTo>
                    <a:pt x="11099" y="225159"/>
                  </a:lnTo>
                  <a:lnTo>
                    <a:pt x="13081" y="230085"/>
                  </a:lnTo>
                  <a:lnTo>
                    <a:pt x="15219" y="234945"/>
                  </a:lnTo>
                  <a:lnTo>
                    <a:pt x="17510" y="239735"/>
                  </a:lnTo>
                  <a:lnTo>
                    <a:pt x="19952" y="244450"/>
                  </a:lnTo>
                  <a:lnTo>
                    <a:pt x="22542" y="249084"/>
                  </a:lnTo>
                  <a:lnTo>
                    <a:pt x="25279" y="253634"/>
                  </a:lnTo>
                  <a:lnTo>
                    <a:pt x="28158" y="258095"/>
                  </a:lnTo>
                  <a:lnTo>
                    <a:pt x="31178" y="262463"/>
                  </a:lnTo>
                  <a:lnTo>
                    <a:pt x="34335" y="266732"/>
                  </a:lnTo>
                  <a:lnTo>
                    <a:pt x="37626" y="270898"/>
                  </a:lnTo>
                  <a:lnTo>
                    <a:pt x="41047" y="274959"/>
                  </a:lnTo>
                  <a:lnTo>
                    <a:pt x="44596" y="278908"/>
                  </a:lnTo>
                  <a:lnTo>
                    <a:pt x="48269" y="282743"/>
                  </a:lnTo>
                  <a:lnTo>
                    <a:pt x="52061" y="286459"/>
                  </a:lnTo>
                  <a:lnTo>
                    <a:pt x="55969" y="290053"/>
                  </a:lnTo>
                  <a:lnTo>
                    <a:pt x="59990" y="293520"/>
                  </a:lnTo>
                  <a:lnTo>
                    <a:pt x="64119" y="296859"/>
                  </a:lnTo>
                  <a:lnTo>
                    <a:pt x="68351" y="300065"/>
                  </a:lnTo>
                  <a:lnTo>
                    <a:pt x="72684" y="303134"/>
                  </a:lnTo>
                  <a:lnTo>
                    <a:pt x="77111" y="306065"/>
                  </a:lnTo>
                  <a:lnTo>
                    <a:pt x="81630" y="308853"/>
                  </a:lnTo>
                  <a:lnTo>
                    <a:pt x="86235" y="311497"/>
                  </a:lnTo>
                  <a:lnTo>
                    <a:pt x="90921" y="313992"/>
                  </a:lnTo>
                  <a:lnTo>
                    <a:pt x="95684" y="316338"/>
                  </a:lnTo>
                  <a:lnTo>
                    <a:pt x="100519" y="318532"/>
                  </a:lnTo>
                  <a:lnTo>
                    <a:pt x="105422" y="320570"/>
                  </a:lnTo>
                  <a:lnTo>
                    <a:pt x="110387" y="322452"/>
                  </a:lnTo>
                  <a:lnTo>
                    <a:pt x="115409" y="324176"/>
                  </a:lnTo>
                  <a:lnTo>
                    <a:pt x="120483" y="325739"/>
                  </a:lnTo>
                  <a:lnTo>
                    <a:pt x="125605" y="327140"/>
                  </a:lnTo>
                  <a:lnTo>
                    <a:pt x="130768" y="328377"/>
                  </a:lnTo>
                  <a:lnTo>
                    <a:pt x="135968" y="329451"/>
                  </a:lnTo>
                  <a:lnTo>
                    <a:pt x="141199" y="330358"/>
                  </a:lnTo>
                  <a:lnTo>
                    <a:pt x="146457" y="331099"/>
                  </a:lnTo>
                  <a:lnTo>
                    <a:pt x="151736" y="331672"/>
                  </a:lnTo>
                  <a:lnTo>
                    <a:pt x="157030" y="332078"/>
                  </a:lnTo>
                  <a:lnTo>
                    <a:pt x="162334" y="332315"/>
                  </a:lnTo>
                  <a:lnTo>
                    <a:pt x="167643" y="332384"/>
                  </a:lnTo>
                  <a:lnTo>
                    <a:pt x="172952" y="332284"/>
                  </a:lnTo>
                  <a:lnTo>
                    <a:pt x="178254" y="332015"/>
                  </a:lnTo>
                  <a:lnTo>
                    <a:pt x="183546" y="331578"/>
                  </a:lnTo>
                  <a:lnTo>
                    <a:pt x="188821" y="330974"/>
                  </a:lnTo>
                  <a:lnTo>
                    <a:pt x="194074" y="330202"/>
                  </a:lnTo>
                  <a:lnTo>
                    <a:pt x="199300" y="329264"/>
                  </a:lnTo>
                  <a:lnTo>
                    <a:pt x="204494" y="328160"/>
                  </a:lnTo>
                  <a:lnTo>
                    <a:pt x="209650" y="326892"/>
                  </a:lnTo>
                  <a:lnTo>
                    <a:pt x="214763" y="325460"/>
                  </a:lnTo>
                  <a:lnTo>
                    <a:pt x="219828" y="323867"/>
                  </a:lnTo>
                  <a:lnTo>
                    <a:pt x="224840" y="322114"/>
                  </a:lnTo>
                  <a:lnTo>
                    <a:pt x="229793" y="320203"/>
                  </a:lnTo>
                  <a:lnTo>
                    <a:pt x="234684" y="318136"/>
                  </a:lnTo>
                  <a:lnTo>
                    <a:pt x="239506" y="315914"/>
                  </a:lnTo>
                  <a:lnTo>
                    <a:pt x="244255" y="313540"/>
                  </a:lnTo>
                  <a:lnTo>
                    <a:pt x="248927" y="311016"/>
                  </a:lnTo>
                  <a:lnTo>
                    <a:pt x="253516" y="308346"/>
                  </a:lnTo>
                  <a:lnTo>
                    <a:pt x="258018" y="305531"/>
                  </a:lnTo>
                  <a:lnTo>
                    <a:pt x="262428" y="302574"/>
                  </a:lnTo>
                  <a:lnTo>
                    <a:pt x="266742" y="299479"/>
                  </a:lnTo>
                  <a:lnTo>
                    <a:pt x="270956" y="296248"/>
                  </a:lnTo>
                  <a:lnTo>
                    <a:pt x="275065" y="292886"/>
                  </a:lnTo>
                  <a:lnTo>
                    <a:pt x="279065" y="289394"/>
                  </a:lnTo>
                  <a:lnTo>
                    <a:pt x="282952" y="285777"/>
                  </a:lnTo>
                  <a:lnTo>
                    <a:pt x="286722" y="282039"/>
                  </a:lnTo>
                  <a:lnTo>
                    <a:pt x="290372" y="278182"/>
                  </a:lnTo>
                  <a:lnTo>
                    <a:pt x="293897" y="274212"/>
                  </a:lnTo>
                  <a:lnTo>
                    <a:pt x="297295" y="270132"/>
                  </a:lnTo>
                  <a:lnTo>
                    <a:pt x="300561" y="265946"/>
                  </a:lnTo>
                  <a:lnTo>
                    <a:pt x="303693" y="261658"/>
                  </a:lnTo>
                  <a:lnTo>
                    <a:pt x="306687" y="257273"/>
                  </a:lnTo>
                  <a:lnTo>
                    <a:pt x="309540" y="252795"/>
                  </a:lnTo>
                  <a:lnTo>
                    <a:pt x="312249" y="248229"/>
                  </a:lnTo>
                  <a:lnTo>
                    <a:pt x="314812" y="243579"/>
                  </a:lnTo>
                  <a:lnTo>
                    <a:pt x="317227" y="238850"/>
                  </a:lnTo>
                  <a:lnTo>
                    <a:pt x="319489" y="234047"/>
                  </a:lnTo>
                  <a:lnTo>
                    <a:pt x="321598" y="229174"/>
                  </a:lnTo>
                  <a:lnTo>
                    <a:pt x="323552" y="224237"/>
                  </a:lnTo>
                  <a:lnTo>
                    <a:pt x="325347" y="219240"/>
                  </a:lnTo>
                  <a:lnTo>
                    <a:pt x="326983" y="214189"/>
                  </a:lnTo>
                  <a:lnTo>
                    <a:pt x="328458" y="209088"/>
                  </a:lnTo>
                  <a:lnTo>
                    <a:pt x="329769" y="203943"/>
                  </a:lnTo>
                  <a:lnTo>
                    <a:pt x="330917" y="198759"/>
                  </a:lnTo>
                  <a:lnTo>
                    <a:pt x="331900" y="193541"/>
                  </a:lnTo>
                  <a:lnTo>
                    <a:pt x="332716" y="188295"/>
                  </a:lnTo>
                  <a:lnTo>
                    <a:pt x="333366" y="183025"/>
                  </a:lnTo>
                  <a:lnTo>
                    <a:pt x="333847" y="177738"/>
                  </a:lnTo>
                  <a:lnTo>
                    <a:pt x="334161" y="172437"/>
                  </a:lnTo>
                  <a:lnTo>
                    <a:pt x="334306" y="167130"/>
                  </a:lnTo>
                  <a:lnTo>
                    <a:pt x="334282" y="161820"/>
                  </a:lnTo>
                  <a:lnTo>
                    <a:pt x="334090" y="156514"/>
                  </a:lnTo>
                  <a:lnTo>
                    <a:pt x="333730" y="151217"/>
                  </a:lnTo>
                  <a:lnTo>
                    <a:pt x="333201" y="145934"/>
                  </a:lnTo>
                  <a:lnTo>
                    <a:pt x="332505" y="140670"/>
                  </a:lnTo>
                  <a:lnTo>
                    <a:pt x="331642" y="135431"/>
                  </a:lnTo>
                  <a:lnTo>
                    <a:pt x="330613" y="130222"/>
                  </a:lnTo>
                  <a:lnTo>
                    <a:pt x="329419" y="125048"/>
                  </a:lnTo>
                  <a:lnTo>
                    <a:pt x="328062" y="119915"/>
                  </a:lnTo>
                  <a:lnTo>
                    <a:pt x="326542" y="114828"/>
                  </a:lnTo>
                  <a:lnTo>
                    <a:pt x="324861" y="109791"/>
                  </a:lnTo>
                  <a:lnTo>
                    <a:pt x="323021" y="104811"/>
                  </a:lnTo>
                  <a:lnTo>
                    <a:pt x="321024" y="99891"/>
                  </a:lnTo>
                  <a:lnTo>
                    <a:pt x="318872" y="95037"/>
                  </a:lnTo>
                  <a:lnTo>
                    <a:pt x="316567" y="90254"/>
                  </a:lnTo>
                  <a:lnTo>
                    <a:pt x="314111" y="85547"/>
                  </a:lnTo>
                  <a:lnTo>
                    <a:pt x="311507" y="80920"/>
                  </a:lnTo>
                  <a:lnTo>
                    <a:pt x="308757" y="76378"/>
                  </a:lnTo>
                  <a:lnTo>
                    <a:pt x="305864" y="71925"/>
                  </a:lnTo>
                  <a:lnTo>
                    <a:pt x="302831" y="67567"/>
                  </a:lnTo>
                  <a:lnTo>
                    <a:pt x="299661" y="63307"/>
                  </a:lnTo>
                  <a:lnTo>
                    <a:pt x="296358" y="59151"/>
                  </a:lnTo>
                  <a:lnTo>
                    <a:pt x="292925" y="55101"/>
                  </a:lnTo>
                  <a:lnTo>
                    <a:pt x="289364" y="51162"/>
                  </a:lnTo>
                  <a:lnTo>
                    <a:pt x="285680" y="47338"/>
                  </a:lnTo>
                  <a:lnTo>
                    <a:pt x="281877" y="43633"/>
                  </a:lnTo>
                  <a:lnTo>
                    <a:pt x="277958" y="40051"/>
                  </a:lnTo>
                  <a:lnTo>
                    <a:pt x="273927" y="36595"/>
                  </a:lnTo>
                  <a:lnTo>
                    <a:pt x="269788" y="33269"/>
                  </a:lnTo>
                  <a:lnTo>
                    <a:pt x="265546" y="30076"/>
                  </a:lnTo>
                  <a:lnTo>
                    <a:pt x="261205" y="27019"/>
                  </a:lnTo>
                  <a:lnTo>
                    <a:pt x="256768" y="24102"/>
                  </a:lnTo>
                  <a:lnTo>
                    <a:pt x="252242" y="21327"/>
                  </a:lnTo>
                  <a:lnTo>
                    <a:pt x="247629" y="18697"/>
                  </a:lnTo>
                  <a:lnTo>
                    <a:pt x="242935" y="16215"/>
                  </a:lnTo>
                  <a:lnTo>
                    <a:pt x="238165" y="13884"/>
                  </a:lnTo>
                  <a:lnTo>
                    <a:pt x="233323" y="11705"/>
                  </a:lnTo>
                  <a:lnTo>
                    <a:pt x="228415" y="9681"/>
                  </a:lnTo>
                  <a:lnTo>
                    <a:pt x="223444" y="7813"/>
                  </a:lnTo>
                  <a:lnTo>
                    <a:pt x="218417" y="6105"/>
                  </a:lnTo>
                  <a:lnTo>
                    <a:pt x="213338" y="4557"/>
                  </a:lnTo>
                  <a:lnTo>
                    <a:pt x="208212" y="3171"/>
                  </a:lnTo>
                  <a:lnTo>
                    <a:pt x="203045" y="1949"/>
                  </a:lnTo>
                  <a:lnTo>
                    <a:pt x="197842" y="891"/>
                  </a:lnTo>
                  <a:lnTo>
                    <a:pt x="192608" y="0"/>
                  </a:lnTo>
                  <a:lnTo>
                    <a:pt x="167150" y="1652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25458" cy="167167"/>
            </a:xfrm>
            <a:custGeom>
              <a:avLst/>
              <a:pathLst>
                <a:path w="25458" h="167167">
                  <a:moveTo>
                    <a:pt x="25458" y="1949"/>
                  </a:moveTo>
                  <a:lnTo>
                    <a:pt x="17009" y="867"/>
                  </a:lnTo>
                  <a:lnTo>
                    <a:pt x="8515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2025-06-06T02:05:18Z</dcterms:modified>
  <cp:category/>
</cp:coreProperties>
</file>