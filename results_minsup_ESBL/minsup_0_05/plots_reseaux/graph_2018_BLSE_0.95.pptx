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19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487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36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19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48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44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19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50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49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19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tx74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44" name="tx744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45" name="tx745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46" name="tx746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47" name="tx747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48" name="tx748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49" name="tx749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50" name="tx750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51" name="tx751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52" name="tx752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53" name="tx753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54" name="tx754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55" name="tx755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56" name="tx756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57" name="tx757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58" name="tx758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2025-06-10T16:40:27Z</dcterms:modified>
  <cp:category/>
</cp:coreProperties>
</file>