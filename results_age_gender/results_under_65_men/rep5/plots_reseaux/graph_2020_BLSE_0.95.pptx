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2020_BLSE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746908" y="1549397"/>
              <a:ext cx="3117971" cy="1191175"/>
            </a:xfrm>
            <a:custGeom>
              <a:avLst/>
              <a:pathLst>
                <a:path w="3117971" h="1191175">
                  <a:moveTo>
                    <a:pt x="3117971" y="0"/>
                  </a:moveTo>
                  <a:lnTo>
                    <a:pt x="0" y="1191175"/>
                  </a:lnTo>
                </a:path>
              </a:pathLst>
            </a:custGeom>
            <a:ln w="2006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73765" y="1567872"/>
              <a:ext cx="3199489" cy="1691555"/>
            </a:xfrm>
            <a:custGeom>
              <a:avLst/>
              <a:pathLst>
                <a:path w="3199489" h="1691555">
                  <a:moveTo>
                    <a:pt x="3199489" y="0"/>
                  </a:moveTo>
                  <a:lnTo>
                    <a:pt x="0" y="1691555"/>
                  </a:lnTo>
                </a:path>
              </a:pathLst>
            </a:custGeom>
            <a:ln w="2935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2603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727998" y="1585171"/>
              <a:ext cx="3155790" cy="2194283"/>
            </a:xfrm>
            <a:custGeom>
              <a:avLst/>
              <a:pathLst>
                <a:path w="3155790" h="2194283">
                  <a:moveTo>
                    <a:pt x="3155790" y="0"/>
                  </a:moveTo>
                  <a:lnTo>
                    <a:pt x="0" y="2194283"/>
                  </a:lnTo>
                </a:path>
              </a:pathLst>
            </a:custGeom>
            <a:ln w="1935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906010" y="1601045"/>
              <a:ext cx="2990305" cy="2668636"/>
            </a:xfrm>
            <a:custGeom>
              <a:avLst/>
              <a:pathLst>
                <a:path w="2990305" h="2668636">
                  <a:moveTo>
                    <a:pt x="2990305" y="0"/>
                  </a:moveTo>
                  <a:lnTo>
                    <a:pt x="0" y="2668636"/>
                  </a:lnTo>
                </a:path>
              </a:pathLst>
            </a:custGeom>
            <a:ln w="2006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252455" y="1510034"/>
              <a:ext cx="2602652" cy="318340"/>
            </a:xfrm>
            <a:custGeom>
              <a:avLst/>
              <a:pathLst>
                <a:path w="2602652" h="318340">
                  <a:moveTo>
                    <a:pt x="2602652" y="0"/>
                  </a:moveTo>
                  <a:lnTo>
                    <a:pt x="0" y="318340"/>
                  </a:lnTo>
                </a:path>
              </a:pathLst>
            </a:custGeom>
            <a:ln w="1543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196922" y="1615267"/>
              <a:ext cx="2713719" cy="3085653"/>
            </a:xfrm>
            <a:custGeom>
              <a:avLst/>
              <a:pathLst>
                <a:path w="2713719" h="3085653">
                  <a:moveTo>
                    <a:pt x="2713719" y="0"/>
                  </a:moveTo>
                  <a:lnTo>
                    <a:pt x="0" y="3085653"/>
                  </a:lnTo>
                </a:path>
              </a:pathLst>
            </a:custGeom>
            <a:ln w="2603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2647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1543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1935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2935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3186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2865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545985" y="2966197"/>
              <a:ext cx="24757" cy="205395"/>
            </a:xfrm>
            <a:custGeom>
              <a:avLst/>
              <a:pathLst>
                <a:path w="24757" h="205395">
                  <a:moveTo>
                    <a:pt x="24757" y="0"/>
                  </a:moveTo>
                  <a:lnTo>
                    <a:pt x="0" y="205395"/>
                  </a:lnTo>
                </a:path>
              </a:pathLst>
            </a:custGeom>
            <a:ln w="2006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701146" y="2925760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2647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590748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2935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610753" y="2966197"/>
              <a:ext cx="150529" cy="1248824"/>
            </a:xfrm>
            <a:custGeom>
              <a:avLst/>
              <a:pathLst>
                <a:path w="150529" h="1248824">
                  <a:moveTo>
                    <a:pt x="0" y="0"/>
                  </a:moveTo>
                  <a:lnTo>
                    <a:pt x="150529" y="1248824"/>
                  </a:lnTo>
                </a:path>
              </a:pathLst>
            </a:custGeom>
            <a:ln w="2006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630479" y="2962609"/>
              <a:ext cx="416315" cy="1701462"/>
            </a:xfrm>
            <a:custGeom>
              <a:avLst/>
              <a:pathLst>
                <a:path w="416315" h="1701462">
                  <a:moveTo>
                    <a:pt x="0" y="0"/>
                  </a:moveTo>
                  <a:lnTo>
                    <a:pt x="416315" y="1701462"/>
                  </a:lnTo>
                </a:path>
              </a:pathLst>
            </a:custGeom>
            <a:ln w="2006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715471" y="2911538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2552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746908" y="2859890"/>
              <a:ext cx="3825404" cy="1461440"/>
            </a:xfrm>
            <a:custGeom>
              <a:avLst/>
              <a:pathLst>
                <a:path w="3825404" h="1461440">
                  <a:moveTo>
                    <a:pt x="0" y="0"/>
                  </a:moveTo>
                  <a:lnTo>
                    <a:pt x="3825404" y="1461440"/>
                  </a:lnTo>
                </a:path>
              </a:pathLst>
            </a:custGeom>
            <a:ln w="2039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727998" y="2895664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2430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738532" y="2878364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2304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752989" y="2840514"/>
              <a:ext cx="4003780" cy="994091"/>
            </a:xfrm>
            <a:custGeom>
              <a:avLst/>
              <a:pathLst>
                <a:path w="4003780" h="994091">
                  <a:moveTo>
                    <a:pt x="0" y="0"/>
                  </a:moveTo>
                  <a:lnTo>
                    <a:pt x="4003780" y="994091"/>
                  </a:lnTo>
                </a:path>
              </a:pathLst>
            </a:custGeom>
            <a:ln w="2006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650703" y="3448866"/>
              <a:ext cx="2248117" cy="2006286"/>
            </a:xfrm>
            <a:custGeom>
              <a:avLst/>
              <a:pathLst>
                <a:path w="2248117" h="2006286">
                  <a:moveTo>
                    <a:pt x="0" y="0"/>
                  </a:moveTo>
                  <a:lnTo>
                    <a:pt x="2248117" y="2006286"/>
                  </a:lnTo>
                </a:path>
              </a:pathLst>
            </a:custGeom>
            <a:ln w="3453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545985" y="3503526"/>
              <a:ext cx="24757" cy="205395"/>
            </a:xfrm>
            <a:custGeom>
              <a:avLst/>
              <a:pathLst>
                <a:path w="24757" h="205395">
                  <a:moveTo>
                    <a:pt x="0" y="0"/>
                  </a:moveTo>
                  <a:lnTo>
                    <a:pt x="24757" y="205395"/>
                  </a:lnTo>
                </a:path>
              </a:pathLst>
            </a:custGeom>
            <a:ln w="3226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565711" y="3499937"/>
              <a:ext cx="175845" cy="718674"/>
            </a:xfrm>
            <a:custGeom>
              <a:avLst/>
              <a:pathLst>
                <a:path w="175845" h="718674">
                  <a:moveTo>
                    <a:pt x="0" y="0"/>
                  </a:moveTo>
                  <a:lnTo>
                    <a:pt x="175845" y="718674"/>
                  </a:lnTo>
                </a:path>
              </a:pathLst>
            </a:custGeom>
            <a:ln w="2006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584880" y="3494007"/>
              <a:ext cx="442744" cy="1175994"/>
            </a:xfrm>
            <a:custGeom>
              <a:avLst/>
              <a:pathLst>
                <a:path w="442744" h="1175994">
                  <a:moveTo>
                    <a:pt x="0" y="0"/>
                  </a:moveTo>
                  <a:lnTo>
                    <a:pt x="442744" y="1175994"/>
                  </a:lnTo>
                </a:path>
              </a:pathLst>
            </a:custGeom>
            <a:ln w="3501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663230" y="3432992"/>
              <a:ext cx="2744777" cy="1908498"/>
            </a:xfrm>
            <a:custGeom>
              <a:avLst/>
              <a:pathLst>
                <a:path w="2744777" h="1908498">
                  <a:moveTo>
                    <a:pt x="0" y="0"/>
                  </a:moveTo>
                  <a:lnTo>
                    <a:pt x="2744777" y="1908498"/>
                  </a:lnTo>
                </a:path>
              </a:pathLst>
            </a:custGeom>
            <a:ln w="3366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688222" y="3377842"/>
              <a:ext cx="3878008" cy="962863"/>
            </a:xfrm>
            <a:custGeom>
              <a:avLst/>
              <a:pathLst>
                <a:path w="3878008" h="962863">
                  <a:moveTo>
                    <a:pt x="0" y="0"/>
                  </a:moveTo>
                  <a:lnTo>
                    <a:pt x="3878008" y="962863"/>
                  </a:lnTo>
                </a:path>
              </a:pathLst>
            </a:custGeom>
            <a:ln w="2006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673765" y="3415692"/>
              <a:ext cx="3199489" cy="1691555"/>
            </a:xfrm>
            <a:custGeom>
              <a:avLst/>
              <a:pathLst>
                <a:path w="3199489" h="1691555">
                  <a:moveTo>
                    <a:pt x="0" y="0"/>
                  </a:moveTo>
                  <a:lnTo>
                    <a:pt x="3199489" y="1691555"/>
                  </a:lnTo>
                </a:path>
              </a:pathLst>
            </a:custGeom>
            <a:ln w="3614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2682140" y="3397218"/>
              <a:ext cx="3584935" cy="1369572"/>
            </a:xfrm>
            <a:custGeom>
              <a:avLst/>
              <a:pathLst>
                <a:path w="3584935" h="1369572">
                  <a:moveTo>
                    <a:pt x="0" y="0"/>
                  </a:moveTo>
                  <a:lnTo>
                    <a:pt x="3584935" y="1369572"/>
                  </a:lnTo>
                </a:path>
              </a:pathLst>
            </a:custGeom>
            <a:ln w="3434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2691911" y="3357855"/>
              <a:ext cx="4061169" cy="496736"/>
            </a:xfrm>
            <a:custGeom>
              <a:avLst/>
              <a:pathLst>
                <a:path w="4061169" h="496736">
                  <a:moveTo>
                    <a:pt x="0" y="0"/>
                  </a:moveTo>
                  <a:lnTo>
                    <a:pt x="4061169" y="496736"/>
                  </a:lnTo>
                </a:path>
              </a:pathLst>
            </a:custGeom>
            <a:ln w="2006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3614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3434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2006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293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727998" y="3970320"/>
              <a:ext cx="2158295" cy="1500705"/>
            </a:xfrm>
            <a:custGeom>
              <a:avLst/>
              <a:pathLst>
                <a:path w="2158295" h="1500705">
                  <a:moveTo>
                    <a:pt x="0" y="0"/>
                  </a:moveTo>
                  <a:lnTo>
                    <a:pt x="2158295" y="1500705"/>
                  </a:lnTo>
                </a:path>
              </a:pathLst>
            </a:custGeom>
            <a:ln w="3186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649648" y="4031335"/>
              <a:ext cx="72739" cy="193206"/>
            </a:xfrm>
            <a:custGeom>
              <a:avLst/>
              <a:pathLst>
                <a:path w="72739" h="193206">
                  <a:moveTo>
                    <a:pt x="0" y="0"/>
                  </a:moveTo>
                  <a:lnTo>
                    <a:pt x="72739" y="193206"/>
                  </a:lnTo>
                </a:path>
              </a:pathLst>
            </a:custGeom>
            <a:ln w="2647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667989" y="4023140"/>
              <a:ext cx="341293" cy="655056"/>
            </a:xfrm>
            <a:custGeom>
              <a:avLst/>
              <a:pathLst>
                <a:path w="341293" h="655056">
                  <a:moveTo>
                    <a:pt x="0" y="0"/>
                  </a:moveTo>
                  <a:lnTo>
                    <a:pt x="341293" y="655056"/>
                  </a:lnTo>
                </a:path>
              </a:pathLst>
            </a:custGeom>
            <a:ln w="2647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738532" y="3953021"/>
              <a:ext cx="2658941" cy="1405769"/>
            </a:xfrm>
            <a:custGeom>
              <a:avLst/>
              <a:pathLst>
                <a:path w="2658941" h="1405769">
                  <a:moveTo>
                    <a:pt x="0" y="0"/>
                  </a:moveTo>
                  <a:lnTo>
                    <a:pt x="2658941" y="1405769"/>
                  </a:lnTo>
                </a:path>
              </a:pathLst>
            </a:custGeom>
            <a:ln w="1931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756679" y="3895183"/>
              <a:ext cx="3805862" cy="465509"/>
            </a:xfrm>
            <a:custGeom>
              <a:avLst/>
              <a:pathLst>
                <a:path w="3805862" h="465509">
                  <a:moveTo>
                    <a:pt x="0" y="0"/>
                  </a:moveTo>
                  <a:lnTo>
                    <a:pt x="3805862" y="465509"/>
                  </a:lnTo>
                </a:path>
              </a:pathLst>
            </a:custGeom>
            <a:ln w="1924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746908" y="3934546"/>
              <a:ext cx="3117971" cy="1191175"/>
            </a:xfrm>
            <a:custGeom>
              <a:avLst/>
              <a:pathLst>
                <a:path w="3117971" h="1191175">
                  <a:moveTo>
                    <a:pt x="0" y="0"/>
                  </a:moveTo>
                  <a:lnTo>
                    <a:pt x="3117971" y="1191175"/>
                  </a:lnTo>
                </a:path>
              </a:pathLst>
            </a:custGeom>
            <a:ln w="2647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752989" y="3915170"/>
              <a:ext cx="3508003" cy="870995"/>
            </a:xfrm>
            <a:custGeom>
              <a:avLst/>
              <a:pathLst>
                <a:path w="3508003" h="870995">
                  <a:moveTo>
                    <a:pt x="0" y="0"/>
                  </a:moveTo>
                  <a:lnTo>
                    <a:pt x="3508003" y="870995"/>
                  </a:lnTo>
                </a:path>
              </a:pathLst>
            </a:custGeom>
            <a:ln w="2652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757915" y="3874888"/>
              <a:ext cx="3993928" cy="0"/>
            </a:xfrm>
            <a:custGeom>
              <a:avLst/>
              <a:pathLst>
                <a:path w="3993928" h="0">
                  <a:moveTo>
                    <a:pt x="0" y="0"/>
                  </a:moveTo>
                  <a:lnTo>
                    <a:pt x="3993928" y="0"/>
                  </a:lnTo>
                </a:path>
              </a:pathLst>
            </a:custGeom>
            <a:ln w="2552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929072" y="4459121"/>
              <a:ext cx="1946687" cy="1029204"/>
            </a:xfrm>
            <a:custGeom>
              <a:avLst/>
              <a:pathLst>
                <a:path w="1946687" h="1029204">
                  <a:moveTo>
                    <a:pt x="0" y="0"/>
                  </a:moveTo>
                  <a:lnTo>
                    <a:pt x="1946687" y="1029204"/>
                  </a:lnTo>
                </a:path>
              </a:pathLst>
            </a:custGeom>
            <a:ln w="2881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875779" y="4518888"/>
              <a:ext cx="116254" cy="169660"/>
            </a:xfrm>
            <a:custGeom>
              <a:avLst/>
              <a:pathLst>
                <a:path w="116254" h="169660">
                  <a:moveTo>
                    <a:pt x="0" y="0"/>
                  </a:moveTo>
                  <a:lnTo>
                    <a:pt x="116254" y="169660"/>
                  </a:lnTo>
                </a:path>
              </a:pathLst>
            </a:custGeom>
            <a:ln w="2430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937447" y="4440647"/>
              <a:ext cx="2451651" cy="936617"/>
            </a:xfrm>
            <a:custGeom>
              <a:avLst/>
              <a:pathLst>
                <a:path w="2451651" h="936617">
                  <a:moveTo>
                    <a:pt x="0" y="0"/>
                  </a:moveTo>
                  <a:lnTo>
                    <a:pt x="2451651" y="936617"/>
                  </a:lnTo>
                </a:path>
              </a:pathLst>
            </a:custGeom>
            <a:ln w="2647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948455" y="4380988"/>
              <a:ext cx="3612849" cy="0"/>
            </a:xfrm>
            <a:custGeom>
              <a:avLst/>
              <a:pathLst>
                <a:path w="3612849" h="0">
                  <a:moveTo>
                    <a:pt x="0" y="0"/>
                  </a:moveTo>
                  <a:lnTo>
                    <a:pt x="3612849" y="0"/>
                  </a:lnTo>
                </a:path>
              </a:pathLst>
            </a:custGeom>
            <a:ln w="3495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943529" y="4421271"/>
              <a:ext cx="2915268" cy="723826"/>
            </a:xfrm>
            <a:custGeom>
              <a:avLst/>
              <a:pathLst>
                <a:path w="2915268" h="723826">
                  <a:moveTo>
                    <a:pt x="0" y="0"/>
                  </a:moveTo>
                  <a:lnTo>
                    <a:pt x="2915268" y="723826"/>
                  </a:lnTo>
                </a:path>
              </a:pathLst>
            </a:custGeom>
            <a:ln w="3453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2947218" y="4401284"/>
              <a:ext cx="3310085" cy="404869"/>
            </a:xfrm>
            <a:custGeom>
              <a:avLst/>
              <a:pathLst>
                <a:path w="3310085" h="404869">
                  <a:moveTo>
                    <a:pt x="0" y="0"/>
                  </a:moveTo>
                  <a:lnTo>
                    <a:pt x="3310085" y="404869"/>
                  </a:lnTo>
                </a:path>
              </a:pathLst>
            </a:custGeom>
            <a:ln w="2647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2947218" y="3895183"/>
              <a:ext cx="3805862" cy="465509"/>
            </a:xfrm>
            <a:custGeom>
              <a:avLst/>
              <a:pathLst>
                <a:path w="3805862" h="465509">
                  <a:moveTo>
                    <a:pt x="0" y="465509"/>
                  </a:moveTo>
                  <a:lnTo>
                    <a:pt x="3805862" y="0"/>
                  </a:lnTo>
                </a:path>
              </a:pathLst>
            </a:custGeom>
            <a:ln w="293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2584880" y="2005117"/>
              <a:ext cx="442744" cy="1175994"/>
            </a:xfrm>
            <a:custGeom>
              <a:avLst/>
              <a:pathLst>
                <a:path w="442744" h="1175994">
                  <a:moveTo>
                    <a:pt x="442744" y="0"/>
                  </a:moveTo>
                  <a:lnTo>
                    <a:pt x="0" y="1175994"/>
                  </a:lnTo>
                </a:path>
              </a:pathLst>
            </a:custGeom>
            <a:ln w="2865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3163766" y="199692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2935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2630479" y="2011048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2935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2801292" y="2014636"/>
              <a:ext cx="265227" cy="2200385"/>
            </a:xfrm>
            <a:custGeom>
              <a:avLst/>
              <a:pathLst>
                <a:path w="265227" h="2200385">
                  <a:moveTo>
                    <a:pt x="265227" y="0"/>
                  </a:moveTo>
                  <a:lnTo>
                    <a:pt x="0" y="2200385"/>
                  </a:lnTo>
                </a:path>
              </a:pathLst>
            </a:custGeom>
            <a:ln w="2652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086524" y="2015838"/>
              <a:ext cx="0" cy="2643443"/>
            </a:xfrm>
            <a:custGeom>
              <a:avLst/>
              <a:pathLst>
                <a:path w="0" h="2643443">
                  <a:moveTo>
                    <a:pt x="0" y="0"/>
                  </a:moveTo>
                  <a:lnTo>
                    <a:pt x="0" y="2643443"/>
                  </a:lnTo>
                </a:path>
              </a:pathLst>
            </a:custGeom>
            <a:ln w="2039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181016" y="1986570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3154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223774" y="1944103"/>
              <a:ext cx="3367447" cy="2341452"/>
            </a:xfrm>
            <a:custGeom>
              <a:avLst/>
              <a:pathLst>
                <a:path w="3367447" h="2341452">
                  <a:moveTo>
                    <a:pt x="0" y="0"/>
                  </a:moveTo>
                  <a:lnTo>
                    <a:pt x="3367447" y="2341452"/>
                  </a:lnTo>
                </a:path>
              </a:pathLst>
            </a:custGeom>
            <a:ln w="2391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196922" y="1974199"/>
              <a:ext cx="2713719" cy="3085653"/>
            </a:xfrm>
            <a:custGeom>
              <a:avLst/>
              <a:pathLst>
                <a:path w="2713719" h="3085653">
                  <a:moveTo>
                    <a:pt x="0" y="0"/>
                  </a:moveTo>
                  <a:lnTo>
                    <a:pt x="2713719" y="3085653"/>
                  </a:lnTo>
                </a:path>
              </a:pathLst>
            </a:custGeom>
            <a:ln w="2935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242684" y="4886107"/>
              <a:ext cx="1624699" cy="620692"/>
            </a:xfrm>
            <a:custGeom>
              <a:avLst/>
              <a:pathLst>
                <a:path w="1624699" h="620692">
                  <a:moveTo>
                    <a:pt x="0" y="0"/>
                  </a:moveTo>
                  <a:lnTo>
                    <a:pt x="1624699" y="620692"/>
                  </a:lnTo>
                </a:path>
              </a:pathLst>
            </a:custGeom>
            <a:ln w="2881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248766" y="4866731"/>
              <a:ext cx="2134250" cy="529909"/>
            </a:xfrm>
            <a:custGeom>
              <a:avLst/>
              <a:pathLst>
                <a:path w="2134250" h="529909">
                  <a:moveTo>
                    <a:pt x="0" y="0"/>
                  </a:moveTo>
                  <a:lnTo>
                    <a:pt x="2134250" y="529909"/>
                  </a:lnTo>
                </a:path>
              </a:pathLst>
            </a:custGeom>
            <a:ln w="2304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252455" y="4401284"/>
              <a:ext cx="3310085" cy="404869"/>
            </a:xfrm>
            <a:custGeom>
              <a:avLst/>
              <a:pathLst>
                <a:path w="3310085" h="404869">
                  <a:moveTo>
                    <a:pt x="0" y="404869"/>
                  </a:moveTo>
                  <a:lnTo>
                    <a:pt x="3310085" y="0"/>
                  </a:lnTo>
                </a:path>
              </a:pathLst>
            </a:custGeom>
            <a:ln w="2935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3252455" y="4846744"/>
              <a:ext cx="2602652" cy="318340"/>
            </a:xfrm>
            <a:custGeom>
              <a:avLst/>
              <a:pathLst>
                <a:path w="2602652" h="318340">
                  <a:moveTo>
                    <a:pt x="0" y="0"/>
                  </a:moveTo>
                  <a:lnTo>
                    <a:pt x="2602652" y="318340"/>
                  </a:lnTo>
                </a:path>
              </a:pathLst>
            </a:custGeom>
            <a:ln w="3521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3253692" y="4826449"/>
              <a:ext cx="3002375" cy="0"/>
            </a:xfrm>
            <a:custGeom>
              <a:avLst/>
              <a:pathLst>
                <a:path w="3002375" h="0">
                  <a:moveTo>
                    <a:pt x="0" y="0"/>
                  </a:moveTo>
                  <a:lnTo>
                    <a:pt x="3002375" y="0"/>
                  </a:lnTo>
                </a:path>
              </a:pathLst>
            </a:custGeom>
            <a:ln w="3366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2935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3605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5682508" y="4921881"/>
              <a:ext cx="603476" cy="419609"/>
            </a:xfrm>
            <a:custGeom>
              <a:avLst/>
              <a:pathLst>
                <a:path w="603476" h="419609">
                  <a:moveTo>
                    <a:pt x="0" y="419609"/>
                  </a:moveTo>
                  <a:lnTo>
                    <a:pt x="603476" y="0"/>
                  </a:lnTo>
                </a:path>
              </a:pathLst>
            </a:custGeom>
            <a:ln w="3434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2935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3605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3434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2935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2738532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0"/>
                  </a:moveTo>
                  <a:lnTo>
                    <a:pt x="0" y="1405769"/>
                  </a:lnTo>
                </a:path>
              </a:pathLst>
            </a:custGeom>
            <a:ln w="2304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2663230" y="1333628"/>
              <a:ext cx="2744777" cy="1908498"/>
            </a:xfrm>
            <a:custGeom>
              <a:avLst/>
              <a:pathLst>
                <a:path w="2744777" h="1908498">
                  <a:moveTo>
                    <a:pt x="2744777" y="0"/>
                  </a:moveTo>
                  <a:lnTo>
                    <a:pt x="0" y="1908498"/>
                  </a:lnTo>
                </a:path>
              </a:pathLst>
            </a:custGeom>
            <a:ln w="3421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2039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2715471" y="1349502"/>
              <a:ext cx="2705064" cy="2414078"/>
            </a:xfrm>
            <a:custGeom>
              <a:avLst/>
              <a:pathLst>
                <a:path w="2705064" h="2414078">
                  <a:moveTo>
                    <a:pt x="2705064" y="0"/>
                  </a:moveTo>
                  <a:lnTo>
                    <a:pt x="0" y="2414078"/>
                  </a:lnTo>
                </a:path>
              </a:pathLst>
            </a:custGeom>
            <a:ln w="293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2891685" y="1363724"/>
              <a:ext cx="2543175" cy="2891736"/>
            </a:xfrm>
            <a:custGeom>
              <a:avLst/>
              <a:pathLst>
                <a:path w="2543175" h="2891736">
                  <a:moveTo>
                    <a:pt x="2543175" y="0"/>
                  </a:moveTo>
                  <a:lnTo>
                    <a:pt x="0" y="2891736"/>
                  </a:lnTo>
                </a:path>
              </a:pathLst>
            </a:custGeom>
            <a:ln w="2057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3181016" y="1376096"/>
              <a:ext cx="2269750" cy="3312453"/>
            </a:xfrm>
            <a:custGeom>
              <a:avLst/>
              <a:pathLst>
                <a:path w="2269750" h="3312453">
                  <a:moveTo>
                    <a:pt x="2269750" y="0"/>
                  </a:moveTo>
                  <a:lnTo>
                    <a:pt x="0" y="3312453"/>
                  </a:lnTo>
                </a:path>
              </a:pathLst>
            </a:custGeom>
            <a:ln w="1931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5545258" y="1405363"/>
              <a:ext cx="0" cy="3864392"/>
            </a:xfrm>
            <a:custGeom>
              <a:avLst/>
              <a:pathLst>
                <a:path w="0" h="3864392">
                  <a:moveTo>
                    <a:pt x="0" y="0"/>
                  </a:moveTo>
                  <a:lnTo>
                    <a:pt x="0" y="3864392"/>
                  </a:lnTo>
                </a:path>
              </a:pathLst>
            </a:custGeom>
            <a:ln w="1931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2652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5565263" y="1404162"/>
              <a:ext cx="435770" cy="3615252"/>
            </a:xfrm>
            <a:custGeom>
              <a:avLst/>
              <a:pathLst>
                <a:path w="435770" h="3615252">
                  <a:moveTo>
                    <a:pt x="0" y="0"/>
                  </a:moveTo>
                  <a:lnTo>
                    <a:pt x="435770" y="3615252"/>
                  </a:lnTo>
                </a:path>
              </a:pathLst>
            </a:custGeom>
            <a:ln w="3721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2881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3346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924872" y="3170392"/>
              <a:ext cx="58906" cy="167167"/>
            </a:xfrm>
            <a:custGeom>
              <a:avLst/>
              <a:pathLst>
                <a:path w="58906" h="167167">
                  <a:moveTo>
                    <a:pt x="58906" y="0"/>
                  </a:moveTo>
                  <a:lnTo>
                    <a:pt x="52888" y="108"/>
                  </a:lnTo>
                  <a:lnTo>
                    <a:pt x="46877" y="433"/>
                  </a:lnTo>
                  <a:lnTo>
                    <a:pt x="40881" y="974"/>
                  </a:lnTo>
                  <a:lnTo>
                    <a:pt x="34910" y="1731"/>
                  </a:lnTo>
                  <a:lnTo>
                    <a:pt x="28969" y="2702"/>
                  </a:lnTo>
                  <a:lnTo>
                    <a:pt x="23067" y="3886"/>
                  </a:lnTo>
                  <a:lnTo>
                    <a:pt x="17211" y="5283"/>
                  </a:lnTo>
                  <a:lnTo>
                    <a:pt x="11410" y="6889"/>
                  </a:lnTo>
                  <a:lnTo>
                    <a:pt x="5670" y="8703"/>
                  </a:lnTo>
                  <a:lnTo>
                    <a:pt x="0" y="10722"/>
                  </a:lnTo>
                  <a:lnTo>
                    <a:pt x="58906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924872" y="3181115"/>
              <a:ext cx="58906" cy="156444"/>
            </a:xfrm>
            <a:custGeom>
              <a:avLst/>
              <a:pathLst>
                <a:path w="58906" h="156444">
                  <a:moveTo>
                    <a:pt x="0" y="0"/>
                  </a:moveTo>
                  <a:lnTo>
                    <a:pt x="58906" y="156444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924872" y="3181115"/>
              <a:ext cx="58906" cy="156444"/>
            </a:xfrm>
            <a:custGeom>
              <a:avLst/>
              <a:pathLst>
                <a:path w="58906" h="156444">
                  <a:moveTo>
                    <a:pt x="0" y="0"/>
                  </a:moveTo>
                  <a:lnTo>
                    <a:pt x="58906" y="156444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924872" y="3181115"/>
              <a:ext cx="58906" cy="156444"/>
            </a:xfrm>
            <a:custGeom>
              <a:avLst/>
              <a:pathLst>
                <a:path w="58906" h="156444">
                  <a:moveTo>
                    <a:pt x="0" y="0"/>
                  </a:moveTo>
                  <a:lnTo>
                    <a:pt x="58906" y="156444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924872" y="3181115"/>
              <a:ext cx="58906" cy="156444"/>
            </a:xfrm>
            <a:custGeom>
              <a:avLst/>
              <a:pathLst>
                <a:path w="58906" h="156444">
                  <a:moveTo>
                    <a:pt x="0" y="0"/>
                  </a:moveTo>
                  <a:lnTo>
                    <a:pt x="58906" y="15644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924872" y="3181115"/>
              <a:ext cx="58906" cy="156444"/>
            </a:xfrm>
            <a:custGeom>
              <a:avLst/>
              <a:pathLst>
                <a:path w="58906" h="156444">
                  <a:moveTo>
                    <a:pt x="0" y="0"/>
                  </a:moveTo>
                  <a:lnTo>
                    <a:pt x="58906" y="15644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924872" y="3181115"/>
              <a:ext cx="58906" cy="156444"/>
            </a:xfrm>
            <a:custGeom>
              <a:avLst/>
              <a:pathLst>
                <a:path w="58906" h="156444">
                  <a:moveTo>
                    <a:pt x="0" y="0"/>
                  </a:moveTo>
                  <a:lnTo>
                    <a:pt x="58906" y="15644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924872" y="3181115"/>
              <a:ext cx="58906" cy="156444"/>
            </a:xfrm>
            <a:custGeom>
              <a:avLst/>
              <a:pathLst>
                <a:path w="58906" h="156444">
                  <a:moveTo>
                    <a:pt x="0" y="0"/>
                  </a:moveTo>
                  <a:lnTo>
                    <a:pt x="58906" y="15644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924872" y="3181115"/>
              <a:ext cx="58906" cy="156444"/>
            </a:xfrm>
            <a:custGeom>
              <a:avLst/>
              <a:pathLst>
                <a:path w="58906" h="156444">
                  <a:moveTo>
                    <a:pt x="0" y="0"/>
                  </a:moveTo>
                  <a:lnTo>
                    <a:pt x="58906" y="15644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924872" y="3181115"/>
              <a:ext cx="58906" cy="156444"/>
            </a:xfrm>
            <a:custGeom>
              <a:avLst/>
              <a:pathLst>
                <a:path w="58906" h="156444">
                  <a:moveTo>
                    <a:pt x="0" y="0"/>
                  </a:moveTo>
                  <a:lnTo>
                    <a:pt x="58906" y="15644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924872" y="3181115"/>
              <a:ext cx="58906" cy="156444"/>
            </a:xfrm>
            <a:custGeom>
              <a:avLst/>
              <a:pathLst>
                <a:path w="58906" h="156444">
                  <a:moveTo>
                    <a:pt x="0" y="0"/>
                  </a:moveTo>
                  <a:lnTo>
                    <a:pt x="58906" y="15644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924872" y="3181115"/>
              <a:ext cx="58906" cy="156444"/>
            </a:xfrm>
            <a:custGeom>
              <a:avLst/>
              <a:pathLst>
                <a:path w="58906" h="156444">
                  <a:moveTo>
                    <a:pt x="0" y="0"/>
                  </a:moveTo>
                  <a:lnTo>
                    <a:pt x="58906" y="15644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924872" y="3181115"/>
              <a:ext cx="58906" cy="156444"/>
            </a:xfrm>
            <a:custGeom>
              <a:avLst/>
              <a:pathLst>
                <a:path w="58906" h="156444">
                  <a:moveTo>
                    <a:pt x="0" y="0"/>
                  </a:moveTo>
                  <a:lnTo>
                    <a:pt x="58906" y="1564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924872" y="3181115"/>
              <a:ext cx="58906" cy="156444"/>
            </a:xfrm>
            <a:custGeom>
              <a:avLst/>
              <a:pathLst>
                <a:path w="58906" h="156444">
                  <a:moveTo>
                    <a:pt x="0" y="0"/>
                  </a:moveTo>
                  <a:lnTo>
                    <a:pt x="58906" y="1564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924872" y="3181115"/>
              <a:ext cx="58906" cy="156444"/>
            </a:xfrm>
            <a:custGeom>
              <a:avLst/>
              <a:pathLst>
                <a:path w="58906" h="156444">
                  <a:moveTo>
                    <a:pt x="0" y="0"/>
                  </a:moveTo>
                  <a:lnTo>
                    <a:pt x="58906" y="1564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924872" y="3181115"/>
              <a:ext cx="58906" cy="156444"/>
            </a:xfrm>
            <a:custGeom>
              <a:avLst/>
              <a:pathLst>
                <a:path w="58906" h="156444">
                  <a:moveTo>
                    <a:pt x="0" y="0"/>
                  </a:moveTo>
                  <a:lnTo>
                    <a:pt x="58906" y="1564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924872" y="3181115"/>
              <a:ext cx="58906" cy="156444"/>
            </a:xfrm>
            <a:custGeom>
              <a:avLst/>
              <a:pathLst>
                <a:path w="58906" h="156444">
                  <a:moveTo>
                    <a:pt x="0" y="0"/>
                  </a:moveTo>
                  <a:lnTo>
                    <a:pt x="58906" y="15644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924872" y="3181115"/>
              <a:ext cx="58906" cy="156444"/>
            </a:xfrm>
            <a:custGeom>
              <a:avLst/>
              <a:pathLst>
                <a:path w="58906" h="156444">
                  <a:moveTo>
                    <a:pt x="0" y="0"/>
                  </a:moveTo>
                  <a:lnTo>
                    <a:pt x="58906" y="15644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924872" y="3181115"/>
              <a:ext cx="58906" cy="156444"/>
            </a:xfrm>
            <a:custGeom>
              <a:avLst/>
              <a:pathLst>
                <a:path w="58906" h="156444">
                  <a:moveTo>
                    <a:pt x="0" y="0"/>
                  </a:moveTo>
                  <a:lnTo>
                    <a:pt x="58906" y="15644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924872" y="3181115"/>
              <a:ext cx="58906" cy="156444"/>
            </a:xfrm>
            <a:custGeom>
              <a:avLst/>
              <a:pathLst>
                <a:path w="58906" h="156444">
                  <a:moveTo>
                    <a:pt x="0" y="0"/>
                  </a:moveTo>
                  <a:lnTo>
                    <a:pt x="58906" y="15644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924872" y="3181115"/>
              <a:ext cx="58906" cy="156444"/>
            </a:xfrm>
            <a:custGeom>
              <a:avLst/>
              <a:pathLst>
                <a:path w="58906" h="156444">
                  <a:moveTo>
                    <a:pt x="0" y="0"/>
                  </a:moveTo>
                  <a:lnTo>
                    <a:pt x="58906" y="1564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924872" y="3181115"/>
              <a:ext cx="58906" cy="156444"/>
            </a:xfrm>
            <a:custGeom>
              <a:avLst/>
              <a:pathLst>
                <a:path w="58906" h="156444">
                  <a:moveTo>
                    <a:pt x="0" y="0"/>
                  </a:moveTo>
                  <a:lnTo>
                    <a:pt x="58906" y="1564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924872" y="3181115"/>
              <a:ext cx="58906" cy="156444"/>
            </a:xfrm>
            <a:custGeom>
              <a:avLst/>
              <a:pathLst>
                <a:path w="58906" h="156444">
                  <a:moveTo>
                    <a:pt x="0" y="0"/>
                  </a:moveTo>
                  <a:lnTo>
                    <a:pt x="58906" y="1564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924872" y="3181115"/>
              <a:ext cx="58906" cy="156444"/>
            </a:xfrm>
            <a:custGeom>
              <a:avLst/>
              <a:pathLst>
                <a:path w="58906" h="156444">
                  <a:moveTo>
                    <a:pt x="0" y="0"/>
                  </a:moveTo>
                  <a:lnTo>
                    <a:pt x="58906" y="1564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924872" y="3181115"/>
              <a:ext cx="58906" cy="156444"/>
            </a:xfrm>
            <a:custGeom>
              <a:avLst/>
              <a:pathLst>
                <a:path w="58906" h="156444">
                  <a:moveTo>
                    <a:pt x="0" y="0"/>
                  </a:moveTo>
                  <a:lnTo>
                    <a:pt x="58906" y="15644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924872" y="3181115"/>
              <a:ext cx="58906" cy="156444"/>
            </a:xfrm>
            <a:custGeom>
              <a:avLst/>
              <a:pathLst>
                <a:path w="58906" h="156444">
                  <a:moveTo>
                    <a:pt x="0" y="0"/>
                  </a:moveTo>
                  <a:lnTo>
                    <a:pt x="58906" y="15644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816617" y="3170510"/>
              <a:ext cx="334311" cy="334215"/>
            </a:xfrm>
            <a:custGeom>
              <a:avLst/>
              <a:pathLst>
                <a:path w="334311" h="334215">
                  <a:moveTo>
                    <a:pt x="108255" y="10604"/>
                  </a:moveTo>
                  <a:lnTo>
                    <a:pt x="103335" y="12546"/>
                  </a:lnTo>
                  <a:lnTo>
                    <a:pt x="98479" y="14642"/>
                  </a:lnTo>
                  <a:lnTo>
                    <a:pt x="93691" y="16892"/>
                  </a:lnTo>
                  <a:lnTo>
                    <a:pt x="88978" y="19291"/>
                  </a:lnTo>
                  <a:lnTo>
                    <a:pt x="84342" y="21839"/>
                  </a:lnTo>
                  <a:lnTo>
                    <a:pt x="79790" y="24531"/>
                  </a:lnTo>
                  <a:lnTo>
                    <a:pt x="75325" y="27367"/>
                  </a:lnTo>
                  <a:lnTo>
                    <a:pt x="70951" y="30342"/>
                  </a:lnTo>
                  <a:lnTo>
                    <a:pt x="66675" y="33455"/>
                  </a:lnTo>
                  <a:lnTo>
                    <a:pt x="62498" y="36700"/>
                  </a:lnTo>
                  <a:lnTo>
                    <a:pt x="58427" y="40077"/>
                  </a:lnTo>
                  <a:lnTo>
                    <a:pt x="54464" y="43580"/>
                  </a:lnTo>
                  <a:lnTo>
                    <a:pt x="50615" y="47208"/>
                  </a:lnTo>
                  <a:lnTo>
                    <a:pt x="46882" y="50955"/>
                  </a:lnTo>
                  <a:lnTo>
                    <a:pt x="43269" y="54818"/>
                  </a:lnTo>
                  <a:lnTo>
                    <a:pt x="39780" y="58794"/>
                  </a:lnTo>
                  <a:lnTo>
                    <a:pt x="36419" y="62878"/>
                  </a:lnTo>
                  <a:lnTo>
                    <a:pt x="33189" y="67067"/>
                  </a:lnTo>
                  <a:lnTo>
                    <a:pt x="30093" y="71355"/>
                  </a:lnTo>
                  <a:lnTo>
                    <a:pt x="27134" y="75739"/>
                  </a:lnTo>
                  <a:lnTo>
                    <a:pt x="24316" y="80215"/>
                  </a:lnTo>
                  <a:lnTo>
                    <a:pt x="21640" y="84778"/>
                  </a:lnTo>
                  <a:lnTo>
                    <a:pt x="19110" y="89423"/>
                  </a:lnTo>
                  <a:lnTo>
                    <a:pt x="16728" y="94146"/>
                  </a:lnTo>
                  <a:lnTo>
                    <a:pt x="14497" y="98941"/>
                  </a:lnTo>
                  <a:lnTo>
                    <a:pt x="12419" y="103805"/>
                  </a:lnTo>
                  <a:lnTo>
                    <a:pt x="10495" y="108732"/>
                  </a:lnTo>
                  <a:lnTo>
                    <a:pt x="8729" y="113718"/>
                  </a:lnTo>
                  <a:lnTo>
                    <a:pt x="7121" y="118757"/>
                  </a:lnTo>
                  <a:lnTo>
                    <a:pt x="5673" y="123844"/>
                  </a:lnTo>
                  <a:lnTo>
                    <a:pt x="4387" y="128975"/>
                  </a:lnTo>
                  <a:lnTo>
                    <a:pt x="3264" y="134144"/>
                  </a:lnTo>
                  <a:lnTo>
                    <a:pt x="2305" y="139345"/>
                  </a:lnTo>
                  <a:lnTo>
                    <a:pt x="1511" y="144575"/>
                  </a:lnTo>
                  <a:lnTo>
                    <a:pt x="883" y="149827"/>
                  </a:lnTo>
                  <a:lnTo>
                    <a:pt x="422" y="155096"/>
                  </a:lnTo>
                  <a:lnTo>
                    <a:pt x="127" y="160377"/>
                  </a:lnTo>
                  <a:lnTo>
                    <a:pt x="0" y="165665"/>
                  </a:lnTo>
                  <a:lnTo>
                    <a:pt x="39" y="170954"/>
                  </a:lnTo>
                  <a:lnTo>
                    <a:pt x="247" y="176239"/>
                  </a:lnTo>
                  <a:lnTo>
                    <a:pt x="621" y="181515"/>
                  </a:lnTo>
                  <a:lnTo>
                    <a:pt x="1162" y="186777"/>
                  </a:lnTo>
                  <a:lnTo>
                    <a:pt x="1869" y="192019"/>
                  </a:lnTo>
                  <a:lnTo>
                    <a:pt x="2742" y="197235"/>
                  </a:lnTo>
                  <a:lnTo>
                    <a:pt x="3779" y="202422"/>
                  </a:lnTo>
                  <a:lnTo>
                    <a:pt x="4980" y="207573"/>
                  </a:lnTo>
                  <a:lnTo>
                    <a:pt x="6343" y="212684"/>
                  </a:lnTo>
                  <a:lnTo>
                    <a:pt x="7868" y="217749"/>
                  </a:lnTo>
                  <a:lnTo>
                    <a:pt x="9551" y="222763"/>
                  </a:lnTo>
                  <a:lnTo>
                    <a:pt x="11393" y="227721"/>
                  </a:lnTo>
                  <a:lnTo>
                    <a:pt x="13390" y="232619"/>
                  </a:lnTo>
                  <a:lnTo>
                    <a:pt x="15542" y="237451"/>
                  </a:lnTo>
                  <a:lnTo>
                    <a:pt x="17845" y="242213"/>
                  </a:lnTo>
                  <a:lnTo>
                    <a:pt x="20298" y="246899"/>
                  </a:lnTo>
                  <a:lnTo>
                    <a:pt x="22897" y="251505"/>
                  </a:lnTo>
                  <a:lnTo>
                    <a:pt x="25642" y="256027"/>
                  </a:lnTo>
                  <a:lnTo>
                    <a:pt x="28527" y="260460"/>
                  </a:lnTo>
                  <a:lnTo>
                    <a:pt x="31552" y="264799"/>
                  </a:lnTo>
                  <a:lnTo>
                    <a:pt x="34712" y="269040"/>
                  </a:lnTo>
                  <a:lnTo>
                    <a:pt x="38005" y="273179"/>
                  </a:lnTo>
                  <a:lnTo>
                    <a:pt x="41428" y="277212"/>
                  </a:lnTo>
                  <a:lnTo>
                    <a:pt x="44976" y="281135"/>
                  </a:lnTo>
                  <a:lnTo>
                    <a:pt x="48646" y="284943"/>
                  </a:lnTo>
                  <a:lnTo>
                    <a:pt x="52436" y="288634"/>
                  </a:lnTo>
                  <a:lnTo>
                    <a:pt x="56340" y="292203"/>
                  </a:lnTo>
                  <a:lnTo>
                    <a:pt x="60355" y="295646"/>
                  </a:lnTo>
                  <a:lnTo>
                    <a:pt x="64476" y="298961"/>
                  </a:lnTo>
                  <a:lnTo>
                    <a:pt x="68701" y="302143"/>
                  </a:lnTo>
                  <a:lnTo>
                    <a:pt x="73024" y="305191"/>
                  </a:lnTo>
                  <a:lnTo>
                    <a:pt x="77442" y="308100"/>
                  </a:lnTo>
                  <a:lnTo>
                    <a:pt x="81949" y="310868"/>
                  </a:lnTo>
                  <a:lnTo>
                    <a:pt x="86542" y="313491"/>
                  </a:lnTo>
                  <a:lnTo>
                    <a:pt x="91215" y="315969"/>
                  </a:lnTo>
                  <a:lnTo>
                    <a:pt x="95965" y="318297"/>
                  </a:lnTo>
                  <a:lnTo>
                    <a:pt x="100785" y="320473"/>
                  </a:lnTo>
                  <a:lnTo>
                    <a:pt x="105672" y="322497"/>
                  </a:lnTo>
                  <a:lnTo>
                    <a:pt x="110621" y="324364"/>
                  </a:lnTo>
                  <a:lnTo>
                    <a:pt x="115626" y="326074"/>
                  </a:lnTo>
                  <a:lnTo>
                    <a:pt x="120683" y="327625"/>
                  </a:lnTo>
                  <a:lnTo>
                    <a:pt x="125787" y="329015"/>
                  </a:lnTo>
                  <a:lnTo>
                    <a:pt x="130931" y="330243"/>
                  </a:lnTo>
                  <a:lnTo>
                    <a:pt x="136113" y="331307"/>
                  </a:lnTo>
                  <a:lnTo>
                    <a:pt x="141325" y="332207"/>
                  </a:lnTo>
                  <a:lnTo>
                    <a:pt x="146563" y="332942"/>
                  </a:lnTo>
                  <a:lnTo>
                    <a:pt x="151821" y="333511"/>
                  </a:lnTo>
                  <a:lnTo>
                    <a:pt x="157095" y="333913"/>
                  </a:lnTo>
                  <a:lnTo>
                    <a:pt x="162380" y="334148"/>
                  </a:lnTo>
                  <a:lnTo>
                    <a:pt x="167668" y="334215"/>
                  </a:lnTo>
                  <a:lnTo>
                    <a:pt x="172957" y="334116"/>
                  </a:lnTo>
                  <a:lnTo>
                    <a:pt x="178239" y="333849"/>
                  </a:lnTo>
                  <a:lnTo>
                    <a:pt x="183511" y="333415"/>
                  </a:lnTo>
                  <a:lnTo>
                    <a:pt x="188766" y="332814"/>
                  </a:lnTo>
                  <a:lnTo>
                    <a:pt x="193999" y="332048"/>
                  </a:lnTo>
                  <a:lnTo>
                    <a:pt x="199206" y="331116"/>
                  </a:lnTo>
                  <a:lnTo>
                    <a:pt x="204381" y="330020"/>
                  </a:lnTo>
                  <a:lnTo>
                    <a:pt x="209518" y="328761"/>
                  </a:lnTo>
                  <a:lnTo>
                    <a:pt x="214613" y="327340"/>
                  </a:lnTo>
                  <a:lnTo>
                    <a:pt x="219660" y="325758"/>
                  </a:lnTo>
                  <a:lnTo>
                    <a:pt x="224655" y="324018"/>
                  </a:lnTo>
                  <a:lnTo>
                    <a:pt x="229592" y="322121"/>
                  </a:lnTo>
                  <a:lnTo>
                    <a:pt x="234467" y="320068"/>
                  </a:lnTo>
                  <a:lnTo>
                    <a:pt x="239274" y="317862"/>
                  </a:lnTo>
                  <a:lnTo>
                    <a:pt x="244010" y="315505"/>
                  </a:lnTo>
                  <a:lnTo>
                    <a:pt x="248668" y="312999"/>
                  </a:lnTo>
                  <a:lnTo>
                    <a:pt x="253244" y="310348"/>
                  </a:lnTo>
                  <a:lnTo>
                    <a:pt x="257735" y="307553"/>
                  </a:lnTo>
                  <a:lnTo>
                    <a:pt x="262135" y="304617"/>
                  </a:lnTo>
                  <a:lnTo>
                    <a:pt x="266439" y="301543"/>
                  </a:lnTo>
                  <a:lnTo>
                    <a:pt x="270645" y="298335"/>
                  </a:lnTo>
                  <a:lnTo>
                    <a:pt x="274746" y="294996"/>
                  </a:lnTo>
                  <a:lnTo>
                    <a:pt x="278740" y="291528"/>
                  </a:lnTo>
                  <a:lnTo>
                    <a:pt x="282623" y="287935"/>
                  </a:lnTo>
                  <a:lnTo>
                    <a:pt x="286389" y="284222"/>
                  </a:lnTo>
                  <a:lnTo>
                    <a:pt x="290037" y="280391"/>
                  </a:lnTo>
                  <a:lnTo>
                    <a:pt x="293561" y="276447"/>
                  </a:lnTo>
                  <a:lnTo>
                    <a:pt x="296959" y="272394"/>
                  </a:lnTo>
                  <a:lnTo>
                    <a:pt x="300226" y="268235"/>
                  </a:lnTo>
                  <a:lnTo>
                    <a:pt x="303361" y="263974"/>
                  </a:lnTo>
                  <a:lnTo>
                    <a:pt x="306359" y="259617"/>
                  </a:lnTo>
                  <a:lnTo>
                    <a:pt x="309218" y="255167"/>
                  </a:lnTo>
                  <a:lnTo>
                    <a:pt x="311935" y="250628"/>
                  </a:lnTo>
                  <a:lnTo>
                    <a:pt x="314507" y="246006"/>
                  </a:lnTo>
                  <a:lnTo>
                    <a:pt x="316931" y="241305"/>
                  </a:lnTo>
                  <a:lnTo>
                    <a:pt x="319205" y="236530"/>
                  </a:lnTo>
                  <a:lnTo>
                    <a:pt x="321327" y="231685"/>
                  </a:lnTo>
                  <a:lnTo>
                    <a:pt x="323295" y="226775"/>
                  </a:lnTo>
                  <a:lnTo>
                    <a:pt x="325106" y="221806"/>
                  </a:lnTo>
                  <a:lnTo>
                    <a:pt x="326760" y="216781"/>
                  </a:lnTo>
                  <a:lnTo>
                    <a:pt x="328253" y="211707"/>
                  </a:lnTo>
                  <a:lnTo>
                    <a:pt x="329585" y="206588"/>
                  </a:lnTo>
                  <a:lnTo>
                    <a:pt x="330755" y="201430"/>
                  </a:lnTo>
                  <a:lnTo>
                    <a:pt x="331761" y="196237"/>
                  </a:lnTo>
                  <a:lnTo>
                    <a:pt x="332602" y="191015"/>
                  </a:lnTo>
                  <a:lnTo>
                    <a:pt x="333277" y="185769"/>
                  </a:lnTo>
                  <a:lnTo>
                    <a:pt x="333786" y="180504"/>
                  </a:lnTo>
                  <a:lnTo>
                    <a:pt x="334129" y="175226"/>
                  </a:lnTo>
                  <a:lnTo>
                    <a:pt x="334304" y="169940"/>
                  </a:lnTo>
                  <a:lnTo>
                    <a:pt x="334311" y="164650"/>
                  </a:lnTo>
                  <a:lnTo>
                    <a:pt x="334152" y="159363"/>
                  </a:lnTo>
                  <a:lnTo>
                    <a:pt x="333825" y="154084"/>
                  </a:lnTo>
                  <a:lnTo>
                    <a:pt x="333332" y="148818"/>
                  </a:lnTo>
                  <a:lnTo>
                    <a:pt x="332672" y="143570"/>
                  </a:lnTo>
                  <a:lnTo>
                    <a:pt x="331846" y="138345"/>
                  </a:lnTo>
                  <a:lnTo>
                    <a:pt x="330855" y="133150"/>
                  </a:lnTo>
                  <a:lnTo>
                    <a:pt x="329701" y="127988"/>
                  </a:lnTo>
                  <a:lnTo>
                    <a:pt x="328384" y="122865"/>
                  </a:lnTo>
                  <a:lnTo>
                    <a:pt x="326905" y="117787"/>
                  </a:lnTo>
                  <a:lnTo>
                    <a:pt x="325267" y="112758"/>
                  </a:lnTo>
                  <a:lnTo>
                    <a:pt x="323470" y="107783"/>
                  </a:lnTo>
                  <a:lnTo>
                    <a:pt x="321517" y="102867"/>
                  </a:lnTo>
                  <a:lnTo>
                    <a:pt x="319409" y="98016"/>
                  </a:lnTo>
                  <a:lnTo>
                    <a:pt x="317149" y="93234"/>
                  </a:lnTo>
                  <a:lnTo>
                    <a:pt x="314739" y="88526"/>
                  </a:lnTo>
                  <a:lnTo>
                    <a:pt x="312181" y="83896"/>
                  </a:lnTo>
                  <a:lnTo>
                    <a:pt x="309477" y="79350"/>
                  </a:lnTo>
                  <a:lnTo>
                    <a:pt x="306632" y="74891"/>
                  </a:lnTo>
                  <a:lnTo>
                    <a:pt x="303646" y="70525"/>
                  </a:lnTo>
                  <a:lnTo>
                    <a:pt x="300524" y="66255"/>
                  </a:lnTo>
                  <a:lnTo>
                    <a:pt x="297269" y="62087"/>
                  </a:lnTo>
                  <a:lnTo>
                    <a:pt x="293883" y="58023"/>
                  </a:lnTo>
                  <a:lnTo>
                    <a:pt x="290370" y="54068"/>
                  </a:lnTo>
                  <a:lnTo>
                    <a:pt x="286734" y="50227"/>
                  </a:lnTo>
                  <a:lnTo>
                    <a:pt x="282978" y="46503"/>
                  </a:lnTo>
                  <a:lnTo>
                    <a:pt x="279107" y="42899"/>
                  </a:lnTo>
                  <a:lnTo>
                    <a:pt x="275123" y="39419"/>
                  </a:lnTo>
                  <a:lnTo>
                    <a:pt x="271031" y="36068"/>
                  </a:lnTo>
                  <a:lnTo>
                    <a:pt x="266835" y="32847"/>
                  </a:lnTo>
                  <a:lnTo>
                    <a:pt x="262540" y="29761"/>
                  </a:lnTo>
                  <a:lnTo>
                    <a:pt x="258149" y="26812"/>
                  </a:lnTo>
                  <a:lnTo>
                    <a:pt x="253666" y="24004"/>
                  </a:lnTo>
                  <a:lnTo>
                    <a:pt x="249098" y="21339"/>
                  </a:lnTo>
                  <a:lnTo>
                    <a:pt x="244447" y="18819"/>
                  </a:lnTo>
                  <a:lnTo>
                    <a:pt x="239719" y="16449"/>
                  </a:lnTo>
                  <a:lnTo>
                    <a:pt x="234918" y="14228"/>
                  </a:lnTo>
                  <a:lnTo>
                    <a:pt x="230049" y="12161"/>
                  </a:lnTo>
                  <a:lnTo>
                    <a:pt x="225117" y="10249"/>
                  </a:lnTo>
                  <a:lnTo>
                    <a:pt x="220128" y="8494"/>
                  </a:lnTo>
                  <a:lnTo>
                    <a:pt x="215085" y="6898"/>
                  </a:lnTo>
                  <a:lnTo>
                    <a:pt x="209994" y="5462"/>
                  </a:lnTo>
                  <a:lnTo>
                    <a:pt x="204861" y="4188"/>
                  </a:lnTo>
                  <a:lnTo>
                    <a:pt x="199690" y="3077"/>
                  </a:lnTo>
                  <a:lnTo>
                    <a:pt x="194486" y="2129"/>
                  </a:lnTo>
                  <a:lnTo>
                    <a:pt x="189255" y="1348"/>
                  </a:lnTo>
                  <a:lnTo>
                    <a:pt x="184001" y="732"/>
                  </a:lnTo>
                  <a:lnTo>
                    <a:pt x="178731" y="282"/>
                  </a:lnTo>
                  <a:lnTo>
                    <a:pt x="173449" y="0"/>
                  </a:lnTo>
                  <a:lnTo>
                    <a:pt x="167161" y="16704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983779" y="3170392"/>
              <a:ext cx="6288" cy="167167"/>
            </a:xfrm>
            <a:custGeom>
              <a:avLst/>
              <a:pathLst>
                <a:path w="6288" h="167167">
                  <a:moveTo>
                    <a:pt x="6288" y="118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51857" y="2633064"/>
              <a:ext cx="167153" cy="181301"/>
            </a:xfrm>
            <a:custGeom>
              <a:avLst/>
              <a:pathLst>
                <a:path w="167153" h="181301">
                  <a:moveTo>
                    <a:pt x="167153" y="0"/>
                  </a:moveTo>
                  <a:lnTo>
                    <a:pt x="161728" y="88"/>
                  </a:lnTo>
                  <a:lnTo>
                    <a:pt x="156309" y="352"/>
                  </a:lnTo>
                  <a:lnTo>
                    <a:pt x="150900" y="791"/>
                  </a:lnTo>
                  <a:lnTo>
                    <a:pt x="145509" y="1407"/>
                  </a:lnTo>
                  <a:lnTo>
                    <a:pt x="140141" y="2196"/>
                  </a:lnTo>
                  <a:lnTo>
                    <a:pt x="134802" y="3160"/>
                  </a:lnTo>
                  <a:lnTo>
                    <a:pt x="129496" y="4296"/>
                  </a:lnTo>
                  <a:lnTo>
                    <a:pt x="124230" y="5604"/>
                  </a:lnTo>
                  <a:lnTo>
                    <a:pt x="119009" y="7082"/>
                  </a:lnTo>
                  <a:lnTo>
                    <a:pt x="113839" y="8729"/>
                  </a:lnTo>
                  <a:lnTo>
                    <a:pt x="108725" y="10543"/>
                  </a:lnTo>
                  <a:lnTo>
                    <a:pt x="103673" y="12522"/>
                  </a:lnTo>
                  <a:lnTo>
                    <a:pt x="98687" y="14663"/>
                  </a:lnTo>
                  <a:lnTo>
                    <a:pt x="93774" y="16966"/>
                  </a:lnTo>
                  <a:lnTo>
                    <a:pt x="88938" y="19426"/>
                  </a:lnTo>
                  <a:lnTo>
                    <a:pt x="84185" y="22042"/>
                  </a:lnTo>
                  <a:lnTo>
                    <a:pt x="79518" y="24812"/>
                  </a:lnTo>
                  <a:lnTo>
                    <a:pt x="74945" y="27731"/>
                  </a:lnTo>
                  <a:lnTo>
                    <a:pt x="70468" y="30797"/>
                  </a:lnTo>
                  <a:lnTo>
                    <a:pt x="66093" y="34006"/>
                  </a:lnTo>
                  <a:lnTo>
                    <a:pt x="61825" y="37356"/>
                  </a:lnTo>
                  <a:lnTo>
                    <a:pt x="57667" y="40843"/>
                  </a:lnTo>
                  <a:lnTo>
                    <a:pt x="53625" y="44463"/>
                  </a:lnTo>
                  <a:lnTo>
                    <a:pt x="49703" y="48212"/>
                  </a:lnTo>
                  <a:lnTo>
                    <a:pt x="45904" y="52086"/>
                  </a:lnTo>
                  <a:lnTo>
                    <a:pt x="42233" y="56082"/>
                  </a:lnTo>
                  <a:lnTo>
                    <a:pt x="38694" y="60195"/>
                  </a:lnTo>
                  <a:lnTo>
                    <a:pt x="35290" y="64420"/>
                  </a:lnTo>
                  <a:lnTo>
                    <a:pt x="32025" y="68754"/>
                  </a:lnTo>
                  <a:lnTo>
                    <a:pt x="28902" y="73191"/>
                  </a:lnTo>
                  <a:lnTo>
                    <a:pt x="25925" y="77727"/>
                  </a:lnTo>
                  <a:lnTo>
                    <a:pt x="23096" y="82358"/>
                  </a:lnTo>
                  <a:lnTo>
                    <a:pt x="20420" y="87078"/>
                  </a:lnTo>
                  <a:lnTo>
                    <a:pt x="17898" y="91882"/>
                  </a:lnTo>
                  <a:lnTo>
                    <a:pt x="15533" y="96766"/>
                  </a:lnTo>
                  <a:lnTo>
                    <a:pt x="13328" y="101724"/>
                  </a:lnTo>
                  <a:lnTo>
                    <a:pt x="11286" y="106750"/>
                  </a:lnTo>
                  <a:lnTo>
                    <a:pt x="9407" y="111841"/>
                  </a:lnTo>
                  <a:lnTo>
                    <a:pt x="7694" y="116989"/>
                  </a:lnTo>
                  <a:lnTo>
                    <a:pt x="6150" y="122191"/>
                  </a:lnTo>
                  <a:lnTo>
                    <a:pt x="4775" y="127440"/>
                  </a:lnTo>
                  <a:lnTo>
                    <a:pt x="3571" y="132731"/>
                  </a:lnTo>
                  <a:lnTo>
                    <a:pt x="2540" y="138058"/>
                  </a:lnTo>
                  <a:lnTo>
                    <a:pt x="1682" y="143415"/>
                  </a:lnTo>
                  <a:lnTo>
                    <a:pt x="998" y="148798"/>
                  </a:lnTo>
                  <a:lnTo>
                    <a:pt x="490" y="154200"/>
                  </a:lnTo>
                  <a:lnTo>
                    <a:pt x="157" y="159616"/>
                  </a:lnTo>
                  <a:lnTo>
                    <a:pt x="0" y="165040"/>
                  </a:lnTo>
                  <a:lnTo>
                    <a:pt x="19" y="170466"/>
                  </a:lnTo>
                  <a:lnTo>
                    <a:pt x="214" y="175888"/>
                  </a:lnTo>
                  <a:lnTo>
                    <a:pt x="585" y="181301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52442" y="2800231"/>
              <a:ext cx="166568" cy="14134"/>
            </a:xfrm>
            <a:custGeom>
              <a:avLst/>
              <a:pathLst>
                <a:path w="166568" h="14134">
                  <a:moveTo>
                    <a:pt x="0" y="14134"/>
                  </a:moveTo>
                  <a:lnTo>
                    <a:pt x="166568" y="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52442" y="2800231"/>
              <a:ext cx="166568" cy="14134"/>
            </a:xfrm>
            <a:custGeom>
              <a:avLst/>
              <a:pathLst>
                <a:path w="166568" h="14134">
                  <a:moveTo>
                    <a:pt x="0" y="14134"/>
                  </a:moveTo>
                  <a:lnTo>
                    <a:pt x="166568" y="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52442" y="2800231"/>
              <a:ext cx="166568" cy="14134"/>
            </a:xfrm>
            <a:custGeom>
              <a:avLst/>
              <a:pathLst>
                <a:path w="166568" h="14134">
                  <a:moveTo>
                    <a:pt x="0" y="14134"/>
                  </a:moveTo>
                  <a:lnTo>
                    <a:pt x="16656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52442" y="2800231"/>
              <a:ext cx="166568" cy="14134"/>
            </a:xfrm>
            <a:custGeom>
              <a:avLst/>
              <a:pathLst>
                <a:path w="166568" h="14134">
                  <a:moveTo>
                    <a:pt x="0" y="14134"/>
                  </a:moveTo>
                  <a:lnTo>
                    <a:pt x="16656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52442" y="2800231"/>
              <a:ext cx="166568" cy="14134"/>
            </a:xfrm>
            <a:custGeom>
              <a:avLst/>
              <a:pathLst>
                <a:path w="166568" h="14134">
                  <a:moveTo>
                    <a:pt x="0" y="14134"/>
                  </a:moveTo>
                  <a:lnTo>
                    <a:pt x="16656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752442" y="2800231"/>
              <a:ext cx="166568" cy="14134"/>
            </a:xfrm>
            <a:custGeom>
              <a:avLst/>
              <a:pathLst>
                <a:path w="166568" h="14134">
                  <a:moveTo>
                    <a:pt x="0" y="14134"/>
                  </a:moveTo>
                  <a:lnTo>
                    <a:pt x="16656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52442" y="2800231"/>
              <a:ext cx="166568" cy="14134"/>
            </a:xfrm>
            <a:custGeom>
              <a:avLst/>
              <a:pathLst>
                <a:path w="166568" h="14134">
                  <a:moveTo>
                    <a:pt x="0" y="14134"/>
                  </a:moveTo>
                  <a:lnTo>
                    <a:pt x="166568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752442" y="2800231"/>
              <a:ext cx="166568" cy="14134"/>
            </a:xfrm>
            <a:custGeom>
              <a:avLst/>
              <a:pathLst>
                <a:path w="166568" h="14134">
                  <a:moveTo>
                    <a:pt x="0" y="14134"/>
                  </a:moveTo>
                  <a:lnTo>
                    <a:pt x="166568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752442" y="2800231"/>
              <a:ext cx="166568" cy="14134"/>
            </a:xfrm>
            <a:custGeom>
              <a:avLst/>
              <a:pathLst>
                <a:path w="166568" h="14134">
                  <a:moveTo>
                    <a:pt x="0" y="14134"/>
                  </a:moveTo>
                  <a:lnTo>
                    <a:pt x="166568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752442" y="2800231"/>
              <a:ext cx="166568" cy="14134"/>
            </a:xfrm>
            <a:custGeom>
              <a:avLst/>
              <a:pathLst>
                <a:path w="166568" h="14134">
                  <a:moveTo>
                    <a:pt x="0" y="14134"/>
                  </a:moveTo>
                  <a:lnTo>
                    <a:pt x="166568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752442" y="2800231"/>
              <a:ext cx="166568" cy="14134"/>
            </a:xfrm>
            <a:custGeom>
              <a:avLst/>
              <a:pathLst>
                <a:path w="166568" h="14134">
                  <a:moveTo>
                    <a:pt x="0" y="14134"/>
                  </a:moveTo>
                  <a:lnTo>
                    <a:pt x="16656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752442" y="2800231"/>
              <a:ext cx="166568" cy="14134"/>
            </a:xfrm>
            <a:custGeom>
              <a:avLst/>
              <a:pathLst>
                <a:path w="166568" h="14134">
                  <a:moveTo>
                    <a:pt x="0" y="14134"/>
                  </a:moveTo>
                  <a:lnTo>
                    <a:pt x="16656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752442" y="2800231"/>
              <a:ext cx="166568" cy="14134"/>
            </a:xfrm>
            <a:custGeom>
              <a:avLst/>
              <a:pathLst>
                <a:path w="166568" h="14134">
                  <a:moveTo>
                    <a:pt x="0" y="14134"/>
                  </a:moveTo>
                  <a:lnTo>
                    <a:pt x="16656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752442" y="2800231"/>
              <a:ext cx="166568" cy="14134"/>
            </a:xfrm>
            <a:custGeom>
              <a:avLst/>
              <a:pathLst>
                <a:path w="166568" h="14134">
                  <a:moveTo>
                    <a:pt x="0" y="14134"/>
                  </a:moveTo>
                  <a:lnTo>
                    <a:pt x="16656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752442" y="2800231"/>
              <a:ext cx="166568" cy="14134"/>
            </a:xfrm>
            <a:custGeom>
              <a:avLst/>
              <a:pathLst>
                <a:path w="166568" h="14134">
                  <a:moveTo>
                    <a:pt x="0" y="14134"/>
                  </a:moveTo>
                  <a:lnTo>
                    <a:pt x="166568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752442" y="2800231"/>
              <a:ext cx="166568" cy="14134"/>
            </a:xfrm>
            <a:custGeom>
              <a:avLst/>
              <a:pathLst>
                <a:path w="166568" h="14134">
                  <a:moveTo>
                    <a:pt x="0" y="14134"/>
                  </a:moveTo>
                  <a:lnTo>
                    <a:pt x="16656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752442" y="2800231"/>
              <a:ext cx="166568" cy="14134"/>
            </a:xfrm>
            <a:custGeom>
              <a:avLst/>
              <a:pathLst>
                <a:path w="166568" h="14134">
                  <a:moveTo>
                    <a:pt x="0" y="14134"/>
                  </a:moveTo>
                  <a:lnTo>
                    <a:pt x="16656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752442" y="2800231"/>
              <a:ext cx="166568" cy="14134"/>
            </a:xfrm>
            <a:custGeom>
              <a:avLst/>
              <a:pathLst>
                <a:path w="166568" h="14134">
                  <a:moveTo>
                    <a:pt x="0" y="14134"/>
                  </a:moveTo>
                  <a:lnTo>
                    <a:pt x="166568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752442" y="2800231"/>
              <a:ext cx="166568" cy="14134"/>
            </a:xfrm>
            <a:custGeom>
              <a:avLst/>
              <a:pathLst>
                <a:path w="166568" h="14134">
                  <a:moveTo>
                    <a:pt x="0" y="14134"/>
                  </a:moveTo>
                  <a:lnTo>
                    <a:pt x="16656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752442" y="2800231"/>
              <a:ext cx="166568" cy="14134"/>
            </a:xfrm>
            <a:custGeom>
              <a:avLst/>
              <a:pathLst>
                <a:path w="166568" h="14134">
                  <a:moveTo>
                    <a:pt x="0" y="14134"/>
                  </a:moveTo>
                  <a:lnTo>
                    <a:pt x="16656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752442" y="2800231"/>
              <a:ext cx="166568" cy="14134"/>
            </a:xfrm>
            <a:custGeom>
              <a:avLst/>
              <a:pathLst>
                <a:path w="166568" h="14134">
                  <a:moveTo>
                    <a:pt x="0" y="14134"/>
                  </a:moveTo>
                  <a:lnTo>
                    <a:pt x="16656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752442" y="2800231"/>
              <a:ext cx="166568" cy="14134"/>
            </a:xfrm>
            <a:custGeom>
              <a:avLst/>
              <a:pathLst>
                <a:path w="166568" h="14134">
                  <a:moveTo>
                    <a:pt x="0" y="14134"/>
                  </a:moveTo>
                  <a:lnTo>
                    <a:pt x="16656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752442" y="2800231"/>
              <a:ext cx="166568" cy="14134"/>
            </a:xfrm>
            <a:custGeom>
              <a:avLst/>
              <a:pathLst>
                <a:path w="166568" h="14134">
                  <a:moveTo>
                    <a:pt x="0" y="14134"/>
                  </a:moveTo>
                  <a:lnTo>
                    <a:pt x="166568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752442" y="2800231"/>
              <a:ext cx="166568" cy="14134"/>
            </a:xfrm>
            <a:custGeom>
              <a:avLst/>
              <a:pathLst>
                <a:path w="166568" h="14134">
                  <a:moveTo>
                    <a:pt x="0" y="14134"/>
                  </a:moveTo>
                  <a:lnTo>
                    <a:pt x="166568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752442" y="2663475"/>
              <a:ext cx="333735" cy="303912"/>
            </a:xfrm>
            <a:custGeom>
              <a:avLst/>
              <a:pathLst>
                <a:path w="333735" h="303912">
                  <a:moveTo>
                    <a:pt x="0" y="150890"/>
                  </a:moveTo>
                  <a:lnTo>
                    <a:pt x="534" y="156190"/>
                  </a:lnTo>
                  <a:lnTo>
                    <a:pt x="1238" y="161470"/>
                  </a:lnTo>
                  <a:lnTo>
                    <a:pt x="2109" y="166725"/>
                  </a:lnTo>
                  <a:lnTo>
                    <a:pt x="3147" y="171949"/>
                  </a:lnTo>
                  <a:lnTo>
                    <a:pt x="4352" y="177138"/>
                  </a:lnTo>
                  <a:lnTo>
                    <a:pt x="5721" y="182286"/>
                  </a:lnTo>
                  <a:lnTo>
                    <a:pt x="7253" y="187387"/>
                  </a:lnTo>
                  <a:lnTo>
                    <a:pt x="8947" y="192437"/>
                  </a:lnTo>
                  <a:lnTo>
                    <a:pt x="10801" y="197431"/>
                  </a:lnTo>
                  <a:lnTo>
                    <a:pt x="12813" y="202362"/>
                  </a:lnTo>
                  <a:lnTo>
                    <a:pt x="14981" y="207228"/>
                  </a:lnTo>
                  <a:lnTo>
                    <a:pt x="17303" y="212021"/>
                  </a:lnTo>
                  <a:lnTo>
                    <a:pt x="19777" y="216739"/>
                  </a:lnTo>
                  <a:lnTo>
                    <a:pt x="22400" y="221375"/>
                  </a:lnTo>
                  <a:lnTo>
                    <a:pt x="25169" y="225925"/>
                  </a:lnTo>
                  <a:lnTo>
                    <a:pt x="28082" y="230385"/>
                  </a:lnTo>
                  <a:lnTo>
                    <a:pt x="31135" y="234749"/>
                  </a:lnTo>
                  <a:lnTo>
                    <a:pt x="34326" y="239015"/>
                  </a:lnTo>
                  <a:lnTo>
                    <a:pt x="37651" y="243176"/>
                  </a:lnTo>
                  <a:lnTo>
                    <a:pt x="41107" y="247229"/>
                  </a:lnTo>
                  <a:lnTo>
                    <a:pt x="44690" y="251170"/>
                  </a:lnTo>
                  <a:lnTo>
                    <a:pt x="48397" y="254995"/>
                  </a:lnTo>
                  <a:lnTo>
                    <a:pt x="52224" y="258700"/>
                  </a:lnTo>
                  <a:lnTo>
                    <a:pt x="56167" y="262281"/>
                  </a:lnTo>
                  <a:lnTo>
                    <a:pt x="60223" y="265735"/>
                  </a:lnTo>
                  <a:lnTo>
                    <a:pt x="64386" y="269057"/>
                  </a:lnTo>
                  <a:lnTo>
                    <a:pt x="68653" y="272246"/>
                  </a:lnTo>
                  <a:lnTo>
                    <a:pt x="73019" y="275296"/>
                  </a:lnTo>
                  <a:lnTo>
                    <a:pt x="77480" y="278207"/>
                  </a:lnTo>
                  <a:lnTo>
                    <a:pt x="82032" y="280973"/>
                  </a:lnTo>
                  <a:lnTo>
                    <a:pt x="86670" y="283593"/>
                  </a:lnTo>
                  <a:lnTo>
                    <a:pt x="91389" y="286064"/>
                  </a:lnTo>
                  <a:lnTo>
                    <a:pt x="96184" y="288384"/>
                  </a:lnTo>
                  <a:lnTo>
                    <a:pt x="101050" y="290549"/>
                  </a:lnTo>
                  <a:lnTo>
                    <a:pt x="105983" y="292558"/>
                  </a:lnTo>
                  <a:lnTo>
                    <a:pt x="110978" y="294409"/>
                  </a:lnTo>
                  <a:lnTo>
                    <a:pt x="116029" y="296101"/>
                  </a:lnTo>
                  <a:lnTo>
                    <a:pt x="121131" y="297630"/>
                  </a:lnTo>
                  <a:lnTo>
                    <a:pt x="126280" y="298996"/>
                  </a:lnTo>
                  <a:lnTo>
                    <a:pt x="131469" y="300197"/>
                  </a:lnTo>
                  <a:lnTo>
                    <a:pt x="136694" y="301232"/>
                  </a:lnTo>
                  <a:lnTo>
                    <a:pt x="141949" y="302101"/>
                  </a:lnTo>
                  <a:lnTo>
                    <a:pt x="147230" y="302801"/>
                  </a:lnTo>
                  <a:lnTo>
                    <a:pt x="152530" y="303333"/>
                  </a:lnTo>
                  <a:lnTo>
                    <a:pt x="157844" y="303696"/>
                  </a:lnTo>
                  <a:lnTo>
                    <a:pt x="163167" y="303889"/>
                  </a:lnTo>
                  <a:lnTo>
                    <a:pt x="168494" y="303912"/>
                  </a:lnTo>
                  <a:lnTo>
                    <a:pt x="173818" y="303766"/>
                  </a:lnTo>
                  <a:lnTo>
                    <a:pt x="179135" y="303450"/>
                  </a:lnTo>
                  <a:lnTo>
                    <a:pt x="184440" y="302965"/>
                  </a:lnTo>
                  <a:lnTo>
                    <a:pt x="189726" y="302311"/>
                  </a:lnTo>
                  <a:lnTo>
                    <a:pt x="194989" y="301490"/>
                  </a:lnTo>
                  <a:lnTo>
                    <a:pt x="200223" y="300501"/>
                  </a:lnTo>
                  <a:lnTo>
                    <a:pt x="205423" y="299345"/>
                  </a:lnTo>
                  <a:lnTo>
                    <a:pt x="210583" y="298025"/>
                  </a:lnTo>
                  <a:lnTo>
                    <a:pt x="215699" y="296541"/>
                  </a:lnTo>
                  <a:lnTo>
                    <a:pt x="220764" y="294894"/>
                  </a:lnTo>
                  <a:lnTo>
                    <a:pt x="225775" y="293087"/>
                  </a:lnTo>
                  <a:lnTo>
                    <a:pt x="230726" y="291122"/>
                  </a:lnTo>
                  <a:lnTo>
                    <a:pt x="235611" y="288999"/>
                  </a:lnTo>
                  <a:lnTo>
                    <a:pt x="240427" y="286722"/>
                  </a:lnTo>
                  <a:lnTo>
                    <a:pt x="245167" y="284293"/>
                  </a:lnTo>
                  <a:lnTo>
                    <a:pt x="249828" y="281714"/>
                  </a:lnTo>
                  <a:lnTo>
                    <a:pt x="254404" y="278988"/>
                  </a:lnTo>
                  <a:lnTo>
                    <a:pt x="258891" y="276117"/>
                  </a:lnTo>
                  <a:lnTo>
                    <a:pt x="263284" y="273105"/>
                  </a:lnTo>
                  <a:lnTo>
                    <a:pt x="267579" y="269954"/>
                  </a:lnTo>
                  <a:lnTo>
                    <a:pt x="271771" y="266669"/>
                  </a:lnTo>
                  <a:lnTo>
                    <a:pt x="275857" y="263251"/>
                  </a:lnTo>
                  <a:lnTo>
                    <a:pt x="279831" y="259705"/>
                  </a:lnTo>
                  <a:lnTo>
                    <a:pt x="283691" y="256034"/>
                  </a:lnTo>
                  <a:lnTo>
                    <a:pt x="287432" y="252242"/>
                  </a:lnTo>
                  <a:lnTo>
                    <a:pt x="291050" y="248333"/>
                  </a:lnTo>
                  <a:lnTo>
                    <a:pt x="294541" y="244310"/>
                  </a:lnTo>
                  <a:lnTo>
                    <a:pt x="297903" y="240178"/>
                  </a:lnTo>
                  <a:lnTo>
                    <a:pt x="301131" y="235941"/>
                  </a:lnTo>
                  <a:lnTo>
                    <a:pt x="304223" y="231604"/>
                  </a:lnTo>
                  <a:lnTo>
                    <a:pt x="307175" y="227170"/>
                  </a:lnTo>
                  <a:lnTo>
                    <a:pt x="309984" y="222645"/>
                  </a:lnTo>
                  <a:lnTo>
                    <a:pt x="312648" y="218032"/>
                  </a:lnTo>
                  <a:lnTo>
                    <a:pt x="315163" y="213337"/>
                  </a:lnTo>
                  <a:lnTo>
                    <a:pt x="317527" y="208563"/>
                  </a:lnTo>
                  <a:lnTo>
                    <a:pt x="319738" y="203718"/>
                  </a:lnTo>
                  <a:lnTo>
                    <a:pt x="321794" y="198804"/>
                  </a:lnTo>
                  <a:lnTo>
                    <a:pt x="323692" y="193827"/>
                  </a:lnTo>
                  <a:lnTo>
                    <a:pt x="325431" y="188792"/>
                  </a:lnTo>
                  <a:lnTo>
                    <a:pt x="327008" y="183704"/>
                  </a:lnTo>
                  <a:lnTo>
                    <a:pt x="328422" y="178569"/>
                  </a:lnTo>
                  <a:lnTo>
                    <a:pt x="329672" y="173391"/>
                  </a:lnTo>
                  <a:lnTo>
                    <a:pt x="330756" y="168176"/>
                  </a:lnTo>
                  <a:lnTo>
                    <a:pt x="331674" y="162929"/>
                  </a:lnTo>
                  <a:lnTo>
                    <a:pt x="332424" y="157655"/>
                  </a:lnTo>
                  <a:lnTo>
                    <a:pt x="333006" y="152361"/>
                  </a:lnTo>
                  <a:lnTo>
                    <a:pt x="333419" y="147050"/>
                  </a:lnTo>
                  <a:lnTo>
                    <a:pt x="333662" y="141729"/>
                  </a:lnTo>
                  <a:lnTo>
                    <a:pt x="333735" y="136403"/>
                  </a:lnTo>
                  <a:lnTo>
                    <a:pt x="333639" y="131077"/>
                  </a:lnTo>
                  <a:lnTo>
                    <a:pt x="333374" y="125757"/>
                  </a:lnTo>
                  <a:lnTo>
                    <a:pt x="332938" y="120448"/>
                  </a:lnTo>
                  <a:lnTo>
                    <a:pt x="332334" y="115156"/>
                  </a:lnTo>
                  <a:lnTo>
                    <a:pt x="331562" y="109886"/>
                  </a:lnTo>
                  <a:lnTo>
                    <a:pt x="330622" y="104643"/>
                  </a:lnTo>
                  <a:lnTo>
                    <a:pt x="329516" y="99432"/>
                  </a:lnTo>
                  <a:lnTo>
                    <a:pt x="328244" y="94260"/>
                  </a:lnTo>
                  <a:lnTo>
                    <a:pt x="326808" y="89131"/>
                  </a:lnTo>
                  <a:lnTo>
                    <a:pt x="325209" y="84050"/>
                  </a:lnTo>
                  <a:lnTo>
                    <a:pt x="323450" y="79022"/>
                  </a:lnTo>
                  <a:lnTo>
                    <a:pt x="321531" y="74053"/>
                  </a:lnTo>
                  <a:lnTo>
                    <a:pt x="319454" y="69148"/>
                  </a:lnTo>
                  <a:lnTo>
                    <a:pt x="317223" y="64311"/>
                  </a:lnTo>
                  <a:lnTo>
                    <a:pt x="314838" y="59548"/>
                  </a:lnTo>
                  <a:lnTo>
                    <a:pt x="312303" y="54864"/>
                  </a:lnTo>
                  <a:lnTo>
                    <a:pt x="309620" y="50262"/>
                  </a:lnTo>
                  <a:lnTo>
                    <a:pt x="306792" y="45749"/>
                  </a:lnTo>
                  <a:lnTo>
                    <a:pt x="303821" y="41327"/>
                  </a:lnTo>
                  <a:lnTo>
                    <a:pt x="300711" y="37003"/>
                  </a:lnTo>
                  <a:lnTo>
                    <a:pt x="297465" y="32780"/>
                  </a:lnTo>
                  <a:lnTo>
                    <a:pt x="294086" y="28662"/>
                  </a:lnTo>
                  <a:lnTo>
                    <a:pt x="290577" y="24654"/>
                  </a:lnTo>
                  <a:lnTo>
                    <a:pt x="286943" y="20760"/>
                  </a:lnTo>
                  <a:lnTo>
                    <a:pt x="283186" y="16984"/>
                  </a:lnTo>
                  <a:lnTo>
                    <a:pt x="279311" y="13330"/>
                  </a:lnTo>
                  <a:lnTo>
                    <a:pt x="275321" y="9800"/>
                  </a:lnTo>
                  <a:lnTo>
                    <a:pt x="271221" y="6400"/>
                  </a:lnTo>
                  <a:lnTo>
                    <a:pt x="267015" y="3132"/>
                  </a:lnTo>
                  <a:lnTo>
                    <a:pt x="262707" y="0"/>
                  </a:lnTo>
                  <a:lnTo>
                    <a:pt x="166568" y="13675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919011" y="2633064"/>
              <a:ext cx="96138" cy="167167"/>
            </a:xfrm>
            <a:custGeom>
              <a:avLst/>
              <a:pathLst>
                <a:path w="96138" h="167167">
                  <a:moveTo>
                    <a:pt x="96138" y="30411"/>
                  </a:moveTo>
                  <a:lnTo>
                    <a:pt x="91428" y="27218"/>
                  </a:lnTo>
                  <a:lnTo>
                    <a:pt x="86612" y="24187"/>
                  </a:lnTo>
                  <a:lnTo>
                    <a:pt x="81696" y="21322"/>
                  </a:lnTo>
                  <a:lnTo>
                    <a:pt x="76685" y="18626"/>
                  </a:lnTo>
                  <a:lnTo>
                    <a:pt x="71585" y="16102"/>
                  </a:lnTo>
                  <a:lnTo>
                    <a:pt x="66402" y="13754"/>
                  </a:lnTo>
                  <a:lnTo>
                    <a:pt x="61142" y="11583"/>
                  </a:lnTo>
                  <a:lnTo>
                    <a:pt x="55812" y="9592"/>
                  </a:lnTo>
                  <a:lnTo>
                    <a:pt x="50416" y="7783"/>
                  </a:lnTo>
                  <a:lnTo>
                    <a:pt x="44963" y="6160"/>
                  </a:lnTo>
                  <a:lnTo>
                    <a:pt x="39457" y="4723"/>
                  </a:lnTo>
                  <a:lnTo>
                    <a:pt x="33906" y="3474"/>
                  </a:lnTo>
                  <a:lnTo>
                    <a:pt x="28315" y="2415"/>
                  </a:lnTo>
                  <a:lnTo>
                    <a:pt x="22691" y="1547"/>
                  </a:lnTo>
                  <a:lnTo>
                    <a:pt x="17041" y="870"/>
                  </a:lnTo>
                  <a:lnTo>
                    <a:pt x="11372" y="387"/>
                  </a:lnTo>
                  <a:lnTo>
                    <a:pt x="5689" y="9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624420" y="2126963"/>
              <a:ext cx="104051" cy="167167"/>
            </a:xfrm>
            <a:custGeom>
              <a:avLst/>
              <a:pathLst>
                <a:path w="104051" h="167167">
                  <a:moveTo>
                    <a:pt x="104051" y="0"/>
                  </a:moveTo>
                  <a:lnTo>
                    <a:pt x="98436" y="94"/>
                  </a:lnTo>
                  <a:lnTo>
                    <a:pt x="92828" y="377"/>
                  </a:lnTo>
                  <a:lnTo>
                    <a:pt x="87233" y="848"/>
                  </a:lnTo>
                  <a:lnTo>
                    <a:pt x="81656" y="1506"/>
                  </a:lnTo>
                  <a:lnTo>
                    <a:pt x="76105" y="2352"/>
                  </a:lnTo>
                  <a:lnTo>
                    <a:pt x="70585" y="3384"/>
                  </a:lnTo>
                  <a:lnTo>
                    <a:pt x="65103" y="4600"/>
                  </a:lnTo>
                  <a:lnTo>
                    <a:pt x="59665" y="6000"/>
                  </a:lnTo>
                  <a:lnTo>
                    <a:pt x="54277" y="7582"/>
                  </a:lnTo>
                  <a:lnTo>
                    <a:pt x="48945" y="9343"/>
                  </a:lnTo>
                  <a:lnTo>
                    <a:pt x="43675" y="11283"/>
                  </a:lnTo>
                  <a:lnTo>
                    <a:pt x="38474" y="13399"/>
                  </a:lnTo>
                  <a:lnTo>
                    <a:pt x="33346" y="15688"/>
                  </a:lnTo>
                  <a:lnTo>
                    <a:pt x="28299" y="18148"/>
                  </a:lnTo>
                  <a:lnTo>
                    <a:pt x="23336" y="20777"/>
                  </a:lnTo>
                  <a:lnTo>
                    <a:pt x="18465" y="23570"/>
                  </a:lnTo>
                  <a:lnTo>
                    <a:pt x="13691" y="26526"/>
                  </a:lnTo>
                  <a:lnTo>
                    <a:pt x="9018" y="29640"/>
                  </a:lnTo>
                  <a:lnTo>
                    <a:pt x="4453" y="32909"/>
                  </a:lnTo>
                  <a:lnTo>
                    <a:pt x="0" y="36330"/>
                  </a:lnTo>
                  <a:lnTo>
                    <a:pt x="104051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624420" y="2163294"/>
              <a:ext cx="104051" cy="130836"/>
            </a:xfrm>
            <a:custGeom>
              <a:avLst/>
              <a:pathLst>
                <a:path w="104051" h="130836">
                  <a:moveTo>
                    <a:pt x="0" y="0"/>
                  </a:moveTo>
                  <a:lnTo>
                    <a:pt x="104051" y="130836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624420" y="2163294"/>
              <a:ext cx="104051" cy="130836"/>
            </a:xfrm>
            <a:custGeom>
              <a:avLst/>
              <a:pathLst>
                <a:path w="104051" h="130836">
                  <a:moveTo>
                    <a:pt x="0" y="0"/>
                  </a:moveTo>
                  <a:lnTo>
                    <a:pt x="104051" y="13083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624420" y="2163294"/>
              <a:ext cx="104051" cy="130836"/>
            </a:xfrm>
            <a:custGeom>
              <a:avLst/>
              <a:pathLst>
                <a:path w="104051" h="130836">
                  <a:moveTo>
                    <a:pt x="0" y="0"/>
                  </a:moveTo>
                  <a:lnTo>
                    <a:pt x="104051" y="13083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624420" y="2163294"/>
              <a:ext cx="104051" cy="130836"/>
            </a:xfrm>
            <a:custGeom>
              <a:avLst/>
              <a:pathLst>
                <a:path w="104051" h="130836">
                  <a:moveTo>
                    <a:pt x="0" y="0"/>
                  </a:moveTo>
                  <a:lnTo>
                    <a:pt x="104051" y="13083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624420" y="2163294"/>
              <a:ext cx="104051" cy="130836"/>
            </a:xfrm>
            <a:custGeom>
              <a:avLst/>
              <a:pathLst>
                <a:path w="104051" h="130836">
                  <a:moveTo>
                    <a:pt x="0" y="0"/>
                  </a:moveTo>
                  <a:lnTo>
                    <a:pt x="104051" y="13083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624420" y="2163294"/>
              <a:ext cx="104051" cy="130836"/>
            </a:xfrm>
            <a:custGeom>
              <a:avLst/>
              <a:pathLst>
                <a:path w="104051" h="130836">
                  <a:moveTo>
                    <a:pt x="0" y="0"/>
                  </a:moveTo>
                  <a:lnTo>
                    <a:pt x="104051" y="13083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624420" y="2163294"/>
              <a:ext cx="104051" cy="130836"/>
            </a:xfrm>
            <a:custGeom>
              <a:avLst/>
              <a:pathLst>
                <a:path w="104051" h="130836">
                  <a:moveTo>
                    <a:pt x="0" y="0"/>
                  </a:moveTo>
                  <a:lnTo>
                    <a:pt x="104051" y="13083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624420" y="2163294"/>
              <a:ext cx="104051" cy="130836"/>
            </a:xfrm>
            <a:custGeom>
              <a:avLst/>
              <a:pathLst>
                <a:path w="104051" h="130836">
                  <a:moveTo>
                    <a:pt x="0" y="0"/>
                  </a:moveTo>
                  <a:lnTo>
                    <a:pt x="104051" y="13083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624420" y="2163294"/>
              <a:ext cx="104051" cy="130836"/>
            </a:xfrm>
            <a:custGeom>
              <a:avLst/>
              <a:pathLst>
                <a:path w="104051" h="130836">
                  <a:moveTo>
                    <a:pt x="0" y="0"/>
                  </a:moveTo>
                  <a:lnTo>
                    <a:pt x="104051" y="13083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624420" y="2163294"/>
              <a:ext cx="104051" cy="130836"/>
            </a:xfrm>
            <a:custGeom>
              <a:avLst/>
              <a:pathLst>
                <a:path w="104051" h="130836">
                  <a:moveTo>
                    <a:pt x="0" y="0"/>
                  </a:moveTo>
                  <a:lnTo>
                    <a:pt x="104051" y="13083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624420" y="2163294"/>
              <a:ext cx="104051" cy="130836"/>
            </a:xfrm>
            <a:custGeom>
              <a:avLst/>
              <a:pathLst>
                <a:path w="104051" h="130836">
                  <a:moveTo>
                    <a:pt x="0" y="0"/>
                  </a:moveTo>
                  <a:lnTo>
                    <a:pt x="104051" y="13083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624420" y="2163294"/>
              <a:ext cx="104051" cy="130836"/>
            </a:xfrm>
            <a:custGeom>
              <a:avLst/>
              <a:pathLst>
                <a:path w="104051" h="130836">
                  <a:moveTo>
                    <a:pt x="0" y="0"/>
                  </a:moveTo>
                  <a:lnTo>
                    <a:pt x="104051" y="13083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6624420" y="2163294"/>
              <a:ext cx="104051" cy="130836"/>
            </a:xfrm>
            <a:custGeom>
              <a:avLst/>
              <a:pathLst>
                <a:path w="104051" h="130836">
                  <a:moveTo>
                    <a:pt x="0" y="0"/>
                  </a:moveTo>
                  <a:lnTo>
                    <a:pt x="104051" y="13083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6624420" y="2163294"/>
              <a:ext cx="104051" cy="130836"/>
            </a:xfrm>
            <a:custGeom>
              <a:avLst/>
              <a:pathLst>
                <a:path w="104051" h="130836">
                  <a:moveTo>
                    <a:pt x="0" y="0"/>
                  </a:moveTo>
                  <a:lnTo>
                    <a:pt x="104051" y="13083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6624420" y="2163294"/>
              <a:ext cx="104051" cy="130836"/>
            </a:xfrm>
            <a:custGeom>
              <a:avLst/>
              <a:pathLst>
                <a:path w="104051" h="130836">
                  <a:moveTo>
                    <a:pt x="0" y="0"/>
                  </a:moveTo>
                  <a:lnTo>
                    <a:pt x="104051" y="13083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6624420" y="2163294"/>
              <a:ext cx="104051" cy="130836"/>
            </a:xfrm>
            <a:custGeom>
              <a:avLst/>
              <a:pathLst>
                <a:path w="104051" h="130836">
                  <a:moveTo>
                    <a:pt x="0" y="0"/>
                  </a:moveTo>
                  <a:lnTo>
                    <a:pt x="104051" y="13083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6624420" y="2163294"/>
              <a:ext cx="104051" cy="130836"/>
            </a:xfrm>
            <a:custGeom>
              <a:avLst/>
              <a:pathLst>
                <a:path w="104051" h="130836">
                  <a:moveTo>
                    <a:pt x="0" y="0"/>
                  </a:moveTo>
                  <a:lnTo>
                    <a:pt x="104051" y="13083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6624420" y="2163294"/>
              <a:ext cx="104051" cy="130836"/>
            </a:xfrm>
            <a:custGeom>
              <a:avLst/>
              <a:pathLst>
                <a:path w="104051" h="130836">
                  <a:moveTo>
                    <a:pt x="0" y="0"/>
                  </a:moveTo>
                  <a:lnTo>
                    <a:pt x="104051" y="1308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6624420" y="2163294"/>
              <a:ext cx="104051" cy="130836"/>
            </a:xfrm>
            <a:custGeom>
              <a:avLst/>
              <a:pathLst>
                <a:path w="104051" h="130836">
                  <a:moveTo>
                    <a:pt x="0" y="0"/>
                  </a:moveTo>
                  <a:lnTo>
                    <a:pt x="104051" y="1308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6624420" y="2163294"/>
              <a:ext cx="104051" cy="130836"/>
            </a:xfrm>
            <a:custGeom>
              <a:avLst/>
              <a:pathLst>
                <a:path w="104051" h="130836">
                  <a:moveTo>
                    <a:pt x="0" y="0"/>
                  </a:moveTo>
                  <a:lnTo>
                    <a:pt x="104051" y="1308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6624420" y="2163294"/>
              <a:ext cx="104051" cy="130836"/>
            </a:xfrm>
            <a:custGeom>
              <a:avLst/>
              <a:pathLst>
                <a:path w="104051" h="130836">
                  <a:moveTo>
                    <a:pt x="0" y="0"/>
                  </a:moveTo>
                  <a:lnTo>
                    <a:pt x="104051" y="1308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6624420" y="2163294"/>
              <a:ext cx="104051" cy="130836"/>
            </a:xfrm>
            <a:custGeom>
              <a:avLst/>
              <a:pathLst>
                <a:path w="104051" h="130836">
                  <a:moveTo>
                    <a:pt x="0" y="0"/>
                  </a:moveTo>
                  <a:lnTo>
                    <a:pt x="104051" y="13083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6624420" y="2163294"/>
              <a:ext cx="104051" cy="130836"/>
            </a:xfrm>
            <a:custGeom>
              <a:avLst/>
              <a:pathLst>
                <a:path w="104051" h="130836">
                  <a:moveTo>
                    <a:pt x="0" y="0"/>
                  </a:moveTo>
                  <a:lnTo>
                    <a:pt x="104051" y="13083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6561305" y="2163294"/>
              <a:ext cx="265860" cy="297998"/>
            </a:xfrm>
            <a:custGeom>
              <a:avLst/>
              <a:pathLst>
                <a:path w="265860" h="297998">
                  <a:moveTo>
                    <a:pt x="63114" y="0"/>
                  </a:moveTo>
                  <a:lnTo>
                    <a:pt x="58985" y="3393"/>
                  </a:lnTo>
                  <a:lnTo>
                    <a:pt x="54966" y="6916"/>
                  </a:lnTo>
                  <a:lnTo>
                    <a:pt x="51062" y="10566"/>
                  </a:lnTo>
                  <a:lnTo>
                    <a:pt x="47277" y="14339"/>
                  </a:lnTo>
                  <a:lnTo>
                    <a:pt x="43614" y="18231"/>
                  </a:lnTo>
                  <a:lnTo>
                    <a:pt x="40078" y="22238"/>
                  </a:lnTo>
                  <a:lnTo>
                    <a:pt x="36671" y="26356"/>
                  </a:lnTo>
                  <a:lnTo>
                    <a:pt x="33398" y="30581"/>
                  </a:lnTo>
                  <a:lnTo>
                    <a:pt x="30262" y="34908"/>
                  </a:lnTo>
                  <a:lnTo>
                    <a:pt x="27265" y="39333"/>
                  </a:lnTo>
                  <a:lnTo>
                    <a:pt x="24412" y="43852"/>
                  </a:lnTo>
                  <a:lnTo>
                    <a:pt x="21704" y="48460"/>
                  </a:lnTo>
                  <a:lnTo>
                    <a:pt x="19145" y="53152"/>
                  </a:lnTo>
                  <a:lnTo>
                    <a:pt x="16737" y="57923"/>
                  </a:lnTo>
                  <a:lnTo>
                    <a:pt x="14484" y="62769"/>
                  </a:lnTo>
                  <a:lnTo>
                    <a:pt x="12386" y="67685"/>
                  </a:lnTo>
                  <a:lnTo>
                    <a:pt x="10446" y="72665"/>
                  </a:lnTo>
                  <a:lnTo>
                    <a:pt x="8667" y="77704"/>
                  </a:lnTo>
                  <a:lnTo>
                    <a:pt x="7049" y="82798"/>
                  </a:lnTo>
                  <a:lnTo>
                    <a:pt x="5595" y="87941"/>
                  </a:lnTo>
                  <a:lnTo>
                    <a:pt x="4307" y="93128"/>
                  </a:lnTo>
                  <a:lnTo>
                    <a:pt x="3185" y="98353"/>
                  </a:lnTo>
                  <a:lnTo>
                    <a:pt x="2230" y="103612"/>
                  </a:lnTo>
                  <a:lnTo>
                    <a:pt x="1444" y="108898"/>
                  </a:lnTo>
                  <a:lnTo>
                    <a:pt x="828" y="114207"/>
                  </a:lnTo>
                  <a:lnTo>
                    <a:pt x="381" y="119533"/>
                  </a:lnTo>
                  <a:lnTo>
                    <a:pt x="105" y="124870"/>
                  </a:lnTo>
                  <a:lnTo>
                    <a:pt x="0" y="130213"/>
                  </a:lnTo>
                  <a:lnTo>
                    <a:pt x="65" y="135557"/>
                  </a:lnTo>
                  <a:lnTo>
                    <a:pt x="301" y="140897"/>
                  </a:lnTo>
                  <a:lnTo>
                    <a:pt x="708" y="146225"/>
                  </a:lnTo>
                  <a:lnTo>
                    <a:pt x="1285" y="151539"/>
                  </a:lnTo>
                  <a:lnTo>
                    <a:pt x="2032" y="156831"/>
                  </a:lnTo>
                  <a:lnTo>
                    <a:pt x="2947" y="162096"/>
                  </a:lnTo>
                  <a:lnTo>
                    <a:pt x="4030" y="167330"/>
                  </a:lnTo>
                  <a:lnTo>
                    <a:pt x="5280" y="172526"/>
                  </a:lnTo>
                  <a:lnTo>
                    <a:pt x="6696" y="177680"/>
                  </a:lnTo>
                  <a:lnTo>
                    <a:pt x="8275" y="182785"/>
                  </a:lnTo>
                  <a:lnTo>
                    <a:pt x="10017" y="187838"/>
                  </a:lnTo>
                  <a:lnTo>
                    <a:pt x="11919" y="192832"/>
                  </a:lnTo>
                  <a:lnTo>
                    <a:pt x="13981" y="197763"/>
                  </a:lnTo>
                  <a:lnTo>
                    <a:pt x="16198" y="202626"/>
                  </a:lnTo>
                  <a:lnTo>
                    <a:pt x="18570" y="207415"/>
                  </a:lnTo>
                  <a:lnTo>
                    <a:pt x="21094" y="212126"/>
                  </a:lnTo>
                  <a:lnTo>
                    <a:pt x="23767" y="216754"/>
                  </a:lnTo>
                  <a:lnTo>
                    <a:pt x="26587" y="221294"/>
                  </a:lnTo>
                  <a:lnTo>
                    <a:pt x="29551" y="225742"/>
                  </a:lnTo>
                  <a:lnTo>
                    <a:pt x="32655" y="230092"/>
                  </a:lnTo>
                  <a:lnTo>
                    <a:pt x="35896" y="234341"/>
                  </a:lnTo>
                  <a:lnTo>
                    <a:pt x="39272" y="238485"/>
                  </a:lnTo>
                  <a:lnTo>
                    <a:pt x="42779" y="242518"/>
                  </a:lnTo>
                  <a:lnTo>
                    <a:pt x="46412" y="246437"/>
                  </a:lnTo>
                  <a:lnTo>
                    <a:pt x="50169" y="250238"/>
                  </a:lnTo>
                  <a:lnTo>
                    <a:pt x="54046" y="253917"/>
                  </a:lnTo>
                  <a:lnTo>
                    <a:pt x="58038" y="257470"/>
                  </a:lnTo>
                  <a:lnTo>
                    <a:pt x="62142" y="260894"/>
                  </a:lnTo>
                  <a:lnTo>
                    <a:pt x="66353" y="264185"/>
                  </a:lnTo>
                  <a:lnTo>
                    <a:pt x="70667" y="267339"/>
                  </a:lnTo>
                  <a:lnTo>
                    <a:pt x="75080" y="270354"/>
                  </a:lnTo>
                  <a:lnTo>
                    <a:pt x="79587" y="273226"/>
                  </a:lnTo>
                  <a:lnTo>
                    <a:pt x="84184" y="275953"/>
                  </a:lnTo>
                  <a:lnTo>
                    <a:pt x="88865" y="278532"/>
                  </a:lnTo>
                  <a:lnTo>
                    <a:pt x="93626" y="280959"/>
                  </a:lnTo>
                  <a:lnTo>
                    <a:pt x="98463" y="283233"/>
                  </a:lnTo>
                  <a:lnTo>
                    <a:pt x="103370" y="285352"/>
                  </a:lnTo>
                  <a:lnTo>
                    <a:pt x="108342" y="287312"/>
                  </a:lnTo>
                  <a:lnTo>
                    <a:pt x="113374" y="289112"/>
                  </a:lnTo>
                  <a:lnTo>
                    <a:pt x="118461" y="290751"/>
                  </a:lnTo>
                  <a:lnTo>
                    <a:pt x="123597" y="292226"/>
                  </a:lnTo>
                  <a:lnTo>
                    <a:pt x="128779" y="293537"/>
                  </a:lnTo>
                  <a:lnTo>
                    <a:pt x="133999" y="294680"/>
                  </a:lnTo>
                  <a:lnTo>
                    <a:pt x="139254" y="295657"/>
                  </a:lnTo>
                  <a:lnTo>
                    <a:pt x="144537" y="296465"/>
                  </a:lnTo>
                  <a:lnTo>
                    <a:pt x="149843" y="297104"/>
                  </a:lnTo>
                  <a:lnTo>
                    <a:pt x="155167" y="297572"/>
                  </a:lnTo>
                  <a:lnTo>
                    <a:pt x="160503" y="297871"/>
                  </a:lnTo>
                  <a:lnTo>
                    <a:pt x="165846" y="297998"/>
                  </a:lnTo>
                  <a:lnTo>
                    <a:pt x="171190" y="297955"/>
                  </a:lnTo>
                  <a:lnTo>
                    <a:pt x="176530" y="297741"/>
                  </a:lnTo>
                  <a:lnTo>
                    <a:pt x="181861" y="297356"/>
                  </a:lnTo>
                  <a:lnTo>
                    <a:pt x="187176" y="296802"/>
                  </a:lnTo>
                  <a:lnTo>
                    <a:pt x="192472" y="296077"/>
                  </a:lnTo>
                  <a:lnTo>
                    <a:pt x="197741" y="295184"/>
                  </a:lnTo>
                  <a:lnTo>
                    <a:pt x="202979" y="294122"/>
                  </a:lnTo>
                  <a:lnTo>
                    <a:pt x="208180" y="292894"/>
                  </a:lnTo>
                  <a:lnTo>
                    <a:pt x="213340" y="291500"/>
                  </a:lnTo>
                  <a:lnTo>
                    <a:pt x="218452" y="289942"/>
                  </a:lnTo>
                  <a:lnTo>
                    <a:pt x="223512" y="288221"/>
                  </a:lnTo>
                  <a:lnTo>
                    <a:pt x="228514" y="286340"/>
                  </a:lnTo>
                  <a:lnTo>
                    <a:pt x="233454" y="284299"/>
                  </a:lnTo>
                  <a:lnTo>
                    <a:pt x="238325" y="282102"/>
                  </a:lnTo>
                  <a:lnTo>
                    <a:pt x="243124" y="279750"/>
                  </a:lnTo>
                  <a:lnTo>
                    <a:pt x="247846" y="277245"/>
                  </a:lnTo>
                  <a:lnTo>
                    <a:pt x="252485" y="274592"/>
                  </a:lnTo>
                  <a:lnTo>
                    <a:pt x="257037" y="271791"/>
                  </a:lnTo>
                  <a:lnTo>
                    <a:pt x="261496" y="268846"/>
                  </a:lnTo>
                  <a:lnTo>
                    <a:pt x="265860" y="265760"/>
                  </a:lnTo>
                  <a:lnTo>
                    <a:pt x="167166" y="13083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728472" y="2126963"/>
              <a:ext cx="167164" cy="302091"/>
            </a:xfrm>
            <a:custGeom>
              <a:avLst/>
              <a:pathLst>
                <a:path w="167164" h="302091">
                  <a:moveTo>
                    <a:pt x="98694" y="302091"/>
                  </a:moveTo>
                  <a:lnTo>
                    <a:pt x="102984" y="298845"/>
                  </a:lnTo>
                  <a:lnTo>
                    <a:pt x="107167" y="295464"/>
                  </a:lnTo>
                  <a:lnTo>
                    <a:pt x="111239" y="291949"/>
                  </a:lnTo>
                  <a:lnTo>
                    <a:pt x="115197" y="288306"/>
                  </a:lnTo>
                  <a:lnTo>
                    <a:pt x="119035" y="284536"/>
                  </a:lnTo>
                  <a:lnTo>
                    <a:pt x="122749" y="280646"/>
                  </a:lnTo>
                  <a:lnTo>
                    <a:pt x="126337" y="276638"/>
                  </a:lnTo>
                  <a:lnTo>
                    <a:pt x="129794" y="272516"/>
                  </a:lnTo>
                  <a:lnTo>
                    <a:pt x="133116" y="268285"/>
                  </a:lnTo>
                  <a:lnTo>
                    <a:pt x="136301" y="263950"/>
                  </a:lnTo>
                  <a:lnTo>
                    <a:pt x="139344" y="259515"/>
                  </a:lnTo>
                  <a:lnTo>
                    <a:pt x="142243" y="254983"/>
                  </a:lnTo>
                  <a:lnTo>
                    <a:pt x="144995" y="250361"/>
                  </a:lnTo>
                  <a:lnTo>
                    <a:pt x="147597" y="245653"/>
                  </a:lnTo>
                  <a:lnTo>
                    <a:pt x="150045" y="240864"/>
                  </a:lnTo>
                  <a:lnTo>
                    <a:pt x="152339" y="235998"/>
                  </a:lnTo>
                  <a:lnTo>
                    <a:pt x="154475" y="231061"/>
                  </a:lnTo>
                  <a:lnTo>
                    <a:pt x="156450" y="226057"/>
                  </a:lnTo>
                  <a:lnTo>
                    <a:pt x="158264" y="220993"/>
                  </a:lnTo>
                  <a:lnTo>
                    <a:pt x="159914" y="215873"/>
                  </a:lnTo>
                  <a:lnTo>
                    <a:pt x="161398" y="210703"/>
                  </a:lnTo>
                  <a:lnTo>
                    <a:pt x="162716" y="205487"/>
                  </a:lnTo>
                  <a:lnTo>
                    <a:pt x="163864" y="200232"/>
                  </a:lnTo>
                  <a:lnTo>
                    <a:pt x="164843" y="194943"/>
                  </a:lnTo>
                  <a:lnTo>
                    <a:pt x="165652" y="189625"/>
                  </a:lnTo>
                  <a:lnTo>
                    <a:pt x="166288" y="184283"/>
                  </a:lnTo>
                  <a:lnTo>
                    <a:pt x="166753" y="178924"/>
                  </a:lnTo>
                  <a:lnTo>
                    <a:pt x="167045" y="173553"/>
                  </a:lnTo>
                  <a:lnTo>
                    <a:pt x="167164" y="168175"/>
                  </a:lnTo>
                  <a:lnTo>
                    <a:pt x="167110" y="162796"/>
                  </a:lnTo>
                  <a:lnTo>
                    <a:pt x="166883" y="157421"/>
                  </a:lnTo>
                  <a:lnTo>
                    <a:pt x="166483" y="152057"/>
                  </a:lnTo>
                  <a:lnTo>
                    <a:pt x="165910" y="146708"/>
                  </a:lnTo>
                  <a:lnTo>
                    <a:pt x="165166" y="141381"/>
                  </a:lnTo>
                  <a:lnTo>
                    <a:pt x="164251" y="136080"/>
                  </a:lnTo>
                  <a:lnTo>
                    <a:pt x="163166" y="130811"/>
                  </a:lnTo>
                  <a:lnTo>
                    <a:pt x="161912" y="125580"/>
                  </a:lnTo>
                  <a:lnTo>
                    <a:pt x="160490" y="120393"/>
                  </a:lnTo>
                  <a:lnTo>
                    <a:pt x="158902" y="115253"/>
                  </a:lnTo>
                  <a:lnTo>
                    <a:pt x="157149" y="110167"/>
                  </a:lnTo>
                  <a:lnTo>
                    <a:pt x="155234" y="105141"/>
                  </a:lnTo>
                  <a:lnTo>
                    <a:pt x="153158" y="100178"/>
                  </a:lnTo>
                  <a:lnTo>
                    <a:pt x="150923" y="95285"/>
                  </a:lnTo>
                  <a:lnTo>
                    <a:pt x="148532" y="90466"/>
                  </a:lnTo>
                  <a:lnTo>
                    <a:pt x="145988" y="85727"/>
                  </a:lnTo>
                  <a:lnTo>
                    <a:pt x="143292" y="81072"/>
                  </a:lnTo>
                  <a:lnTo>
                    <a:pt x="140447" y="76506"/>
                  </a:lnTo>
                  <a:lnTo>
                    <a:pt x="137458" y="72034"/>
                  </a:lnTo>
                  <a:lnTo>
                    <a:pt x="134326" y="67661"/>
                  </a:lnTo>
                  <a:lnTo>
                    <a:pt x="131055" y="63391"/>
                  </a:lnTo>
                  <a:lnTo>
                    <a:pt x="127648" y="59228"/>
                  </a:lnTo>
                  <a:lnTo>
                    <a:pt x="124109" y="55177"/>
                  </a:lnTo>
                  <a:lnTo>
                    <a:pt x="120441" y="51241"/>
                  </a:lnTo>
                  <a:lnTo>
                    <a:pt x="116649" y="47426"/>
                  </a:lnTo>
                  <a:lnTo>
                    <a:pt x="112736" y="43735"/>
                  </a:lnTo>
                  <a:lnTo>
                    <a:pt x="108706" y="40172"/>
                  </a:lnTo>
                  <a:lnTo>
                    <a:pt x="104564" y="36740"/>
                  </a:lnTo>
                  <a:lnTo>
                    <a:pt x="100314" y="33443"/>
                  </a:lnTo>
                  <a:lnTo>
                    <a:pt x="95959" y="30285"/>
                  </a:lnTo>
                  <a:lnTo>
                    <a:pt x="91505" y="27268"/>
                  </a:lnTo>
                  <a:lnTo>
                    <a:pt x="86957" y="24397"/>
                  </a:lnTo>
                  <a:lnTo>
                    <a:pt x="82318" y="21673"/>
                  </a:lnTo>
                  <a:lnTo>
                    <a:pt x="77594" y="19099"/>
                  </a:lnTo>
                  <a:lnTo>
                    <a:pt x="72790" y="16679"/>
                  </a:lnTo>
                  <a:lnTo>
                    <a:pt x="67911" y="14415"/>
                  </a:lnTo>
                  <a:lnTo>
                    <a:pt x="62961" y="12309"/>
                  </a:lnTo>
                  <a:lnTo>
                    <a:pt x="57946" y="10364"/>
                  </a:lnTo>
                  <a:lnTo>
                    <a:pt x="52871" y="8581"/>
                  </a:lnTo>
                  <a:lnTo>
                    <a:pt x="47741" y="6962"/>
                  </a:lnTo>
                  <a:lnTo>
                    <a:pt x="42561" y="5509"/>
                  </a:lnTo>
                  <a:lnTo>
                    <a:pt x="37338" y="4223"/>
                  </a:lnTo>
                  <a:lnTo>
                    <a:pt x="32076" y="3106"/>
                  </a:lnTo>
                  <a:lnTo>
                    <a:pt x="26781" y="2159"/>
                  </a:lnTo>
                  <a:lnTo>
                    <a:pt x="21458" y="1382"/>
                  </a:lnTo>
                  <a:lnTo>
                    <a:pt x="16113" y="778"/>
                  </a:lnTo>
                  <a:lnTo>
                    <a:pt x="10751" y="346"/>
                  </a:lnTo>
                  <a:lnTo>
                    <a:pt x="5378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384942" y="1681503"/>
              <a:ext cx="38292" cy="167167"/>
            </a:xfrm>
            <a:custGeom>
              <a:avLst/>
              <a:pathLst>
                <a:path w="38292" h="167167">
                  <a:moveTo>
                    <a:pt x="38292" y="0"/>
                  </a:moveTo>
                  <a:lnTo>
                    <a:pt x="31854" y="124"/>
                  </a:lnTo>
                  <a:lnTo>
                    <a:pt x="25426" y="495"/>
                  </a:lnTo>
                  <a:lnTo>
                    <a:pt x="19017" y="1114"/>
                  </a:lnTo>
                  <a:lnTo>
                    <a:pt x="12637" y="1980"/>
                  </a:lnTo>
                  <a:lnTo>
                    <a:pt x="6294" y="3090"/>
                  </a:lnTo>
                  <a:lnTo>
                    <a:pt x="0" y="4444"/>
                  </a:lnTo>
                  <a:lnTo>
                    <a:pt x="38292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384942" y="1685948"/>
              <a:ext cx="38292" cy="162722"/>
            </a:xfrm>
            <a:custGeom>
              <a:avLst/>
              <a:pathLst>
                <a:path w="38292" h="162722">
                  <a:moveTo>
                    <a:pt x="0" y="0"/>
                  </a:moveTo>
                  <a:lnTo>
                    <a:pt x="38292" y="16272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384942" y="1685948"/>
              <a:ext cx="38292" cy="162722"/>
            </a:xfrm>
            <a:custGeom>
              <a:avLst/>
              <a:pathLst>
                <a:path w="38292" h="162722">
                  <a:moveTo>
                    <a:pt x="0" y="0"/>
                  </a:moveTo>
                  <a:lnTo>
                    <a:pt x="38292" y="16272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384942" y="1685948"/>
              <a:ext cx="38292" cy="162722"/>
            </a:xfrm>
            <a:custGeom>
              <a:avLst/>
              <a:pathLst>
                <a:path w="38292" h="162722">
                  <a:moveTo>
                    <a:pt x="0" y="0"/>
                  </a:moveTo>
                  <a:lnTo>
                    <a:pt x="38292" y="16272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384942" y="1685948"/>
              <a:ext cx="38292" cy="162722"/>
            </a:xfrm>
            <a:custGeom>
              <a:avLst/>
              <a:pathLst>
                <a:path w="38292" h="162722">
                  <a:moveTo>
                    <a:pt x="0" y="0"/>
                  </a:moveTo>
                  <a:lnTo>
                    <a:pt x="38292" y="16272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384942" y="1685948"/>
              <a:ext cx="38292" cy="162722"/>
            </a:xfrm>
            <a:custGeom>
              <a:avLst/>
              <a:pathLst>
                <a:path w="38292" h="162722">
                  <a:moveTo>
                    <a:pt x="0" y="0"/>
                  </a:moveTo>
                  <a:lnTo>
                    <a:pt x="38292" y="16272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384942" y="1685948"/>
              <a:ext cx="38292" cy="162722"/>
            </a:xfrm>
            <a:custGeom>
              <a:avLst/>
              <a:pathLst>
                <a:path w="38292" h="162722">
                  <a:moveTo>
                    <a:pt x="0" y="0"/>
                  </a:moveTo>
                  <a:lnTo>
                    <a:pt x="38292" y="16272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384942" y="1685948"/>
              <a:ext cx="38292" cy="162722"/>
            </a:xfrm>
            <a:custGeom>
              <a:avLst/>
              <a:pathLst>
                <a:path w="38292" h="162722">
                  <a:moveTo>
                    <a:pt x="0" y="0"/>
                  </a:moveTo>
                  <a:lnTo>
                    <a:pt x="38292" y="16272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384942" y="1685948"/>
              <a:ext cx="38292" cy="162722"/>
            </a:xfrm>
            <a:custGeom>
              <a:avLst/>
              <a:pathLst>
                <a:path w="38292" h="162722">
                  <a:moveTo>
                    <a:pt x="0" y="0"/>
                  </a:moveTo>
                  <a:lnTo>
                    <a:pt x="38292" y="16272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384942" y="1685948"/>
              <a:ext cx="38292" cy="162722"/>
            </a:xfrm>
            <a:custGeom>
              <a:avLst/>
              <a:pathLst>
                <a:path w="38292" h="162722">
                  <a:moveTo>
                    <a:pt x="0" y="0"/>
                  </a:moveTo>
                  <a:lnTo>
                    <a:pt x="38292" y="1627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384942" y="1685948"/>
              <a:ext cx="38292" cy="162722"/>
            </a:xfrm>
            <a:custGeom>
              <a:avLst/>
              <a:pathLst>
                <a:path w="38292" h="162722">
                  <a:moveTo>
                    <a:pt x="0" y="0"/>
                  </a:moveTo>
                  <a:lnTo>
                    <a:pt x="38292" y="1627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384942" y="1685948"/>
              <a:ext cx="38292" cy="162722"/>
            </a:xfrm>
            <a:custGeom>
              <a:avLst/>
              <a:pathLst>
                <a:path w="38292" h="162722">
                  <a:moveTo>
                    <a:pt x="0" y="0"/>
                  </a:moveTo>
                  <a:lnTo>
                    <a:pt x="38292" y="1627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384942" y="1685948"/>
              <a:ext cx="38292" cy="162722"/>
            </a:xfrm>
            <a:custGeom>
              <a:avLst/>
              <a:pathLst>
                <a:path w="38292" h="162722">
                  <a:moveTo>
                    <a:pt x="0" y="0"/>
                  </a:moveTo>
                  <a:lnTo>
                    <a:pt x="38292" y="1627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384942" y="1685948"/>
              <a:ext cx="38292" cy="162722"/>
            </a:xfrm>
            <a:custGeom>
              <a:avLst/>
              <a:pathLst>
                <a:path w="38292" h="162722">
                  <a:moveTo>
                    <a:pt x="0" y="0"/>
                  </a:moveTo>
                  <a:lnTo>
                    <a:pt x="38292" y="16272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384942" y="1685948"/>
              <a:ext cx="38292" cy="162722"/>
            </a:xfrm>
            <a:custGeom>
              <a:avLst/>
              <a:pathLst>
                <a:path w="38292" h="162722">
                  <a:moveTo>
                    <a:pt x="0" y="0"/>
                  </a:moveTo>
                  <a:lnTo>
                    <a:pt x="38292" y="16272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384942" y="1685948"/>
              <a:ext cx="38292" cy="162722"/>
            </a:xfrm>
            <a:custGeom>
              <a:avLst/>
              <a:pathLst>
                <a:path w="38292" h="162722">
                  <a:moveTo>
                    <a:pt x="0" y="0"/>
                  </a:moveTo>
                  <a:lnTo>
                    <a:pt x="38292" y="16272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384942" y="1685948"/>
              <a:ext cx="38292" cy="162722"/>
            </a:xfrm>
            <a:custGeom>
              <a:avLst/>
              <a:pathLst>
                <a:path w="38292" h="162722">
                  <a:moveTo>
                    <a:pt x="0" y="0"/>
                  </a:moveTo>
                  <a:lnTo>
                    <a:pt x="38292" y="16272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384942" y="1685948"/>
              <a:ext cx="38292" cy="162722"/>
            </a:xfrm>
            <a:custGeom>
              <a:avLst/>
              <a:pathLst>
                <a:path w="38292" h="162722">
                  <a:moveTo>
                    <a:pt x="0" y="0"/>
                  </a:moveTo>
                  <a:lnTo>
                    <a:pt x="38292" y="1627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384942" y="1685948"/>
              <a:ext cx="38292" cy="162722"/>
            </a:xfrm>
            <a:custGeom>
              <a:avLst/>
              <a:pathLst>
                <a:path w="38292" h="162722">
                  <a:moveTo>
                    <a:pt x="0" y="0"/>
                  </a:moveTo>
                  <a:lnTo>
                    <a:pt x="38292" y="1627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384942" y="1685948"/>
              <a:ext cx="38292" cy="162722"/>
            </a:xfrm>
            <a:custGeom>
              <a:avLst/>
              <a:pathLst>
                <a:path w="38292" h="162722">
                  <a:moveTo>
                    <a:pt x="0" y="0"/>
                  </a:moveTo>
                  <a:lnTo>
                    <a:pt x="38292" y="1627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384942" y="1685948"/>
              <a:ext cx="38292" cy="162722"/>
            </a:xfrm>
            <a:custGeom>
              <a:avLst/>
              <a:pathLst>
                <a:path w="38292" h="162722">
                  <a:moveTo>
                    <a:pt x="0" y="0"/>
                  </a:moveTo>
                  <a:lnTo>
                    <a:pt x="38292" y="1627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384942" y="1685948"/>
              <a:ext cx="38292" cy="162722"/>
            </a:xfrm>
            <a:custGeom>
              <a:avLst/>
              <a:pathLst>
                <a:path w="38292" h="162722">
                  <a:moveTo>
                    <a:pt x="0" y="0"/>
                  </a:moveTo>
                  <a:lnTo>
                    <a:pt x="38292" y="16272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384942" y="1685948"/>
              <a:ext cx="38292" cy="162722"/>
            </a:xfrm>
            <a:custGeom>
              <a:avLst/>
              <a:pathLst>
                <a:path w="38292" h="162722">
                  <a:moveTo>
                    <a:pt x="0" y="0"/>
                  </a:moveTo>
                  <a:lnTo>
                    <a:pt x="38292" y="16272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256075" y="1685948"/>
              <a:ext cx="334307" cy="329889"/>
            </a:xfrm>
            <a:custGeom>
              <a:avLst/>
              <a:pathLst>
                <a:path w="334307" h="329889">
                  <a:moveTo>
                    <a:pt x="128867" y="0"/>
                  </a:moveTo>
                  <a:lnTo>
                    <a:pt x="123734" y="1293"/>
                  </a:lnTo>
                  <a:lnTo>
                    <a:pt x="118645" y="2749"/>
                  </a:lnTo>
                  <a:lnTo>
                    <a:pt x="113604" y="4365"/>
                  </a:lnTo>
                  <a:lnTo>
                    <a:pt x="108618" y="6140"/>
                  </a:lnTo>
                  <a:lnTo>
                    <a:pt x="103690" y="8072"/>
                  </a:lnTo>
                  <a:lnTo>
                    <a:pt x="98825" y="10159"/>
                  </a:lnTo>
                  <a:lnTo>
                    <a:pt x="94029" y="12399"/>
                  </a:lnTo>
                  <a:lnTo>
                    <a:pt x="89307" y="14790"/>
                  </a:lnTo>
                  <a:lnTo>
                    <a:pt x="84662" y="17329"/>
                  </a:lnTo>
                  <a:lnTo>
                    <a:pt x="80100" y="20014"/>
                  </a:lnTo>
                  <a:lnTo>
                    <a:pt x="75626" y="22841"/>
                  </a:lnTo>
                  <a:lnTo>
                    <a:pt x="71243" y="25809"/>
                  </a:lnTo>
                  <a:lnTo>
                    <a:pt x="66956" y="28915"/>
                  </a:lnTo>
                  <a:lnTo>
                    <a:pt x="62770" y="32154"/>
                  </a:lnTo>
                  <a:lnTo>
                    <a:pt x="58689" y="35525"/>
                  </a:lnTo>
                  <a:lnTo>
                    <a:pt x="54716" y="39023"/>
                  </a:lnTo>
                  <a:lnTo>
                    <a:pt x="50856" y="42645"/>
                  </a:lnTo>
                  <a:lnTo>
                    <a:pt x="47113" y="46387"/>
                  </a:lnTo>
                  <a:lnTo>
                    <a:pt x="43490" y="50246"/>
                  </a:lnTo>
                  <a:lnTo>
                    <a:pt x="39991" y="54218"/>
                  </a:lnTo>
                  <a:lnTo>
                    <a:pt x="36619" y="58298"/>
                  </a:lnTo>
                  <a:lnTo>
                    <a:pt x="33379" y="62484"/>
                  </a:lnTo>
                  <a:lnTo>
                    <a:pt x="30272" y="66769"/>
                  </a:lnTo>
                  <a:lnTo>
                    <a:pt x="27303" y="71151"/>
                  </a:lnTo>
                  <a:lnTo>
                    <a:pt x="24474" y="75625"/>
                  </a:lnTo>
                  <a:lnTo>
                    <a:pt x="21788" y="80186"/>
                  </a:lnTo>
                  <a:lnTo>
                    <a:pt x="19248" y="84830"/>
                  </a:lnTo>
                  <a:lnTo>
                    <a:pt x="16856" y="89552"/>
                  </a:lnTo>
                  <a:lnTo>
                    <a:pt x="14614" y="94347"/>
                  </a:lnTo>
                  <a:lnTo>
                    <a:pt x="12526" y="99211"/>
                  </a:lnTo>
                  <a:lnTo>
                    <a:pt x="10593" y="104139"/>
                  </a:lnTo>
                  <a:lnTo>
                    <a:pt x="8817" y="109125"/>
                  </a:lnTo>
                  <a:lnTo>
                    <a:pt x="7199" y="114165"/>
                  </a:lnTo>
                  <a:lnTo>
                    <a:pt x="5742" y="119254"/>
                  </a:lnTo>
                  <a:lnTo>
                    <a:pt x="4447" y="124386"/>
                  </a:lnTo>
                  <a:lnTo>
                    <a:pt x="3315" y="129557"/>
                  </a:lnTo>
                  <a:lnTo>
                    <a:pt x="2347" y="134761"/>
                  </a:lnTo>
                  <a:lnTo>
                    <a:pt x="1544" y="139993"/>
                  </a:lnTo>
                  <a:lnTo>
                    <a:pt x="907" y="145248"/>
                  </a:lnTo>
                  <a:lnTo>
                    <a:pt x="438" y="150520"/>
                  </a:lnTo>
                  <a:lnTo>
                    <a:pt x="135" y="155804"/>
                  </a:lnTo>
                  <a:lnTo>
                    <a:pt x="0" y="161096"/>
                  </a:lnTo>
                  <a:lnTo>
                    <a:pt x="32" y="166389"/>
                  </a:lnTo>
                  <a:lnTo>
                    <a:pt x="232" y="171678"/>
                  </a:lnTo>
                  <a:lnTo>
                    <a:pt x="599" y="176959"/>
                  </a:lnTo>
                  <a:lnTo>
                    <a:pt x="1133" y="182225"/>
                  </a:lnTo>
                  <a:lnTo>
                    <a:pt x="1834" y="187472"/>
                  </a:lnTo>
                  <a:lnTo>
                    <a:pt x="2700" y="192694"/>
                  </a:lnTo>
                  <a:lnTo>
                    <a:pt x="3732" y="197885"/>
                  </a:lnTo>
                  <a:lnTo>
                    <a:pt x="4927" y="203042"/>
                  </a:lnTo>
                  <a:lnTo>
                    <a:pt x="6285" y="208158"/>
                  </a:lnTo>
                  <a:lnTo>
                    <a:pt x="7804" y="213228"/>
                  </a:lnTo>
                  <a:lnTo>
                    <a:pt x="9483" y="218248"/>
                  </a:lnTo>
                  <a:lnTo>
                    <a:pt x="11320" y="223213"/>
                  </a:lnTo>
                  <a:lnTo>
                    <a:pt x="13313" y="228116"/>
                  </a:lnTo>
                  <a:lnTo>
                    <a:pt x="15461" y="232954"/>
                  </a:lnTo>
                  <a:lnTo>
                    <a:pt x="17760" y="237722"/>
                  </a:lnTo>
                  <a:lnTo>
                    <a:pt x="20210" y="242414"/>
                  </a:lnTo>
                  <a:lnTo>
                    <a:pt x="22806" y="247027"/>
                  </a:lnTo>
                  <a:lnTo>
                    <a:pt x="25548" y="251555"/>
                  </a:lnTo>
                  <a:lnTo>
                    <a:pt x="28431" y="255993"/>
                  </a:lnTo>
                  <a:lnTo>
                    <a:pt x="31454" y="260339"/>
                  </a:lnTo>
                  <a:lnTo>
                    <a:pt x="34612" y="264586"/>
                  </a:lnTo>
                  <a:lnTo>
                    <a:pt x="37904" y="268732"/>
                  </a:lnTo>
                  <a:lnTo>
                    <a:pt x="41325" y="272771"/>
                  </a:lnTo>
                  <a:lnTo>
                    <a:pt x="44872" y="276700"/>
                  </a:lnTo>
                  <a:lnTo>
                    <a:pt x="48542" y="280514"/>
                  </a:lnTo>
                  <a:lnTo>
                    <a:pt x="52331" y="284210"/>
                  </a:lnTo>
                  <a:lnTo>
                    <a:pt x="56235" y="287785"/>
                  </a:lnTo>
                  <a:lnTo>
                    <a:pt x="60250" y="291234"/>
                  </a:lnTo>
                  <a:lnTo>
                    <a:pt x="64372" y="294555"/>
                  </a:lnTo>
                  <a:lnTo>
                    <a:pt x="68598" y="297743"/>
                  </a:lnTo>
                  <a:lnTo>
                    <a:pt x="72922" y="300796"/>
                  </a:lnTo>
                  <a:lnTo>
                    <a:pt x="77340" y="303710"/>
                  </a:lnTo>
                  <a:lnTo>
                    <a:pt x="81849" y="306483"/>
                  </a:lnTo>
                  <a:lnTo>
                    <a:pt x="86443" y="309112"/>
                  </a:lnTo>
                  <a:lnTo>
                    <a:pt x="91119" y="311594"/>
                  </a:lnTo>
                  <a:lnTo>
                    <a:pt x="95870" y="313927"/>
                  </a:lnTo>
                  <a:lnTo>
                    <a:pt x="100693" y="316108"/>
                  </a:lnTo>
                  <a:lnTo>
                    <a:pt x="105582" y="318135"/>
                  </a:lnTo>
                  <a:lnTo>
                    <a:pt x="110534" y="320007"/>
                  </a:lnTo>
                  <a:lnTo>
                    <a:pt x="115542" y="321721"/>
                  </a:lnTo>
                  <a:lnTo>
                    <a:pt x="120602" y="323275"/>
                  </a:lnTo>
                  <a:lnTo>
                    <a:pt x="125708" y="324669"/>
                  </a:lnTo>
                  <a:lnTo>
                    <a:pt x="130856" y="325900"/>
                  </a:lnTo>
                  <a:lnTo>
                    <a:pt x="136041" y="326968"/>
                  </a:lnTo>
                  <a:lnTo>
                    <a:pt x="141256" y="327871"/>
                  </a:lnTo>
                  <a:lnTo>
                    <a:pt x="146498" y="328608"/>
                  </a:lnTo>
                  <a:lnTo>
                    <a:pt x="151760" y="329179"/>
                  </a:lnTo>
                  <a:lnTo>
                    <a:pt x="157038" y="329583"/>
                  </a:lnTo>
                  <a:lnTo>
                    <a:pt x="162326" y="329820"/>
                  </a:lnTo>
                  <a:lnTo>
                    <a:pt x="167619" y="329889"/>
                  </a:lnTo>
                  <a:lnTo>
                    <a:pt x="172911" y="329791"/>
                  </a:lnTo>
                  <a:lnTo>
                    <a:pt x="178197" y="329525"/>
                  </a:lnTo>
                  <a:lnTo>
                    <a:pt x="183473" y="329092"/>
                  </a:lnTo>
                  <a:lnTo>
                    <a:pt x="188732" y="328492"/>
                  </a:lnTo>
                  <a:lnTo>
                    <a:pt x="193969" y="327726"/>
                  </a:lnTo>
                  <a:lnTo>
                    <a:pt x="199180" y="326794"/>
                  </a:lnTo>
                  <a:lnTo>
                    <a:pt x="204359" y="325698"/>
                  </a:lnTo>
                  <a:lnTo>
                    <a:pt x="209500" y="324439"/>
                  </a:lnTo>
                  <a:lnTo>
                    <a:pt x="214598" y="323017"/>
                  </a:lnTo>
                  <a:lnTo>
                    <a:pt x="219650" y="321435"/>
                  </a:lnTo>
                  <a:lnTo>
                    <a:pt x="224648" y="319693"/>
                  </a:lnTo>
                  <a:lnTo>
                    <a:pt x="229589" y="317794"/>
                  </a:lnTo>
                  <a:lnTo>
                    <a:pt x="234467" y="315740"/>
                  </a:lnTo>
                  <a:lnTo>
                    <a:pt x="239278" y="313532"/>
                  </a:lnTo>
                  <a:lnTo>
                    <a:pt x="244017" y="311174"/>
                  </a:lnTo>
                  <a:lnTo>
                    <a:pt x="248678" y="308666"/>
                  </a:lnTo>
                  <a:lnTo>
                    <a:pt x="253258" y="306012"/>
                  </a:lnTo>
                  <a:lnTo>
                    <a:pt x="257751" y="303214"/>
                  </a:lnTo>
                  <a:lnTo>
                    <a:pt x="262154" y="300275"/>
                  </a:lnTo>
                  <a:lnTo>
                    <a:pt x="266461" y="297199"/>
                  </a:lnTo>
                  <a:lnTo>
                    <a:pt x="270669" y="293988"/>
                  </a:lnTo>
                  <a:lnTo>
                    <a:pt x="274773" y="290645"/>
                  </a:lnTo>
                  <a:lnTo>
                    <a:pt x="278769" y="287173"/>
                  </a:lnTo>
                  <a:lnTo>
                    <a:pt x="282653" y="283577"/>
                  </a:lnTo>
                  <a:lnTo>
                    <a:pt x="286422" y="279860"/>
                  </a:lnTo>
                  <a:lnTo>
                    <a:pt x="290071" y="276026"/>
                  </a:lnTo>
                  <a:lnTo>
                    <a:pt x="293596" y="272077"/>
                  </a:lnTo>
                  <a:lnTo>
                    <a:pt x="296995" y="268020"/>
                  </a:lnTo>
                  <a:lnTo>
                    <a:pt x="300264" y="263856"/>
                  </a:lnTo>
                  <a:lnTo>
                    <a:pt x="303399" y="259591"/>
                  </a:lnTo>
                  <a:lnTo>
                    <a:pt x="306398" y="255229"/>
                  </a:lnTo>
                  <a:lnTo>
                    <a:pt x="309257" y="250775"/>
                  </a:lnTo>
                  <a:lnTo>
                    <a:pt x="311973" y="246232"/>
                  </a:lnTo>
                  <a:lnTo>
                    <a:pt x="314544" y="241605"/>
                  </a:lnTo>
                  <a:lnTo>
                    <a:pt x="316968" y="236899"/>
                  </a:lnTo>
                  <a:lnTo>
                    <a:pt x="319241" y="232119"/>
                  </a:lnTo>
                  <a:lnTo>
                    <a:pt x="321362" y="227269"/>
                  </a:lnTo>
                  <a:lnTo>
                    <a:pt x="323328" y="222355"/>
                  </a:lnTo>
                  <a:lnTo>
                    <a:pt x="325138" y="217381"/>
                  </a:lnTo>
                  <a:lnTo>
                    <a:pt x="326789" y="212352"/>
                  </a:lnTo>
                  <a:lnTo>
                    <a:pt x="328281" y="207273"/>
                  </a:lnTo>
                  <a:lnTo>
                    <a:pt x="329610" y="202149"/>
                  </a:lnTo>
                  <a:lnTo>
                    <a:pt x="330777" y="196986"/>
                  </a:lnTo>
                  <a:lnTo>
                    <a:pt x="331780" y="191789"/>
                  </a:lnTo>
                  <a:lnTo>
                    <a:pt x="332618" y="186562"/>
                  </a:lnTo>
                  <a:lnTo>
                    <a:pt x="333290" y="181312"/>
                  </a:lnTo>
                  <a:lnTo>
                    <a:pt x="333795" y="176043"/>
                  </a:lnTo>
                  <a:lnTo>
                    <a:pt x="334133" y="170761"/>
                  </a:lnTo>
                  <a:lnTo>
                    <a:pt x="334304" y="165470"/>
                  </a:lnTo>
                  <a:lnTo>
                    <a:pt x="334307" y="160177"/>
                  </a:lnTo>
                  <a:lnTo>
                    <a:pt x="334143" y="154886"/>
                  </a:lnTo>
                  <a:lnTo>
                    <a:pt x="333811" y="149603"/>
                  </a:lnTo>
                  <a:lnTo>
                    <a:pt x="333312" y="144334"/>
                  </a:lnTo>
                  <a:lnTo>
                    <a:pt x="332647" y="139083"/>
                  </a:lnTo>
                  <a:lnTo>
                    <a:pt x="331815" y="133855"/>
                  </a:lnTo>
                  <a:lnTo>
                    <a:pt x="330819" y="128656"/>
                  </a:lnTo>
                  <a:lnTo>
                    <a:pt x="329658" y="123492"/>
                  </a:lnTo>
                  <a:lnTo>
                    <a:pt x="328335" y="118367"/>
                  </a:lnTo>
                  <a:lnTo>
                    <a:pt x="326850" y="113286"/>
                  </a:lnTo>
                  <a:lnTo>
                    <a:pt x="325204" y="108255"/>
                  </a:lnTo>
                  <a:lnTo>
                    <a:pt x="323401" y="103279"/>
                  </a:lnTo>
                  <a:lnTo>
                    <a:pt x="321440" y="98362"/>
                  </a:lnTo>
                  <a:lnTo>
                    <a:pt x="319325" y="93510"/>
                  </a:lnTo>
                  <a:lnTo>
                    <a:pt x="317058" y="88727"/>
                  </a:lnTo>
                  <a:lnTo>
                    <a:pt x="314640" y="84018"/>
                  </a:lnTo>
                  <a:lnTo>
                    <a:pt x="312074" y="79388"/>
                  </a:lnTo>
                  <a:lnTo>
                    <a:pt x="309363" y="74842"/>
                  </a:lnTo>
                  <a:lnTo>
                    <a:pt x="306510" y="70384"/>
                  </a:lnTo>
                  <a:lnTo>
                    <a:pt x="303516" y="66018"/>
                  </a:lnTo>
                  <a:lnTo>
                    <a:pt x="300386" y="61750"/>
                  </a:lnTo>
                  <a:lnTo>
                    <a:pt x="297123" y="57582"/>
                  </a:lnTo>
                  <a:lnTo>
                    <a:pt x="293729" y="53520"/>
                  </a:lnTo>
                  <a:lnTo>
                    <a:pt x="290208" y="49568"/>
                  </a:lnTo>
                  <a:lnTo>
                    <a:pt x="286564" y="45729"/>
                  </a:lnTo>
                  <a:lnTo>
                    <a:pt x="282800" y="42007"/>
                  </a:lnTo>
                  <a:lnTo>
                    <a:pt x="278920" y="38406"/>
                  </a:lnTo>
                  <a:lnTo>
                    <a:pt x="274928" y="34930"/>
                  </a:lnTo>
                  <a:lnTo>
                    <a:pt x="270828" y="31582"/>
                  </a:lnTo>
                  <a:lnTo>
                    <a:pt x="266624" y="28366"/>
                  </a:lnTo>
                  <a:lnTo>
                    <a:pt x="262321" y="25284"/>
                  </a:lnTo>
                  <a:lnTo>
                    <a:pt x="257922" y="22340"/>
                  </a:lnTo>
                  <a:lnTo>
                    <a:pt x="253432" y="19537"/>
                  </a:lnTo>
                  <a:lnTo>
                    <a:pt x="248855" y="16877"/>
                  </a:lnTo>
                  <a:lnTo>
                    <a:pt x="167159" y="16272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423235" y="1681503"/>
              <a:ext cx="81696" cy="167167"/>
            </a:xfrm>
            <a:custGeom>
              <a:avLst/>
              <a:pathLst>
                <a:path w="81696" h="167167">
                  <a:moveTo>
                    <a:pt x="81696" y="21322"/>
                  </a:moveTo>
                  <a:lnTo>
                    <a:pt x="76685" y="18626"/>
                  </a:lnTo>
                  <a:lnTo>
                    <a:pt x="71585" y="16102"/>
                  </a:lnTo>
                  <a:lnTo>
                    <a:pt x="66402" y="13754"/>
                  </a:lnTo>
                  <a:lnTo>
                    <a:pt x="61142" y="11583"/>
                  </a:lnTo>
                  <a:lnTo>
                    <a:pt x="55812" y="9592"/>
                  </a:lnTo>
                  <a:lnTo>
                    <a:pt x="50416" y="7783"/>
                  </a:lnTo>
                  <a:lnTo>
                    <a:pt x="44963" y="6160"/>
                  </a:lnTo>
                  <a:lnTo>
                    <a:pt x="39457" y="4723"/>
                  </a:lnTo>
                  <a:lnTo>
                    <a:pt x="33906" y="3474"/>
                  </a:lnTo>
                  <a:lnTo>
                    <a:pt x="28315" y="2415"/>
                  </a:lnTo>
                  <a:lnTo>
                    <a:pt x="22691" y="1547"/>
                  </a:lnTo>
                  <a:lnTo>
                    <a:pt x="17041" y="870"/>
                  </a:lnTo>
                  <a:lnTo>
                    <a:pt x="11372" y="387"/>
                  </a:lnTo>
                  <a:lnTo>
                    <a:pt x="5689" y="9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5853878" y="1322571"/>
              <a:ext cx="334326" cy="334320"/>
            </a:xfrm>
            <a:custGeom>
              <a:avLst/>
              <a:pathLst>
                <a:path w="334326" h="334320">
                  <a:moveTo>
                    <a:pt x="167160" y="0"/>
                  </a:moveTo>
                  <a:lnTo>
                    <a:pt x="161878" y="83"/>
                  </a:lnTo>
                  <a:lnTo>
                    <a:pt x="156602" y="333"/>
                  </a:lnTo>
                  <a:lnTo>
                    <a:pt x="151337" y="750"/>
                  </a:lnTo>
                  <a:lnTo>
                    <a:pt x="146087" y="1333"/>
                  </a:lnTo>
                  <a:lnTo>
                    <a:pt x="140858" y="2082"/>
                  </a:lnTo>
                  <a:lnTo>
                    <a:pt x="135655" y="2995"/>
                  </a:lnTo>
                  <a:lnTo>
                    <a:pt x="130484" y="4072"/>
                  </a:lnTo>
                  <a:lnTo>
                    <a:pt x="125350" y="5313"/>
                  </a:lnTo>
                  <a:lnTo>
                    <a:pt x="120257" y="6714"/>
                  </a:lnTo>
                  <a:lnTo>
                    <a:pt x="115211" y="8276"/>
                  </a:lnTo>
                  <a:lnTo>
                    <a:pt x="110217" y="9997"/>
                  </a:lnTo>
                  <a:lnTo>
                    <a:pt x="105280" y="11874"/>
                  </a:lnTo>
                  <a:lnTo>
                    <a:pt x="100404" y="13907"/>
                  </a:lnTo>
                  <a:lnTo>
                    <a:pt x="95595" y="16093"/>
                  </a:lnTo>
                  <a:lnTo>
                    <a:pt x="90858" y="18429"/>
                  </a:lnTo>
                  <a:lnTo>
                    <a:pt x="86197" y="20914"/>
                  </a:lnTo>
                  <a:lnTo>
                    <a:pt x="81617" y="23545"/>
                  </a:lnTo>
                  <a:lnTo>
                    <a:pt x="77122" y="26319"/>
                  </a:lnTo>
                  <a:lnTo>
                    <a:pt x="72717" y="29234"/>
                  </a:lnTo>
                  <a:lnTo>
                    <a:pt x="68406" y="32287"/>
                  </a:lnTo>
                  <a:lnTo>
                    <a:pt x="64194" y="35474"/>
                  </a:lnTo>
                  <a:lnTo>
                    <a:pt x="60085" y="38793"/>
                  </a:lnTo>
                  <a:lnTo>
                    <a:pt x="56082" y="42240"/>
                  </a:lnTo>
                  <a:lnTo>
                    <a:pt x="52191" y="45812"/>
                  </a:lnTo>
                  <a:lnTo>
                    <a:pt x="48414" y="49505"/>
                  </a:lnTo>
                  <a:lnTo>
                    <a:pt x="44756" y="53315"/>
                  </a:lnTo>
                  <a:lnTo>
                    <a:pt x="41220" y="57239"/>
                  </a:lnTo>
                  <a:lnTo>
                    <a:pt x="37810" y="61273"/>
                  </a:lnTo>
                  <a:lnTo>
                    <a:pt x="34529" y="65413"/>
                  </a:lnTo>
                  <a:lnTo>
                    <a:pt x="31380" y="69654"/>
                  </a:lnTo>
                  <a:lnTo>
                    <a:pt x="28367" y="73992"/>
                  </a:lnTo>
                  <a:lnTo>
                    <a:pt x="25493" y="78424"/>
                  </a:lnTo>
                  <a:lnTo>
                    <a:pt x="22760" y="82944"/>
                  </a:lnTo>
                  <a:lnTo>
                    <a:pt x="20171" y="87548"/>
                  </a:lnTo>
                  <a:lnTo>
                    <a:pt x="17729" y="92232"/>
                  </a:lnTo>
                  <a:lnTo>
                    <a:pt x="15436" y="96991"/>
                  </a:lnTo>
                  <a:lnTo>
                    <a:pt x="13294" y="101819"/>
                  </a:lnTo>
                  <a:lnTo>
                    <a:pt x="11306" y="106713"/>
                  </a:lnTo>
                  <a:lnTo>
                    <a:pt x="9474" y="111667"/>
                  </a:lnTo>
                  <a:lnTo>
                    <a:pt x="7800" y="116677"/>
                  </a:lnTo>
                  <a:lnTo>
                    <a:pt x="6284" y="121737"/>
                  </a:lnTo>
                  <a:lnTo>
                    <a:pt x="4929" y="126842"/>
                  </a:lnTo>
                  <a:lnTo>
                    <a:pt x="3736" y="131988"/>
                  </a:lnTo>
                  <a:lnTo>
                    <a:pt x="2706" y="137169"/>
                  </a:lnTo>
                  <a:lnTo>
                    <a:pt x="1840" y="142380"/>
                  </a:lnTo>
                  <a:lnTo>
                    <a:pt x="1140" y="147615"/>
                  </a:lnTo>
                  <a:lnTo>
                    <a:pt x="605" y="152870"/>
                  </a:lnTo>
                  <a:lnTo>
                    <a:pt x="236" y="158139"/>
                  </a:lnTo>
                  <a:lnTo>
                    <a:pt x="35" y="163418"/>
                  </a:lnTo>
                  <a:lnTo>
                    <a:pt x="0" y="168700"/>
                  </a:lnTo>
                  <a:lnTo>
                    <a:pt x="131" y="173980"/>
                  </a:lnTo>
                  <a:lnTo>
                    <a:pt x="430" y="179254"/>
                  </a:lnTo>
                  <a:lnTo>
                    <a:pt x="895" y="184516"/>
                  </a:lnTo>
                  <a:lnTo>
                    <a:pt x="1526" y="189760"/>
                  </a:lnTo>
                  <a:lnTo>
                    <a:pt x="2323" y="194982"/>
                  </a:lnTo>
                  <a:lnTo>
                    <a:pt x="3284" y="200176"/>
                  </a:lnTo>
                  <a:lnTo>
                    <a:pt x="4409" y="205337"/>
                  </a:lnTo>
                  <a:lnTo>
                    <a:pt x="5696" y="210460"/>
                  </a:lnTo>
                  <a:lnTo>
                    <a:pt x="7144" y="215539"/>
                  </a:lnTo>
                  <a:lnTo>
                    <a:pt x="8752" y="220571"/>
                  </a:lnTo>
                  <a:lnTo>
                    <a:pt x="10519" y="225549"/>
                  </a:lnTo>
                  <a:lnTo>
                    <a:pt x="12441" y="230469"/>
                  </a:lnTo>
                  <a:lnTo>
                    <a:pt x="14519" y="235325"/>
                  </a:lnTo>
                  <a:lnTo>
                    <a:pt x="16748" y="240114"/>
                  </a:lnTo>
                  <a:lnTo>
                    <a:pt x="19128" y="244829"/>
                  </a:lnTo>
                  <a:lnTo>
                    <a:pt x="21655" y="249468"/>
                  </a:lnTo>
                  <a:lnTo>
                    <a:pt x="24328" y="254024"/>
                  </a:lnTo>
                  <a:lnTo>
                    <a:pt x="27144" y="258493"/>
                  </a:lnTo>
                  <a:lnTo>
                    <a:pt x="30099" y="262871"/>
                  </a:lnTo>
                  <a:lnTo>
                    <a:pt x="33191" y="267154"/>
                  </a:lnTo>
                  <a:lnTo>
                    <a:pt x="36417" y="271336"/>
                  </a:lnTo>
                  <a:lnTo>
                    <a:pt x="39773" y="275415"/>
                  </a:lnTo>
                  <a:lnTo>
                    <a:pt x="43257" y="279386"/>
                  </a:lnTo>
                  <a:lnTo>
                    <a:pt x="46864" y="283244"/>
                  </a:lnTo>
                  <a:lnTo>
                    <a:pt x="50592" y="286987"/>
                  </a:lnTo>
                  <a:lnTo>
                    <a:pt x="54435" y="290610"/>
                  </a:lnTo>
                  <a:lnTo>
                    <a:pt x="58392" y="294110"/>
                  </a:lnTo>
                  <a:lnTo>
                    <a:pt x="62457" y="297483"/>
                  </a:lnTo>
                  <a:lnTo>
                    <a:pt x="66626" y="300726"/>
                  </a:lnTo>
                  <a:lnTo>
                    <a:pt x="70896" y="303835"/>
                  </a:lnTo>
                  <a:lnTo>
                    <a:pt x="75262" y="306808"/>
                  </a:lnTo>
                  <a:lnTo>
                    <a:pt x="79720" y="309642"/>
                  </a:lnTo>
                  <a:lnTo>
                    <a:pt x="84265" y="312334"/>
                  </a:lnTo>
                  <a:lnTo>
                    <a:pt x="88893" y="314880"/>
                  </a:lnTo>
                  <a:lnTo>
                    <a:pt x="93598" y="317279"/>
                  </a:lnTo>
                  <a:lnTo>
                    <a:pt x="98378" y="319528"/>
                  </a:lnTo>
                  <a:lnTo>
                    <a:pt x="103226" y="321625"/>
                  </a:lnTo>
                  <a:lnTo>
                    <a:pt x="108138" y="323568"/>
                  </a:lnTo>
                  <a:lnTo>
                    <a:pt x="113109" y="325355"/>
                  </a:lnTo>
                  <a:lnTo>
                    <a:pt x="118133" y="326984"/>
                  </a:lnTo>
                  <a:lnTo>
                    <a:pt x="123207" y="328453"/>
                  </a:lnTo>
                  <a:lnTo>
                    <a:pt x="128325" y="329761"/>
                  </a:lnTo>
                  <a:lnTo>
                    <a:pt x="133481" y="330907"/>
                  </a:lnTo>
                  <a:lnTo>
                    <a:pt x="138671" y="331889"/>
                  </a:lnTo>
                  <a:lnTo>
                    <a:pt x="143890" y="332707"/>
                  </a:lnTo>
                  <a:lnTo>
                    <a:pt x="149131" y="333359"/>
                  </a:lnTo>
                  <a:lnTo>
                    <a:pt x="154391" y="333846"/>
                  </a:lnTo>
                  <a:lnTo>
                    <a:pt x="159663" y="334166"/>
                  </a:lnTo>
                  <a:lnTo>
                    <a:pt x="164943" y="334320"/>
                  </a:lnTo>
                  <a:lnTo>
                    <a:pt x="170225" y="334306"/>
                  </a:lnTo>
                  <a:lnTo>
                    <a:pt x="175505" y="334126"/>
                  </a:lnTo>
                  <a:lnTo>
                    <a:pt x="180775" y="333779"/>
                  </a:lnTo>
                  <a:lnTo>
                    <a:pt x="186032" y="333266"/>
                  </a:lnTo>
                  <a:lnTo>
                    <a:pt x="191271" y="332586"/>
                  </a:lnTo>
                  <a:lnTo>
                    <a:pt x="196485" y="331742"/>
                  </a:lnTo>
                  <a:lnTo>
                    <a:pt x="201670" y="330733"/>
                  </a:lnTo>
                  <a:lnTo>
                    <a:pt x="206820" y="329561"/>
                  </a:lnTo>
                  <a:lnTo>
                    <a:pt x="211931" y="328227"/>
                  </a:lnTo>
                  <a:lnTo>
                    <a:pt x="216998" y="326732"/>
                  </a:lnTo>
                  <a:lnTo>
                    <a:pt x="222014" y="325078"/>
                  </a:lnTo>
                  <a:lnTo>
                    <a:pt x="226976" y="323266"/>
                  </a:lnTo>
                  <a:lnTo>
                    <a:pt x="231878" y="321299"/>
                  </a:lnTo>
                  <a:lnTo>
                    <a:pt x="236715" y="319177"/>
                  </a:lnTo>
                  <a:lnTo>
                    <a:pt x="241483" y="316904"/>
                  </a:lnTo>
                  <a:lnTo>
                    <a:pt x="246177" y="314481"/>
                  </a:lnTo>
                  <a:lnTo>
                    <a:pt x="250791" y="311911"/>
                  </a:lnTo>
                  <a:lnTo>
                    <a:pt x="255323" y="309196"/>
                  </a:lnTo>
                  <a:lnTo>
                    <a:pt x="259766" y="306340"/>
                  </a:lnTo>
                  <a:lnTo>
                    <a:pt x="264117" y="303345"/>
                  </a:lnTo>
                  <a:lnTo>
                    <a:pt x="268371" y="300213"/>
                  </a:lnTo>
                  <a:lnTo>
                    <a:pt x="272524" y="296949"/>
                  </a:lnTo>
                  <a:lnTo>
                    <a:pt x="276571" y="293556"/>
                  </a:lnTo>
                  <a:lnTo>
                    <a:pt x="280510" y="290036"/>
                  </a:lnTo>
                  <a:lnTo>
                    <a:pt x="284335" y="286393"/>
                  </a:lnTo>
                  <a:lnTo>
                    <a:pt x="288044" y="282632"/>
                  </a:lnTo>
                  <a:lnTo>
                    <a:pt x="291631" y="278755"/>
                  </a:lnTo>
                  <a:lnTo>
                    <a:pt x="295095" y="274766"/>
                  </a:lnTo>
                  <a:lnTo>
                    <a:pt x="298430" y="270671"/>
                  </a:lnTo>
                  <a:lnTo>
                    <a:pt x="301635" y="266472"/>
                  </a:lnTo>
                  <a:lnTo>
                    <a:pt x="304705" y="262174"/>
                  </a:lnTo>
                  <a:lnTo>
                    <a:pt x="307638" y="257781"/>
                  </a:lnTo>
                  <a:lnTo>
                    <a:pt x="310431" y="253297"/>
                  </a:lnTo>
                  <a:lnTo>
                    <a:pt x="313081" y="248727"/>
                  </a:lnTo>
                  <a:lnTo>
                    <a:pt x="315585" y="244077"/>
                  </a:lnTo>
                  <a:lnTo>
                    <a:pt x="317940" y="239349"/>
                  </a:lnTo>
                  <a:lnTo>
                    <a:pt x="320146" y="234549"/>
                  </a:lnTo>
                  <a:lnTo>
                    <a:pt x="322198" y="229682"/>
                  </a:lnTo>
                  <a:lnTo>
                    <a:pt x="324096" y="224752"/>
                  </a:lnTo>
                  <a:lnTo>
                    <a:pt x="325837" y="219765"/>
                  </a:lnTo>
                  <a:lnTo>
                    <a:pt x="327419" y="214726"/>
                  </a:lnTo>
                  <a:lnTo>
                    <a:pt x="328842" y="209639"/>
                  </a:lnTo>
                  <a:lnTo>
                    <a:pt x="330103" y="204510"/>
                  </a:lnTo>
                  <a:lnTo>
                    <a:pt x="331202" y="199343"/>
                  </a:lnTo>
                  <a:lnTo>
                    <a:pt x="332136" y="194144"/>
                  </a:lnTo>
                  <a:lnTo>
                    <a:pt x="332906" y="188918"/>
                  </a:lnTo>
                  <a:lnTo>
                    <a:pt x="333511" y="183671"/>
                  </a:lnTo>
                  <a:lnTo>
                    <a:pt x="333949" y="178407"/>
                  </a:lnTo>
                  <a:lnTo>
                    <a:pt x="334221" y="173132"/>
                  </a:lnTo>
                  <a:lnTo>
                    <a:pt x="334326" y="167851"/>
                  </a:lnTo>
                  <a:lnTo>
                    <a:pt x="334264" y="162569"/>
                  </a:lnTo>
                  <a:lnTo>
                    <a:pt x="334035" y="157292"/>
                  </a:lnTo>
                  <a:lnTo>
                    <a:pt x="333640" y="152024"/>
                  </a:lnTo>
                  <a:lnTo>
                    <a:pt x="333079" y="146772"/>
                  </a:lnTo>
                  <a:lnTo>
                    <a:pt x="332351" y="141540"/>
                  </a:lnTo>
                  <a:lnTo>
                    <a:pt x="331459" y="136334"/>
                  </a:lnTo>
                  <a:lnTo>
                    <a:pt x="330403" y="131158"/>
                  </a:lnTo>
                  <a:lnTo>
                    <a:pt x="329184" y="126019"/>
                  </a:lnTo>
                  <a:lnTo>
                    <a:pt x="327803" y="120920"/>
                  </a:lnTo>
                  <a:lnTo>
                    <a:pt x="326262" y="115868"/>
                  </a:lnTo>
                  <a:lnTo>
                    <a:pt x="324562" y="110867"/>
                  </a:lnTo>
                  <a:lnTo>
                    <a:pt x="322704" y="105922"/>
                  </a:lnTo>
                  <a:lnTo>
                    <a:pt x="320692" y="101039"/>
                  </a:lnTo>
                  <a:lnTo>
                    <a:pt x="318526" y="96221"/>
                  </a:lnTo>
                  <a:lnTo>
                    <a:pt x="316209" y="91474"/>
                  </a:lnTo>
                  <a:lnTo>
                    <a:pt x="313743" y="86803"/>
                  </a:lnTo>
                  <a:lnTo>
                    <a:pt x="311131" y="82212"/>
                  </a:lnTo>
                  <a:lnTo>
                    <a:pt x="308375" y="77706"/>
                  </a:lnTo>
                  <a:lnTo>
                    <a:pt x="305478" y="73289"/>
                  </a:lnTo>
                  <a:lnTo>
                    <a:pt x="302443" y="68966"/>
                  </a:lnTo>
                  <a:lnTo>
                    <a:pt x="299273" y="64740"/>
                  </a:lnTo>
                  <a:lnTo>
                    <a:pt x="295971" y="60618"/>
                  </a:lnTo>
                  <a:lnTo>
                    <a:pt x="292540" y="56601"/>
                  </a:lnTo>
                  <a:lnTo>
                    <a:pt x="288984" y="52695"/>
                  </a:lnTo>
                  <a:lnTo>
                    <a:pt x="285307" y="48903"/>
                  </a:lnTo>
                  <a:lnTo>
                    <a:pt x="281511" y="45230"/>
                  </a:lnTo>
                  <a:lnTo>
                    <a:pt x="277602" y="41678"/>
                  </a:lnTo>
                  <a:lnTo>
                    <a:pt x="273582" y="38251"/>
                  </a:lnTo>
                  <a:lnTo>
                    <a:pt x="269456" y="34953"/>
                  </a:lnTo>
                  <a:lnTo>
                    <a:pt x="265227" y="31787"/>
                  </a:lnTo>
                  <a:lnTo>
                    <a:pt x="260901" y="28756"/>
                  </a:lnTo>
                  <a:lnTo>
                    <a:pt x="256482" y="25864"/>
                  </a:lnTo>
                  <a:lnTo>
                    <a:pt x="251973" y="23112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021039" y="1345684"/>
              <a:ext cx="84812" cy="144054"/>
            </a:xfrm>
            <a:custGeom>
              <a:avLst/>
              <a:pathLst>
                <a:path w="84812" h="144054">
                  <a:moveTo>
                    <a:pt x="84812" y="0"/>
                  </a:moveTo>
                  <a:lnTo>
                    <a:pt x="0" y="14405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021039" y="1345684"/>
              <a:ext cx="84812" cy="144054"/>
            </a:xfrm>
            <a:custGeom>
              <a:avLst/>
              <a:pathLst>
                <a:path w="84812" h="144054">
                  <a:moveTo>
                    <a:pt x="84812" y="0"/>
                  </a:moveTo>
                  <a:lnTo>
                    <a:pt x="0" y="14405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021039" y="1345684"/>
              <a:ext cx="84812" cy="144054"/>
            </a:xfrm>
            <a:custGeom>
              <a:avLst/>
              <a:pathLst>
                <a:path w="84812" h="144054">
                  <a:moveTo>
                    <a:pt x="84812" y="0"/>
                  </a:moveTo>
                  <a:lnTo>
                    <a:pt x="0" y="14405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021039" y="1345684"/>
              <a:ext cx="84812" cy="144054"/>
            </a:xfrm>
            <a:custGeom>
              <a:avLst/>
              <a:pathLst>
                <a:path w="84812" h="144054">
                  <a:moveTo>
                    <a:pt x="84812" y="0"/>
                  </a:moveTo>
                  <a:lnTo>
                    <a:pt x="0" y="14405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021039" y="1345684"/>
              <a:ext cx="84812" cy="144054"/>
            </a:xfrm>
            <a:custGeom>
              <a:avLst/>
              <a:pathLst>
                <a:path w="84812" h="144054">
                  <a:moveTo>
                    <a:pt x="84812" y="0"/>
                  </a:moveTo>
                  <a:lnTo>
                    <a:pt x="0" y="14405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021039" y="1345684"/>
              <a:ext cx="84812" cy="144054"/>
            </a:xfrm>
            <a:custGeom>
              <a:avLst/>
              <a:pathLst>
                <a:path w="84812" h="144054">
                  <a:moveTo>
                    <a:pt x="84812" y="0"/>
                  </a:moveTo>
                  <a:lnTo>
                    <a:pt x="0" y="14405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021039" y="1345684"/>
              <a:ext cx="84812" cy="144054"/>
            </a:xfrm>
            <a:custGeom>
              <a:avLst/>
              <a:pathLst>
                <a:path w="84812" h="144054">
                  <a:moveTo>
                    <a:pt x="84812" y="0"/>
                  </a:moveTo>
                  <a:lnTo>
                    <a:pt x="0" y="14405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021039" y="1345684"/>
              <a:ext cx="84812" cy="144054"/>
            </a:xfrm>
            <a:custGeom>
              <a:avLst/>
              <a:pathLst>
                <a:path w="84812" h="144054">
                  <a:moveTo>
                    <a:pt x="84812" y="0"/>
                  </a:moveTo>
                  <a:lnTo>
                    <a:pt x="0" y="14405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021039" y="1345684"/>
              <a:ext cx="84812" cy="144054"/>
            </a:xfrm>
            <a:custGeom>
              <a:avLst/>
              <a:pathLst>
                <a:path w="84812" h="144054">
                  <a:moveTo>
                    <a:pt x="84812" y="0"/>
                  </a:moveTo>
                  <a:lnTo>
                    <a:pt x="0" y="14405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021039" y="1345684"/>
              <a:ext cx="84812" cy="144054"/>
            </a:xfrm>
            <a:custGeom>
              <a:avLst/>
              <a:pathLst>
                <a:path w="84812" h="144054">
                  <a:moveTo>
                    <a:pt x="84812" y="0"/>
                  </a:moveTo>
                  <a:lnTo>
                    <a:pt x="0" y="14405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021039" y="1345684"/>
              <a:ext cx="84812" cy="144054"/>
            </a:xfrm>
            <a:custGeom>
              <a:avLst/>
              <a:pathLst>
                <a:path w="84812" h="144054">
                  <a:moveTo>
                    <a:pt x="84812" y="0"/>
                  </a:moveTo>
                  <a:lnTo>
                    <a:pt x="0" y="14405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6021039" y="1345684"/>
              <a:ext cx="84812" cy="144054"/>
            </a:xfrm>
            <a:custGeom>
              <a:avLst/>
              <a:pathLst>
                <a:path w="84812" h="144054">
                  <a:moveTo>
                    <a:pt x="84812" y="0"/>
                  </a:moveTo>
                  <a:lnTo>
                    <a:pt x="0" y="14405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6021039" y="1345684"/>
              <a:ext cx="84812" cy="144054"/>
            </a:xfrm>
            <a:custGeom>
              <a:avLst/>
              <a:pathLst>
                <a:path w="84812" h="144054">
                  <a:moveTo>
                    <a:pt x="84812" y="0"/>
                  </a:moveTo>
                  <a:lnTo>
                    <a:pt x="0" y="14405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6021039" y="1345684"/>
              <a:ext cx="84812" cy="144054"/>
            </a:xfrm>
            <a:custGeom>
              <a:avLst/>
              <a:pathLst>
                <a:path w="84812" h="144054">
                  <a:moveTo>
                    <a:pt x="84812" y="0"/>
                  </a:moveTo>
                  <a:lnTo>
                    <a:pt x="0" y="14405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6021039" y="1345684"/>
              <a:ext cx="84812" cy="144054"/>
            </a:xfrm>
            <a:custGeom>
              <a:avLst/>
              <a:pathLst>
                <a:path w="84812" h="144054">
                  <a:moveTo>
                    <a:pt x="84812" y="0"/>
                  </a:moveTo>
                  <a:lnTo>
                    <a:pt x="0" y="14405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6021039" y="1345684"/>
              <a:ext cx="84812" cy="144054"/>
            </a:xfrm>
            <a:custGeom>
              <a:avLst/>
              <a:pathLst>
                <a:path w="84812" h="144054">
                  <a:moveTo>
                    <a:pt x="84812" y="0"/>
                  </a:moveTo>
                  <a:lnTo>
                    <a:pt x="0" y="1440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6021039" y="1345684"/>
              <a:ext cx="84812" cy="144054"/>
            </a:xfrm>
            <a:custGeom>
              <a:avLst/>
              <a:pathLst>
                <a:path w="84812" h="144054">
                  <a:moveTo>
                    <a:pt x="84812" y="0"/>
                  </a:moveTo>
                  <a:lnTo>
                    <a:pt x="0" y="1440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6021039" y="1345684"/>
              <a:ext cx="84812" cy="144054"/>
            </a:xfrm>
            <a:custGeom>
              <a:avLst/>
              <a:pathLst>
                <a:path w="84812" h="144054">
                  <a:moveTo>
                    <a:pt x="84812" y="0"/>
                  </a:moveTo>
                  <a:lnTo>
                    <a:pt x="0" y="1440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6021039" y="1345684"/>
              <a:ext cx="84812" cy="144054"/>
            </a:xfrm>
            <a:custGeom>
              <a:avLst/>
              <a:pathLst>
                <a:path w="84812" h="144054">
                  <a:moveTo>
                    <a:pt x="84812" y="0"/>
                  </a:moveTo>
                  <a:lnTo>
                    <a:pt x="0" y="1440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6021039" y="1345684"/>
              <a:ext cx="84812" cy="144054"/>
            </a:xfrm>
            <a:custGeom>
              <a:avLst/>
              <a:pathLst>
                <a:path w="84812" h="144054">
                  <a:moveTo>
                    <a:pt x="84812" y="0"/>
                  </a:moveTo>
                  <a:lnTo>
                    <a:pt x="0" y="14405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6021039" y="1345684"/>
              <a:ext cx="84812" cy="144054"/>
            </a:xfrm>
            <a:custGeom>
              <a:avLst/>
              <a:pathLst>
                <a:path w="84812" h="144054">
                  <a:moveTo>
                    <a:pt x="84812" y="0"/>
                  </a:moveTo>
                  <a:lnTo>
                    <a:pt x="0" y="14405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6021039" y="1342171"/>
              <a:ext cx="84812" cy="147567"/>
            </a:xfrm>
            <a:custGeom>
              <a:avLst/>
              <a:pathLst>
                <a:path w="84812" h="147567">
                  <a:moveTo>
                    <a:pt x="84812" y="3512"/>
                  </a:moveTo>
                  <a:lnTo>
                    <a:pt x="78542" y="0"/>
                  </a:lnTo>
                  <a:lnTo>
                    <a:pt x="0" y="1475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6021039" y="1322571"/>
              <a:ext cx="78542" cy="167167"/>
            </a:xfrm>
            <a:custGeom>
              <a:avLst/>
              <a:pathLst>
                <a:path w="78542" h="167167">
                  <a:moveTo>
                    <a:pt x="78542" y="19600"/>
                  </a:moveTo>
                  <a:lnTo>
                    <a:pt x="73339" y="16946"/>
                  </a:lnTo>
                  <a:lnTo>
                    <a:pt x="68047" y="14476"/>
                  </a:lnTo>
                  <a:lnTo>
                    <a:pt x="62672" y="12193"/>
                  </a:lnTo>
                  <a:lnTo>
                    <a:pt x="57221" y="10098"/>
                  </a:lnTo>
                  <a:lnTo>
                    <a:pt x="51700" y="8195"/>
                  </a:lnTo>
                  <a:lnTo>
                    <a:pt x="46115" y="6486"/>
                  </a:lnTo>
                  <a:lnTo>
                    <a:pt x="40475" y="4974"/>
                  </a:lnTo>
                  <a:lnTo>
                    <a:pt x="34785" y="3659"/>
                  </a:lnTo>
                  <a:lnTo>
                    <a:pt x="29052" y="2543"/>
                  </a:lnTo>
                  <a:lnTo>
                    <a:pt x="23284" y="1629"/>
                  </a:lnTo>
                  <a:lnTo>
                    <a:pt x="17488" y="917"/>
                  </a:lnTo>
                  <a:lnTo>
                    <a:pt x="11670" y="407"/>
                  </a:lnTo>
                  <a:lnTo>
                    <a:pt x="5839" y="10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5378108" y="1071028"/>
              <a:ext cx="334306" cy="334334"/>
            </a:xfrm>
            <a:custGeom>
              <a:avLst/>
              <a:pathLst>
                <a:path w="334306" h="334334">
                  <a:moveTo>
                    <a:pt x="167150" y="0"/>
                  </a:moveTo>
                  <a:lnTo>
                    <a:pt x="161841" y="84"/>
                  </a:lnTo>
                  <a:lnTo>
                    <a:pt x="156537" y="337"/>
                  </a:lnTo>
                  <a:lnTo>
                    <a:pt x="151244" y="758"/>
                  </a:lnTo>
                  <a:lnTo>
                    <a:pt x="145967" y="1347"/>
                  </a:lnTo>
                  <a:lnTo>
                    <a:pt x="140712" y="2103"/>
                  </a:lnTo>
                  <a:lnTo>
                    <a:pt x="135483" y="3026"/>
                  </a:lnTo>
                  <a:lnTo>
                    <a:pt x="130286" y="4115"/>
                  </a:lnTo>
                  <a:lnTo>
                    <a:pt x="125127" y="5368"/>
                  </a:lnTo>
                  <a:lnTo>
                    <a:pt x="120009" y="6784"/>
                  </a:lnTo>
                  <a:lnTo>
                    <a:pt x="114940" y="8362"/>
                  </a:lnTo>
                  <a:lnTo>
                    <a:pt x="109923" y="10100"/>
                  </a:lnTo>
                  <a:lnTo>
                    <a:pt x="104963" y="11997"/>
                  </a:lnTo>
                  <a:lnTo>
                    <a:pt x="100067" y="14050"/>
                  </a:lnTo>
                  <a:lnTo>
                    <a:pt x="95238" y="16258"/>
                  </a:lnTo>
                  <a:lnTo>
                    <a:pt x="90482" y="18617"/>
                  </a:lnTo>
                  <a:lnTo>
                    <a:pt x="85803" y="21127"/>
                  </a:lnTo>
                  <a:lnTo>
                    <a:pt x="81206" y="23784"/>
                  </a:lnTo>
                  <a:lnTo>
                    <a:pt x="76695" y="26586"/>
                  </a:lnTo>
                  <a:lnTo>
                    <a:pt x="72276" y="29530"/>
                  </a:lnTo>
                  <a:lnTo>
                    <a:pt x="67953" y="32612"/>
                  </a:lnTo>
                  <a:lnTo>
                    <a:pt x="63730" y="35830"/>
                  </a:lnTo>
                  <a:lnTo>
                    <a:pt x="59611" y="39181"/>
                  </a:lnTo>
                  <a:lnTo>
                    <a:pt x="55601" y="42661"/>
                  </a:lnTo>
                  <a:lnTo>
                    <a:pt x="51703" y="46266"/>
                  </a:lnTo>
                  <a:lnTo>
                    <a:pt x="47922" y="49993"/>
                  </a:lnTo>
                  <a:lnTo>
                    <a:pt x="44261" y="53839"/>
                  </a:lnTo>
                  <a:lnTo>
                    <a:pt x="40723" y="57799"/>
                  </a:lnTo>
                  <a:lnTo>
                    <a:pt x="37314" y="61869"/>
                  </a:lnTo>
                  <a:lnTo>
                    <a:pt x="34035" y="66046"/>
                  </a:lnTo>
                  <a:lnTo>
                    <a:pt x="30891" y="70324"/>
                  </a:lnTo>
                  <a:lnTo>
                    <a:pt x="27884" y="74700"/>
                  </a:lnTo>
                  <a:lnTo>
                    <a:pt x="25018" y="79170"/>
                  </a:lnTo>
                  <a:lnTo>
                    <a:pt x="22295" y="83728"/>
                  </a:lnTo>
                  <a:lnTo>
                    <a:pt x="19718" y="88370"/>
                  </a:lnTo>
                  <a:lnTo>
                    <a:pt x="17290" y="93092"/>
                  </a:lnTo>
                  <a:lnTo>
                    <a:pt x="15013" y="97889"/>
                  </a:lnTo>
                  <a:lnTo>
                    <a:pt x="12890" y="102756"/>
                  </a:lnTo>
                  <a:lnTo>
                    <a:pt x="10922" y="107687"/>
                  </a:lnTo>
                  <a:lnTo>
                    <a:pt x="9112" y="112679"/>
                  </a:lnTo>
                  <a:lnTo>
                    <a:pt x="7461" y="117725"/>
                  </a:lnTo>
                  <a:lnTo>
                    <a:pt x="5971" y="122821"/>
                  </a:lnTo>
                  <a:lnTo>
                    <a:pt x="4644" y="127962"/>
                  </a:lnTo>
                  <a:lnTo>
                    <a:pt x="3481" y="133143"/>
                  </a:lnTo>
                  <a:lnTo>
                    <a:pt x="2483" y="138358"/>
                  </a:lnTo>
                  <a:lnTo>
                    <a:pt x="1651" y="143602"/>
                  </a:lnTo>
                  <a:lnTo>
                    <a:pt x="987" y="148870"/>
                  </a:lnTo>
                  <a:lnTo>
                    <a:pt x="489" y="154156"/>
                  </a:lnTo>
                  <a:lnTo>
                    <a:pt x="160" y="159456"/>
                  </a:lnTo>
                  <a:lnTo>
                    <a:pt x="0" y="164763"/>
                  </a:lnTo>
                  <a:lnTo>
                    <a:pt x="7" y="170072"/>
                  </a:lnTo>
                  <a:lnTo>
                    <a:pt x="184" y="175379"/>
                  </a:lnTo>
                  <a:lnTo>
                    <a:pt x="529" y="180677"/>
                  </a:lnTo>
                  <a:lnTo>
                    <a:pt x="1042" y="185962"/>
                  </a:lnTo>
                  <a:lnTo>
                    <a:pt x="1723" y="191228"/>
                  </a:lnTo>
                  <a:lnTo>
                    <a:pt x="2570" y="196470"/>
                  </a:lnTo>
                  <a:lnTo>
                    <a:pt x="3584" y="201682"/>
                  </a:lnTo>
                  <a:lnTo>
                    <a:pt x="4763" y="206859"/>
                  </a:lnTo>
                  <a:lnTo>
                    <a:pt x="6105" y="211996"/>
                  </a:lnTo>
                  <a:lnTo>
                    <a:pt x="7610" y="217088"/>
                  </a:lnTo>
                  <a:lnTo>
                    <a:pt x="9276" y="222129"/>
                  </a:lnTo>
                  <a:lnTo>
                    <a:pt x="11101" y="227115"/>
                  </a:lnTo>
                  <a:lnTo>
                    <a:pt x="13084" y="232041"/>
                  </a:lnTo>
                  <a:lnTo>
                    <a:pt x="15222" y="236901"/>
                  </a:lnTo>
                  <a:lnTo>
                    <a:pt x="17513" y="241691"/>
                  </a:lnTo>
                  <a:lnTo>
                    <a:pt x="19955" y="246405"/>
                  </a:lnTo>
                  <a:lnTo>
                    <a:pt x="22546" y="251040"/>
                  </a:lnTo>
                  <a:lnTo>
                    <a:pt x="25282" y="255590"/>
                  </a:lnTo>
                  <a:lnTo>
                    <a:pt x="28162" y="260051"/>
                  </a:lnTo>
                  <a:lnTo>
                    <a:pt x="31182" y="264418"/>
                  </a:lnTo>
                  <a:lnTo>
                    <a:pt x="34339" y="268687"/>
                  </a:lnTo>
                  <a:lnTo>
                    <a:pt x="37630" y="272854"/>
                  </a:lnTo>
                  <a:lnTo>
                    <a:pt x="41052" y="276914"/>
                  </a:lnTo>
                  <a:lnTo>
                    <a:pt x="44601" y="280863"/>
                  </a:lnTo>
                  <a:lnTo>
                    <a:pt x="48274" y="284698"/>
                  </a:lnTo>
                  <a:lnTo>
                    <a:pt x="52066" y="288414"/>
                  </a:lnTo>
                  <a:lnTo>
                    <a:pt x="55975" y="292007"/>
                  </a:lnTo>
                  <a:lnTo>
                    <a:pt x="59996" y="295475"/>
                  </a:lnTo>
                  <a:lnTo>
                    <a:pt x="64124" y="298813"/>
                  </a:lnTo>
                  <a:lnTo>
                    <a:pt x="68357" y="302019"/>
                  </a:lnTo>
                  <a:lnTo>
                    <a:pt x="72690" y="305088"/>
                  </a:lnTo>
                  <a:lnTo>
                    <a:pt x="77118" y="308019"/>
                  </a:lnTo>
                  <a:lnTo>
                    <a:pt x="81636" y="310807"/>
                  </a:lnTo>
                  <a:lnTo>
                    <a:pt x="86241" y="313450"/>
                  </a:lnTo>
                  <a:lnTo>
                    <a:pt x="90927" y="315946"/>
                  </a:lnTo>
                  <a:lnTo>
                    <a:pt x="95691" y="318291"/>
                  </a:lnTo>
                  <a:lnTo>
                    <a:pt x="100526" y="320485"/>
                  </a:lnTo>
                  <a:lnTo>
                    <a:pt x="105429" y="322523"/>
                  </a:lnTo>
                  <a:lnTo>
                    <a:pt x="110394" y="324405"/>
                  </a:lnTo>
                  <a:lnTo>
                    <a:pt x="115416" y="326128"/>
                  </a:lnTo>
                  <a:lnTo>
                    <a:pt x="120491" y="327691"/>
                  </a:lnTo>
                  <a:lnTo>
                    <a:pt x="125612" y="329092"/>
                  </a:lnTo>
                  <a:lnTo>
                    <a:pt x="130776" y="330329"/>
                  </a:lnTo>
                  <a:lnTo>
                    <a:pt x="135976" y="331402"/>
                  </a:lnTo>
                  <a:lnTo>
                    <a:pt x="141207" y="332309"/>
                  </a:lnTo>
                  <a:lnTo>
                    <a:pt x="146465" y="333050"/>
                  </a:lnTo>
                  <a:lnTo>
                    <a:pt x="151743" y="333623"/>
                  </a:lnTo>
                  <a:lnTo>
                    <a:pt x="157038" y="334028"/>
                  </a:lnTo>
                  <a:lnTo>
                    <a:pt x="162342" y="334265"/>
                  </a:lnTo>
                  <a:lnTo>
                    <a:pt x="167651" y="334334"/>
                  </a:lnTo>
                  <a:lnTo>
                    <a:pt x="172960" y="334233"/>
                  </a:lnTo>
                  <a:lnTo>
                    <a:pt x="178263" y="333965"/>
                  </a:lnTo>
                  <a:lnTo>
                    <a:pt x="183554" y="333528"/>
                  </a:lnTo>
                  <a:lnTo>
                    <a:pt x="188829" y="332923"/>
                  </a:lnTo>
                  <a:lnTo>
                    <a:pt x="194082" y="332151"/>
                  </a:lnTo>
                  <a:lnTo>
                    <a:pt x="199308" y="331212"/>
                  </a:lnTo>
                  <a:lnTo>
                    <a:pt x="204502" y="330108"/>
                  </a:lnTo>
                  <a:lnTo>
                    <a:pt x="209658" y="328839"/>
                  </a:lnTo>
                  <a:lnTo>
                    <a:pt x="214771" y="327408"/>
                  </a:lnTo>
                  <a:lnTo>
                    <a:pt x="219836" y="325815"/>
                  </a:lnTo>
                  <a:lnTo>
                    <a:pt x="224848" y="324062"/>
                  </a:lnTo>
                  <a:lnTo>
                    <a:pt x="229801" y="322150"/>
                  </a:lnTo>
                  <a:lnTo>
                    <a:pt x="234691" y="320082"/>
                  </a:lnTo>
                  <a:lnTo>
                    <a:pt x="239514" y="317860"/>
                  </a:lnTo>
                  <a:lnTo>
                    <a:pt x="244263" y="315486"/>
                  </a:lnTo>
                  <a:lnTo>
                    <a:pt x="248934" y="312962"/>
                  </a:lnTo>
                  <a:lnTo>
                    <a:pt x="253523" y="310291"/>
                  </a:lnTo>
                  <a:lnTo>
                    <a:pt x="258025" y="307476"/>
                  </a:lnTo>
                  <a:lnTo>
                    <a:pt x="262435" y="304519"/>
                  </a:lnTo>
                  <a:lnTo>
                    <a:pt x="266749" y="301424"/>
                  </a:lnTo>
                  <a:lnTo>
                    <a:pt x="270963" y="298193"/>
                  </a:lnTo>
                  <a:lnTo>
                    <a:pt x="275072" y="294830"/>
                  </a:lnTo>
                  <a:lnTo>
                    <a:pt x="279071" y="291338"/>
                  </a:lnTo>
                  <a:lnTo>
                    <a:pt x="282958" y="287721"/>
                  </a:lnTo>
                  <a:lnTo>
                    <a:pt x="286729" y="283982"/>
                  </a:lnTo>
                  <a:lnTo>
                    <a:pt x="290378" y="280126"/>
                  </a:lnTo>
                  <a:lnTo>
                    <a:pt x="293903" y="276155"/>
                  </a:lnTo>
                  <a:lnTo>
                    <a:pt x="297301" y="272075"/>
                  </a:lnTo>
                  <a:lnTo>
                    <a:pt x="300567" y="267889"/>
                  </a:lnTo>
                  <a:lnTo>
                    <a:pt x="303698" y="263601"/>
                  </a:lnTo>
                  <a:lnTo>
                    <a:pt x="306692" y="259215"/>
                  </a:lnTo>
                  <a:lnTo>
                    <a:pt x="309545" y="254737"/>
                  </a:lnTo>
                  <a:lnTo>
                    <a:pt x="312254" y="250171"/>
                  </a:lnTo>
                  <a:lnTo>
                    <a:pt x="314817" y="245521"/>
                  </a:lnTo>
                  <a:lnTo>
                    <a:pt x="317231" y="240792"/>
                  </a:lnTo>
                  <a:lnTo>
                    <a:pt x="319493" y="235988"/>
                  </a:lnTo>
                  <a:lnTo>
                    <a:pt x="321602" y="231115"/>
                  </a:lnTo>
                  <a:lnTo>
                    <a:pt x="323555" y="226178"/>
                  </a:lnTo>
                  <a:lnTo>
                    <a:pt x="325350" y="221181"/>
                  </a:lnTo>
                  <a:lnTo>
                    <a:pt x="326986" y="216130"/>
                  </a:lnTo>
                  <a:lnTo>
                    <a:pt x="328460" y="211029"/>
                  </a:lnTo>
                  <a:lnTo>
                    <a:pt x="329772" y="205884"/>
                  </a:lnTo>
                  <a:lnTo>
                    <a:pt x="330919" y="200700"/>
                  </a:lnTo>
                  <a:lnTo>
                    <a:pt x="331902" y="195482"/>
                  </a:lnTo>
                  <a:lnTo>
                    <a:pt x="332718" y="190235"/>
                  </a:lnTo>
                  <a:lnTo>
                    <a:pt x="333367" y="184965"/>
                  </a:lnTo>
                  <a:lnTo>
                    <a:pt x="333848" y="179678"/>
                  </a:lnTo>
                  <a:lnTo>
                    <a:pt x="334162" y="174377"/>
                  </a:lnTo>
                  <a:lnTo>
                    <a:pt x="334306" y="169070"/>
                  </a:lnTo>
                  <a:lnTo>
                    <a:pt x="334282" y="163760"/>
                  </a:lnTo>
                  <a:lnTo>
                    <a:pt x="334090" y="158454"/>
                  </a:lnTo>
                  <a:lnTo>
                    <a:pt x="333729" y="153157"/>
                  </a:lnTo>
                  <a:lnTo>
                    <a:pt x="333200" y="147873"/>
                  </a:lnTo>
                  <a:lnTo>
                    <a:pt x="332504" y="142610"/>
                  </a:lnTo>
                  <a:lnTo>
                    <a:pt x="331640" y="137371"/>
                  </a:lnTo>
                  <a:lnTo>
                    <a:pt x="330611" y="132162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5545258" y="1203191"/>
              <a:ext cx="163461" cy="35005"/>
            </a:xfrm>
            <a:custGeom>
              <a:avLst/>
              <a:pathLst>
                <a:path w="163461" h="35005">
                  <a:moveTo>
                    <a:pt x="163461" y="0"/>
                  </a:moveTo>
                  <a:lnTo>
                    <a:pt x="0" y="3500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5545258" y="1203191"/>
              <a:ext cx="163461" cy="35005"/>
            </a:xfrm>
            <a:custGeom>
              <a:avLst/>
              <a:pathLst>
                <a:path w="163461" h="35005">
                  <a:moveTo>
                    <a:pt x="163461" y="0"/>
                  </a:moveTo>
                  <a:lnTo>
                    <a:pt x="0" y="3500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5545258" y="1203191"/>
              <a:ext cx="163461" cy="35005"/>
            </a:xfrm>
            <a:custGeom>
              <a:avLst/>
              <a:pathLst>
                <a:path w="163461" h="35005">
                  <a:moveTo>
                    <a:pt x="163461" y="0"/>
                  </a:moveTo>
                  <a:lnTo>
                    <a:pt x="0" y="3500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5545258" y="1203191"/>
              <a:ext cx="163461" cy="35005"/>
            </a:xfrm>
            <a:custGeom>
              <a:avLst/>
              <a:pathLst>
                <a:path w="163461" h="35005">
                  <a:moveTo>
                    <a:pt x="163461" y="0"/>
                  </a:moveTo>
                  <a:lnTo>
                    <a:pt x="0" y="3500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5545258" y="1203191"/>
              <a:ext cx="163461" cy="35005"/>
            </a:xfrm>
            <a:custGeom>
              <a:avLst/>
              <a:pathLst>
                <a:path w="163461" h="35005">
                  <a:moveTo>
                    <a:pt x="163461" y="0"/>
                  </a:moveTo>
                  <a:lnTo>
                    <a:pt x="0" y="3500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5545258" y="1203191"/>
              <a:ext cx="163461" cy="35005"/>
            </a:xfrm>
            <a:custGeom>
              <a:avLst/>
              <a:pathLst>
                <a:path w="163461" h="35005">
                  <a:moveTo>
                    <a:pt x="163461" y="0"/>
                  </a:moveTo>
                  <a:lnTo>
                    <a:pt x="0" y="3500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5545258" y="1203191"/>
              <a:ext cx="163461" cy="35005"/>
            </a:xfrm>
            <a:custGeom>
              <a:avLst/>
              <a:pathLst>
                <a:path w="163461" h="35005">
                  <a:moveTo>
                    <a:pt x="163461" y="0"/>
                  </a:moveTo>
                  <a:lnTo>
                    <a:pt x="0" y="350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5545258" y="1203191"/>
              <a:ext cx="163461" cy="35005"/>
            </a:xfrm>
            <a:custGeom>
              <a:avLst/>
              <a:pathLst>
                <a:path w="163461" h="35005">
                  <a:moveTo>
                    <a:pt x="163461" y="0"/>
                  </a:moveTo>
                  <a:lnTo>
                    <a:pt x="0" y="350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5545258" y="1203191"/>
              <a:ext cx="163461" cy="35005"/>
            </a:xfrm>
            <a:custGeom>
              <a:avLst/>
              <a:pathLst>
                <a:path w="163461" h="35005">
                  <a:moveTo>
                    <a:pt x="163461" y="0"/>
                  </a:moveTo>
                  <a:lnTo>
                    <a:pt x="0" y="350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5545258" y="1203191"/>
              <a:ext cx="163461" cy="35005"/>
            </a:xfrm>
            <a:custGeom>
              <a:avLst/>
              <a:pathLst>
                <a:path w="163461" h="35005">
                  <a:moveTo>
                    <a:pt x="163461" y="0"/>
                  </a:moveTo>
                  <a:lnTo>
                    <a:pt x="0" y="350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5545258" y="1203191"/>
              <a:ext cx="163461" cy="35005"/>
            </a:xfrm>
            <a:custGeom>
              <a:avLst/>
              <a:pathLst>
                <a:path w="163461" h="35005">
                  <a:moveTo>
                    <a:pt x="163461" y="0"/>
                  </a:moveTo>
                  <a:lnTo>
                    <a:pt x="0" y="3500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5545258" y="1203191"/>
              <a:ext cx="163461" cy="35005"/>
            </a:xfrm>
            <a:custGeom>
              <a:avLst/>
              <a:pathLst>
                <a:path w="163461" h="35005">
                  <a:moveTo>
                    <a:pt x="163461" y="0"/>
                  </a:moveTo>
                  <a:lnTo>
                    <a:pt x="0" y="3500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5545258" y="1203191"/>
              <a:ext cx="163461" cy="35005"/>
            </a:xfrm>
            <a:custGeom>
              <a:avLst/>
              <a:pathLst>
                <a:path w="163461" h="35005">
                  <a:moveTo>
                    <a:pt x="163461" y="0"/>
                  </a:moveTo>
                  <a:lnTo>
                    <a:pt x="0" y="3500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5545258" y="1203191"/>
              <a:ext cx="163461" cy="35005"/>
            </a:xfrm>
            <a:custGeom>
              <a:avLst/>
              <a:pathLst>
                <a:path w="163461" h="35005">
                  <a:moveTo>
                    <a:pt x="163461" y="0"/>
                  </a:moveTo>
                  <a:lnTo>
                    <a:pt x="0" y="3500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5545258" y="1203191"/>
              <a:ext cx="163461" cy="35005"/>
            </a:xfrm>
            <a:custGeom>
              <a:avLst/>
              <a:pathLst>
                <a:path w="163461" h="35005">
                  <a:moveTo>
                    <a:pt x="163461" y="0"/>
                  </a:moveTo>
                  <a:lnTo>
                    <a:pt x="0" y="350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5545258" y="1203191"/>
              <a:ext cx="163461" cy="35005"/>
            </a:xfrm>
            <a:custGeom>
              <a:avLst/>
              <a:pathLst>
                <a:path w="163461" h="35005">
                  <a:moveTo>
                    <a:pt x="163461" y="0"/>
                  </a:moveTo>
                  <a:lnTo>
                    <a:pt x="0" y="350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5545258" y="1203191"/>
              <a:ext cx="163461" cy="35005"/>
            </a:xfrm>
            <a:custGeom>
              <a:avLst/>
              <a:pathLst>
                <a:path w="163461" h="35005">
                  <a:moveTo>
                    <a:pt x="163461" y="0"/>
                  </a:moveTo>
                  <a:lnTo>
                    <a:pt x="0" y="350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5545258" y="1203191"/>
              <a:ext cx="163461" cy="35005"/>
            </a:xfrm>
            <a:custGeom>
              <a:avLst/>
              <a:pathLst>
                <a:path w="163461" h="35005">
                  <a:moveTo>
                    <a:pt x="163461" y="0"/>
                  </a:moveTo>
                  <a:lnTo>
                    <a:pt x="0" y="350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5545258" y="1203191"/>
              <a:ext cx="163461" cy="35005"/>
            </a:xfrm>
            <a:custGeom>
              <a:avLst/>
              <a:pathLst>
                <a:path w="163461" h="35005">
                  <a:moveTo>
                    <a:pt x="163461" y="0"/>
                  </a:moveTo>
                  <a:lnTo>
                    <a:pt x="0" y="3500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5545258" y="1203191"/>
              <a:ext cx="163461" cy="35005"/>
            </a:xfrm>
            <a:custGeom>
              <a:avLst/>
              <a:pathLst>
                <a:path w="163461" h="35005">
                  <a:moveTo>
                    <a:pt x="163461" y="0"/>
                  </a:moveTo>
                  <a:lnTo>
                    <a:pt x="0" y="3500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5545258" y="1196197"/>
              <a:ext cx="163461" cy="41999"/>
            </a:xfrm>
            <a:custGeom>
              <a:avLst/>
              <a:pathLst>
                <a:path w="163461" h="41999">
                  <a:moveTo>
                    <a:pt x="163461" y="6994"/>
                  </a:moveTo>
                  <a:lnTo>
                    <a:pt x="161805" y="0"/>
                  </a:lnTo>
                  <a:lnTo>
                    <a:pt x="0" y="4199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5545258" y="1071028"/>
              <a:ext cx="161805" cy="167167"/>
            </a:xfrm>
            <a:custGeom>
              <a:avLst/>
              <a:pathLst>
                <a:path w="161805" h="167167">
                  <a:moveTo>
                    <a:pt x="161805" y="125168"/>
                  </a:moveTo>
                  <a:lnTo>
                    <a:pt x="160335" y="119865"/>
                  </a:lnTo>
                  <a:lnTo>
                    <a:pt x="158691" y="114613"/>
                  </a:lnTo>
                  <a:lnTo>
                    <a:pt x="156875" y="109418"/>
                  </a:lnTo>
                  <a:lnTo>
                    <a:pt x="154890" y="104286"/>
                  </a:lnTo>
                  <a:lnTo>
                    <a:pt x="152736" y="99222"/>
                  </a:lnTo>
                  <a:lnTo>
                    <a:pt x="150417" y="94231"/>
                  </a:lnTo>
                  <a:lnTo>
                    <a:pt x="147935" y="89320"/>
                  </a:lnTo>
                  <a:lnTo>
                    <a:pt x="145292" y="84493"/>
                  </a:lnTo>
                  <a:lnTo>
                    <a:pt x="142492" y="79755"/>
                  </a:lnTo>
                  <a:lnTo>
                    <a:pt x="139538" y="75112"/>
                  </a:lnTo>
                  <a:lnTo>
                    <a:pt x="136432" y="70569"/>
                  </a:lnTo>
                  <a:lnTo>
                    <a:pt x="133179" y="66131"/>
                  </a:lnTo>
                  <a:lnTo>
                    <a:pt x="129781" y="61802"/>
                  </a:lnTo>
                  <a:lnTo>
                    <a:pt x="126243" y="57588"/>
                  </a:lnTo>
                  <a:lnTo>
                    <a:pt x="122567" y="53492"/>
                  </a:lnTo>
                  <a:lnTo>
                    <a:pt x="118759" y="49519"/>
                  </a:lnTo>
                  <a:lnTo>
                    <a:pt x="114823" y="45674"/>
                  </a:lnTo>
                  <a:lnTo>
                    <a:pt x="110761" y="41960"/>
                  </a:lnTo>
                  <a:lnTo>
                    <a:pt x="106580" y="38382"/>
                  </a:lnTo>
                  <a:lnTo>
                    <a:pt x="102284" y="34944"/>
                  </a:lnTo>
                  <a:lnTo>
                    <a:pt x="97876" y="31649"/>
                  </a:lnTo>
                  <a:lnTo>
                    <a:pt x="93362" y="28501"/>
                  </a:lnTo>
                  <a:lnTo>
                    <a:pt x="88748" y="25503"/>
                  </a:lnTo>
                  <a:lnTo>
                    <a:pt x="84037" y="22658"/>
                  </a:lnTo>
                  <a:lnTo>
                    <a:pt x="79235" y="19971"/>
                  </a:lnTo>
                  <a:lnTo>
                    <a:pt x="74347" y="17442"/>
                  </a:lnTo>
                  <a:lnTo>
                    <a:pt x="69378" y="15076"/>
                  </a:lnTo>
                  <a:lnTo>
                    <a:pt x="64335" y="12875"/>
                  </a:lnTo>
                  <a:lnTo>
                    <a:pt x="59221" y="10841"/>
                  </a:lnTo>
                  <a:lnTo>
                    <a:pt x="54044" y="8977"/>
                  </a:lnTo>
                  <a:lnTo>
                    <a:pt x="48808" y="7284"/>
                  </a:lnTo>
                  <a:lnTo>
                    <a:pt x="43519" y="5764"/>
                  </a:lnTo>
                  <a:lnTo>
                    <a:pt x="38183" y="4419"/>
                  </a:lnTo>
                  <a:lnTo>
                    <a:pt x="32805" y="3250"/>
                  </a:lnTo>
                  <a:lnTo>
                    <a:pt x="27392" y="2259"/>
                  </a:lnTo>
                  <a:lnTo>
                    <a:pt x="21949" y="1447"/>
                  </a:lnTo>
                  <a:lnTo>
                    <a:pt x="16483" y="814"/>
                  </a:lnTo>
                  <a:lnTo>
                    <a:pt x="10998" y="362"/>
                  </a:lnTo>
                  <a:lnTo>
                    <a:pt x="5502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887436" y="941493"/>
              <a:ext cx="136107" cy="167167"/>
            </a:xfrm>
            <a:custGeom>
              <a:avLst/>
              <a:pathLst>
                <a:path w="136107" h="167167">
                  <a:moveTo>
                    <a:pt x="136107" y="0"/>
                  </a:moveTo>
                  <a:lnTo>
                    <a:pt x="130624" y="89"/>
                  </a:lnTo>
                  <a:lnTo>
                    <a:pt x="125147" y="359"/>
                  </a:lnTo>
                  <a:lnTo>
                    <a:pt x="119682" y="808"/>
                  </a:lnTo>
                  <a:lnTo>
                    <a:pt x="114234" y="1437"/>
                  </a:lnTo>
                  <a:lnTo>
                    <a:pt x="108810" y="2243"/>
                  </a:lnTo>
                  <a:lnTo>
                    <a:pt x="103415" y="3227"/>
                  </a:lnTo>
                  <a:lnTo>
                    <a:pt x="98056" y="4388"/>
                  </a:lnTo>
                  <a:lnTo>
                    <a:pt x="92737" y="5723"/>
                  </a:lnTo>
                  <a:lnTo>
                    <a:pt x="87465" y="7233"/>
                  </a:lnTo>
                  <a:lnTo>
                    <a:pt x="82246" y="8914"/>
                  </a:lnTo>
                  <a:lnTo>
                    <a:pt x="77084" y="10766"/>
                  </a:lnTo>
                  <a:lnTo>
                    <a:pt x="71986" y="12786"/>
                  </a:lnTo>
                  <a:lnTo>
                    <a:pt x="66957" y="14972"/>
                  </a:lnTo>
                  <a:lnTo>
                    <a:pt x="62002" y="17322"/>
                  </a:lnTo>
                  <a:lnTo>
                    <a:pt x="57128" y="19833"/>
                  </a:lnTo>
                  <a:lnTo>
                    <a:pt x="52338" y="22503"/>
                  </a:lnTo>
                  <a:lnTo>
                    <a:pt x="47638" y="25328"/>
                  </a:lnTo>
                  <a:lnTo>
                    <a:pt x="43033" y="28306"/>
                  </a:lnTo>
                  <a:lnTo>
                    <a:pt x="38529" y="31434"/>
                  </a:lnTo>
                  <a:lnTo>
                    <a:pt x="34129" y="34707"/>
                  </a:lnTo>
                  <a:lnTo>
                    <a:pt x="29840" y="38123"/>
                  </a:lnTo>
                  <a:lnTo>
                    <a:pt x="25664" y="41678"/>
                  </a:lnTo>
                  <a:lnTo>
                    <a:pt x="21608" y="45368"/>
                  </a:lnTo>
                  <a:lnTo>
                    <a:pt x="17675" y="49189"/>
                  </a:lnTo>
                  <a:lnTo>
                    <a:pt x="13869" y="53137"/>
                  </a:lnTo>
                  <a:lnTo>
                    <a:pt x="10194" y="57208"/>
                  </a:lnTo>
                  <a:lnTo>
                    <a:pt x="6656" y="61397"/>
                  </a:lnTo>
                  <a:lnTo>
                    <a:pt x="3256" y="65700"/>
                  </a:lnTo>
                  <a:lnTo>
                    <a:pt x="0" y="70112"/>
                  </a:lnTo>
                  <a:lnTo>
                    <a:pt x="13610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887436" y="1011605"/>
              <a:ext cx="136107" cy="97055"/>
            </a:xfrm>
            <a:custGeom>
              <a:avLst/>
              <a:pathLst>
                <a:path w="136107" h="97055">
                  <a:moveTo>
                    <a:pt x="0" y="0"/>
                  </a:moveTo>
                  <a:lnTo>
                    <a:pt x="136107" y="9705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887436" y="1011605"/>
              <a:ext cx="136107" cy="97055"/>
            </a:xfrm>
            <a:custGeom>
              <a:avLst/>
              <a:pathLst>
                <a:path w="136107" h="97055">
                  <a:moveTo>
                    <a:pt x="0" y="0"/>
                  </a:moveTo>
                  <a:lnTo>
                    <a:pt x="136107" y="9705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4887436" y="1011605"/>
              <a:ext cx="136107" cy="97055"/>
            </a:xfrm>
            <a:custGeom>
              <a:avLst/>
              <a:pathLst>
                <a:path w="136107" h="97055">
                  <a:moveTo>
                    <a:pt x="0" y="0"/>
                  </a:moveTo>
                  <a:lnTo>
                    <a:pt x="136107" y="9705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4887436" y="1011605"/>
              <a:ext cx="136107" cy="97055"/>
            </a:xfrm>
            <a:custGeom>
              <a:avLst/>
              <a:pathLst>
                <a:path w="136107" h="97055">
                  <a:moveTo>
                    <a:pt x="0" y="0"/>
                  </a:moveTo>
                  <a:lnTo>
                    <a:pt x="136107" y="9705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4887436" y="1011605"/>
              <a:ext cx="136107" cy="97055"/>
            </a:xfrm>
            <a:custGeom>
              <a:avLst/>
              <a:pathLst>
                <a:path w="136107" h="97055">
                  <a:moveTo>
                    <a:pt x="0" y="0"/>
                  </a:moveTo>
                  <a:lnTo>
                    <a:pt x="136107" y="9705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4887436" y="1011605"/>
              <a:ext cx="136107" cy="97055"/>
            </a:xfrm>
            <a:custGeom>
              <a:avLst/>
              <a:pathLst>
                <a:path w="136107" h="97055">
                  <a:moveTo>
                    <a:pt x="0" y="0"/>
                  </a:moveTo>
                  <a:lnTo>
                    <a:pt x="136107" y="970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4887436" y="1011605"/>
              <a:ext cx="136107" cy="97055"/>
            </a:xfrm>
            <a:custGeom>
              <a:avLst/>
              <a:pathLst>
                <a:path w="136107" h="97055">
                  <a:moveTo>
                    <a:pt x="0" y="0"/>
                  </a:moveTo>
                  <a:lnTo>
                    <a:pt x="136107" y="970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4887436" y="1011605"/>
              <a:ext cx="136107" cy="97055"/>
            </a:xfrm>
            <a:custGeom>
              <a:avLst/>
              <a:pathLst>
                <a:path w="136107" h="97055">
                  <a:moveTo>
                    <a:pt x="0" y="0"/>
                  </a:moveTo>
                  <a:lnTo>
                    <a:pt x="136107" y="970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4887436" y="1011605"/>
              <a:ext cx="136107" cy="97055"/>
            </a:xfrm>
            <a:custGeom>
              <a:avLst/>
              <a:pathLst>
                <a:path w="136107" h="97055">
                  <a:moveTo>
                    <a:pt x="0" y="0"/>
                  </a:moveTo>
                  <a:lnTo>
                    <a:pt x="136107" y="970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4887436" y="1011605"/>
              <a:ext cx="136107" cy="97055"/>
            </a:xfrm>
            <a:custGeom>
              <a:avLst/>
              <a:pathLst>
                <a:path w="136107" h="97055">
                  <a:moveTo>
                    <a:pt x="0" y="0"/>
                  </a:moveTo>
                  <a:lnTo>
                    <a:pt x="136107" y="9705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4887436" y="1011605"/>
              <a:ext cx="136107" cy="97055"/>
            </a:xfrm>
            <a:custGeom>
              <a:avLst/>
              <a:pathLst>
                <a:path w="136107" h="97055">
                  <a:moveTo>
                    <a:pt x="0" y="0"/>
                  </a:moveTo>
                  <a:lnTo>
                    <a:pt x="136107" y="9705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4887436" y="1011605"/>
              <a:ext cx="136107" cy="97055"/>
            </a:xfrm>
            <a:custGeom>
              <a:avLst/>
              <a:pathLst>
                <a:path w="136107" h="97055">
                  <a:moveTo>
                    <a:pt x="0" y="0"/>
                  </a:moveTo>
                  <a:lnTo>
                    <a:pt x="136107" y="9705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4887436" y="1011605"/>
              <a:ext cx="136107" cy="97055"/>
            </a:xfrm>
            <a:custGeom>
              <a:avLst/>
              <a:pathLst>
                <a:path w="136107" h="97055">
                  <a:moveTo>
                    <a:pt x="0" y="0"/>
                  </a:moveTo>
                  <a:lnTo>
                    <a:pt x="136107" y="9705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4887436" y="1011605"/>
              <a:ext cx="136107" cy="97055"/>
            </a:xfrm>
            <a:custGeom>
              <a:avLst/>
              <a:pathLst>
                <a:path w="136107" h="97055">
                  <a:moveTo>
                    <a:pt x="0" y="0"/>
                  </a:moveTo>
                  <a:lnTo>
                    <a:pt x="136107" y="970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4887436" y="1011605"/>
              <a:ext cx="136107" cy="97055"/>
            </a:xfrm>
            <a:custGeom>
              <a:avLst/>
              <a:pathLst>
                <a:path w="136107" h="97055">
                  <a:moveTo>
                    <a:pt x="0" y="0"/>
                  </a:moveTo>
                  <a:lnTo>
                    <a:pt x="136107" y="970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4887436" y="1011605"/>
              <a:ext cx="136107" cy="97055"/>
            </a:xfrm>
            <a:custGeom>
              <a:avLst/>
              <a:pathLst>
                <a:path w="136107" h="97055">
                  <a:moveTo>
                    <a:pt x="0" y="0"/>
                  </a:moveTo>
                  <a:lnTo>
                    <a:pt x="136107" y="970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4887436" y="1011605"/>
              <a:ext cx="136107" cy="97055"/>
            </a:xfrm>
            <a:custGeom>
              <a:avLst/>
              <a:pathLst>
                <a:path w="136107" h="97055">
                  <a:moveTo>
                    <a:pt x="0" y="0"/>
                  </a:moveTo>
                  <a:lnTo>
                    <a:pt x="136107" y="970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4887436" y="1011605"/>
              <a:ext cx="136107" cy="97055"/>
            </a:xfrm>
            <a:custGeom>
              <a:avLst/>
              <a:pathLst>
                <a:path w="136107" h="97055">
                  <a:moveTo>
                    <a:pt x="0" y="0"/>
                  </a:moveTo>
                  <a:lnTo>
                    <a:pt x="136107" y="9705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4887436" y="1011605"/>
              <a:ext cx="136107" cy="97055"/>
            </a:xfrm>
            <a:custGeom>
              <a:avLst/>
              <a:pathLst>
                <a:path w="136107" h="97055">
                  <a:moveTo>
                    <a:pt x="0" y="0"/>
                  </a:moveTo>
                  <a:lnTo>
                    <a:pt x="136107" y="9705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4856394" y="981247"/>
              <a:ext cx="334307" cy="294580"/>
            </a:xfrm>
            <a:custGeom>
              <a:avLst/>
              <a:pathLst>
                <a:path w="334307" h="294580">
                  <a:moveTo>
                    <a:pt x="31042" y="30358"/>
                  </a:moveTo>
                  <a:lnTo>
                    <a:pt x="28035" y="34720"/>
                  </a:lnTo>
                  <a:lnTo>
                    <a:pt x="25167" y="39175"/>
                  </a:lnTo>
                  <a:lnTo>
                    <a:pt x="22442" y="43719"/>
                  </a:lnTo>
                  <a:lnTo>
                    <a:pt x="19862" y="48347"/>
                  </a:lnTo>
                  <a:lnTo>
                    <a:pt x="17430" y="53055"/>
                  </a:lnTo>
                  <a:lnTo>
                    <a:pt x="15149" y="57837"/>
                  </a:lnTo>
                  <a:lnTo>
                    <a:pt x="13020" y="62689"/>
                  </a:lnTo>
                  <a:lnTo>
                    <a:pt x="11047" y="67606"/>
                  </a:lnTo>
                  <a:lnTo>
                    <a:pt x="9230" y="72583"/>
                  </a:lnTo>
                  <a:lnTo>
                    <a:pt x="7571" y="77616"/>
                  </a:lnTo>
                  <a:lnTo>
                    <a:pt x="6073" y="82698"/>
                  </a:lnTo>
                  <a:lnTo>
                    <a:pt x="4737" y="87825"/>
                  </a:lnTo>
                  <a:lnTo>
                    <a:pt x="3564" y="92992"/>
                  </a:lnTo>
                  <a:lnTo>
                    <a:pt x="2555" y="98194"/>
                  </a:lnTo>
                  <a:lnTo>
                    <a:pt x="1712" y="103425"/>
                  </a:lnTo>
                  <a:lnTo>
                    <a:pt x="1035" y="108680"/>
                  </a:lnTo>
                  <a:lnTo>
                    <a:pt x="525" y="113953"/>
                  </a:lnTo>
                  <a:lnTo>
                    <a:pt x="182" y="119241"/>
                  </a:lnTo>
                  <a:lnTo>
                    <a:pt x="7" y="124536"/>
                  </a:lnTo>
                  <a:lnTo>
                    <a:pt x="0" y="129835"/>
                  </a:lnTo>
                  <a:lnTo>
                    <a:pt x="160" y="135131"/>
                  </a:lnTo>
                  <a:lnTo>
                    <a:pt x="489" y="140419"/>
                  </a:lnTo>
                  <a:lnTo>
                    <a:pt x="985" y="145694"/>
                  </a:lnTo>
                  <a:lnTo>
                    <a:pt x="1647" y="150951"/>
                  </a:lnTo>
                  <a:lnTo>
                    <a:pt x="2476" y="156184"/>
                  </a:lnTo>
                  <a:lnTo>
                    <a:pt x="3471" y="161389"/>
                  </a:lnTo>
                  <a:lnTo>
                    <a:pt x="4630" y="166559"/>
                  </a:lnTo>
                  <a:lnTo>
                    <a:pt x="5952" y="171690"/>
                  </a:lnTo>
                  <a:lnTo>
                    <a:pt x="7436" y="176776"/>
                  </a:lnTo>
                  <a:lnTo>
                    <a:pt x="9081" y="181813"/>
                  </a:lnTo>
                  <a:lnTo>
                    <a:pt x="10884" y="186795"/>
                  </a:lnTo>
                  <a:lnTo>
                    <a:pt x="12845" y="191717"/>
                  </a:lnTo>
                  <a:lnTo>
                    <a:pt x="14960" y="196575"/>
                  </a:lnTo>
                  <a:lnTo>
                    <a:pt x="17228" y="201363"/>
                  </a:lnTo>
                  <a:lnTo>
                    <a:pt x="19647" y="206077"/>
                  </a:lnTo>
                  <a:lnTo>
                    <a:pt x="22214" y="210713"/>
                  </a:lnTo>
                  <a:lnTo>
                    <a:pt x="24927" y="215264"/>
                  </a:lnTo>
                  <a:lnTo>
                    <a:pt x="27783" y="219727"/>
                  </a:lnTo>
                  <a:lnTo>
                    <a:pt x="30778" y="224097"/>
                  </a:lnTo>
                  <a:lnTo>
                    <a:pt x="33911" y="228371"/>
                  </a:lnTo>
                  <a:lnTo>
                    <a:pt x="37177" y="232542"/>
                  </a:lnTo>
                  <a:lnTo>
                    <a:pt x="40574" y="236609"/>
                  </a:lnTo>
                  <a:lnTo>
                    <a:pt x="44098" y="240565"/>
                  </a:lnTo>
                  <a:lnTo>
                    <a:pt x="47746" y="244408"/>
                  </a:lnTo>
                  <a:lnTo>
                    <a:pt x="51514" y="248133"/>
                  </a:lnTo>
                  <a:lnTo>
                    <a:pt x="55398" y="251737"/>
                  </a:lnTo>
                  <a:lnTo>
                    <a:pt x="59394" y="255216"/>
                  </a:lnTo>
                  <a:lnTo>
                    <a:pt x="63498" y="258567"/>
                  </a:lnTo>
                  <a:lnTo>
                    <a:pt x="67707" y="261786"/>
                  </a:lnTo>
                  <a:lnTo>
                    <a:pt x="72015" y="264870"/>
                  </a:lnTo>
                  <a:lnTo>
                    <a:pt x="76419" y="267816"/>
                  </a:lnTo>
                  <a:lnTo>
                    <a:pt x="80914" y="270621"/>
                  </a:lnTo>
                  <a:lnTo>
                    <a:pt x="85496" y="273282"/>
                  </a:lnTo>
                  <a:lnTo>
                    <a:pt x="90160" y="275796"/>
                  </a:lnTo>
                  <a:lnTo>
                    <a:pt x="94901" y="278162"/>
                  </a:lnTo>
                  <a:lnTo>
                    <a:pt x="99715" y="280376"/>
                  </a:lnTo>
                  <a:lnTo>
                    <a:pt x="104596" y="282436"/>
                  </a:lnTo>
                  <a:lnTo>
                    <a:pt x="109541" y="284341"/>
                  </a:lnTo>
                  <a:lnTo>
                    <a:pt x="114543" y="286087"/>
                  </a:lnTo>
                  <a:lnTo>
                    <a:pt x="119598" y="287675"/>
                  </a:lnTo>
                  <a:lnTo>
                    <a:pt x="124701" y="289101"/>
                  </a:lnTo>
                  <a:lnTo>
                    <a:pt x="129846" y="290365"/>
                  </a:lnTo>
                  <a:lnTo>
                    <a:pt x="135029" y="291466"/>
                  </a:lnTo>
                  <a:lnTo>
                    <a:pt x="140244" y="292401"/>
                  </a:lnTo>
                  <a:lnTo>
                    <a:pt x="145487" y="293171"/>
                  </a:lnTo>
                  <a:lnTo>
                    <a:pt x="150751" y="293774"/>
                  </a:lnTo>
                  <a:lnTo>
                    <a:pt x="156031" y="294210"/>
                  </a:lnTo>
                  <a:lnTo>
                    <a:pt x="161323" y="294479"/>
                  </a:lnTo>
                  <a:lnTo>
                    <a:pt x="166620" y="294580"/>
                  </a:lnTo>
                  <a:lnTo>
                    <a:pt x="171918" y="294513"/>
                  </a:lnTo>
                  <a:lnTo>
                    <a:pt x="177211" y="294278"/>
                  </a:lnTo>
                  <a:lnTo>
                    <a:pt x="182495" y="293875"/>
                  </a:lnTo>
                  <a:lnTo>
                    <a:pt x="187762" y="293305"/>
                  </a:lnTo>
                  <a:lnTo>
                    <a:pt x="193009" y="292568"/>
                  </a:lnTo>
                  <a:lnTo>
                    <a:pt x="198230" y="291666"/>
                  </a:lnTo>
                  <a:lnTo>
                    <a:pt x="203420" y="290598"/>
                  </a:lnTo>
                  <a:lnTo>
                    <a:pt x="208573" y="289367"/>
                  </a:lnTo>
                  <a:lnTo>
                    <a:pt x="213685" y="287973"/>
                  </a:lnTo>
                  <a:lnTo>
                    <a:pt x="218750" y="286417"/>
                  </a:lnTo>
                  <a:lnTo>
                    <a:pt x="223763" y="284702"/>
                  </a:lnTo>
                  <a:lnTo>
                    <a:pt x="228720" y="282829"/>
                  </a:lnTo>
                  <a:lnTo>
                    <a:pt x="233614" y="280800"/>
                  </a:lnTo>
                  <a:lnTo>
                    <a:pt x="238442" y="278616"/>
                  </a:lnTo>
                  <a:lnTo>
                    <a:pt x="243198" y="276281"/>
                  </a:lnTo>
                  <a:lnTo>
                    <a:pt x="247877" y="273796"/>
                  </a:lnTo>
                  <a:lnTo>
                    <a:pt x="252476" y="271164"/>
                  </a:lnTo>
                  <a:lnTo>
                    <a:pt x="256989" y="268388"/>
                  </a:lnTo>
                  <a:lnTo>
                    <a:pt x="261411" y="265470"/>
                  </a:lnTo>
                  <a:lnTo>
                    <a:pt x="265739" y="262413"/>
                  </a:lnTo>
                  <a:lnTo>
                    <a:pt x="269968" y="259221"/>
                  </a:lnTo>
                  <a:lnTo>
                    <a:pt x="274094" y="255896"/>
                  </a:lnTo>
                  <a:lnTo>
                    <a:pt x="278112" y="252442"/>
                  </a:lnTo>
                  <a:lnTo>
                    <a:pt x="282018" y="248863"/>
                  </a:lnTo>
                  <a:lnTo>
                    <a:pt x="285810" y="245162"/>
                  </a:lnTo>
                  <a:lnTo>
                    <a:pt x="289482" y="241342"/>
                  </a:lnTo>
                  <a:lnTo>
                    <a:pt x="293031" y="237408"/>
                  </a:lnTo>
                  <a:lnTo>
                    <a:pt x="296453" y="233363"/>
                  </a:lnTo>
                  <a:lnTo>
                    <a:pt x="299746" y="229212"/>
                  </a:lnTo>
                  <a:lnTo>
                    <a:pt x="302906" y="224959"/>
                  </a:lnTo>
                  <a:lnTo>
                    <a:pt x="305929" y="220608"/>
                  </a:lnTo>
                  <a:lnTo>
                    <a:pt x="308813" y="216163"/>
                  </a:lnTo>
                  <a:lnTo>
                    <a:pt x="311554" y="211629"/>
                  </a:lnTo>
                  <a:lnTo>
                    <a:pt x="314151" y="207010"/>
                  </a:lnTo>
                  <a:lnTo>
                    <a:pt x="316599" y="202311"/>
                  </a:lnTo>
                  <a:lnTo>
                    <a:pt x="318898" y="197537"/>
                  </a:lnTo>
                  <a:lnTo>
                    <a:pt x="321044" y="192693"/>
                  </a:lnTo>
                  <a:lnTo>
                    <a:pt x="323035" y="187783"/>
                  </a:lnTo>
                  <a:lnTo>
                    <a:pt x="324870" y="182812"/>
                  </a:lnTo>
                  <a:lnTo>
                    <a:pt x="326547" y="177786"/>
                  </a:lnTo>
                  <a:lnTo>
                    <a:pt x="328063" y="172709"/>
                  </a:lnTo>
                  <a:lnTo>
                    <a:pt x="329418" y="167587"/>
                  </a:lnTo>
                  <a:lnTo>
                    <a:pt x="330609" y="162424"/>
                  </a:lnTo>
                  <a:lnTo>
                    <a:pt x="331637" y="157226"/>
                  </a:lnTo>
                  <a:lnTo>
                    <a:pt x="332499" y="151999"/>
                  </a:lnTo>
                  <a:lnTo>
                    <a:pt x="333195" y="146746"/>
                  </a:lnTo>
                  <a:lnTo>
                    <a:pt x="333724" y="141474"/>
                  </a:lnTo>
                  <a:lnTo>
                    <a:pt x="334086" y="136188"/>
                  </a:lnTo>
                  <a:lnTo>
                    <a:pt x="334281" y="130893"/>
                  </a:lnTo>
                  <a:lnTo>
                    <a:pt x="334307" y="125595"/>
                  </a:lnTo>
                  <a:lnTo>
                    <a:pt x="334165" y="120298"/>
                  </a:lnTo>
                  <a:lnTo>
                    <a:pt x="333856" y="115009"/>
                  </a:lnTo>
                  <a:lnTo>
                    <a:pt x="333379" y="109732"/>
                  </a:lnTo>
                  <a:lnTo>
                    <a:pt x="332735" y="104473"/>
                  </a:lnTo>
                  <a:lnTo>
                    <a:pt x="331925" y="99236"/>
                  </a:lnTo>
                  <a:lnTo>
                    <a:pt x="330949" y="94029"/>
                  </a:lnTo>
                  <a:lnTo>
                    <a:pt x="329809" y="88854"/>
                  </a:lnTo>
                  <a:lnTo>
                    <a:pt x="328505" y="83719"/>
                  </a:lnTo>
                  <a:lnTo>
                    <a:pt x="327040" y="78627"/>
                  </a:lnTo>
                  <a:lnTo>
                    <a:pt x="325413" y="73584"/>
                  </a:lnTo>
                  <a:lnTo>
                    <a:pt x="323628" y="68596"/>
                  </a:lnTo>
                  <a:lnTo>
                    <a:pt x="321685" y="63666"/>
                  </a:lnTo>
                  <a:lnTo>
                    <a:pt x="319587" y="58801"/>
                  </a:lnTo>
                  <a:lnTo>
                    <a:pt x="317336" y="54004"/>
                  </a:lnTo>
                  <a:lnTo>
                    <a:pt x="314934" y="49282"/>
                  </a:lnTo>
                  <a:lnTo>
                    <a:pt x="312384" y="44637"/>
                  </a:lnTo>
                  <a:lnTo>
                    <a:pt x="309688" y="40076"/>
                  </a:lnTo>
                  <a:lnTo>
                    <a:pt x="306848" y="35603"/>
                  </a:lnTo>
                  <a:lnTo>
                    <a:pt x="303869" y="31222"/>
                  </a:lnTo>
                  <a:lnTo>
                    <a:pt x="300751" y="26937"/>
                  </a:lnTo>
                  <a:lnTo>
                    <a:pt x="297500" y="22754"/>
                  </a:lnTo>
                  <a:lnTo>
                    <a:pt x="294118" y="18675"/>
                  </a:lnTo>
                  <a:lnTo>
                    <a:pt x="290608" y="14706"/>
                  </a:lnTo>
                  <a:lnTo>
                    <a:pt x="286974" y="10850"/>
                  </a:lnTo>
                  <a:lnTo>
                    <a:pt x="283220" y="7111"/>
                  </a:lnTo>
                  <a:lnTo>
                    <a:pt x="279349" y="3493"/>
                  </a:lnTo>
                  <a:lnTo>
                    <a:pt x="275365" y="0"/>
                  </a:lnTo>
                  <a:lnTo>
                    <a:pt x="167149" y="12741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5023544" y="941493"/>
              <a:ext cx="108216" cy="167167"/>
            </a:xfrm>
            <a:custGeom>
              <a:avLst/>
              <a:pathLst>
                <a:path w="108216" h="167167">
                  <a:moveTo>
                    <a:pt x="108216" y="39753"/>
                  </a:moveTo>
                  <a:lnTo>
                    <a:pt x="103883" y="36197"/>
                  </a:lnTo>
                  <a:lnTo>
                    <a:pt x="99435" y="32788"/>
                  </a:lnTo>
                  <a:lnTo>
                    <a:pt x="94874" y="29531"/>
                  </a:lnTo>
                  <a:lnTo>
                    <a:pt x="90207" y="26427"/>
                  </a:lnTo>
                  <a:lnTo>
                    <a:pt x="85438" y="23483"/>
                  </a:lnTo>
                  <a:lnTo>
                    <a:pt x="80574" y="20699"/>
                  </a:lnTo>
                  <a:lnTo>
                    <a:pt x="75618" y="18081"/>
                  </a:lnTo>
                  <a:lnTo>
                    <a:pt x="70578" y="15629"/>
                  </a:lnTo>
                  <a:lnTo>
                    <a:pt x="65458" y="13349"/>
                  </a:lnTo>
                  <a:lnTo>
                    <a:pt x="60265" y="11241"/>
                  </a:lnTo>
                  <a:lnTo>
                    <a:pt x="55004" y="9308"/>
                  </a:lnTo>
                  <a:lnTo>
                    <a:pt x="49682" y="7553"/>
                  </a:lnTo>
                  <a:lnTo>
                    <a:pt x="44303" y="5977"/>
                  </a:lnTo>
                  <a:lnTo>
                    <a:pt x="38875" y="4583"/>
                  </a:lnTo>
                  <a:lnTo>
                    <a:pt x="33403" y="3371"/>
                  </a:lnTo>
                  <a:lnTo>
                    <a:pt x="27893" y="2343"/>
                  </a:lnTo>
                  <a:lnTo>
                    <a:pt x="22352" y="1501"/>
                  </a:lnTo>
                  <a:lnTo>
                    <a:pt x="16786" y="844"/>
                  </a:lnTo>
                  <a:lnTo>
                    <a:pt x="11201" y="375"/>
                  </a:lnTo>
                  <a:lnTo>
                    <a:pt x="5603" y="9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4370660" y="941493"/>
              <a:ext cx="115555" cy="167167"/>
            </a:xfrm>
            <a:custGeom>
              <a:avLst/>
              <a:pathLst>
                <a:path w="115555" h="167167">
                  <a:moveTo>
                    <a:pt x="115555" y="0"/>
                  </a:moveTo>
                  <a:lnTo>
                    <a:pt x="110009" y="92"/>
                  </a:lnTo>
                  <a:lnTo>
                    <a:pt x="104469" y="368"/>
                  </a:lnTo>
                  <a:lnTo>
                    <a:pt x="98941" y="827"/>
                  </a:lnTo>
                  <a:lnTo>
                    <a:pt x="93431" y="1470"/>
                  </a:lnTo>
                  <a:lnTo>
                    <a:pt x="87946" y="2295"/>
                  </a:lnTo>
                  <a:lnTo>
                    <a:pt x="82491" y="3302"/>
                  </a:lnTo>
                  <a:lnTo>
                    <a:pt x="77073" y="4489"/>
                  </a:lnTo>
                  <a:lnTo>
                    <a:pt x="71697" y="5856"/>
                  </a:lnTo>
                  <a:lnTo>
                    <a:pt x="66369" y="7399"/>
                  </a:lnTo>
                  <a:lnTo>
                    <a:pt x="61095" y="9119"/>
                  </a:lnTo>
                  <a:lnTo>
                    <a:pt x="55881" y="11013"/>
                  </a:lnTo>
                  <a:lnTo>
                    <a:pt x="50734" y="13079"/>
                  </a:lnTo>
                  <a:lnTo>
                    <a:pt x="45657" y="15314"/>
                  </a:lnTo>
                  <a:lnTo>
                    <a:pt x="40657" y="17717"/>
                  </a:lnTo>
                  <a:lnTo>
                    <a:pt x="35740" y="20284"/>
                  </a:lnTo>
                  <a:lnTo>
                    <a:pt x="30911" y="23013"/>
                  </a:lnTo>
                  <a:lnTo>
                    <a:pt x="26175" y="25901"/>
                  </a:lnTo>
                  <a:lnTo>
                    <a:pt x="21537" y="28944"/>
                  </a:lnTo>
                  <a:lnTo>
                    <a:pt x="17003" y="32140"/>
                  </a:lnTo>
                  <a:lnTo>
                    <a:pt x="12577" y="35484"/>
                  </a:lnTo>
                  <a:lnTo>
                    <a:pt x="8265" y="38973"/>
                  </a:lnTo>
                  <a:lnTo>
                    <a:pt x="4071" y="42603"/>
                  </a:lnTo>
                  <a:lnTo>
                    <a:pt x="0" y="46370"/>
                  </a:lnTo>
                  <a:lnTo>
                    <a:pt x="115555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4370660" y="987864"/>
              <a:ext cx="115555" cy="120796"/>
            </a:xfrm>
            <a:custGeom>
              <a:avLst/>
              <a:pathLst>
                <a:path w="115555" h="120796">
                  <a:moveTo>
                    <a:pt x="0" y="0"/>
                  </a:moveTo>
                  <a:lnTo>
                    <a:pt x="115555" y="12079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4370660" y="987864"/>
              <a:ext cx="115555" cy="120796"/>
            </a:xfrm>
            <a:custGeom>
              <a:avLst/>
              <a:pathLst>
                <a:path w="115555" h="120796">
                  <a:moveTo>
                    <a:pt x="0" y="0"/>
                  </a:moveTo>
                  <a:lnTo>
                    <a:pt x="115555" y="12079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4370660" y="987864"/>
              <a:ext cx="115555" cy="120796"/>
            </a:xfrm>
            <a:custGeom>
              <a:avLst/>
              <a:pathLst>
                <a:path w="115555" h="120796">
                  <a:moveTo>
                    <a:pt x="0" y="0"/>
                  </a:moveTo>
                  <a:lnTo>
                    <a:pt x="115555" y="12079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4370660" y="987864"/>
              <a:ext cx="115555" cy="120796"/>
            </a:xfrm>
            <a:custGeom>
              <a:avLst/>
              <a:pathLst>
                <a:path w="115555" h="120796">
                  <a:moveTo>
                    <a:pt x="0" y="0"/>
                  </a:moveTo>
                  <a:lnTo>
                    <a:pt x="115555" y="12079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4370660" y="987864"/>
              <a:ext cx="115555" cy="120796"/>
            </a:xfrm>
            <a:custGeom>
              <a:avLst/>
              <a:pathLst>
                <a:path w="115555" h="120796">
                  <a:moveTo>
                    <a:pt x="0" y="0"/>
                  </a:moveTo>
                  <a:lnTo>
                    <a:pt x="115555" y="1207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4370660" y="987864"/>
              <a:ext cx="115555" cy="120796"/>
            </a:xfrm>
            <a:custGeom>
              <a:avLst/>
              <a:pathLst>
                <a:path w="115555" h="120796">
                  <a:moveTo>
                    <a:pt x="0" y="0"/>
                  </a:moveTo>
                  <a:lnTo>
                    <a:pt x="115555" y="1207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4370660" y="987864"/>
              <a:ext cx="115555" cy="120796"/>
            </a:xfrm>
            <a:custGeom>
              <a:avLst/>
              <a:pathLst>
                <a:path w="115555" h="120796">
                  <a:moveTo>
                    <a:pt x="0" y="0"/>
                  </a:moveTo>
                  <a:lnTo>
                    <a:pt x="115555" y="1207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4370660" y="987864"/>
              <a:ext cx="115555" cy="120796"/>
            </a:xfrm>
            <a:custGeom>
              <a:avLst/>
              <a:pathLst>
                <a:path w="115555" h="120796">
                  <a:moveTo>
                    <a:pt x="0" y="0"/>
                  </a:moveTo>
                  <a:lnTo>
                    <a:pt x="115555" y="1207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4370660" y="987864"/>
              <a:ext cx="115555" cy="120796"/>
            </a:xfrm>
            <a:custGeom>
              <a:avLst/>
              <a:pathLst>
                <a:path w="115555" h="120796">
                  <a:moveTo>
                    <a:pt x="0" y="0"/>
                  </a:moveTo>
                  <a:lnTo>
                    <a:pt x="115555" y="12079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4370660" y="987864"/>
              <a:ext cx="115555" cy="120796"/>
            </a:xfrm>
            <a:custGeom>
              <a:avLst/>
              <a:pathLst>
                <a:path w="115555" h="120796">
                  <a:moveTo>
                    <a:pt x="0" y="0"/>
                  </a:moveTo>
                  <a:lnTo>
                    <a:pt x="115555" y="12079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4370660" y="987864"/>
              <a:ext cx="115555" cy="120796"/>
            </a:xfrm>
            <a:custGeom>
              <a:avLst/>
              <a:pathLst>
                <a:path w="115555" h="120796">
                  <a:moveTo>
                    <a:pt x="0" y="0"/>
                  </a:moveTo>
                  <a:lnTo>
                    <a:pt x="115555" y="12079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4370660" y="987864"/>
              <a:ext cx="115555" cy="120796"/>
            </a:xfrm>
            <a:custGeom>
              <a:avLst/>
              <a:pathLst>
                <a:path w="115555" h="120796">
                  <a:moveTo>
                    <a:pt x="0" y="0"/>
                  </a:moveTo>
                  <a:lnTo>
                    <a:pt x="115555" y="12079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4370660" y="987864"/>
              <a:ext cx="115555" cy="120796"/>
            </a:xfrm>
            <a:custGeom>
              <a:avLst/>
              <a:pathLst>
                <a:path w="115555" h="120796">
                  <a:moveTo>
                    <a:pt x="0" y="0"/>
                  </a:moveTo>
                  <a:lnTo>
                    <a:pt x="115555" y="1207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4370660" y="987864"/>
              <a:ext cx="115555" cy="120796"/>
            </a:xfrm>
            <a:custGeom>
              <a:avLst/>
              <a:pathLst>
                <a:path w="115555" h="120796">
                  <a:moveTo>
                    <a:pt x="0" y="0"/>
                  </a:moveTo>
                  <a:lnTo>
                    <a:pt x="115555" y="1207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4370660" y="987864"/>
              <a:ext cx="115555" cy="120796"/>
            </a:xfrm>
            <a:custGeom>
              <a:avLst/>
              <a:pathLst>
                <a:path w="115555" h="120796">
                  <a:moveTo>
                    <a:pt x="0" y="0"/>
                  </a:moveTo>
                  <a:lnTo>
                    <a:pt x="115555" y="1207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4370660" y="987864"/>
              <a:ext cx="115555" cy="120796"/>
            </a:xfrm>
            <a:custGeom>
              <a:avLst/>
              <a:pathLst>
                <a:path w="115555" h="120796">
                  <a:moveTo>
                    <a:pt x="0" y="0"/>
                  </a:moveTo>
                  <a:lnTo>
                    <a:pt x="115555" y="1207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4370660" y="987864"/>
              <a:ext cx="115555" cy="120796"/>
            </a:xfrm>
            <a:custGeom>
              <a:avLst/>
              <a:pathLst>
                <a:path w="115555" h="120796">
                  <a:moveTo>
                    <a:pt x="0" y="0"/>
                  </a:moveTo>
                  <a:lnTo>
                    <a:pt x="115555" y="12079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4370660" y="987864"/>
              <a:ext cx="115555" cy="120796"/>
            </a:xfrm>
            <a:custGeom>
              <a:avLst/>
              <a:pathLst>
                <a:path w="115555" h="120796">
                  <a:moveTo>
                    <a:pt x="0" y="0"/>
                  </a:moveTo>
                  <a:lnTo>
                    <a:pt x="115555" y="12079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4319048" y="987864"/>
              <a:ext cx="167167" cy="261801"/>
            </a:xfrm>
            <a:custGeom>
              <a:avLst/>
              <a:pathLst>
                <a:path w="167167" h="261801">
                  <a:moveTo>
                    <a:pt x="51611" y="0"/>
                  </a:moveTo>
                  <a:lnTo>
                    <a:pt x="47765" y="3800"/>
                  </a:lnTo>
                  <a:lnTo>
                    <a:pt x="44044" y="7722"/>
                  </a:lnTo>
                  <a:lnTo>
                    <a:pt x="40452" y="11763"/>
                  </a:lnTo>
                  <a:lnTo>
                    <a:pt x="36992" y="15918"/>
                  </a:lnTo>
                  <a:lnTo>
                    <a:pt x="33668" y="20183"/>
                  </a:lnTo>
                  <a:lnTo>
                    <a:pt x="30484" y="24553"/>
                  </a:lnTo>
                  <a:lnTo>
                    <a:pt x="27443" y="29023"/>
                  </a:lnTo>
                  <a:lnTo>
                    <a:pt x="24549" y="33590"/>
                  </a:lnTo>
                  <a:lnTo>
                    <a:pt x="21803" y="38247"/>
                  </a:lnTo>
                  <a:lnTo>
                    <a:pt x="19209" y="42992"/>
                  </a:lnTo>
                  <a:lnTo>
                    <a:pt x="16771" y="47817"/>
                  </a:lnTo>
                  <a:lnTo>
                    <a:pt x="14489" y="52719"/>
                  </a:lnTo>
                  <a:lnTo>
                    <a:pt x="12368" y="57692"/>
                  </a:lnTo>
                  <a:lnTo>
                    <a:pt x="10408" y="62731"/>
                  </a:lnTo>
                  <a:lnTo>
                    <a:pt x="8612" y="67831"/>
                  </a:lnTo>
                  <a:lnTo>
                    <a:pt x="6982" y="72986"/>
                  </a:lnTo>
                  <a:lnTo>
                    <a:pt x="5520" y="78192"/>
                  </a:lnTo>
                  <a:lnTo>
                    <a:pt x="4226" y="83442"/>
                  </a:lnTo>
                  <a:lnTo>
                    <a:pt x="3104" y="88730"/>
                  </a:lnTo>
                  <a:lnTo>
                    <a:pt x="2152" y="94053"/>
                  </a:lnTo>
                  <a:lnTo>
                    <a:pt x="1374" y="99403"/>
                  </a:lnTo>
                  <a:lnTo>
                    <a:pt x="769" y="104776"/>
                  </a:lnTo>
                  <a:lnTo>
                    <a:pt x="338" y="110166"/>
                  </a:lnTo>
                  <a:lnTo>
                    <a:pt x="81" y="115567"/>
                  </a:lnTo>
                  <a:lnTo>
                    <a:pt x="0" y="120973"/>
                  </a:lnTo>
                  <a:lnTo>
                    <a:pt x="93" y="126379"/>
                  </a:lnTo>
                  <a:lnTo>
                    <a:pt x="361" y="131779"/>
                  </a:lnTo>
                  <a:lnTo>
                    <a:pt x="803" y="137168"/>
                  </a:lnTo>
                  <a:lnTo>
                    <a:pt x="1419" y="142539"/>
                  </a:lnTo>
                  <a:lnTo>
                    <a:pt x="2209" y="147888"/>
                  </a:lnTo>
                  <a:lnTo>
                    <a:pt x="3172" y="153208"/>
                  </a:lnTo>
                  <a:lnTo>
                    <a:pt x="4306" y="158495"/>
                  </a:lnTo>
                  <a:lnTo>
                    <a:pt x="5610" y="163742"/>
                  </a:lnTo>
                  <a:lnTo>
                    <a:pt x="7083" y="168944"/>
                  </a:lnTo>
                  <a:lnTo>
                    <a:pt x="8724" y="174096"/>
                  </a:lnTo>
                  <a:lnTo>
                    <a:pt x="10531" y="179192"/>
                  </a:lnTo>
                  <a:lnTo>
                    <a:pt x="12501" y="184227"/>
                  </a:lnTo>
                  <a:lnTo>
                    <a:pt x="14633" y="189196"/>
                  </a:lnTo>
                  <a:lnTo>
                    <a:pt x="16925" y="194093"/>
                  </a:lnTo>
                  <a:lnTo>
                    <a:pt x="19374" y="198913"/>
                  </a:lnTo>
                  <a:lnTo>
                    <a:pt x="21978" y="203652"/>
                  </a:lnTo>
                  <a:lnTo>
                    <a:pt x="24733" y="208304"/>
                  </a:lnTo>
                  <a:lnTo>
                    <a:pt x="27637" y="212864"/>
                  </a:lnTo>
                  <a:lnTo>
                    <a:pt x="30688" y="217328"/>
                  </a:lnTo>
                  <a:lnTo>
                    <a:pt x="33881" y="221691"/>
                  </a:lnTo>
                  <a:lnTo>
                    <a:pt x="37214" y="225949"/>
                  </a:lnTo>
                  <a:lnTo>
                    <a:pt x="40682" y="230097"/>
                  </a:lnTo>
                  <a:lnTo>
                    <a:pt x="44283" y="234130"/>
                  </a:lnTo>
                  <a:lnTo>
                    <a:pt x="48012" y="238045"/>
                  </a:lnTo>
                  <a:lnTo>
                    <a:pt x="51867" y="241837"/>
                  </a:lnTo>
                  <a:lnTo>
                    <a:pt x="55841" y="245502"/>
                  </a:lnTo>
                  <a:lnTo>
                    <a:pt x="59932" y="249037"/>
                  </a:lnTo>
                  <a:lnTo>
                    <a:pt x="64136" y="252438"/>
                  </a:lnTo>
                  <a:lnTo>
                    <a:pt x="68447" y="255701"/>
                  </a:lnTo>
                  <a:lnTo>
                    <a:pt x="72861" y="258823"/>
                  </a:lnTo>
                  <a:lnTo>
                    <a:pt x="77374" y="261801"/>
                  </a:lnTo>
                  <a:lnTo>
                    <a:pt x="167167" y="12079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4396423" y="941493"/>
              <a:ext cx="256943" cy="334333"/>
            </a:xfrm>
            <a:custGeom>
              <a:avLst/>
              <a:pathLst>
                <a:path w="256943" h="334333">
                  <a:moveTo>
                    <a:pt x="0" y="308171"/>
                  </a:moveTo>
                  <a:lnTo>
                    <a:pt x="4513" y="310946"/>
                  </a:lnTo>
                  <a:lnTo>
                    <a:pt x="9113" y="313577"/>
                  </a:lnTo>
                  <a:lnTo>
                    <a:pt x="13794" y="316060"/>
                  </a:lnTo>
                  <a:lnTo>
                    <a:pt x="18551" y="318394"/>
                  </a:lnTo>
                  <a:lnTo>
                    <a:pt x="23379" y="320576"/>
                  </a:lnTo>
                  <a:lnTo>
                    <a:pt x="28274" y="322603"/>
                  </a:lnTo>
                  <a:lnTo>
                    <a:pt x="33231" y="324475"/>
                  </a:lnTo>
                  <a:lnTo>
                    <a:pt x="38245" y="326189"/>
                  </a:lnTo>
                  <a:lnTo>
                    <a:pt x="43311" y="327742"/>
                  </a:lnTo>
                  <a:lnTo>
                    <a:pt x="48423" y="329135"/>
                  </a:lnTo>
                  <a:lnTo>
                    <a:pt x="53577" y="330364"/>
                  </a:lnTo>
                  <a:lnTo>
                    <a:pt x="58768" y="331430"/>
                  </a:lnTo>
                  <a:lnTo>
                    <a:pt x="63989" y="332331"/>
                  </a:lnTo>
                  <a:lnTo>
                    <a:pt x="69236" y="333066"/>
                  </a:lnTo>
                  <a:lnTo>
                    <a:pt x="74505" y="333634"/>
                  </a:lnTo>
                  <a:lnTo>
                    <a:pt x="79788" y="334035"/>
                  </a:lnTo>
                  <a:lnTo>
                    <a:pt x="85081" y="334268"/>
                  </a:lnTo>
                  <a:lnTo>
                    <a:pt x="90380" y="334333"/>
                  </a:lnTo>
                  <a:lnTo>
                    <a:pt x="95677" y="334231"/>
                  </a:lnTo>
                  <a:lnTo>
                    <a:pt x="100969" y="333960"/>
                  </a:lnTo>
                  <a:lnTo>
                    <a:pt x="106249" y="333522"/>
                  </a:lnTo>
                  <a:lnTo>
                    <a:pt x="111513" y="332917"/>
                  </a:lnTo>
                  <a:lnTo>
                    <a:pt x="116756" y="332146"/>
                  </a:lnTo>
                  <a:lnTo>
                    <a:pt x="121971" y="331208"/>
                  </a:lnTo>
                  <a:lnTo>
                    <a:pt x="127153" y="330106"/>
                  </a:lnTo>
                  <a:lnTo>
                    <a:pt x="132298" y="328840"/>
                  </a:lnTo>
                  <a:lnTo>
                    <a:pt x="137401" y="327412"/>
                  </a:lnTo>
                  <a:lnTo>
                    <a:pt x="142456" y="325822"/>
                  </a:lnTo>
                  <a:lnTo>
                    <a:pt x="147457" y="324074"/>
                  </a:lnTo>
                  <a:lnTo>
                    <a:pt x="152401" y="322167"/>
                  </a:lnTo>
                  <a:lnTo>
                    <a:pt x="157282" y="320105"/>
                  </a:lnTo>
                  <a:lnTo>
                    <a:pt x="162095" y="317889"/>
                  </a:lnTo>
                  <a:lnTo>
                    <a:pt x="166835" y="315522"/>
                  </a:lnTo>
                  <a:lnTo>
                    <a:pt x="171498" y="313006"/>
                  </a:lnTo>
                  <a:lnTo>
                    <a:pt x="176079" y="310343"/>
                  </a:lnTo>
                  <a:lnTo>
                    <a:pt x="180574" y="307537"/>
                  </a:lnTo>
                  <a:lnTo>
                    <a:pt x="184977" y="304589"/>
                  </a:lnTo>
                  <a:lnTo>
                    <a:pt x="189284" y="301503"/>
                  </a:lnTo>
                  <a:lnTo>
                    <a:pt x="193492" y="298283"/>
                  </a:lnTo>
                  <a:lnTo>
                    <a:pt x="197595" y="294930"/>
                  </a:lnTo>
                  <a:lnTo>
                    <a:pt x="201590" y="291450"/>
                  </a:lnTo>
                  <a:lnTo>
                    <a:pt x="205473" y="287844"/>
                  </a:lnTo>
                  <a:lnTo>
                    <a:pt x="209239" y="284117"/>
                  </a:lnTo>
                  <a:lnTo>
                    <a:pt x="212886" y="280273"/>
                  </a:lnTo>
                  <a:lnTo>
                    <a:pt x="216408" y="276315"/>
                  </a:lnTo>
                  <a:lnTo>
                    <a:pt x="219804" y="272247"/>
                  </a:lnTo>
                  <a:lnTo>
                    <a:pt x="223069" y="268074"/>
                  </a:lnTo>
                  <a:lnTo>
                    <a:pt x="226200" y="263800"/>
                  </a:lnTo>
                  <a:lnTo>
                    <a:pt x="229194" y="259428"/>
                  </a:lnTo>
                  <a:lnTo>
                    <a:pt x="232048" y="254964"/>
                  </a:lnTo>
                  <a:lnTo>
                    <a:pt x="234759" y="250411"/>
                  </a:lnTo>
                  <a:lnTo>
                    <a:pt x="237324" y="245775"/>
                  </a:lnTo>
                  <a:lnTo>
                    <a:pt x="239741" y="241060"/>
                  </a:lnTo>
                  <a:lnTo>
                    <a:pt x="242008" y="236271"/>
                  </a:lnTo>
                  <a:lnTo>
                    <a:pt x="244122" y="231412"/>
                  </a:lnTo>
                  <a:lnTo>
                    <a:pt x="246080" y="226488"/>
                  </a:lnTo>
                  <a:lnTo>
                    <a:pt x="247882" y="221505"/>
                  </a:lnTo>
                  <a:lnTo>
                    <a:pt x="249524" y="216468"/>
                  </a:lnTo>
                  <a:lnTo>
                    <a:pt x="251007" y="211381"/>
                  </a:lnTo>
                  <a:lnTo>
                    <a:pt x="252327" y="206249"/>
                  </a:lnTo>
                  <a:lnTo>
                    <a:pt x="253484" y="201079"/>
                  </a:lnTo>
                  <a:lnTo>
                    <a:pt x="254476" y="195874"/>
                  </a:lnTo>
                  <a:lnTo>
                    <a:pt x="255303" y="190640"/>
                  </a:lnTo>
                  <a:lnTo>
                    <a:pt x="255964" y="185383"/>
                  </a:lnTo>
                  <a:lnTo>
                    <a:pt x="256458" y="180107"/>
                  </a:lnTo>
                  <a:lnTo>
                    <a:pt x="256784" y="174819"/>
                  </a:lnTo>
                  <a:lnTo>
                    <a:pt x="256943" y="169523"/>
                  </a:lnTo>
                  <a:lnTo>
                    <a:pt x="256934" y="164224"/>
                  </a:lnTo>
                  <a:lnTo>
                    <a:pt x="256756" y="158928"/>
                  </a:lnTo>
                  <a:lnTo>
                    <a:pt x="256412" y="153641"/>
                  </a:lnTo>
                  <a:lnTo>
                    <a:pt x="255899" y="148367"/>
                  </a:lnTo>
                  <a:lnTo>
                    <a:pt x="255220" y="143112"/>
                  </a:lnTo>
                  <a:lnTo>
                    <a:pt x="254374" y="137882"/>
                  </a:lnTo>
                  <a:lnTo>
                    <a:pt x="253364" y="132680"/>
                  </a:lnTo>
                  <a:lnTo>
                    <a:pt x="252189" y="127514"/>
                  </a:lnTo>
                  <a:lnTo>
                    <a:pt x="250850" y="122387"/>
                  </a:lnTo>
                  <a:lnTo>
                    <a:pt x="249350" y="117305"/>
                  </a:lnTo>
                  <a:lnTo>
                    <a:pt x="247690" y="112273"/>
                  </a:lnTo>
                  <a:lnTo>
                    <a:pt x="245871" y="107297"/>
                  </a:lnTo>
                  <a:lnTo>
                    <a:pt x="243895" y="102380"/>
                  </a:lnTo>
                  <a:lnTo>
                    <a:pt x="241764" y="97529"/>
                  </a:lnTo>
                  <a:lnTo>
                    <a:pt x="239481" y="92747"/>
                  </a:lnTo>
                  <a:lnTo>
                    <a:pt x="237047" y="88041"/>
                  </a:lnTo>
                  <a:lnTo>
                    <a:pt x="234465" y="83414"/>
                  </a:lnTo>
                  <a:lnTo>
                    <a:pt x="231738" y="78871"/>
                  </a:lnTo>
                  <a:lnTo>
                    <a:pt x="228869" y="74416"/>
                  </a:lnTo>
                  <a:lnTo>
                    <a:pt x="225859" y="70055"/>
                  </a:lnTo>
                  <a:lnTo>
                    <a:pt x="222713" y="65792"/>
                  </a:lnTo>
                  <a:lnTo>
                    <a:pt x="219434" y="61630"/>
                  </a:lnTo>
                  <a:lnTo>
                    <a:pt x="216024" y="57575"/>
                  </a:lnTo>
                  <a:lnTo>
                    <a:pt x="212487" y="53629"/>
                  </a:lnTo>
                  <a:lnTo>
                    <a:pt x="208827" y="49797"/>
                  </a:lnTo>
                  <a:lnTo>
                    <a:pt x="205048" y="46084"/>
                  </a:lnTo>
                  <a:lnTo>
                    <a:pt x="201153" y="42492"/>
                  </a:lnTo>
                  <a:lnTo>
                    <a:pt x="197145" y="39025"/>
                  </a:lnTo>
                  <a:lnTo>
                    <a:pt x="193030" y="35687"/>
                  </a:lnTo>
                  <a:lnTo>
                    <a:pt x="188811" y="32482"/>
                  </a:lnTo>
                  <a:lnTo>
                    <a:pt x="184493" y="29411"/>
                  </a:lnTo>
                  <a:lnTo>
                    <a:pt x="180080" y="26479"/>
                  </a:lnTo>
                  <a:lnTo>
                    <a:pt x="175576" y="23688"/>
                  </a:lnTo>
                  <a:lnTo>
                    <a:pt x="170985" y="21042"/>
                  </a:lnTo>
                  <a:lnTo>
                    <a:pt x="166314" y="18542"/>
                  </a:lnTo>
                  <a:lnTo>
                    <a:pt x="161565" y="16191"/>
                  </a:lnTo>
                  <a:lnTo>
                    <a:pt x="156744" y="13993"/>
                  </a:lnTo>
                  <a:lnTo>
                    <a:pt x="151856" y="11948"/>
                  </a:lnTo>
                  <a:lnTo>
                    <a:pt x="146905" y="10059"/>
                  </a:lnTo>
                  <a:lnTo>
                    <a:pt x="141898" y="8327"/>
                  </a:lnTo>
                  <a:lnTo>
                    <a:pt x="136837" y="6756"/>
                  </a:lnTo>
                  <a:lnTo>
                    <a:pt x="131730" y="5346"/>
                  </a:lnTo>
                  <a:lnTo>
                    <a:pt x="126580" y="4098"/>
                  </a:lnTo>
                  <a:lnTo>
                    <a:pt x="121394" y="3014"/>
                  </a:lnTo>
                  <a:lnTo>
                    <a:pt x="116176" y="2095"/>
                  </a:lnTo>
                  <a:lnTo>
                    <a:pt x="110931" y="1341"/>
                  </a:lnTo>
                  <a:lnTo>
                    <a:pt x="105665" y="755"/>
                  </a:lnTo>
                  <a:lnTo>
                    <a:pt x="100383" y="335"/>
                  </a:lnTo>
                  <a:lnTo>
                    <a:pt x="95090" y="83"/>
                  </a:lnTo>
                  <a:lnTo>
                    <a:pt x="89792" y="0"/>
                  </a:lnTo>
                  <a:lnTo>
                    <a:pt x="8979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797335" y="1071028"/>
              <a:ext cx="167165" cy="333895"/>
            </a:xfrm>
            <a:custGeom>
              <a:avLst/>
              <a:pathLst>
                <a:path w="167165" h="333895">
                  <a:moveTo>
                    <a:pt x="167165" y="0"/>
                  </a:moveTo>
                  <a:lnTo>
                    <a:pt x="161822" y="85"/>
                  </a:lnTo>
                  <a:lnTo>
                    <a:pt x="156484" y="341"/>
                  </a:lnTo>
                  <a:lnTo>
                    <a:pt x="151157" y="768"/>
                  </a:lnTo>
                  <a:lnTo>
                    <a:pt x="145847" y="1364"/>
                  </a:lnTo>
                  <a:lnTo>
                    <a:pt x="140558" y="2131"/>
                  </a:lnTo>
                  <a:lnTo>
                    <a:pt x="135297" y="3065"/>
                  </a:lnTo>
                  <a:lnTo>
                    <a:pt x="130068" y="4168"/>
                  </a:lnTo>
                  <a:lnTo>
                    <a:pt x="124876" y="5437"/>
                  </a:lnTo>
                  <a:lnTo>
                    <a:pt x="119729" y="6871"/>
                  </a:lnTo>
                  <a:lnTo>
                    <a:pt x="114629" y="8469"/>
                  </a:lnTo>
                  <a:lnTo>
                    <a:pt x="109583" y="10230"/>
                  </a:lnTo>
                  <a:lnTo>
                    <a:pt x="104597" y="12150"/>
                  </a:lnTo>
                  <a:lnTo>
                    <a:pt x="99674" y="14230"/>
                  </a:lnTo>
                  <a:lnTo>
                    <a:pt x="94820" y="16465"/>
                  </a:lnTo>
                  <a:lnTo>
                    <a:pt x="90040" y="18854"/>
                  </a:lnTo>
                  <a:lnTo>
                    <a:pt x="85339" y="21395"/>
                  </a:lnTo>
                  <a:lnTo>
                    <a:pt x="80721" y="24085"/>
                  </a:lnTo>
                  <a:lnTo>
                    <a:pt x="76192" y="26922"/>
                  </a:lnTo>
                  <a:lnTo>
                    <a:pt x="71755" y="29901"/>
                  </a:lnTo>
                  <a:lnTo>
                    <a:pt x="67417" y="33021"/>
                  </a:lnTo>
                  <a:lnTo>
                    <a:pt x="63180" y="36278"/>
                  </a:lnTo>
                  <a:lnTo>
                    <a:pt x="59049" y="39668"/>
                  </a:lnTo>
                  <a:lnTo>
                    <a:pt x="55029" y="43189"/>
                  </a:lnTo>
                  <a:lnTo>
                    <a:pt x="51124" y="46837"/>
                  </a:lnTo>
                  <a:lnTo>
                    <a:pt x="47337" y="50608"/>
                  </a:lnTo>
                  <a:lnTo>
                    <a:pt x="43672" y="54497"/>
                  </a:lnTo>
                  <a:lnTo>
                    <a:pt x="40134" y="58502"/>
                  </a:lnTo>
                  <a:lnTo>
                    <a:pt x="36726" y="62618"/>
                  </a:lnTo>
                  <a:lnTo>
                    <a:pt x="33451" y="66841"/>
                  </a:lnTo>
                  <a:lnTo>
                    <a:pt x="30312" y="71166"/>
                  </a:lnTo>
                  <a:lnTo>
                    <a:pt x="27314" y="75589"/>
                  </a:lnTo>
                  <a:lnTo>
                    <a:pt x="24458" y="80106"/>
                  </a:lnTo>
                  <a:lnTo>
                    <a:pt x="21748" y="84712"/>
                  </a:lnTo>
                  <a:lnTo>
                    <a:pt x="19187" y="89403"/>
                  </a:lnTo>
                  <a:lnTo>
                    <a:pt x="16777" y="94172"/>
                  </a:lnTo>
                  <a:lnTo>
                    <a:pt x="14520" y="99017"/>
                  </a:lnTo>
                  <a:lnTo>
                    <a:pt x="12420" y="103930"/>
                  </a:lnTo>
                  <a:lnTo>
                    <a:pt x="10478" y="108909"/>
                  </a:lnTo>
                  <a:lnTo>
                    <a:pt x="8696" y="113947"/>
                  </a:lnTo>
                  <a:lnTo>
                    <a:pt x="7076" y="119040"/>
                  </a:lnTo>
                  <a:lnTo>
                    <a:pt x="5619" y="124181"/>
                  </a:lnTo>
                  <a:lnTo>
                    <a:pt x="4328" y="129367"/>
                  </a:lnTo>
                  <a:lnTo>
                    <a:pt x="3203" y="134591"/>
                  </a:lnTo>
                  <a:lnTo>
                    <a:pt x="2245" y="139848"/>
                  </a:lnTo>
                  <a:lnTo>
                    <a:pt x="1456" y="145134"/>
                  </a:lnTo>
                  <a:lnTo>
                    <a:pt x="837" y="150442"/>
                  </a:lnTo>
                  <a:lnTo>
                    <a:pt x="387" y="155767"/>
                  </a:lnTo>
                  <a:lnTo>
                    <a:pt x="108" y="161103"/>
                  </a:lnTo>
                  <a:lnTo>
                    <a:pt x="0" y="166446"/>
                  </a:lnTo>
                  <a:lnTo>
                    <a:pt x="62" y="171790"/>
                  </a:lnTo>
                  <a:lnTo>
                    <a:pt x="295" y="177129"/>
                  </a:lnTo>
                  <a:lnTo>
                    <a:pt x="699" y="182457"/>
                  </a:lnTo>
                  <a:lnTo>
                    <a:pt x="1273" y="187771"/>
                  </a:lnTo>
                  <a:lnTo>
                    <a:pt x="2016" y="193063"/>
                  </a:lnTo>
                  <a:lnTo>
                    <a:pt x="2928" y="198328"/>
                  </a:lnTo>
                  <a:lnTo>
                    <a:pt x="4008" y="203562"/>
                  </a:lnTo>
                  <a:lnTo>
                    <a:pt x="5255" y="208758"/>
                  </a:lnTo>
                  <a:lnTo>
                    <a:pt x="6667" y="213912"/>
                  </a:lnTo>
                  <a:lnTo>
                    <a:pt x="8243" y="219019"/>
                  </a:lnTo>
                  <a:lnTo>
                    <a:pt x="9981" y="224072"/>
                  </a:lnTo>
                  <a:lnTo>
                    <a:pt x="11881" y="229067"/>
                  </a:lnTo>
                  <a:lnTo>
                    <a:pt x="13939" y="233999"/>
                  </a:lnTo>
                  <a:lnTo>
                    <a:pt x="16153" y="238862"/>
                  </a:lnTo>
                  <a:lnTo>
                    <a:pt x="18522" y="243653"/>
                  </a:lnTo>
                  <a:lnTo>
                    <a:pt x="21043" y="248365"/>
                  </a:lnTo>
                  <a:lnTo>
                    <a:pt x="23713" y="252994"/>
                  </a:lnTo>
                  <a:lnTo>
                    <a:pt x="26529" y="257535"/>
                  </a:lnTo>
                  <a:lnTo>
                    <a:pt x="29490" y="261984"/>
                  </a:lnTo>
                  <a:lnTo>
                    <a:pt x="32591" y="266336"/>
                  </a:lnTo>
                  <a:lnTo>
                    <a:pt x="35829" y="270587"/>
                  </a:lnTo>
                  <a:lnTo>
                    <a:pt x="39202" y="274732"/>
                  </a:lnTo>
                  <a:lnTo>
                    <a:pt x="42706" y="278768"/>
                  </a:lnTo>
                  <a:lnTo>
                    <a:pt x="46336" y="282689"/>
                  </a:lnTo>
                  <a:lnTo>
                    <a:pt x="50091" y="286492"/>
                  </a:lnTo>
                  <a:lnTo>
                    <a:pt x="53964" y="290173"/>
                  </a:lnTo>
                  <a:lnTo>
                    <a:pt x="57954" y="293729"/>
                  </a:lnTo>
                  <a:lnTo>
                    <a:pt x="62055" y="297155"/>
                  </a:lnTo>
                  <a:lnTo>
                    <a:pt x="66264" y="300448"/>
                  </a:lnTo>
                  <a:lnTo>
                    <a:pt x="70575" y="303605"/>
                  </a:lnTo>
                  <a:lnTo>
                    <a:pt x="74986" y="306623"/>
                  </a:lnTo>
                  <a:lnTo>
                    <a:pt x="79490" y="309498"/>
                  </a:lnTo>
                  <a:lnTo>
                    <a:pt x="84085" y="312227"/>
                  </a:lnTo>
                  <a:lnTo>
                    <a:pt x="88764" y="314809"/>
                  </a:lnTo>
                  <a:lnTo>
                    <a:pt x="93523" y="317239"/>
                  </a:lnTo>
                  <a:lnTo>
                    <a:pt x="98358" y="319517"/>
                  </a:lnTo>
                  <a:lnTo>
                    <a:pt x="103262" y="321638"/>
                  </a:lnTo>
                  <a:lnTo>
                    <a:pt x="108232" y="323602"/>
                  </a:lnTo>
                  <a:lnTo>
                    <a:pt x="113263" y="325406"/>
                  </a:lnTo>
                  <a:lnTo>
                    <a:pt x="118348" y="327048"/>
                  </a:lnTo>
                  <a:lnTo>
                    <a:pt x="123484" y="328526"/>
                  </a:lnTo>
                  <a:lnTo>
                    <a:pt x="128664" y="329840"/>
                  </a:lnTo>
                  <a:lnTo>
                    <a:pt x="133883" y="330988"/>
                  </a:lnTo>
                  <a:lnTo>
                    <a:pt x="139136" y="331968"/>
                  </a:lnTo>
                  <a:lnTo>
                    <a:pt x="144418" y="332779"/>
                  </a:lnTo>
                  <a:lnTo>
                    <a:pt x="149723" y="333422"/>
                  </a:lnTo>
                  <a:lnTo>
                    <a:pt x="155046" y="333895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952382" y="1238196"/>
              <a:ext cx="12119" cy="166727"/>
            </a:xfrm>
            <a:custGeom>
              <a:avLst/>
              <a:pathLst>
                <a:path w="12119" h="166727">
                  <a:moveTo>
                    <a:pt x="0" y="166727"/>
                  </a:moveTo>
                  <a:lnTo>
                    <a:pt x="12119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952382" y="1238196"/>
              <a:ext cx="12119" cy="166727"/>
            </a:xfrm>
            <a:custGeom>
              <a:avLst/>
              <a:pathLst>
                <a:path w="12119" h="166727">
                  <a:moveTo>
                    <a:pt x="0" y="166727"/>
                  </a:moveTo>
                  <a:lnTo>
                    <a:pt x="12119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952382" y="1238196"/>
              <a:ext cx="12119" cy="166727"/>
            </a:xfrm>
            <a:custGeom>
              <a:avLst/>
              <a:pathLst>
                <a:path w="12119" h="166727">
                  <a:moveTo>
                    <a:pt x="0" y="166727"/>
                  </a:moveTo>
                  <a:lnTo>
                    <a:pt x="12119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952382" y="1238196"/>
              <a:ext cx="12119" cy="166727"/>
            </a:xfrm>
            <a:custGeom>
              <a:avLst/>
              <a:pathLst>
                <a:path w="12119" h="166727">
                  <a:moveTo>
                    <a:pt x="0" y="166727"/>
                  </a:moveTo>
                  <a:lnTo>
                    <a:pt x="1211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952382" y="1238196"/>
              <a:ext cx="12119" cy="166727"/>
            </a:xfrm>
            <a:custGeom>
              <a:avLst/>
              <a:pathLst>
                <a:path w="12119" h="166727">
                  <a:moveTo>
                    <a:pt x="0" y="166727"/>
                  </a:moveTo>
                  <a:lnTo>
                    <a:pt x="1211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952382" y="1238196"/>
              <a:ext cx="12119" cy="166727"/>
            </a:xfrm>
            <a:custGeom>
              <a:avLst/>
              <a:pathLst>
                <a:path w="12119" h="166727">
                  <a:moveTo>
                    <a:pt x="0" y="166727"/>
                  </a:moveTo>
                  <a:lnTo>
                    <a:pt x="1211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952382" y="1238196"/>
              <a:ext cx="12119" cy="166727"/>
            </a:xfrm>
            <a:custGeom>
              <a:avLst/>
              <a:pathLst>
                <a:path w="12119" h="166727">
                  <a:moveTo>
                    <a:pt x="0" y="166727"/>
                  </a:moveTo>
                  <a:lnTo>
                    <a:pt x="1211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952382" y="1238196"/>
              <a:ext cx="12119" cy="166727"/>
            </a:xfrm>
            <a:custGeom>
              <a:avLst/>
              <a:pathLst>
                <a:path w="12119" h="166727">
                  <a:moveTo>
                    <a:pt x="0" y="166727"/>
                  </a:moveTo>
                  <a:lnTo>
                    <a:pt x="12119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952382" y="1238196"/>
              <a:ext cx="12119" cy="166727"/>
            </a:xfrm>
            <a:custGeom>
              <a:avLst/>
              <a:pathLst>
                <a:path w="12119" h="166727">
                  <a:moveTo>
                    <a:pt x="0" y="166727"/>
                  </a:moveTo>
                  <a:lnTo>
                    <a:pt x="1211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952382" y="1238196"/>
              <a:ext cx="12119" cy="166727"/>
            </a:xfrm>
            <a:custGeom>
              <a:avLst/>
              <a:pathLst>
                <a:path w="12119" h="166727">
                  <a:moveTo>
                    <a:pt x="0" y="166727"/>
                  </a:moveTo>
                  <a:lnTo>
                    <a:pt x="1211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952382" y="1238196"/>
              <a:ext cx="12119" cy="166727"/>
            </a:xfrm>
            <a:custGeom>
              <a:avLst/>
              <a:pathLst>
                <a:path w="12119" h="166727">
                  <a:moveTo>
                    <a:pt x="0" y="166727"/>
                  </a:moveTo>
                  <a:lnTo>
                    <a:pt x="12119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952382" y="1238196"/>
              <a:ext cx="12119" cy="166727"/>
            </a:xfrm>
            <a:custGeom>
              <a:avLst/>
              <a:pathLst>
                <a:path w="12119" h="166727">
                  <a:moveTo>
                    <a:pt x="0" y="166727"/>
                  </a:moveTo>
                  <a:lnTo>
                    <a:pt x="1211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952382" y="1238196"/>
              <a:ext cx="12119" cy="166727"/>
            </a:xfrm>
            <a:custGeom>
              <a:avLst/>
              <a:pathLst>
                <a:path w="12119" h="166727">
                  <a:moveTo>
                    <a:pt x="0" y="166727"/>
                  </a:moveTo>
                  <a:lnTo>
                    <a:pt x="1211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952382" y="1238196"/>
              <a:ext cx="12119" cy="166727"/>
            </a:xfrm>
            <a:custGeom>
              <a:avLst/>
              <a:pathLst>
                <a:path w="12119" h="166727">
                  <a:moveTo>
                    <a:pt x="0" y="166727"/>
                  </a:moveTo>
                  <a:lnTo>
                    <a:pt x="1211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952382" y="1238196"/>
              <a:ext cx="12119" cy="166727"/>
            </a:xfrm>
            <a:custGeom>
              <a:avLst/>
              <a:pathLst>
                <a:path w="12119" h="166727">
                  <a:moveTo>
                    <a:pt x="0" y="166727"/>
                  </a:moveTo>
                  <a:lnTo>
                    <a:pt x="1211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952382" y="1238196"/>
              <a:ext cx="12119" cy="166727"/>
            </a:xfrm>
            <a:custGeom>
              <a:avLst/>
              <a:pathLst>
                <a:path w="12119" h="166727">
                  <a:moveTo>
                    <a:pt x="0" y="166727"/>
                  </a:moveTo>
                  <a:lnTo>
                    <a:pt x="12119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952382" y="1238196"/>
              <a:ext cx="12119" cy="166727"/>
            </a:xfrm>
            <a:custGeom>
              <a:avLst/>
              <a:pathLst>
                <a:path w="12119" h="166727">
                  <a:moveTo>
                    <a:pt x="0" y="166727"/>
                  </a:moveTo>
                  <a:lnTo>
                    <a:pt x="12119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952382" y="1081127"/>
              <a:ext cx="179274" cy="324229"/>
            </a:xfrm>
            <a:custGeom>
              <a:avLst/>
              <a:pathLst>
                <a:path w="179274" h="324229">
                  <a:moveTo>
                    <a:pt x="0" y="323796"/>
                  </a:moveTo>
                  <a:lnTo>
                    <a:pt x="5312" y="324097"/>
                  </a:lnTo>
                  <a:lnTo>
                    <a:pt x="10631" y="324229"/>
                  </a:lnTo>
                  <a:lnTo>
                    <a:pt x="15952" y="324192"/>
                  </a:lnTo>
                  <a:lnTo>
                    <a:pt x="21269" y="323985"/>
                  </a:lnTo>
                  <a:lnTo>
                    <a:pt x="26576" y="323610"/>
                  </a:lnTo>
                  <a:lnTo>
                    <a:pt x="31869" y="323065"/>
                  </a:lnTo>
                  <a:lnTo>
                    <a:pt x="37142" y="322352"/>
                  </a:lnTo>
                  <a:lnTo>
                    <a:pt x="42390" y="321472"/>
                  </a:lnTo>
                  <a:lnTo>
                    <a:pt x="47607" y="320426"/>
                  </a:lnTo>
                  <a:lnTo>
                    <a:pt x="52788" y="319213"/>
                  </a:lnTo>
                  <a:lnTo>
                    <a:pt x="57927" y="317837"/>
                  </a:lnTo>
                  <a:lnTo>
                    <a:pt x="63021" y="316298"/>
                  </a:lnTo>
                  <a:lnTo>
                    <a:pt x="68063" y="314597"/>
                  </a:lnTo>
                  <a:lnTo>
                    <a:pt x="73048" y="312737"/>
                  </a:lnTo>
                  <a:lnTo>
                    <a:pt x="77971" y="310719"/>
                  </a:lnTo>
                  <a:lnTo>
                    <a:pt x="82828" y="308545"/>
                  </a:lnTo>
                  <a:lnTo>
                    <a:pt x="87613" y="306218"/>
                  </a:lnTo>
                  <a:lnTo>
                    <a:pt x="92321" y="303740"/>
                  </a:lnTo>
                  <a:lnTo>
                    <a:pt x="96948" y="301113"/>
                  </a:lnTo>
                  <a:lnTo>
                    <a:pt x="101490" y="298340"/>
                  </a:lnTo>
                  <a:lnTo>
                    <a:pt x="105941" y="295424"/>
                  </a:lnTo>
                  <a:lnTo>
                    <a:pt x="110296" y="292368"/>
                  </a:lnTo>
                  <a:lnTo>
                    <a:pt x="114553" y="289175"/>
                  </a:lnTo>
                  <a:lnTo>
                    <a:pt x="118705" y="285848"/>
                  </a:lnTo>
                  <a:lnTo>
                    <a:pt x="122750" y="282391"/>
                  </a:lnTo>
                  <a:lnTo>
                    <a:pt x="126682" y="278807"/>
                  </a:lnTo>
                  <a:lnTo>
                    <a:pt x="130498" y="275099"/>
                  </a:lnTo>
                  <a:lnTo>
                    <a:pt x="134195" y="271272"/>
                  </a:lnTo>
                  <a:lnTo>
                    <a:pt x="137768" y="267329"/>
                  </a:lnTo>
                  <a:lnTo>
                    <a:pt x="141213" y="263274"/>
                  </a:lnTo>
                  <a:lnTo>
                    <a:pt x="144528" y="259111"/>
                  </a:lnTo>
                  <a:lnTo>
                    <a:pt x="147708" y="254846"/>
                  </a:lnTo>
                  <a:lnTo>
                    <a:pt x="150751" y="250481"/>
                  </a:lnTo>
                  <a:lnTo>
                    <a:pt x="153654" y="246022"/>
                  </a:lnTo>
                  <a:lnTo>
                    <a:pt x="156413" y="241472"/>
                  </a:lnTo>
                  <a:lnTo>
                    <a:pt x="159026" y="236837"/>
                  </a:lnTo>
                  <a:lnTo>
                    <a:pt x="161491" y="232121"/>
                  </a:lnTo>
                  <a:lnTo>
                    <a:pt x="163804" y="227329"/>
                  </a:lnTo>
                  <a:lnTo>
                    <a:pt x="165963" y="222466"/>
                  </a:lnTo>
                  <a:lnTo>
                    <a:pt x="167966" y="217537"/>
                  </a:lnTo>
                  <a:lnTo>
                    <a:pt x="169812" y="212546"/>
                  </a:lnTo>
                  <a:lnTo>
                    <a:pt x="171498" y="207500"/>
                  </a:lnTo>
                  <a:lnTo>
                    <a:pt x="173022" y="202402"/>
                  </a:lnTo>
                  <a:lnTo>
                    <a:pt x="174383" y="197258"/>
                  </a:lnTo>
                  <a:lnTo>
                    <a:pt x="175580" y="192073"/>
                  </a:lnTo>
                  <a:lnTo>
                    <a:pt x="176611" y="186853"/>
                  </a:lnTo>
                  <a:lnTo>
                    <a:pt x="177476" y="181603"/>
                  </a:lnTo>
                  <a:lnTo>
                    <a:pt x="178173" y="176328"/>
                  </a:lnTo>
                  <a:lnTo>
                    <a:pt x="178702" y="171034"/>
                  </a:lnTo>
                  <a:lnTo>
                    <a:pt x="179062" y="165725"/>
                  </a:lnTo>
                  <a:lnTo>
                    <a:pt x="179253" y="160408"/>
                  </a:lnTo>
                  <a:lnTo>
                    <a:pt x="179274" y="155087"/>
                  </a:lnTo>
                  <a:lnTo>
                    <a:pt x="179127" y="149768"/>
                  </a:lnTo>
                  <a:lnTo>
                    <a:pt x="178810" y="144457"/>
                  </a:lnTo>
                  <a:lnTo>
                    <a:pt x="178324" y="139158"/>
                  </a:lnTo>
                  <a:lnTo>
                    <a:pt x="177670" y="133877"/>
                  </a:lnTo>
                  <a:lnTo>
                    <a:pt x="176848" y="128620"/>
                  </a:lnTo>
                  <a:lnTo>
                    <a:pt x="175859" y="123392"/>
                  </a:lnTo>
                  <a:lnTo>
                    <a:pt x="174704" y="118198"/>
                  </a:lnTo>
                  <a:lnTo>
                    <a:pt x="173385" y="113043"/>
                  </a:lnTo>
                  <a:lnTo>
                    <a:pt x="171902" y="107933"/>
                  </a:lnTo>
                  <a:lnTo>
                    <a:pt x="170257" y="102873"/>
                  </a:lnTo>
                  <a:lnTo>
                    <a:pt x="168452" y="97868"/>
                  </a:lnTo>
                  <a:lnTo>
                    <a:pt x="166489" y="92922"/>
                  </a:lnTo>
                  <a:lnTo>
                    <a:pt x="164369" y="88042"/>
                  </a:lnTo>
                  <a:lnTo>
                    <a:pt x="162095" y="83231"/>
                  </a:lnTo>
                  <a:lnTo>
                    <a:pt x="159669" y="78496"/>
                  </a:lnTo>
                  <a:lnTo>
                    <a:pt x="157094" y="73839"/>
                  </a:lnTo>
                  <a:lnTo>
                    <a:pt x="154372" y="69268"/>
                  </a:lnTo>
                  <a:lnTo>
                    <a:pt x="151505" y="64785"/>
                  </a:lnTo>
                  <a:lnTo>
                    <a:pt x="148498" y="60396"/>
                  </a:lnTo>
                  <a:lnTo>
                    <a:pt x="145352" y="56104"/>
                  </a:lnTo>
                  <a:lnTo>
                    <a:pt x="142071" y="51915"/>
                  </a:lnTo>
                  <a:lnTo>
                    <a:pt x="138659" y="47832"/>
                  </a:lnTo>
                  <a:lnTo>
                    <a:pt x="135118" y="43861"/>
                  </a:lnTo>
                  <a:lnTo>
                    <a:pt x="131453" y="40003"/>
                  </a:lnTo>
                  <a:lnTo>
                    <a:pt x="127667" y="36265"/>
                  </a:lnTo>
                  <a:lnTo>
                    <a:pt x="123764" y="32649"/>
                  </a:lnTo>
                  <a:lnTo>
                    <a:pt x="119748" y="29158"/>
                  </a:lnTo>
                  <a:lnTo>
                    <a:pt x="115622" y="25798"/>
                  </a:lnTo>
                  <a:lnTo>
                    <a:pt x="111392" y="22570"/>
                  </a:lnTo>
                  <a:lnTo>
                    <a:pt x="107061" y="19479"/>
                  </a:lnTo>
                  <a:lnTo>
                    <a:pt x="102634" y="16527"/>
                  </a:lnTo>
                  <a:lnTo>
                    <a:pt x="98116" y="13718"/>
                  </a:lnTo>
                  <a:lnTo>
                    <a:pt x="93510" y="11053"/>
                  </a:lnTo>
                  <a:lnTo>
                    <a:pt x="88822" y="8537"/>
                  </a:lnTo>
                  <a:lnTo>
                    <a:pt x="84056" y="6171"/>
                  </a:lnTo>
                  <a:lnTo>
                    <a:pt x="79217" y="3958"/>
                  </a:lnTo>
                  <a:lnTo>
                    <a:pt x="74310" y="1900"/>
                  </a:lnTo>
                  <a:lnTo>
                    <a:pt x="69340" y="0"/>
                  </a:lnTo>
                  <a:lnTo>
                    <a:pt x="12119" y="15706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964501" y="1071028"/>
              <a:ext cx="57221" cy="167167"/>
            </a:xfrm>
            <a:custGeom>
              <a:avLst/>
              <a:pathLst>
                <a:path w="57221" h="167167">
                  <a:moveTo>
                    <a:pt x="57221" y="10098"/>
                  </a:moveTo>
                  <a:lnTo>
                    <a:pt x="51700" y="8195"/>
                  </a:lnTo>
                  <a:lnTo>
                    <a:pt x="46115" y="6486"/>
                  </a:lnTo>
                  <a:lnTo>
                    <a:pt x="40475" y="4974"/>
                  </a:lnTo>
                  <a:lnTo>
                    <a:pt x="34785" y="3659"/>
                  </a:lnTo>
                  <a:lnTo>
                    <a:pt x="29052" y="2543"/>
                  </a:lnTo>
                  <a:lnTo>
                    <a:pt x="23284" y="1629"/>
                  </a:lnTo>
                  <a:lnTo>
                    <a:pt x="17488" y="917"/>
                  </a:lnTo>
                  <a:lnTo>
                    <a:pt x="11670" y="407"/>
                  </a:lnTo>
                  <a:lnTo>
                    <a:pt x="5839" y="10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3375788" y="1322571"/>
              <a:ext cx="112932" cy="167167"/>
            </a:xfrm>
            <a:custGeom>
              <a:avLst/>
              <a:pathLst>
                <a:path w="112932" h="167167">
                  <a:moveTo>
                    <a:pt x="112932" y="0"/>
                  </a:moveTo>
                  <a:lnTo>
                    <a:pt x="107297" y="95"/>
                  </a:lnTo>
                  <a:lnTo>
                    <a:pt x="101668" y="379"/>
                  </a:lnTo>
                  <a:lnTo>
                    <a:pt x="96052" y="854"/>
                  </a:lnTo>
                  <a:lnTo>
                    <a:pt x="90456" y="1517"/>
                  </a:lnTo>
                  <a:lnTo>
                    <a:pt x="84885" y="2369"/>
                  </a:lnTo>
                  <a:lnTo>
                    <a:pt x="79346" y="3408"/>
                  </a:lnTo>
                  <a:lnTo>
                    <a:pt x="73845" y="4633"/>
                  </a:lnTo>
                  <a:lnTo>
                    <a:pt x="68388" y="6043"/>
                  </a:lnTo>
                  <a:lnTo>
                    <a:pt x="62982" y="7636"/>
                  </a:lnTo>
                  <a:lnTo>
                    <a:pt x="57633" y="9411"/>
                  </a:lnTo>
                  <a:lnTo>
                    <a:pt x="52347" y="11364"/>
                  </a:lnTo>
                  <a:lnTo>
                    <a:pt x="47129" y="13495"/>
                  </a:lnTo>
                  <a:lnTo>
                    <a:pt x="41987" y="15801"/>
                  </a:lnTo>
                  <a:lnTo>
                    <a:pt x="36925" y="18278"/>
                  </a:lnTo>
                  <a:lnTo>
                    <a:pt x="31949" y="20925"/>
                  </a:lnTo>
                  <a:lnTo>
                    <a:pt x="27065" y="23738"/>
                  </a:lnTo>
                  <a:lnTo>
                    <a:pt x="22279" y="26714"/>
                  </a:lnTo>
                  <a:lnTo>
                    <a:pt x="17596" y="29849"/>
                  </a:lnTo>
                  <a:lnTo>
                    <a:pt x="13022" y="33141"/>
                  </a:lnTo>
                  <a:lnTo>
                    <a:pt x="8561" y="36585"/>
                  </a:lnTo>
                  <a:lnTo>
                    <a:pt x="4218" y="40177"/>
                  </a:lnTo>
                  <a:lnTo>
                    <a:pt x="0" y="43914"/>
                  </a:lnTo>
                  <a:lnTo>
                    <a:pt x="112932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3375788" y="1366486"/>
              <a:ext cx="112932" cy="123252"/>
            </a:xfrm>
            <a:custGeom>
              <a:avLst/>
              <a:pathLst>
                <a:path w="112932" h="123252">
                  <a:moveTo>
                    <a:pt x="0" y="0"/>
                  </a:moveTo>
                  <a:lnTo>
                    <a:pt x="112932" y="12325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3375788" y="1366486"/>
              <a:ext cx="112932" cy="123252"/>
            </a:xfrm>
            <a:custGeom>
              <a:avLst/>
              <a:pathLst>
                <a:path w="112932" h="123252">
                  <a:moveTo>
                    <a:pt x="0" y="0"/>
                  </a:moveTo>
                  <a:lnTo>
                    <a:pt x="112932" y="12325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3375788" y="1366486"/>
              <a:ext cx="112932" cy="123252"/>
            </a:xfrm>
            <a:custGeom>
              <a:avLst/>
              <a:pathLst>
                <a:path w="112932" h="123252">
                  <a:moveTo>
                    <a:pt x="0" y="0"/>
                  </a:moveTo>
                  <a:lnTo>
                    <a:pt x="112932" y="1232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3375788" y="1366486"/>
              <a:ext cx="112932" cy="123252"/>
            </a:xfrm>
            <a:custGeom>
              <a:avLst/>
              <a:pathLst>
                <a:path w="112932" h="123252">
                  <a:moveTo>
                    <a:pt x="0" y="0"/>
                  </a:moveTo>
                  <a:lnTo>
                    <a:pt x="112932" y="1232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3375788" y="1366486"/>
              <a:ext cx="112932" cy="123252"/>
            </a:xfrm>
            <a:custGeom>
              <a:avLst/>
              <a:pathLst>
                <a:path w="112932" h="123252">
                  <a:moveTo>
                    <a:pt x="0" y="0"/>
                  </a:moveTo>
                  <a:lnTo>
                    <a:pt x="112932" y="1232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3375788" y="1366486"/>
              <a:ext cx="112932" cy="123252"/>
            </a:xfrm>
            <a:custGeom>
              <a:avLst/>
              <a:pathLst>
                <a:path w="112932" h="123252">
                  <a:moveTo>
                    <a:pt x="0" y="0"/>
                  </a:moveTo>
                  <a:lnTo>
                    <a:pt x="112932" y="1232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3375788" y="1366486"/>
              <a:ext cx="112932" cy="123252"/>
            </a:xfrm>
            <a:custGeom>
              <a:avLst/>
              <a:pathLst>
                <a:path w="112932" h="123252">
                  <a:moveTo>
                    <a:pt x="0" y="0"/>
                  </a:moveTo>
                  <a:lnTo>
                    <a:pt x="112932" y="12325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3375788" y="1366486"/>
              <a:ext cx="112932" cy="123252"/>
            </a:xfrm>
            <a:custGeom>
              <a:avLst/>
              <a:pathLst>
                <a:path w="112932" h="123252">
                  <a:moveTo>
                    <a:pt x="0" y="0"/>
                  </a:moveTo>
                  <a:lnTo>
                    <a:pt x="112932" y="12325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3375788" y="1366486"/>
              <a:ext cx="112932" cy="123252"/>
            </a:xfrm>
            <a:custGeom>
              <a:avLst/>
              <a:pathLst>
                <a:path w="112932" h="123252">
                  <a:moveTo>
                    <a:pt x="0" y="0"/>
                  </a:moveTo>
                  <a:lnTo>
                    <a:pt x="112932" y="12325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3375788" y="1366486"/>
              <a:ext cx="112932" cy="123252"/>
            </a:xfrm>
            <a:custGeom>
              <a:avLst/>
              <a:pathLst>
                <a:path w="112932" h="123252">
                  <a:moveTo>
                    <a:pt x="0" y="0"/>
                  </a:moveTo>
                  <a:lnTo>
                    <a:pt x="112932" y="12325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3375788" y="1366486"/>
              <a:ext cx="112932" cy="123252"/>
            </a:xfrm>
            <a:custGeom>
              <a:avLst/>
              <a:pathLst>
                <a:path w="112932" h="123252">
                  <a:moveTo>
                    <a:pt x="0" y="0"/>
                  </a:moveTo>
                  <a:lnTo>
                    <a:pt x="112932" y="1232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3375788" y="1366486"/>
              <a:ext cx="112932" cy="123252"/>
            </a:xfrm>
            <a:custGeom>
              <a:avLst/>
              <a:pathLst>
                <a:path w="112932" h="123252">
                  <a:moveTo>
                    <a:pt x="0" y="0"/>
                  </a:moveTo>
                  <a:lnTo>
                    <a:pt x="112932" y="1232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3375788" y="1366486"/>
              <a:ext cx="112932" cy="123252"/>
            </a:xfrm>
            <a:custGeom>
              <a:avLst/>
              <a:pathLst>
                <a:path w="112932" h="123252">
                  <a:moveTo>
                    <a:pt x="0" y="0"/>
                  </a:moveTo>
                  <a:lnTo>
                    <a:pt x="112932" y="1232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3375788" y="1366486"/>
              <a:ext cx="112932" cy="123252"/>
            </a:xfrm>
            <a:custGeom>
              <a:avLst/>
              <a:pathLst>
                <a:path w="112932" h="123252">
                  <a:moveTo>
                    <a:pt x="0" y="0"/>
                  </a:moveTo>
                  <a:lnTo>
                    <a:pt x="112932" y="1232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3375788" y="1366486"/>
              <a:ext cx="112932" cy="123252"/>
            </a:xfrm>
            <a:custGeom>
              <a:avLst/>
              <a:pathLst>
                <a:path w="112932" h="123252">
                  <a:moveTo>
                    <a:pt x="0" y="0"/>
                  </a:moveTo>
                  <a:lnTo>
                    <a:pt x="112932" y="12325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3375788" y="1366486"/>
              <a:ext cx="112932" cy="123252"/>
            </a:xfrm>
            <a:custGeom>
              <a:avLst/>
              <a:pathLst>
                <a:path w="112932" h="123252">
                  <a:moveTo>
                    <a:pt x="0" y="0"/>
                  </a:moveTo>
                  <a:lnTo>
                    <a:pt x="112932" y="12325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3321556" y="1343894"/>
              <a:ext cx="334311" cy="313010"/>
            </a:xfrm>
            <a:custGeom>
              <a:avLst/>
              <a:pathLst>
                <a:path w="334311" h="313010">
                  <a:moveTo>
                    <a:pt x="54231" y="22591"/>
                  </a:moveTo>
                  <a:lnTo>
                    <a:pt x="50389" y="26226"/>
                  </a:lnTo>
                  <a:lnTo>
                    <a:pt x="46663" y="29980"/>
                  </a:lnTo>
                  <a:lnTo>
                    <a:pt x="43058" y="33850"/>
                  </a:lnTo>
                  <a:lnTo>
                    <a:pt x="39577" y="37832"/>
                  </a:lnTo>
                  <a:lnTo>
                    <a:pt x="36224" y="41922"/>
                  </a:lnTo>
                  <a:lnTo>
                    <a:pt x="33002" y="46116"/>
                  </a:lnTo>
                  <a:lnTo>
                    <a:pt x="29914" y="50411"/>
                  </a:lnTo>
                  <a:lnTo>
                    <a:pt x="26964" y="54800"/>
                  </a:lnTo>
                  <a:lnTo>
                    <a:pt x="24154" y="59281"/>
                  </a:lnTo>
                  <a:lnTo>
                    <a:pt x="21487" y="63849"/>
                  </a:lnTo>
                  <a:lnTo>
                    <a:pt x="18966" y="68498"/>
                  </a:lnTo>
                  <a:lnTo>
                    <a:pt x="16593" y="73225"/>
                  </a:lnTo>
                  <a:lnTo>
                    <a:pt x="14371" y="78025"/>
                  </a:lnTo>
                  <a:lnTo>
                    <a:pt x="12302" y="82892"/>
                  </a:lnTo>
                  <a:lnTo>
                    <a:pt x="10388" y="87823"/>
                  </a:lnTo>
                  <a:lnTo>
                    <a:pt x="8631" y="92812"/>
                  </a:lnTo>
                  <a:lnTo>
                    <a:pt x="7033" y="97853"/>
                  </a:lnTo>
                  <a:lnTo>
                    <a:pt x="5595" y="102943"/>
                  </a:lnTo>
                  <a:lnTo>
                    <a:pt x="4318" y="108076"/>
                  </a:lnTo>
                  <a:lnTo>
                    <a:pt x="3205" y="113247"/>
                  </a:lnTo>
                  <a:lnTo>
                    <a:pt x="2256" y="118450"/>
                  </a:lnTo>
                  <a:lnTo>
                    <a:pt x="1472" y="123680"/>
                  </a:lnTo>
                  <a:lnTo>
                    <a:pt x="854" y="128933"/>
                  </a:lnTo>
                  <a:lnTo>
                    <a:pt x="402" y="134203"/>
                  </a:lnTo>
                  <a:lnTo>
                    <a:pt x="117" y="139484"/>
                  </a:lnTo>
                  <a:lnTo>
                    <a:pt x="0" y="144772"/>
                  </a:lnTo>
                  <a:lnTo>
                    <a:pt x="49" y="150061"/>
                  </a:lnTo>
                  <a:lnTo>
                    <a:pt x="266" y="155345"/>
                  </a:lnTo>
                  <a:lnTo>
                    <a:pt x="650" y="160620"/>
                  </a:lnTo>
                  <a:lnTo>
                    <a:pt x="1201" y="165881"/>
                  </a:lnTo>
                  <a:lnTo>
                    <a:pt x="1918" y="171121"/>
                  </a:lnTo>
                  <a:lnTo>
                    <a:pt x="2800" y="176336"/>
                  </a:lnTo>
                  <a:lnTo>
                    <a:pt x="3847" y="181520"/>
                  </a:lnTo>
                  <a:lnTo>
                    <a:pt x="5058" y="186669"/>
                  </a:lnTo>
                  <a:lnTo>
                    <a:pt x="6430" y="191777"/>
                  </a:lnTo>
                  <a:lnTo>
                    <a:pt x="7964" y="196839"/>
                  </a:lnTo>
                  <a:lnTo>
                    <a:pt x="9657" y="201849"/>
                  </a:lnTo>
                  <a:lnTo>
                    <a:pt x="11507" y="206804"/>
                  </a:lnTo>
                  <a:lnTo>
                    <a:pt x="13514" y="211698"/>
                  </a:lnTo>
                  <a:lnTo>
                    <a:pt x="15674" y="216526"/>
                  </a:lnTo>
                  <a:lnTo>
                    <a:pt x="17986" y="221283"/>
                  </a:lnTo>
                  <a:lnTo>
                    <a:pt x="20447" y="225964"/>
                  </a:lnTo>
                  <a:lnTo>
                    <a:pt x="23055" y="230566"/>
                  </a:lnTo>
                  <a:lnTo>
                    <a:pt x="25807" y="235082"/>
                  </a:lnTo>
                  <a:lnTo>
                    <a:pt x="28701" y="239509"/>
                  </a:lnTo>
                  <a:lnTo>
                    <a:pt x="31734" y="243843"/>
                  </a:lnTo>
                  <a:lnTo>
                    <a:pt x="34902" y="248078"/>
                  </a:lnTo>
                  <a:lnTo>
                    <a:pt x="38202" y="252211"/>
                  </a:lnTo>
                  <a:lnTo>
                    <a:pt x="41631" y="256237"/>
                  </a:lnTo>
                  <a:lnTo>
                    <a:pt x="45187" y="260153"/>
                  </a:lnTo>
                  <a:lnTo>
                    <a:pt x="48864" y="263955"/>
                  </a:lnTo>
                  <a:lnTo>
                    <a:pt x="52660" y="267638"/>
                  </a:lnTo>
                  <a:lnTo>
                    <a:pt x="56570" y="271200"/>
                  </a:lnTo>
                  <a:lnTo>
                    <a:pt x="60591" y="274636"/>
                  </a:lnTo>
                  <a:lnTo>
                    <a:pt x="64719" y="277943"/>
                  </a:lnTo>
                  <a:lnTo>
                    <a:pt x="68949" y="281117"/>
                  </a:lnTo>
                  <a:lnTo>
                    <a:pt x="73277" y="284157"/>
                  </a:lnTo>
                  <a:lnTo>
                    <a:pt x="77700" y="287058"/>
                  </a:lnTo>
                  <a:lnTo>
                    <a:pt x="82212" y="289817"/>
                  </a:lnTo>
                  <a:lnTo>
                    <a:pt x="86809" y="292433"/>
                  </a:lnTo>
                  <a:lnTo>
                    <a:pt x="91487" y="294901"/>
                  </a:lnTo>
                  <a:lnTo>
                    <a:pt x="96240" y="297221"/>
                  </a:lnTo>
                  <a:lnTo>
                    <a:pt x="101064" y="299389"/>
                  </a:lnTo>
                  <a:lnTo>
                    <a:pt x="105955" y="301403"/>
                  </a:lnTo>
                  <a:lnTo>
                    <a:pt x="110907" y="303261"/>
                  </a:lnTo>
                  <a:lnTo>
                    <a:pt x="115915" y="304962"/>
                  </a:lnTo>
                  <a:lnTo>
                    <a:pt x="120974" y="306504"/>
                  </a:lnTo>
                  <a:lnTo>
                    <a:pt x="126080" y="307885"/>
                  </a:lnTo>
                  <a:lnTo>
                    <a:pt x="131227" y="309103"/>
                  </a:lnTo>
                  <a:lnTo>
                    <a:pt x="136409" y="310158"/>
                  </a:lnTo>
                  <a:lnTo>
                    <a:pt x="141623" y="311049"/>
                  </a:lnTo>
                  <a:lnTo>
                    <a:pt x="146862" y="311774"/>
                  </a:lnTo>
                  <a:lnTo>
                    <a:pt x="152121" y="312333"/>
                  </a:lnTo>
                  <a:lnTo>
                    <a:pt x="157396" y="312726"/>
                  </a:lnTo>
                  <a:lnTo>
                    <a:pt x="162680" y="312952"/>
                  </a:lnTo>
                  <a:lnTo>
                    <a:pt x="167969" y="313010"/>
                  </a:lnTo>
                  <a:lnTo>
                    <a:pt x="173257" y="312901"/>
                  </a:lnTo>
                  <a:lnTo>
                    <a:pt x="178539" y="312624"/>
                  </a:lnTo>
                  <a:lnTo>
                    <a:pt x="183809" y="312181"/>
                  </a:lnTo>
                  <a:lnTo>
                    <a:pt x="189063" y="311571"/>
                  </a:lnTo>
                  <a:lnTo>
                    <a:pt x="194295" y="310795"/>
                  </a:lnTo>
                  <a:lnTo>
                    <a:pt x="199499" y="309854"/>
                  </a:lnTo>
                  <a:lnTo>
                    <a:pt x="204672" y="308749"/>
                  </a:lnTo>
                  <a:lnTo>
                    <a:pt x="209806" y="307481"/>
                  </a:lnTo>
                  <a:lnTo>
                    <a:pt x="214898" y="306051"/>
                  </a:lnTo>
                  <a:lnTo>
                    <a:pt x="219943" y="304461"/>
                  </a:lnTo>
                  <a:lnTo>
                    <a:pt x="224934" y="302712"/>
                  </a:lnTo>
                  <a:lnTo>
                    <a:pt x="229868" y="300806"/>
                  </a:lnTo>
                  <a:lnTo>
                    <a:pt x="234739" y="298745"/>
                  </a:lnTo>
                  <a:lnTo>
                    <a:pt x="239542" y="296530"/>
                  </a:lnTo>
                  <a:lnTo>
                    <a:pt x="244273" y="294165"/>
                  </a:lnTo>
                  <a:lnTo>
                    <a:pt x="248926" y="291652"/>
                  </a:lnTo>
                  <a:lnTo>
                    <a:pt x="253498" y="288992"/>
                  </a:lnTo>
                  <a:lnTo>
                    <a:pt x="257983" y="286189"/>
                  </a:lnTo>
                  <a:lnTo>
                    <a:pt x="262378" y="283246"/>
                  </a:lnTo>
                  <a:lnTo>
                    <a:pt x="266677" y="280165"/>
                  </a:lnTo>
                  <a:lnTo>
                    <a:pt x="270876" y="276950"/>
                  </a:lnTo>
                  <a:lnTo>
                    <a:pt x="274972" y="273603"/>
                  </a:lnTo>
                  <a:lnTo>
                    <a:pt x="278960" y="270128"/>
                  </a:lnTo>
                  <a:lnTo>
                    <a:pt x="282835" y="266530"/>
                  </a:lnTo>
                  <a:lnTo>
                    <a:pt x="286595" y="262810"/>
                  </a:lnTo>
                  <a:lnTo>
                    <a:pt x="290236" y="258973"/>
                  </a:lnTo>
                  <a:lnTo>
                    <a:pt x="293753" y="255023"/>
                  </a:lnTo>
                  <a:lnTo>
                    <a:pt x="297144" y="250964"/>
                  </a:lnTo>
                  <a:lnTo>
                    <a:pt x="300404" y="246799"/>
                  </a:lnTo>
                  <a:lnTo>
                    <a:pt x="303531" y="242533"/>
                  </a:lnTo>
                  <a:lnTo>
                    <a:pt x="306522" y="238171"/>
                  </a:lnTo>
                  <a:lnTo>
                    <a:pt x="309373" y="233716"/>
                  </a:lnTo>
                  <a:lnTo>
                    <a:pt x="312081" y="229173"/>
                  </a:lnTo>
                  <a:lnTo>
                    <a:pt x="314645" y="224547"/>
                  </a:lnTo>
                  <a:lnTo>
                    <a:pt x="317061" y="219842"/>
                  </a:lnTo>
                  <a:lnTo>
                    <a:pt x="319327" y="215063"/>
                  </a:lnTo>
                  <a:lnTo>
                    <a:pt x="321441" y="210215"/>
                  </a:lnTo>
                  <a:lnTo>
                    <a:pt x="323400" y="205302"/>
                  </a:lnTo>
                  <a:lnTo>
                    <a:pt x="325202" y="200329"/>
                  </a:lnTo>
                  <a:lnTo>
                    <a:pt x="326847" y="195303"/>
                  </a:lnTo>
                  <a:lnTo>
                    <a:pt x="328332" y="190226"/>
                  </a:lnTo>
                  <a:lnTo>
                    <a:pt x="329655" y="185105"/>
                  </a:lnTo>
                  <a:lnTo>
                    <a:pt x="330816" y="179945"/>
                  </a:lnTo>
                  <a:lnTo>
                    <a:pt x="331813" y="174751"/>
                  </a:lnTo>
                  <a:lnTo>
                    <a:pt x="332645" y="169528"/>
                  </a:lnTo>
                  <a:lnTo>
                    <a:pt x="333311" y="164281"/>
                  </a:lnTo>
                  <a:lnTo>
                    <a:pt x="333811" y="159016"/>
                  </a:lnTo>
                  <a:lnTo>
                    <a:pt x="334145" y="153737"/>
                  </a:lnTo>
                  <a:lnTo>
                    <a:pt x="334311" y="148451"/>
                  </a:lnTo>
                  <a:lnTo>
                    <a:pt x="334309" y="143162"/>
                  </a:lnTo>
                  <a:lnTo>
                    <a:pt x="334141" y="137875"/>
                  </a:lnTo>
                  <a:lnTo>
                    <a:pt x="333805" y="132597"/>
                  </a:lnTo>
                  <a:lnTo>
                    <a:pt x="333303" y="127332"/>
                  </a:lnTo>
                  <a:lnTo>
                    <a:pt x="332634" y="122085"/>
                  </a:lnTo>
                  <a:lnTo>
                    <a:pt x="331799" y="116862"/>
                  </a:lnTo>
                  <a:lnTo>
                    <a:pt x="330800" y="111668"/>
                  </a:lnTo>
                  <a:lnTo>
                    <a:pt x="329637" y="106509"/>
                  </a:lnTo>
                  <a:lnTo>
                    <a:pt x="328311" y="101389"/>
                  </a:lnTo>
                  <a:lnTo>
                    <a:pt x="326824" y="96313"/>
                  </a:lnTo>
                  <a:lnTo>
                    <a:pt x="325178" y="91287"/>
                  </a:lnTo>
                  <a:lnTo>
                    <a:pt x="323373" y="86315"/>
                  </a:lnTo>
                  <a:lnTo>
                    <a:pt x="321411" y="81403"/>
                  </a:lnTo>
                  <a:lnTo>
                    <a:pt x="319295" y="76556"/>
                  </a:lnTo>
                  <a:lnTo>
                    <a:pt x="317027" y="71778"/>
                  </a:lnTo>
                  <a:lnTo>
                    <a:pt x="314609" y="67074"/>
                  </a:lnTo>
                  <a:lnTo>
                    <a:pt x="312043" y="62449"/>
                  </a:lnTo>
                  <a:lnTo>
                    <a:pt x="309333" y="57907"/>
                  </a:lnTo>
                  <a:lnTo>
                    <a:pt x="306480" y="53454"/>
                  </a:lnTo>
                  <a:lnTo>
                    <a:pt x="303487" y="49093"/>
                  </a:lnTo>
                  <a:lnTo>
                    <a:pt x="300358" y="44829"/>
                  </a:lnTo>
                  <a:lnTo>
                    <a:pt x="297096" y="40665"/>
                  </a:lnTo>
                  <a:lnTo>
                    <a:pt x="293703" y="36608"/>
                  </a:lnTo>
                  <a:lnTo>
                    <a:pt x="290184" y="32659"/>
                  </a:lnTo>
                  <a:lnTo>
                    <a:pt x="286542" y="28824"/>
                  </a:lnTo>
                  <a:lnTo>
                    <a:pt x="282780" y="25106"/>
                  </a:lnTo>
                  <a:lnTo>
                    <a:pt x="278903" y="21509"/>
                  </a:lnTo>
                  <a:lnTo>
                    <a:pt x="274914" y="18036"/>
                  </a:lnTo>
                  <a:lnTo>
                    <a:pt x="270816" y="14692"/>
                  </a:lnTo>
                  <a:lnTo>
                    <a:pt x="266616" y="11478"/>
                  </a:lnTo>
                  <a:lnTo>
                    <a:pt x="262315" y="8399"/>
                  </a:lnTo>
                  <a:lnTo>
                    <a:pt x="257919" y="5458"/>
                  </a:lnTo>
                  <a:lnTo>
                    <a:pt x="253433" y="2657"/>
                  </a:lnTo>
                  <a:lnTo>
                    <a:pt x="248860" y="0"/>
                  </a:lnTo>
                  <a:lnTo>
                    <a:pt x="167164" y="14584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3488720" y="1322571"/>
              <a:ext cx="81696" cy="167167"/>
            </a:xfrm>
            <a:custGeom>
              <a:avLst/>
              <a:pathLst>
                <a:path w="81696" h="167167">
                  <a:moveTo>
                    <a:pt x="81696" y="21322"/>
                  </a:moveTo>
                  <a:lnTo>
                    <a:pt x="76685" y="18626"/>
                  </a:lnTo>
                  <a:lnTo>
                    <a:pt x="71585" y="16102"/>
                  </a:lnTo>
                  <a:lnTo>
                    <a:pt x="66402" y="13754"/>
                  </a:lnTo>
                  <a:lnTo>
                    <a:pt x="61142" y="11583"/>
                  </a:lnTo>
                  <a:lnTo>
                    <a:pt x="55812" y="9592"/>
                  </a:lnTo>
                  <a:lnTo>
                    <a:pt x="50416" y="7783"/>
                  </a:lnTo>
                  <a:lnTo>
                    <a:pt x="44963" y="6160"/>
                  </a:lnTo>
                  <a:lnTo>
                    <a:pt x="39457" y="4723"/>
                  </a:lnTo>
                  <a:lnTo>
                    <a:pt x="33906" y="3474"/>
                  </a:lnTo>
                  <a:lnTo>
                    <a:pt x="28315" y="2415"/>
                  </a:lnTo>
                  <a:lnTo>
                    <a:pt x="22691" y="1547"/>
                  </a:lnTo>
                  <a:lnTo>
                    <a:pt x="17041" y="870"/>
                  </a:lnTo>
                  <a:lnTo>
                    <a:pt x="11372" y="387"/>
                  </a:lnTo>
                  <a:lnTo>
                    <a:pt x="5689" y="9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978308" y="1681503"/>
              <a:ext cx="108216" cy="167167"/>
            </a:xfrm>
            <a:custGeom>
              <a:avLst/>
              <a:pathLst>
                <a:path w="108216" h="167167">
                  <a:moveTo>
                    <a:pt x="108216" y="0"/>
                  </a:moveTo>
                  <a:lnTo>
                    <a:pt x="102612" y="93"/>
                  </a:lnTo>
                  <a:lnTo>
                    <a:pt x="97014" y="375"/>
                  </a:lnTo>
                  <a:lnTo>
                    <a:pt x="91429" y="844"/>
                  </a:lnTo>
                  <a:lnTo>
                    <a:pt x="85863" y="1501"/>
                  </a:lnTo>
                  <a:lnTo>
                    <a:pt x="80322" y="2343"/>
                  </a:lnTo>
                  <a:lnTo>
                    <a:pt x="74812" y="3371"/>
                  </a:lnTo>
                  <a:lnTo>
                    <a:pt x="69340" y="4583"/>
                  </a:lnTo>
                  <a:lnTo>
                    <a:pt x="63912" y="5977"/>
                  </a:lnTo>
                  <a:lnTo>
                    <a:pt x="58533" y="7553"/>
                  </a:lnTo>
                  <a:lnTo>
                    <a:pt x="53211" y="9308"/>
                  </a:lnTo>
                  <a:lnTo>
                    <a:pt x="47950" y="11241"/>
                  </a:lnTo>
                  <a:lnTo>
                    <a:pt x="42757" y="13349"/>
                  </a:lnTo>
                  <a:lnTo>
                    <a:pt x="37637" y="15629"/>
                  </a:lnTo>
                  <a:lnTo>
                    <a:pt x="32597" y="18081"/>
                  </a:lnTo>
                  <a:lnTo>
                    <a:pt x="27641" y="20699"/>
                  </a:lnTo>
                  <a:lnTo>
                    <a:pt x="22777" y="23483"/>
                  </a:lnTo>
                  <a:lnTo>
                    <a:pt x="18008" y="26427"/>
                  </a:lnTo>
                  <a:lnTo>
                    <a:pt x="13341" y="29531"/>
                  </a:lnTo>
                  <a:lnTo>
                    <a:pt x="8780" y="32788"/>
                  </a:lnTo>
                  <a:lnTo>
                    <a:pt x="4332" y="36197"/>
                  </a:lnTo>
                  <a:lnTo>
                    <a:pt x="0" y="39753"/>
                  </a:lnTo>
                  <a:lnTo>
                    <a:pt x="108216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978308" y="1721257"/>
              <a:ext cx="108216" cy="127413"/>
            </a:xfrm>
            <a:custGeom>
              <a:avLst/>
              <a:pathLst>
                <a:path w="108216" h="127413">
                  <a:moveTo>
                    <a:pt x="0" y="0"/>
                  </a:moveTo>
                  <a:lnTo>
                    <a:pt x="108216" y="12741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978308" y="1721257"/>
              <a:ext cx="108216" cy="127413"/>
            </a:xfrm>
            <a:custGeom>
              <a:avLst/>
              <a:pathLst>
                <a:path w="108216" h="127413">
                  <a:moveTo>
                    <a:pt x="0" y="0"/>
                  </a:moveTo>
                  <a:lnTo>
                    <a:pt x="108216" y="12741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978308" y="1721257"/>
              <a:ext cx="108216" cy="127413"/>
            </a:xfrm>
            <a:custGeom>
              <a:avLst/>
              <a:pathLst>
                <a:path w="108216" h="127413">
                  <a:moveTo>
                    <a:pt x="0" y="0"/>
                  </a:moveTo>
                  <a:lnTo>
                    <a:pt x="108216" y="12741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978308" y="1721257"/>
              <a:ext cx="108216" cy="127413"/>
            </a:xfrm>
            <a:custGeom>
              <a:avLst/>
              <a:pathLst>
                <a:path w="108216" h="127413">
                  <a:moveTo>
                    <a:pt x="0" y="0"/>
                  </a:moveTo>
                  <a:lnTo>
                    <a:pt x="108216" y="12741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978308" y="1721257"/>
              <a:ext cx="108216" cy="127413"/>
            </a:xfrm>
            <a:custGeom>
              <a:avLst/>
              <a:pathLst>
                <a:path w="108216" h="127413">
                  <a:moveTo>
                    <a:pt x="0" y="0"/>
                  </a:moveTo>
                  <a:lnTo>
                    <a:pt x="108216" y="12741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978308" y="1721257"/>
              <a:ext cx="108216" cy="127413"/>
            </a:xfrm>
            <a:custGeom>
              <a:avLst/>
              <a:pathLst>
                <a:path w="108216" h="127413">
                  <a:moveTo>
                    <a:pt x="0" y="0"/>
                  </a:moveTo>
                  <a:lnTo>
                    <a:pt x="108216" y="12741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978308" y="1721257"/>
              <a:ext cx="108216" cy="127413"/>
            </a:xfrm>
            <a:custGeom>
              <a:avLst/>
              <a:pathLst>
                <a:path w="108216" h="127413">
                  <a:moveTo>
                    <a:pt x="0" y="0"/>
                  </a:moveTo>
                  <a:lnTo>
                    <a:pt x="108216" y="12741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978308" y="1721257"/>
              <a:ext cx="108216" cy="127413"/>
            </a:xfrm>
            <a:custGeom>
              <a:avLst/>
              <a:pathLst>
                <a:path w="108216" h="127413">
                  <a:moveTo>
                    <a:pt x="0" y="0"/>
                  </a:moveTo>
                  <a:lnTo>
                    <a:pt x="108216" y="12741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978308" y="1721257"/>
              <a:ext cx="108216" cy="127413"/>
            </a:xfrm>
            <a:custGeom>
              <a:avLst/>
              <a:pathLst>
                <a:path w="108216" h="127413">
                  <a:moveTo>
                    <a:pt x="0" y="0"/>
                  </a:moveTo>
                  <a:lnTo>
                    <a:pt x="108216" y="12741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978308" y="1721257"/>
              <a:ext cx="108216" cy="127413"/>
            </a:xfrm>
            <a:custGeom>
              <a:avLst/>
              <a:pathLst>
                <a:path w="108216" h="127413">
                  <a:moveTo>
                    <a:pt x="0" y="0"/>
                  </a:moveTo>
                  <a:lnTo>
                    <a:pt x="108216" y="12741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978308" y="1721257"/>
              <a:ext cx="108216" cy="127413"/>
            </a:xfrm>
            <a:custGeom>
              <a:avLst/>
              <a:pathLst>
                <a:path w="108216" h="127413">
                  <a:moveTo>
                    <a:pt x="0" y="0"/>
                  </a:moveTo>
                  <a:lnTo>
                    <a:pt x="108216" y="12741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978308" y="1721257"/>
              <a:ext cx="108216" cy="127413"/>
            </a:xfrm>
            <a:custGeom>
              <a:avLst/>
              <a:pathLst>
                <a:path w="108216" h="127413">
                  <a:moveTo>
                    <a:pt x="0" y="0"/>
                  </a:moveTo>
                  <a:lnTo>
                    <a:pt x="108216" y="12741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978308" y="1721257"/>
              <a:ext cx="108216" cy="127413"/>
            </a:xfrm>
            <a:custGeom>
              <a:avLst/>
              <a:pathLst>
                <a:path w="108216" h="127413">
                  <a:moveTo>
                    <a:pt x="0" y="0"/>
                  </a:moveTo>
                  <a:lnTo>
                    <a:pt x="108216" y="12741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978308" y="1721257"/>
              <a:ext cx="108216" cy="127413"/>
            </a:xfrm>
            <a:custGeom>
              <a:avLst/>
              <a:pathLst>
                <a:path w="108216" h="127413">
                  <a:moveTo>
                    <a:pt x="0" y="0"/>
                  </a:moveTo>
                  <a:lnTo>
                    <a:pt x="108216" y="12741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978308" y="1721257"/>
              <a:ext cx="108216" cy="127413"/>
            </a:xfrm>
            <a:custGeom>
              <a:avLst/>
              <a:pathLst>
                <a:path w="108216" h="127413">
                  <a:moveTo>
                    <a:pt x="0" y="0"/>
                  </a:moveTo>
                  <a:lnTo>
                    <a:pt x="108216" y="12741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978308" y="1721257"/>
              <a:ext cx="108216" cy="127413"/>
            </a:xfrm>
            <a:custGeom>
              <a:avLst/>
              <a:pathLst>
                <a:path w="108216" h="127413">
                  <a:moveTo>
                    <a:pt x="0" y="0"/>
                  </a:moveTo>
                  <a:lnTo>
                    <a:pt x="108216" y="12741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919367" y="1681503"/>
              <a:ext cx="334308" cy="334333"/>
            </a:xfrm>
            <a:custGeom>
              <a:avLst/>
              <a:pathLst>
                <a:path w="334308" h="334333">
                  <a:moveTo>
                    <a:pt x="58941" y="39753"/>
                  </a:moveTo>
                  <a:lnTo>
                    <a:pt x="54957" y="43247"/>
                  </a:lnTo>
                  <a:lnTo>
                    <a:pt x="51086" y="46865"/>
                  </a:lnTo>
                  <a:lnTo>
                    <a:pt x="47332" y="50605"/>
                  </a:lnTo>
                  <a:lnTo>
                    <a:pt x="43697" y="54461"/>
                  </a:lnTo>
                  <a:lnTo>
                    <a:pt x="40187" y="58430"/>
                  </a:lnTo>
                  <a:lnTo>
                    <a:pt x="36805" y="62509"/>
                  </a:lnTo>
                  <a:lnTo>
                    <a:pt x="33553" y="66693"/>
                  </a:lnTo>
                  <a:lnTo>
                    <a:pt x="30436" y="70978"/>
                  </a:lnTo>
                  <a:lnTo>
                    <a:pt x="27456" y="75360"/>
                  </a:lnTo>
                  <a:lnTo>
                    <a:pt x="24617" y="79834"/>
                  </a:lnTo>
                  <a:lnTo>
                    <a:pt x="21920" y="84395"/>
                  </a:lnTo>
                  <a:lnTo>
                    <a:pt x="19370" y="89040"/>
                  </a:lnTo>
                  <a:lnTo>
                    <a:pt x="16968" y="93763"/>
                  </a:lnTo>
                  <a:lnTo>
                    <a:pt x="14717" y="98560"/>
                  </a:lnTo>
                  <a:lnTo>
                    <a:pt x="12619" y="103426"/>
                  </a:lnTo>
                  <a:lnTo>
                    <a:pt x="10676" y="108356"/>
                  </a:lnTo>
                  <a:lnTo>
                    <a:pt x="8891" y="113345"/>
                  </a:lnTo>
                  <a:lnTo>
                    <a:pt x="7265" y="118388"/>
                  </a:lnTo>
                  <a:lnTo>
                    <a:pt x="5799" y="123480"/>
                  </a:lnTo>
                  <a:lnTo>
                    <a:pt x="4496" y="128616"/>
                  </a:lnTo>
                  <a:lnTo>
                    <a:pt x="3355" y="133791"/>
                  </a:lnTo>
                  <a:lnTo>
                    <a:pt x="2380" y="138999"/>
                  </a:lnTo>
                  <a:lnTo>
                    <a:pt x="1570" y="144236"/>
                  </a:lnTo>
                  <a:lnTo>
                    <a:pt x="926" y="149496"/>
                  </a:lnTo>
                  <a:lnTo>
                    <a:pt x="450" y="154773"/>
                  </a:lnTo>
                  <a:lnTo>
                    <a:pt x="141" y="160063"/>
                  </a:lnTo>
                  <a:lnTo>
                    <a:pt x="0" y="165360"/>
                  </a:lnTo>
                  <a:lnTo>
                    <a:pt x="26" y="170659"/>
                  </a:lnTo>
                  <a:lnTo>
                    <a:pt x="221" y="175954"/>
                  </a:lnTo>
                  <a:lnTo>
                    <a:pt x="583" y="181240"/>
                  </a:lnTo>
                  <a:lnTo>
                    <a:pt x="1113" y="186513"/>
                  </a:lnTo>
                  <a:lnTo>
                    <a:pt x="1809" y="191766"/>
                  </a:lnTo>
                  <a:lnTo>
                    <a:pt x="2672" y="196994"/>
                  </a:lnTo>
                  <a:lnTo>
                    <a:pt x="3700" y="202192"/>
                  </a:lnTo>
                  <a:lnTo>
                    <a:pt x="4892" y="207355"/>
                  </a:lnTo>
                  <a:lnTo>
                    <a:pt x="6248" y="212478"/>
                  </a:lnTo>
                  <a:lnTo>
                    <a:pt x="7764" y="217555"/>
                  </a:lnTo>
                  <a:lnTo>
                    <a:pt x="9442" y="222581"/>
                  </a:lnTo>
                  <a:lnTo>
                    <a:pt x="11277" y="227552"/>
                  </a:lnTo>
                  <a:lnTo>
                    <a:pt x="13269" y="232462"/>
                  </a:lnTo>
                  <a:lnTo>
                    <a:pt x="15416" y="237307"/>
                  </a:lnTo>
                  <a:lnTo>
                    <a:pt x="17715" y="242081"/>
                  </a:lnTo>
                  <a:lnTo>
                    <a:pt x="20165" y="246779"/>
                  </a:lnTo>
                  <a:lnTo>
                    <a:pt x="22762" y="251398"/>
                  </a:lnTo>
                  <a:lnTo>
                    <a:pt x="25504" y="255932"/>
                  </a:lnTo>
                  <a:lnTo>
                    <a:pt x="28388" y="260377"/>
                  </a:lnTo>
                  <a:lnTo>
                    <a:pt x="31412" y="264729"/>
                  </a:lnTo>
                  <a:lnTo>
                    <a:pt x="34573" y="268982"/>
                  </a:lnTo>
                  <a:lnTo>
                    <a:pt x="37866" y="273133"/>
                  </a:lnTo>
                  <a:lnTo>
                    <a:pt x="41290" y="277177"/>
                  </a:lnTo>
                  <a:lnTo>
                    <a:pt x="44840" y="281111"/>
                  </a:lnTo>
                  <a:lnTo>
                    <a:pt x="48512" y="284931"/>
                  </a:lnTo>
                  <a:lnTo>
                    <a:pt x="52304" y="288632"/>
                  </a:lnTo>
                  <a:lnTo>
                    <a:pt x="56212" y="292211"/>
                  </a:lnTo>
                  <a:lnTo>
                    <a:pt x="60231" y="295665"/>
                  </a:lnTo>
                  <a:lnTo>
                    <a:pt x="64357" y="298989"/>
                  </a:lnTo>
                  <a:lnTo>
                    <a:pt x="68587" y="302181"/>
                  </a:lnTo>
                  <a:lnTo>
                    <a:pt x="72915" y="305237"/>
                  </a:lnTo>
                  <a:lnTo>
                    <a:pt x="77339" y="308155"/>
                  </a:lnTo>
                  <a:lnTo>
                    <a:pt x="81852" y="310931"/>
                  </a:lnTo>
                  <a:lnTo>
                    <a:pt x="86452" y="313562"/>
                  </a:lnTo>
                  <a:lnTo>
                    <a:pt x="91132" y="316046"/>
                  </a:lnTo>
                  <a:lnTo>
                    <a:pt x="95889" y="318381"/>
                  </a:lnTo>
                  <a:lnTo>
                    <a:pt x="100717" y="320564"/>
                  </a:lnTo>
                  <a:lnTo>
                    <a:pt x="105612" y="322593"/>
                  </a:lnTo>
                  <a:lnTo>
                    <a:pt x="110569" y="324465"/>
                  </a:lnTo>
                  <a:lnTo>
                    <a:pt x="115583" y="326180"/>
                  </a:lnTo>
                  <a:lnTo>
                    <a:pt x="120649" y="327734"/>
                  </a:lnTo>
                  <a:lnTo>
                    <a:pt x="125761" y="329128"/>
                  </a:lnTo>
                  <a:lnTo>
                    <a:pt x="130915" y="330358"/>
                  </a:lnTo>
                  <a:lnTo>
                    <a:pt x="136106" y="331425"/>
                  </a:lnTo>
                  <a:lnTo>
                    <a:pt x="141327" y="332327"/>
                  </a:lnTo>
                  <a:lnTo>
                    <a:pt x="146575" y="333062"/>
                  </a:lnTo>
                  <a:lnTo>
                    <a:pt x="151843" y="333631"/>
                  </a:lnTo>
                  <a:lnTo>
                    <a:pt x="157127" y="334033"/>
                  </a:lnTo>
                  <a:lnTo>
                    <a:pt x="162420" y="334267"/>
                  </a:lnTo>
                  <a:lnTo>
                    <a:pt x="167719" y="334333"/>
                  </a:lnTo>
                  <a:lnTo>
                    <a:pt x="173017" y="334232"/>
                  </a:lnTo>
                  <a:lnTo>
                    <a:pt x="178309" y="333962"/>
                  </a:lnTo>
                  <a:lnTo>
                    <a:pt x="183589" y="333525"/>
                  </a:lnTo>
                  <a:lnTo>
                    <a:pt x="188854" y="332920"/>
                  </a:lnTo>
                  <a:lnTo>
                    <a:pt x="194096" y="332149"/>
                  </a:lnTo>
                  <a:lnTo>
                    <a:pt x="199312" y="331213"/>
                  </a:lnTo>
                  <a:lnTo>
                    <a:pt x="204495" y="330111"/>
                  </a:lnTo>
                  <a:lnTo>
                    <a:pt x="209640" y="328846"/>
                  </a:lnTo>
                  <a:lnTo>
                    <a:pt x="214743" y="327418"/>
                  </a:lnTo>
                  <a:lnTo>
                    <a:pt x="219798" y="325830"/>
                  </a:lnTo>
                  <a:lnTo>
                    <a:pt x="224801" y="324082"/>
                  </a:lnTo>
                  <a:lnTo>
                    <a:pt x="229745" y="322176"/>
                  </a:lnTo>
                  <a:lnTo>
                    <a:pt x="234626" y="320114"/>
                  </a:lnTo>
                  <a:lnTo>
                    <a:pt x="239440" y="317899"/>
                  </a:lnTo>
                  <a:lnTo>
                    <a:pt x="244181" y="315532"/>
                  </a:lnTo>
                  <a:lnTo>
                    <a:pt x="248845" y="313017"/>
                  </a:lnTo>
                  <a:lnTo>
                    <a:pt x="253426" y="310354"/>
                  </a:lnTo>
                  <a:lnTo>
                    <a:pt x="257921" y="307548"/>
                  </a:lnTo>
                  <a:lnTo>
                    <a:pt x="262325" y="304601"/>
                  </a:lnTo>
                  <a:lnTo>
                    <a:pt x="266633" y="301516"/>
                  </a:lnTo>
                  <a:lnTo>
                    <a:pt x="270841" y="298295"/>
                  </a:lnTo>
                  <a:lnTo>
                    <a:pt x="274945" y="294943"/>
                  </a:lnTo>
                  <a:lnTo>
                    <a:pt x="278940" y="291463"/>
                  </a:lnTo>
                  <a:lnTo>
                    <a:pt x="282823" y="287858"/>
                  </a:lnTo>
                  <a:lnTo>
                    <a:pt x="286591" y="284131"/>
                  </a:lnTo>
                  <a:lnTo>
                    <a:pt x="290238" y="280287"/>
                  </a:lnTo>
                  <a:lnTo>
                    <a:pt x="293761" y="276329"/>
                  </a:lnTo>
                  <a:lnTo>
                    <a:pt x="297157" y="272262"/>
                  </a:lnTo>
                  <a:lnTo>
                    <a:pt x="300423" y="268089"/>
                  </a:lnTo>
                  <a:lnTo>
                    <a:pt x="303554" y="263814"/>
                  </a:lnTo>
                  <a:lnTo>
                    <a:pt x="306549" y="259443"/>
                  </a:lnTo>
                  <a:lnTo>
                    <a:pt x="309404" y="254979"/>
                  </a:lnTo>
                  <a:lnTo>
                    <a:pt x="312115" y="250426"/>
                  </a:lnTo>
                  <a:lnTo>
                    <a:pt x="314681" y="245790"/>
                  </a:lnTo>
                  <a:lnTo>
                    <a:pt x="317099" y="241075"/>
                  </a:lnTo>
                  <a:lnTo>
                    <a:pt x="319366" y="236286"/>
                  </a:lnTo>
                  <a:lnTo>
                    <a:pt x="321480" y="231427"/>
                  </a:lnTo>
                  <a:lnTo>
                    <a:pt x="323439" y="226503"/>
                  </a:lnTo>
                  <a:lnTo>
                    <a:pt x="325242" y="221520"/>
                  </a:lnTo>
                  <a:lnTo>
                    <a:pt x="326885" y="216483"/>
                  </a:lnTo>
                  <a:lnTo>
                    <a:pt x="328368" y="211396"/>
                  </a:lnTo>
                  <a:lnTo>
                    <a:pt x="329688" y="206264"/>
                  </a:lnTo>
                  <a:lnTo>
                    <a:pt x="330846" y="201093"/>
                  </a:lnTo>
                  <a:lnTo>
                    <a:pt x="331839" y="195888"/>
                  </a:lnTo>
                  <a:lnTo>
                    <a:pt x="332666" y="190654"/>
                  </a:lnTo>
                  <a:lnTo>
                    <a:pt x="333328" y="185397"/>
                  </a:lnTo>
                  <a:lnTo>
                    <a:pt x="333822" y="180121"/>
                  </a:lnTo>
                  <a:lnTo>
                    <a:pt x="334149" y="174832"/>
                  </a:lnTo>
                  <a:lnTo>
                    <a:pt x="334308" y="169536"/>
                  </a:lnTo>
                  <a:lnTo>
                    <a:pt x="334299" y="164237"/>
                  </a:lnTo>
                  <a:lnTo>
                    <a:pt x="334122" y="158941"/>
                  </a:lnTo>
                  <a:lnTo>
                    <a:pt x="333777" y="153653"/>
                  </a:lnTo>
                  <a:lnTo>
                    <a:pt x="333265" y="148379"/>
                  </a:lnTo>
                  <a:lnTo>
                    <a:pt x="332587" y="143124"/>
                  </a:lnTo>
                  <a:lnTo>
                    <a:pt x="331741" y="137893"/>
                  </a:lnTo>
                  <a:lnTo>
                    <a:pt x="330731" y="132691"/>
                  </a:lnTo>
                  <a:lnTo>
                    <a:pt x="329556" y="127524"/>
                  </a:lnTo>
                  <a:lnTo>
                    <a:pt x="328218" y="122397"/>
                  </a:lnTo>
                  <a:lnTo>
                    <a:pt x="326718" y="117315"/>
                  </a:lnTo>
                  <a:lnTo>
                    <a:pt x="325058" y="112283"/>
                  </a:lnTo>
                  <a:lnTo>
                    <a:pt x="323239" y="107306"/>
                  </a:lnTo>
                  <a:lnTo>
                    <a:pt x="321264" y="102389"/>
                  </a:lnTo>
                  <a:lnTo>
                    <a:pt x="319133" y="97537"/>
                  </a:lnTo>
                  <a:lnTo>
                    <a:pt x="316850" y="92756"/>
                  </a:lnTo>
                  <a:lnTo>
                    <a:pt x="314416" y="88049"/>
                  </a:lnTo>
                  <a:lnTo>
                    <a:pt x="311835" y="83421"/>
                  </a:lnTo>
                  <a:lnTo>
                    <a:pt x="309108" y="78878"/>
                  </a:lnTo>
                  <a:lnTo>
                    <a:pt x="306238" y="74423"/>
                  </a:lnTo>
                  <a:lnTo>
                    <a:pt x="303229" y="70062"/>
                  </a:lnTo>
                  <a:lnTo>
                    <a:pt x="300083" y="65798"/>
                  </a:lnTo>
                  <a:lnTo>
                    <a:pt x="296803" y="61636"/>
                  </a:lnTo>
                  <a:lnTo>
                    <a:pt x="293394" y="57580"/>
                  </a:lnTo>
                  <a:lnTo>
                    <a:pt x="289857" y="53634"/>
                  </a:lnTo>
                  <a:lnTo>
                    <a:pt x="286197" y="49802"/>
                  </a:lnTo>
                  <a:lnTo>
                    <a:pt x="282417" y="46088"/>
                  </a:lnTo>
                  <a:lnTo>
                    <a:pt x="278522" y="42496"/>
                  </a:lnTo>
                  <a:lnTo>
                    <a:pt x="274515" y="39029"/>
                  </a:lnTo>
                  <a:lnTo>
                    <a:pt x="270400" y="35691"/>
                  </a:lnTo>
                  <a:lnTo>
                    <a:pt x="266181" y="32485"/>
                  </a:lnTo>
                  <a:lnTo>
                    <a:pt x="261862" y="29414"/>
                  </a:lnTo>
                  <a:lnTo>
                    <a:pt x="257449" y="26482"/>
                  </a:lnTo>
                  <a:lnTo>
                    <a:pt x="252945" y="23691"/>
                  </a:lnTo>
                  <a:lnTo>
                    <a:pt x="248354" y="21044"/>
                  </a:lnTo>
                  <a:lnTo>
                    <a:pt x="243682" y="18544"/>
                  </a:lnTo>
                  <a:lnTo>
                    <a:pt x="238933" y="16193"/>
                  </a:lnTo>
                  <a:lnTo>
                    <a:pt x="234112" y="13994"/>
                  </a:lnTo>
                  <a:lnTo>
                    <a:pt x="229224" y="11949"/>
                  </a:lnTo>
                  <a:lnTo>
                    <a:pt x="224273" y="10060"/>
                  </a:lnTo>
                  <a:lnTo>
                    <a:pt x="219265" y="8328"/>
                  </a:lnTo>
                  <a:lnTo>
                    <a:pt x="214205" y="6757"/>
                  </a:lnTo>
                  <a:lnTo>
                    <a:pt x="209097" y="5346"/>
                  </a:lnTo>
                  <a:lnTo>
                    <a:pt x="203947" y="4098"/>
                  </a:lnTo>
                  <a:lnTo>
                    <a:pt x="198760" y="3014"/>
                  </a:lnTo>
                  <a:lnTo>
                    <a:pt x="193542" y="2095"/>
                  </a:lnTo>
                  <a:lnTo>
                    <a:pt x="188297" y="1342"/>
                  </a:lnTo>
                  <a:lnTo>
                    <a:pt x="183031" y="755"/>
                  </a:lnTo>
                  <a:lnTo>
                    <a:pt x="177748" y="335"/>
                  </a:lnTo>
                  <a:lnTo>
                    <a:pt x="172455" y="83"/>
                  </a:lnTo>
                  <a:lnTo>
                    <a:pt x="167157" y="0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677940" y="2126963"/>
              <a:ext cx="103346" cy="167167"/>
            </a:xfrm>
            <a:custGeom>
              <a:avLst/>
              <a:pathLst>
                <a:path w="103346" h="167167">
                  <a:moveTo>
                    <a:pt x="103346" y="0"/>
                  </a:moveTo>
                  <a:lnTo>
                    <a:pt x="97777" y="92"/>
                  </a:lnTo>
                  <a:lnTo>
                    <a:pt x="92213" y="371"/>
                  </a:lnTo>
                  <a:lnTo>
                    <a:pt x="86662" y="834"/>
                  </a:lnTo>
                  <a:lnTo>
                    <a:pt x="81129" y="1482"/>
                  </a:lnTo>
                  <a:lnTo>
                    <a:pt x="75622" y="2315"/>
                  </a:lnTo>
                  <a:lnTo>
                    <a:pt x="70144" y="3330"/>
                  </a:lnTo>
                  <a:lnTo>
                    <a:pt x="64704" y="4527"/>
                  </a:lnTo>
                  <a:lnTo>
                    <a:pt x="59307" y="5905"/>
                  </a:lnTo>
                  <a:lnTo>
                    <a:pt x="53958" y="7462"/>
                  </a:lnTo>
                  <a:lnTo>
                    <a:pt x="48665" y="9196"/>
                  </a:lnTo>
                  <a:lnTo>
                    <a:pt x="43432" y="11105"/>
                  </a:lnTo>
                  <a:lnTo>
                    <a:pt x="38265" y="13188"/>
                  </a:lnTo>
                  <a:lnTo>
                    <a:pt x="33171" y="15442"/>
                  </a:lnTo>
                  <a:lnTo>
                    <a:pt x="28155" y="17864"/>
                  </a:lnTo>
                  <a:lnTo>
                    <a:pt x="23222" y="20452"/>
                  </a:lnTo>
                  <a:lnTo>
                    <a:pt x="18379" y="23203"/>
                  </a:lnTo>
                  <a:lnTo>
                    <a:pt x="13629" y="26114"/>
                  </a:lnTo>
                  <a:lnTo>
                    <a:pt x="8980" y="29182"/>
                  </a:lnTo>
                  <a:lnTo>
                    <a:pt x="4435" y="32403"/>
                  </a:lnTo>
                  <a:lnTo>
                    <a:pt x="0" y="35773"/>
                  </a:lnTo>
                  <a:lnTo>
                    <a:pt x="103346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677940" y="2162737"/>
              <a:ext cx="103346" cy="131394"/>
            </a:xfrm>
            <a:custGeom>
              <a:avLst/>
              <a:pathLst>
                <a:path w="103346" h="131394">
                  <a:moveTo>
                    <a:pt x="0" y="0"/>
                  </a:moveTo>
                  <a:lnTo>
                    <a:pt x="103346" y="13139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677940" y="2162737"/>
              <a:ext cx="103346" cy="131394"/>
            </a:xfrm>
            <a:custGeom>
              <a:avLst/>
              <a:pathLst>
                <a:path w="103346" h="131394">
                  <a:moveTo>
                    <a:pt x="0" y="0"/>
                  </a:moveTo>
                  <a:lnTo>
                    <a:pt x="103346" y="13139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677940" y="2162737"/>
              <a:ext cx="103346" cy="131394"/>
            </a:xfrm>
            <a:custGeom>
              <a:avLst/>
              <a:pathLst>
                <a:path w="103346" h="131394">
                  <a:moveTo>
                    <a:pt x="0" y="0"/>
                  </a:moveTo>
                  <a:lnTo>
                    <a:pt x="103346" y="13139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677940" y="2162737"/>
              <a:ext cx="103346" cy="131394"/>
            </a:xfrm>
            <a:custGeom>
              <a:avLst/>
              <a:pathLst>
                <a:path w="103346" h="131394">
                  <a:moveTo>
                    <a:pt x="0" y="0"/>
                  </a:moveTo>
                  <a:lnTo>
                    <a:pt x="103346" y="13139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677940" y="2162737"/>
              <a:ext cx="103346" cy="131394"/>
            </a:xfrm>
            <a:custGeom>
              <a:avLst/>
              <a:pathLst>
                <a:path w="103346" h="131394">
                  <a:moveTo>
                    <a:pt x="0" y="0"/>
                  </a:moveTo>
                  <a:lnTo>
                    <a:pt x="103346" y="13139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677940" y="2162737"/>
              <a:ext cx="103346" cy="131394"/>
            </a:xfrm>
            <a:custGeom>
              <a:avLst/>
              <a:pathLst>
                <a:path w="103346" h="131394">
                  <a:moveTo>
                    <a:pt x="0" y="0"/>
                  </a:moveTo>
                  <a:lnTo>
                    <a:pt x="103346" y="13139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677940" y="2162737"/>
              <a:ext cx="103346" cy="131394"/>
            </a:xfrm>
            <a:custGeom>
              <a:avLst/>
              <a:pathLst>
                <a:path w="103346" h="131394">
                  <a:moveTo>
                    <a:pt x="0" y="0"/>
                  </a:moveTo>
                  <a:lnTo>
                    <a:pt x="103346" y="13139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677940" y="2162737"/>
              <a:ext cx="103346" cy="131394"/>
            </a:xfrm>
            <a:custGeom>
              <a:avLst/>
              <a:pathLst>
                <a:path w="103346" h="131394">
                  <a:moveTo>
                    <a:pt x="0" y="0"/>
                  </a:moveTo>
                  <a:lnTo>
                    <a:pt x="103346" y="13139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677940" y="2162737"/>
              <a:ext cx="103346" cy="131394"/>
            </a:xfrm>
            <a:custGeom>
              <a:avLst/>
              <a:pathLst>
                <a:path w="103346" h="131394">
                  <a:moveTo>
                    <a:pt x="0" y="0"/>
                  </a:moveTo>
                  <a:lnTo>
                    <a:pt x="103346" y="1313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677940" y="2162737"/>
              <a:ext cx="103346" cy="131394"/>
            </a:xfrm>
            <a:custGeom>
              <a:avLst/>
              <a:pathLst>
                <a:path w="103346" h="131394">
                  <a:moveTo>
                    <a:pt x="0" y="0"/>
                  </a:moveTo>
                  <a:lnTo>
                    <a:pt x="103346" y="1313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677940" y="2162737"/>
              <a:ext cx="103346" cy="131394"/>
            </a:xfrm>
            <a:custGeom>
              <a:avLst/>
              <a:pathLst>
                <a:path w="103346" h="131394">
                  <a:moveTo>
                    <a:pt x="0" y="0"/>
                  </a:moveTo>
                  <a:lnTo>
                    <a:pt x="103346" y="1313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677940" y="2162737"/>
              <a:ext cx="103346" cy="131394"/>
            </a:xfrm>
            <a:custGeom>
              <a:avLst/>
              <a:pathLst>
                <a:path w="103346" h="131394">
                  <a:moveTo>
                    <a:pt x="0" y="0"/>
                  </a:moveTo>
                  <a:lnTo>
                    <a:pt x="103346" y="1313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677940" y="2162737"/>
              <a:ext cx="103346" cy="131394"/>
            </a:xfrm>
            <a:custGeom>
              <a:avLst/>
              <a:pathLst>
                <a:path w="103346" h="131394">
                  <a:moveTo>
                    <a:pt x="0" y="0"/>
                  </a:moveTo>
                  <a:lnTo>
                    <a:pt x="103346" y="13139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677940" y="2162737"/>
              <a:ext cx="103346" cy="131394"/>
            </a:xfrm>
            <a:custGeom>
              <a:avLst/>
              <a:pathLst>
                <a:path w="103346" h="131394">
                  <a:moveTo>
                    <a:pt x="0" y="0"/>
                  </a:moveTo>
                  <a:lnTo>
                    <a:pt x="103346" y="13139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614139" y="2127255"/>
              <a:ext cx="334302" cy="334042"/>
            </a:xfrm>
            <a:custGeom>
              <a:avLst/>
              <a:pathLst>
                <a:path w="334302" h="334042">
                  <a:moveTo>
                    <a:pt x="63801" y="35481"/>
                  </a:moveTo>
                  <a:lnTo>
                    <a:pt x="59681" y="38829"/>
                  </a:lnTo>
                  <a:lnTo>
                    <a:pt x="55670" y="42305"/>
                  </a:lnTo>
                  <a:lnTo>
                    <a:pt x="51770" y="45908"/>
                  </a:lnTo>
                  <a:lnTo>
                    <a:pt x="47988" y="49632"/>
                  </a:lnTo>
                  <a:lnTo>
                    <a:pt x="44325" y="53475"/>
                  </a:lnTo>
                  <a:lnTo>
                    <a:pt x="40786" y="57432"/>
                  </a:lnTo>
                  <a:lnTo>
                    <a:pt x="37375" y="61500"/>
                  </a:lnTo>
                  <a:lnTo>
                    <a:pt x="34094" y="65673"/>
                  </a:lnTo>
                  <a:lnTo>
                    <a:pt x="30948" y="69949"/>
                  </a:lnTo>
                  <a:lnTo>
                    <a:pt x="27939" y="74323"/>
                  </a:lnTo>
                  <a:lnTo>
                    <a:pt x="25071" y="78790"/>
                  </a:lnTo>
                  <a:lnTo>
                    <a:pt x="22345" y="83345"/>
                  </a:lnTo>
                  <a:lnTo>
                    <a:pt x="19766" y="87985"/>
                  </a:lnTo>
                  <a:lnTo>
                    <a:pt x="17336" y="92705"/>
                  </a:lnTo>
                  <a:lnTo>
                    <a:pt x="15056" y="97499"/>
                  </a:lnTo>
                  <a:lnTo>
                    <a:pt x="12930" y="102363"/>
                  </a:lnTo>
                  <a:lnTo>
                    <a:pt x="10959" y="107292"/>
                  </a:lnTo>
                  <a:lnTo>
                    <a:pt x="9146" y="112282"/>
                  </a:lnTo>
                  <a:lnTo>
                    <a:pt x="7492" y="117326"/>
                  </a:lnTo>
                  <a:lnTo>
                    <a:pt x="6000" y="122421"/>
                  </a:lnTo>
                  <a:lnTo>
                    <a:pt x="4669" y="127560"/>
                  </a:lnTo>
                  <a:lnTo>
                    <a:pt x="3503" y="132739"/>
                  </a:lnTo>
                  <a:lnTo>
                    <a:pt x="2501" y="137952"/>
                  </a:lnTo>
                  <a:lnTo>
                    <a:pt x="1666" y="143195"/>
                  </a:lnTo>
                  <a:lnTo>
                    <a:pt x="998" y="148461"/>
                  </a:lnTo>
                  <a:lnTo>
                    <a:pt x="497" y="153746"/>
                  </a:lnTo>
                  <a:lnTo>
                    <a:pt x="164" y="159044"/>
                  </a:lnTo>
                  <a:lnTo>
                    <a:pt x="0" y="164350"/>
                  </a:lnTo>
                  <a:lnTo>
                    <a:pt x="4" y="169659"/>
                  </a:lnTo>
                  <a:lnTo>
                    <a:pt x="176" y="174965"/>
                  </a:lnTo>
                  <a:lnTo>
                    <a:pt x="517" y="180262"/>
                  </a:lnTo>
                  <a:lnTo>
                    <a:pt x="1026" y="185546"/>
                  </a:lnTo>
                  <a:lnTo>
                    <a:pt x="1703" y="190812"/>
                  </a:lnTo>
                  <a:lnTo>
                    <a:pt x="2547" y="196053"/>
                  </a:lnTo>
                  <a:lnTo>
                    <a:pt x="3556" y="201265"/>
                  </a:lnTo>
                  <a:lnTo>
                    <a:pt x="4730" y="206442"/>
                  </a:lnTo>
                  <a:lnTo>
                    <a:pt x="6069" y="211579"/>
                  </a:lnTo>
                  <a:lnTo>
                    <a:pt x="7569" y="216671"/>
                  </a:lnTo>
                  <a:lnTo>
                    <a:pt x="9231" y="221713"/>
                  </a:lnTo>
                  <a:lnTo>
                    <a:pt x="11052" y="226699"/>
                  </a:lnTo>
                  <a:lnTo>
                    <a:pt x="13030" y="231626"/>
                  </a:lnTo>
                  <a:lnTo>
                    <a:pt x="15164" y="236487"/>
                  </a:lnTo>
                  <a:lnTo>
                    <a:pt x="17451" y="241277"/>
                  </a:lnTo>
                  <a:lnTo>
                    <a:pt x="19889" y="245993"/>
                  </a:lnTo>
                  <a:lnTo>
                    <a:pt x="22475" y="250629"/>
                  </a:lnTo>
                  <a:lnTo>
                    <a:pt x="25207" y="255180"/>
                  </a:lnTo>
                  <a:lnTo>
                    <a:pt x="28083" y="259643"/>
                  </a:lnTo>
                  <a:lnTo>
                    <a:pt x="31099" y="264012"/>
                  </a:lnTo>
                  <a:lnTo>
                    <a:pt x="34252" y="268283"/>
                  </a:lnTo>
                  <a:lnTo>
                    <a:pt x="37539" y="272451"/>
                  </a:lnTo>
                  <a:lnTo>
                    <a:pt x="40956" y="276513"/>
                  </a:lnTo>
                  <a:lnTo>
                    <a:pt x="44501" y="280465"/>
                  </a:lnTo>
                  <a:lnTo>
                    <a:pt x="48170" y="284302"/>
                  </a:lnTo>
                  <a:lnTo>
                    <a:pt x="51958" y="288021"/>
                  </a:lnTo>
                  <a:lnTo>
                    <a:pt x="55863" y="291617"/>
                  </a:lnTo>
                  <a:lnTo>
                    <a:pt x="59880" y="295088"/>
                  </a:lnTo>
                  <a:lnTo>
                    <a:pt x="64005" y="298429"/>
                  </a:lnTo>
                  <a:lnTo>
                    <a:pt x="68234" y="301638"/>
                  </a:lnTo>
                  <a:lnTo>
                    <a:pt x="72563" y="304711"/>
                  </a:lnTo>
                  <a:lnTo>
                    <a:pt x="76987" y="307644"/>
                  </a:lnTo>
                  <a:lnTo>
                    <a:pt x="81503" y="310436"/>
                  </a:lnTo>
                  <a:lnTo>
                    <a:pt x="86104" y="313083"/>
                  </a:lnTo>
                  <a:lnTo>
                    <a:pt x="90787" y="315583"/>
                  </a:lnTo>
                  <a:lnTo>
                    <a:pt x="95548" y="317932"/>
                  </a:lnTo>
                  <a:lnTo>
                    <a:pt x="100380" y="320130"/>
                  </a:lnTo>
                  <a:lnTo>
                    <a:pt x="105280" y="322172"/>
                  </a:lnTo>
                  <a:lnTo>
                    <a:pt x="110242" y="324059"/>
                  </a:lnTo>
                  <a:lnTo>
                    <a:pt x="115262" y="325786"/>
                  </a:lnTo>
                  <a:lnTo>
                    <a:pt x="120334" y="327354"/>
                  </a:lnTo>
                  <a:lnTo>
                    <a:pt x="125453" y="328759"/>
                  </a:lnTo>
                  <a:lnTo>
                    <a:pt x="130614" y="330001"/>
                  </a:lnTo>
                  <a:lnTo>
                    <a:pt x="135812" y="331079"/>
                  </a:lnTo>
                  <a:lnTo>
                    <a:pt x="141042" y="331991"/>
                  </a:lnTo>
                  <a:lnTo>
                    <a:pt x="146298" y="332737"/>
                  </a:lnTo>
                  <a:lnTo>
                    <a:pt x="151575" y="333315"/>
                  </a:lnTo>
                  <a:lnTo>
                    <a:pt x="156868" y="333726"/>
                  </a:lnTo>
                  <a:lnTo>
                    <a:pt x="162171" y="333968"/>
                  </a:lnTo>
                  <a:lnTo>
                    <a:pt x="167479" y="334042"/>
                  </a:lnTo>
                  <a:lnTo>
                    <a:pt x="172787" y="333947"/>
                  </a:lnTo>
                  <a:lnTo>
                    <a:pt x="178089" y="333684"/>
                  </a:lnTo>
                  <a:lnTo>
                    <a:pt x="183380" y="333252"/>
                  </a:lnTo>
                  <a:lnTo>
                    <a:pt x="188655" y="332653"/>
                  </a:lnTo>
                  <a:lnTo>
                    <a:pt x="193908" y="331887"/>
                  </a:lnTo>
                  <a:lnTo>
                    <a:pt x="199134" y="330954"/>
                  </a:lnTo>
                  <a:lnTo>
                    <a:pt x="204327" y="329855"/>
                  </a:lnTo>
                  <a:lnTo>
                    <a:pt x="209484" y="328593"/>
                  </a:lnTo>
                  <a:lnTo>
                    <a:pt x="214597" y="327167"/>
                  </a:lnTo>
                  <a:lnTo>
                    <a:pt x="219663" y="325579"/>
                  </a:lnTo>
                  <a:lnTo>
                    <a:pt x="224676" y="323832"/>
                  </a:lnTo>
                  <a:lnTo>
                    <a:pt x="229630" y="321926"/>
                  </a:lnTo>
                  <a:lnTo>
                    <a:pt x="234522" y="319864"/>
                  </a:lnTo>
                  <a:lnTo>
                    <a:pt x="239346" y="317648"/>
                  </a:lnTo>
                  <a:lnTo>
                    <a:pt x="244097" y="315279"/>
                  </a:lnTo>
                  <a:lnTo>
                    <a:pt x="248770" y="312761"/>
                  </a:lnTo>
                  <a:lnTo>
                    <a:pt x="253361" y="310096"/>
                  </a:lnTo>
                  <a:lnTo>
                    <a:pt x="257865" y="307286"/>
                  </a:lnTo>
                  <a:lnTo>
                    <a:pt x="262278" y="304335"/>
                  </a:lnTo>
                  <a:lnTo>
                    <a:pt x="266595" y="301245"/>
                  </a:lnTo>
                  <a:lnTo>
                    <a:pt x="270811" y="298019"/>
                  </a:lnTo>
                  <a:lnTo>
                    <a:pt x="274923" y="294662"/>
                  </a:lnTo>
                  <a:lnTo>
                    <a:pt x="278926" y="291175"/>
                  </a:lnTo>
                  <a:lnTo>
                    <a:pt x="282817" y="287563"/>
                  </a:lnTo>
                  <a:lnTo>
                    <a:pt x="286590" y="283830"/>
                  </a:lnTo>
                  <a:lnTo>
                    <a:pt x="290244" y="279978"/>
                  </a:lnTo>
                  <a:lnTo>
                    <a:pt x="293773" y="276013"/>
                  </a:lnTo>
                  <a:lnTo>
                    <a:pt x="297175" y="271937"/>
                  </a:lnTo>
                  <a:lnTo>
                    <a:pt x="300445" y="267755"/>
                  </a:lnTo>
                  <a:lnTo>
                    <a:pt x="303581" y="263472"/>
                  </a:lnTo>
                  <a:lnTo>
                    <a:pt x="306579" y="259091"/>
                  </a:lnTo>
                  <a:lnTo>
                    <a:pt x="309437" y="254617"/>
                  </a:lnTo>
                  <a:lnTo>
                    <a:pt x="312151" y="250055"/>
                  </a:lnTo>
                  <a:lnTo>
                    <a:pt x="314719" y="245409"/>
                  </a:lnTo>
                  <a:lnTo>
                    <a:pt x="317139" y="240684"/>
                  </a:lnTo>
                  <a:lnTo>
                    <a:pt x="319407" y="235884"/>
                  </a:lnTo>
                  <a:lnTo>
                    <a:pt x="321521" y="231015"/>
                  </a:lnTo>
                  <a:lnTo>
                    <a:pt x="323480" y="226080"/>
                  </a:lnTo>
                  <a:lnTo>
                    <a:pt x="325281" y="221087"/>
                  </a:lnTo>
                  <a:lnTo>
                    <a:pt x="326922" y="216038"/>
                  </a:lnTo>
                  <a:lnTo>
                    <a:pt x="328403" y="210940"/>
                  </a:lnTo>
                  <a:lnTo>
                    <a:pt x="329721" y="205798"/>
                  </a:lnTo>
                  <a:lnTo>
                    <a:pt x="330875" y="200616"/>
                  </a:lnTo>
                  <a:lnTo>
                    <a:pt x="331864" y="195401"/>
                  </a:lnTo>
                  <a:lnTo>
                    <a:pt x="332686" y="190156"/>
                  </a:lnTo>
                  <a:lnTo>
                    <a:pt x="333342" y="184888"/>
                  </a:lnTo>
                  <a:lnTo>
                    <a:pt x="333830" y="179602"/>
                  </a:lnTo>
                  <a:lnTo>
                    <a:pt x="334150" y="174303"/>
                  </a:lnTo>
                  <a:lnTo>
                    <a:pt x="334302" y="168997"/>
                  </a:lnTo>
                  <a:lnTo>
                    <a:pt x="334285" y="163688"/>
                  </a:lnTo>
                  <a:lnTo>
                    <a:pt x="334099" y="158383"/>
                  </a:lnTo>
                  <a:lnTo>
                    <a:pt x="333746" y="153086"/>
                  </a:lnTo>
                  <a:lnTo>
                    <a:pt x="333224" y="147803"/>
                  </a:lnTo>
                  <a:lnTo>
                    <a:pt x="332534" y="142539"/>
                  </a:lnTo>
                  <a:lnTo>
                    <a:pt x="331678" y="137300"/>
                  </a:lnTo>
                  <a:lnTo>
                    <a:pt x="330656" y="132091"/>
                  </a:lnTo>
                  <a:lnTo>
                    <a:pt x="329469" y="126917"/>
                  </a:lnTo>
                  <a:lnTo>
                    <a:pt x="328119" y="121783"/>
                  </a:lnTo>
                  <a:lnTo>
                    <a:pt x="326606" y="116694"/>
                  </a:lnTo>
                  <a:lnTo>
                    <a:pt x="324932" y="111656"/>
                  </a:lnTo>
                  <a:lnTo>
                    <a:pt x="323099" y="106674"/>
                  </a:lnTo>
                  <a:lnTo>
                    <a:pt x="321109" y="101753"/>
                  </a:lnTo>
                  <a:lnTo>
                    <a:pt x="318964" y="96897"/>
                  </a:lnTo>
                  <a:lnTo>
                    <a:pt x="316665" y="92112"/>
                  </a:lnTo>
                  <a:lnTo>
                    <a:pt x="314216" y="87402"/>
                  </a:lnTo>
                  <a:lnTo>
                    <a:pt x="311618" y="82772"/>
                  </a:lnTo>
                  <a:lnTo>
                    <a:pt x="308875" y="78227"/>
                  </a:lnTo>
                  <a:lnTo>
                    <a:pt x="305989" y="73772"/>
                  </a:lnTo>
                  <a:lnTo>
                    <a:pt x="302963" y="69410"/>
                  </a:lnTo>
                  <a:lnTo>
                    <a:pt x="299799" y="65147"/>
                  </a:lnTo>
                  <a:lnTo>
                    <a:pt x="296502" y="60986"/>
                  </a:lnTo>
                  <a:lnTo>
                    <a:pt x="293075" y="56932"/>
                  </a:lnTo>
                  <a:lnTo>
                    <a:pt x="289520" y="52989"/>
                  </a:lnTo>
                  <a:lnTo>
                    <a:pt x="285843" y="49161"/>
                  </a:lnTo>
                  <a:lnTo>
                    <a:pt x="282045" y="45452"/>
                  </a:lnTo>
                  <a:lnTo>
                    <a:pt x="278132" y="41865"/>
                  </a:lnTo>
                  <a:lnTo>
                    <a:pt x="274106" y="38404"/>
                  </a:lnTo>
                  <a:lnTo>
                    <a:pt x="269973" y="35072"/>
                  </a:lnTo>
                  <a:lnTo>
                    <a:pt x="265736" y="31874"/>
                  </a:lnTo>
                  <a:lnTo>
                    <a:pt x="261400" y="28812"/>
                  </a:lnTo>
                  <a:lnTo>
                    <a:pt x="256969" y="25888"/>
                  </a:lnTo>
                  <a:lnTo>
                    <a:pt x="252447" y="23108"/>
                  </a:lnTo>
                  <a:lnTo>
                    <a:pt x="247839" y="20472"/>
                  </a:lnTo>
                  <a:lnTo>
                    <a:pt x="243150" y="17983"/>
                  </a:lnTo>
                  <a:lnTo>
                    <a:pt x="238384" y="15645"/>
                  </a:lnTo>
                  <a:lnTo>
                    <a:pt x="233546" y="13459"/>
                  </a:lnTo>
                  <a:lnTo>
                    <a:pt x="228641" y="11429"/>
                  </a:lnTo>
                  <a:lnTo>
                    <a:pt x="223674" y="9554"/>
                  </a:lnTo>
                  <a:lnTo>
                    <a:pt x="218650" y="7839"/>
                  </a:lnTo>
                  <a:lnTo>
                    <a:pt x="213575" y="6284"/>
                  </a:lnTo>
                  <a:lnTo>
                    <a:pt x="208452" y="4891"/>
                  </a:lnTo>
                  <a:lnTo>
                    <a:pt x="203288" y="3661"/>
                  </a:lnTo>
                  <a:lnTo>
                    <a:pt x="198087" y="2596"/>
                  </a:lnTo>
                  <a:lnTo>
                    <a:pt x="192855" y="1696"/>
                  </a:lnTo>
                  <a:lnTo>
                    <a:pt x="187598" y="963"/>
                  </a:lnTo>
                  <a:lnTo>
                    <a:pt x="182319" y="397"/>
                  </a:lnTo>
                  <a:lnTo>
                    <a:pt x="177026" y="0"/>
                  </a:lnTo>
                  <a:lnTo>
                    <a:pt x="167148" y="16687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781287" y="2126963"/>
              <a:ext cx="9877" cy="167167"/>
            </a:xfrm>
            <a:custGeom>
              <a:avLst/>
              <a:pathLst>
                <a:path w="9877" h="167167">
                  <a:moveTo>
                    <a:pt x="9877" y="292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423601" y="2633064"/>
              <a:ext cx="334293" cy="334334"/>
            </a:xfrm>
            <a:custGeom>
              <a:avLst/>
              <a:pathLst>
                <a:path w="334293" h="334334">
                  <a:moveTo>
                    <a:pt x="167146" y="0"/>
                  </a:moveTo>
                  <a:lnTo>
                    <a:pt x="161842" y="84"/>
                  </a:lnTo>
                  <a:lnTo>
                    <a:pt x="156543" y="336"/>
                  </a:lnTo>
                  <a:lnTo>
                    <a:pt x="151255" y="757"/>
                  </a:lnTo>
                  <a:lnTo>
                    <a:pt x="145983" y="1345"/>
                  </a:lnTo>
                  <a:lnTo>
                    <a:pt x="140732" y="2100"/>
                  </a:lnTo>
                  <a:lnTo>
                    <a:pt x="135507" y="3021"/>
                  </a:lnTo>
                  <a:lnTo>
                    <a:pt x="130315" y="4107"/>
                  </a:lnTo>
                  <a:lnTo>
                    <a:pt x="125160" y="5358"/>
                  </a:lnTo>
                  <a:lnTo>
                    <a:pt x="120046" y="6772"/>
                  </a:lnTo>
                  <a:lnTo>
                    <a:pt x="114981" y="8347"/>
                  </a:lnTo>
                  <a:lnTo>
                    <a:pt x="109968" y="10082"/>
                  </a:lnTo>
                  <a:lnTo>
                    <a:pt x="105012" y="11976"/>
                  </a:lnTo>
                  <a:lnTo>
                    <a:pt x="100119" y="14025"/>
                  </a:lnTo>
                  <a:lnTo>
                    <a:pt x="95294" y="16229"/>
                  </a:lnTo>
                  <a:lnTo>
                    <a:pt x="90541" y="18585"/>
                  </a:lnTo>
                  <a:lnTo>
                    <a:pt x="85865" y="21091"/>
                  </a:lnTo>
                  <a:lnTo>
                    <a:pt x="81271" y="23743"/>
                  </a:lnTo>
                  <a:lnTo>
                    <a:pt x="76763" y="26540"/>
                  </a:lnTo>
                  <a:lnTo>
                    <a:pt x="72346" y="29479"/>
                  </a:lnTo>
                  <a:lnTo>
                    <a:pt x="68025" y="32556"/>
                  </a:lnTo>
                  <a:lnTo>
                    <a:pt x="63804" y="35769"/>
                  </a:lnTo>
                  <a:lnTo>
                    <a:pt x="59687" y="39115"/>
                  </a:lnTo>
                  <a:lnTo>
                    <a:pt x="55678" y="42589"/>
                  </a:lnTo>
                  <a:lnTo>
                    <a:pt x="51781" y="46188"/>
                  </a:lnTo>
                  <a:lnTo>
                    <a:pt x="48000" y="49910"/>
                  </a:lnTo>
                  <a:lnTo>
                    <a:pt x="44340" y="53749"/>
                  </a:lnTo>
                  <a:lnTo>
                    <a:pt x="40803" y="57703"/>
                  </a:lnTo>
                  <a:lnTo>
                    <a:pt x="37393" y="61767"/>
                  </a:lnTo>
                  <a:lnTo>
                    <a:pt x="34114" y="65937"/>
                  </a:lnTo>
                  <a:lnTo>
                    <a:pt x="30969" y="70209"/>
                  </a:lnTo>
                  <a:lnTo>
                    <a:pt x="27961" y="74579"/>
                  </a:lnTo>
                  <a:lnTo>
                    <a:pt x="25093" y="79042"/>
                  </a:lnTo>
                  <a:lnTo>
                    <a:pt x="22369" y="83594"/>
                  </a:lnTo>
                  <a:lnTo>
                    <a:pt x="19790" y="88230"/>
                  </a:lnTo>
                  <a:lnTo>
                    <a:pt x="17359" y="92945"/>
                  </a:lnTo>
                  <a:lnTo>
                    <a:pt x="15080" y="97735"/>
                  </a:lnTo>
                  <a:lnTo>
                    <a:pt x="12953" y="102595"/>
                  </a:lnTo>
                  <a:lnTo>
                    <a:pt x="10982" y="107521"/>
                  </a:lnTo>
                  <a:lnTo>
                    <a:pt x="9168" y="112506"/>
                  </a:lnTo>
                  <a:lnTo>
                    <a:pt x="7513" y="117546"/>
                  </a:lnTo>
                  <a:lnTo>
                    <a:pt x="6019" y="122636"/>
                  </a:lnTo>
                  <a:lnTo>
                    <a:pt x="4687" y="127771"/>
                  </a:lnTo>
                  <a:lnTo>
                    <a:pt x="3519" y="132946"/>
                  </a:lnTo>
                  <a:lnTo>
                    <a:pt x="2516" y="138155"/>
                  </a:lnTo>
                  <a:lnTo>
                    <a:pt x="1678" y="143393"/>
                  </a:lnTo>
                  <a:lnTo>
                    <a:pt x="1007" y="148656"/>
                  </a:lnTo>
                  <a:lnTo>
                    <a:pt x="503" y="153937"/>
                  </a:lnTo>
                  <a:lnTo>
                    <a:pt x="167" y="159231"/>
                  </a:lnTo>
                  <a:lnTo>
                    <a:pt x="0" y="164533"/>
                  </a:lnTo>
                  <a:lnTo>
                    <a:pt x="0" y="169838"/>
                  </a:lnTo>
                  <a:lnTo>
                    <a:pt x="169" y="175140"/>
                  </a:lnTo>
                  <a:lnTo>
                    <a:pt x="506" y="180434"/>
                  </a:lnTo>
                  <a:lnTo>
                    <a:pt x="1011" y="185715"/>
                  </a:lnTo>
                  <a:lnTo>
                    <a:pt x="1683" y="190977"/>
                  </a:lnTo>
                  <a:lnTo>
                    <a:pt x="2522" y="196216"/>
                  </a:lnTo>
                  <a:lnTo>
                    <a:pt x="3527" y="201425"/>
                  </a:lnTo>
                  <a:lnTo>
                    <a:pt x="4696" y="206599"/>
                  </a:lnTo>
                  <a:lnTo>
                    <a:pt x="6029" y="211734"/>
                  </a:lnTo>
                  <a:lnTo>
                    <a:pt x="7524" y="216824"/>
                  </a:lnTo>
                  <a:lnTo>
                    <a:pt x="9180" y="221863"/>
                  </a:lnTo>
                  <a:lnTo>
                    <a:pt x="10995" y="226848"/>
                  </a:lnTo>
                  <a:lnTo>
                    <a:pt x="12968" y="231773"/>
                  </a:lnTo>
                  <a:lnTo>
                    <a:pt x="15095" y="236632"/>
                  </a:lnTo>
                  <a:lnTo>
                    <a:pt x="17376" y="241422"/>
                  </a:lnTo>
                  <a:lnTo>
                    <a:pt x="19807" y="246137"/>
                  </a:lnTo>
                  <a:lnTo>
                    <a:pt x="22387" y="250772"/>
                  </a:lnTo>
                  <a:lnTo>
                    <a:pt x="25113" y="255323"/>
                  </a:lnTo>
                  <a:lnTo>
                    <a:pt x="27982" y="259786"/>
                  </a:lnTo>
                  <a:lnTo>
                    <a:pt x="30991" y="264155"/>
                  </a:lnTo>
                  <a:lnTo>
                    <a:pt x="34137" y="268426"/>
                  </a:lnTo>
                  <a:lnTo>
                    <a:pt x="37417" y="272596"/>
                  </a:lnTo>
                  <a:lnTo>
                    <a:pt x="40827" y="276659"/>
                  </a:lnTo>
                  <a:lnTo>
                    <a:pt x="44365" y="280612"/>
                  </a:lnTo>
                  <a:lnTo>
                    <a:pt x="48026" y="284451"/>
                  </a:lnTo>
                  <a:lnTo>
                    <a:pt x="51808" y="288171"/>
                  </a:lnTo>
                  <a:lnTo>
                    <a:pt x="55705" y="291770"/>
                  </a:lnTo>
                  <a:lnTo>
                    <a:pt x="59715" y="295243"/>
                  </a:lnTo>
                  <a:lnTo>
                    <a:pt x="63833" y="298588"/>
                  </a:lnTo>
                  <a:lnTo>
                    <a:pt x="68055" y="301800"/>
                  </a:lnTo>
                  <a:lnTo>
                    <a:pt x="72377" y="304876"/>
                  </a:lnTo>
                  <a:lnTo>
                    <a:pt x="76794" y="307814"/>
                  </a:lnTo>
                  <a:lnTo>
                    <a:pt x="81302" y="310610"/>
                  </a:lnTo>
                  <a:lnTo>
                    <a:pt x="85897" y="313261"/>
                  </a:lnTo>
                  <a:lnTo>
                    <a:pt x="90574" y="315766"/>
                  </a:lnTo>
                  <a:lnTo>
                    <a:pt x="95327" y="318121"/>
                  </a:lnTo>
                  <a:lnTo>
                    <a:pt x="100153" y="320323"/>
                  </a:lnTo>
                  <a:lnTo>
                    <a:pt x="105047" y="322372"/>
                  </a:lnTo>
                  <a:lnTo>
                    <a:pt x="110003" y="324264"/>
                  </a:lnTo>
                  <a:lnTo>
                    <a:pt x="115016" y="325998"/>
                  </a:lnTo>
                  <a:lnTo>
                    <a:pt x="120082" y="327572"/>
                  </a:lnTo>
                  <a:lnTo>
                    <a:pt x="125196" y="328985"/>
                  </a:lnTo>
                  <a:lnTo>
                    <a:pt x="130351" y="330235"/>
                  </a:lnTo>
                  <a:lnTo>
                    <a:pt x="135544" y="331320"/>
                  </a:lnTo>
                  <a:lnTo>
                    <a:pt x="140768" y="332240"/>
                  </a:lnTo>
                  <a:lnTo>
                    <a:pt x="146019" y="332994"/>
                  </a:lnTo>
                  <a:lnTo>
                    <a:pt x="151292" y="333581"/>
                  </a:lnTo>
                  <a:lnTo>
                    <a:pt x="156580" y="334000"/>
                  </a:lnTo>
                  <a:lnTo>
                    <a:pt x="161879" y="334251"/>
                  </a:lnTo>
                  <a:lnTo>
                    <a:pt x="167183" y="334334"/>
                  </a:lnTo>
                  <a:lnTo>
                    <a:pt x="172488" y="334249"/>
                  </a:lnTo>
                  <a:lnTo>
                    <a:pt x="177786" y="333995"/>
                  </a:lnTo>
                  <a:lnTo>
                    <a:pt x="183075" y="333574"/>
                  </a:lnTo>
                  <a:lnTo>
                    <a:pt x="188347" y="332985"/>
                  </a:lnTo>
                  <a:lnTo>
                    <a:pt x="193597" y="332228"/>
                  </a:lnTo>
                  <a:lnTo>
                    <a:pt x="198822" y="331306"/>
                  </a:lnTo>
                  <a:lnTo>
                    <a:pt x="204014" y="330218"/>
                  </a:lnTo>
                  <a:lnTo>
                    <a:pt x="209169" y="328966"/>
                  </a:lnTo>
                  <a:lnTo>
                    <a:pt x="214282" y="327551"/>
                  </a:lnTo>
                  <a:lnTo>
                    <a:pt x="219347" y="325975"/>
                  </a:lnTo>
                  <a:lnTo>
                    <a:pt x="224360" y="324239"/>
                  </a:lnTo>
                  <a:lnTo>
                    <a:pt x="229315" y="322344"/>
                  </a:lnTo>
                  <a:lnTo>
                    <a:pt x="234207" y="320294"/>
                  </a:lnTo>
                  <a:lnTo>
                    <a:pt x="239032" y="318089"/>
                  </a:lnTo>
                  <a:lnTo>
                    <a:pt x="243785" y="315732"/>
                  </a:lnTo>
                  <a:lnTo>
                    <a:pt x="248460" y="313225"/>
                  </a:lnTo>
                  <a:lnTo>
                    <a:pt x="253054" y="310571"/>
                  </a:lnTo>
                  <a:lnTo>
                    <a:pt x="257561" y="307773"/>
                  </a:lnTo>
                  <a:lnTo>
                    <a:pt x="261977" y="304834"/>
                  </a:lnTo>
                  <a:lnTo>
                    <a:pt x="266297" y="301755"/>
                  </a:lnTo>
                  <a:lnTo>
                    <a:pt x="270518" y="298542"/>
                  </a:lnTo>
                  <a:lnTo>
                    <a:pt x="274634" y="295195"/>
                  </a:lnTo>
                  <a:lnTo>
                    <a:pt x="278642" y="291720"/>
                  </a:lnTo>
                  <a:lnTo>
                    <a:pt x="282538" y="288120"/>
                  </a:lnTo>
                  <a:lnTo>
                    <a:pt x="286318" y="284397"/>
                  </a:lnTo>
                  <a:lnTo>
                    <a:pt x="289978" y="280557"/>
                  </a:lnTo>
                  <a:lnTo>
                    <a:pt x="293514" y="276603"/>
                  </a:lnTo>
                  <a:lnTo>
                    <a:pt x="296923" y="272538"/>
                  </a:lnTo>
                  <a:lnTo>
                    <a:pt x="300201" y="268367"/>
                  </a:lnTo>
                  <a:lnTo>
                    <a:pt x="303345" y="264094"/>
                  </a:lnTo>
                  <a:lnTo>
                    <a:pt x="306352" y="259724"/>
                  </a:lnTo>
                  <a:lnTo>
                    <a:pt x="309219" y="255260"/>
                  </a:lnTo>
                  <a:lnTo>
                    <a:pt x="311942" y="250708"/>
                  </a:lnTo>
                  <a:lnTo>
                    <a:pt x="314520" y="246071"/>
                  </a:lnTo>
                  <a:lnTo>
                    <a:pt x="316950" y="241355"/>
                  </a:lnTo>
                  <a:lnTo>
                    <a:pt x="319228" y="236565"/>
                  </a:lnTo>
                  <a:lnTo>
                    <a:pt x="321354" y="231704"/>
                  </a:lnTo>
                  <a:lnTo>
                    <a:pt x="323324" y="226779"/>
                  </a:lnTo>
                  <a:lnTo>
                    <a:pt x="325137" y="221793"/>
                  </a:lnTo>
                  <a:lnTo>
                    <a:pt x="326790" y="216752"/>
                  </a:lnTo>
                  <a:lnTo>
                    <a:pt x="328283" y="211662"/>
                  </a:lnTo>
                  <a:lnTo>
                    <a:pt x="329614" y="206527"/>
                  </a:lnTo>
                  <a:lnTo>
                    <a:pt x="330781" y="201352"/>
                  </a:lnTo>
                  <a:lnTo>
                    <a:pt x="331783" y="196142"/>
                  </a:lnTo>
                  <a:lnTo>
                    <a:pt x="332620" y="190904"/>
                  </a:lnTo>
                  <a:lnTo>
                    <a:pt x="333290" y="185641"/>
                  </a:lnTo>
                  <a:lnTo>
                    <a:pt x="333792" y="180360"/>
                  </a:lnTo>
                  <a:lnTo>
                    <a:pt x="334127" y="175066"/>
                  </a:lnTo>
                  <a:lnTo>
                    <a:pt x="334293" y="169764"/>
                  </a:lnTo>
                  <a:lnTo>
                    <a:pt x="334292" y="164459"/>
                  </a:lnTo>
                  <a:lnTo>
                    <a:pt x="334122" y="159156"/>
                  </a:lnTo>
                  <a:lnTo>
                    <a:pt x="333783" y="153862"/>
                  </a:lnTo>
                  <a:lnTo>
                    <a:pt x="333277" y="148582"/>
                  </a:lnTo>
                  <a:lnTo>
                    <a:pt x="332604" y="143320"/>
                  </a:lnTo>
                  <a:lnTo>
                    <a:pt x="331764" y="138082"/>
                  </a:lnTo>
                  <a:lnTo>
                    <a:pt x="330758" y="132873"/>
                  </a:lnTo>
                  <a:lnTo>
                    <a:pt x="329588" y="127699"/>
                  </a:lnTo>
                  <a:lnTo>
                    <a:pt x="328253" y="122564"/>
                  </a:lnTo>
                  <a:lnTo>
                    <a:pt x="167146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2755629"/>
              <a:ext cx="161107" cy="44602"/>
            </a:xfrm>
            <a:custGeom>
              <a:avLst/>
              <a:pathLst>
                <a:path w="161107" h="44602">
                  <a:moveTo>
                    <a:pt x="161107" y="0"/>
                  </a:moveTo>
                  <a:lnTo>
                    <a:pt x="0" y="4460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2755629"/>
              <a:ext cx="161107" cy="44602"/>
            </a:xfrm>
            <a:custGeom>
              <a:avLst/>
              <a:pathLst>
                <a:path w="161107" h="44602">
                  <a:moveTo>
                    <a:pt x="161107" y="0"/>
                  </a:moveTo>
                  <a:lnTo>
                    <a:pt x="0" y="4460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2755629"/>
              <a:ext cx="161107" cy="44602"/>
            </a:xfrm>
            <a:custGeom>
              <a:avLst/>
              <a:pathLst>
                <a:path w="161107" h="44602">
                  <a:moveTo>
                    <a:pt x="161107" y="0"/>
                  </a:moveTo>
                  <a:lnTo>
                    <a:pt x="0" y="4460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2755629"/>
              <a:ext cx="161107" cy="44602"/>
            </a:xfrm>
            <a:custGeom>
              <a:avLst/>
              <a:pathLst>
                <a:path w="161107" h="44602">
                  <a:moveTo>
                    <a:pt x="161107" y="0"/>
                  </a:moveTo>
                  <a:lnTo>
                    <a:pt x="0" y="4460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90748" y="2755629"/>
              <a:ext cx="161107" cy="44602"/>
            </a:xfrm>
            <a:custGeom>
              <a:avLst/>
              <a:pathLst>
                <a:path w="161107" h="44602">
                  <a:moveTo>
                    <a:pt x="161107" y="0"/>
                  </a:moveTo>
                  <a:lnTo>
                    <a:pt x="0" y="4460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90748" y="2755629"/>
              <a:ext cx="161107" cy="44602"/>
            </a:xfrm>
            <a:custGeom>
              <a:avLst/>
              <a:pathLst>
                <a:path w="161107" h="44602">
                  <a:moveTo>
                    <a:pt x="161107" y="0"/>
                  </a:moveTo>
                  <a:lnTo>
                    <a:pt x="0" y="4460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90748" y="2755629"/>
              <a:ext cx="161107" cy="44602"/>
            </a:xfrm>
            <a:custGeom>
              <a:avLst/>
              <a:pathLst>
                <a:path w="161107" h="44602">
                  <a:moveTo>
                    <a:pt x="161107" y="0"/>
                  </a:moveTo>
                  <a:lnTo>
                    <a:pt x="0" y="4460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90748" y="2755629"/>
              <a:ext cx="161107" cy="44602"/>
            </a:xfrm>
            <a:custGeom>
              <a:avLst/>
              <a:pathLst>
                <a:path w="161107" h="44602">
                  <a:moveTo>
                    <a:pt x="161107" y="0"/>
                  </a:moveTo>
                  <a:lnTo>
                    <a:pt x="0" y="446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90748" y="2755629"/>
              <a:ext cx="161107" cy="44602"/>
            </a:xfrm>
            <a:custGeom>
              <a:avLst/>
              <a:pathLst>
                <a:path w="161107" h="44602">
                  <a:moveTo>
                    <a:pt x="161107" y="0"/>
                  </a:moveTo>
                  <a:lnTo>
                    <a:pt x="0" y="446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90748" y="2755629"/>
              <a:ext cx="161107" cy="44602"/>
            </a:xfrm>
            <a:custGeom>
              <a:avLst/>
              <a:pathLst>
                <a:path w="161107" h="44602">
                  <a:moveTo>
                    <a:pt x="161107" y="0"/>
                  </a:moveTo>
                  <a:lnTo>
                    <a:pt x="0" y="446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90748" y="2755629"/>
              <a:ext cx="161107" cy="44602"/>
            </a:xfrm>
            <a:custGeom>
              <a:avLst/>
              <a:pathLst>
                <a:path w="161107" h="44602">
                  <a:moveTo>
                    <a:pt x="161107" y="0"/>
                  </a:moveTo>
                  <a:lnTo>
                    <a:pt x="0" y="446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90748" y="2755629"/>
              <a:ext cx="161107" cy="44602"/>
            </a:xfrm>
            <a:custGeom>
              <a:avLst/>
              <a:pathLst>
                <a:path w="161107" h="44602">
                  <a:moveTo>
                    <a:pt x="161107" y="0"/>
                  </a:moveTo>
                  <a:lnTo>
                    <a:pt x="0" y="4460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90748" y="2755629"/>
              <a:ext cx="161107" cy="44602"/>
            </a:xfrm>
            <a:custGeom>
              <a:avLst/>
              <a:pathLst>
                <a:path w="161107" h="44602">
                  <a:moveTo>
                    <a:pt x="161107" y="0"/>
                  </a:moveTo>
                  <a:lnTo>
                    <a:pt x="0" y="4460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90748" y="2655273"/>
              <a:ext cx="161107" cy="144958"/>
            </a:xfrm>
            <a:custGeom>
              <a:avLst/>
              <a:pathLst>
                <a:path w="161107" h="144958">
                  <a:moveTo>
                    <a:pt x="161107" y="100355"/>
                  </a:moveTo>
                  <a:lnTo>
                    <a:pt x="159503" y="94923"/>
                  </a:lnTo>
                  <a:lnTo>
                    <a:pt x="157717" y="89548"/>
                  </a:lnTo>
                  <a:lnTo>
                    <a:pt x="155749" y="84236"/>
                  </a:lnTo>
                  <a:lnTo>
                    <a:pt x="153602" y="78994"/>
                  </a:lnTo>
                  <a:lnTo>
                    <a:pt x="151279" y="73829"/>
                  </a:lnTo>
                  <a:lnTo>
                    <a:pt x="148783" y="68744"/>
                  </a:lnTo>
                  <a:lnTo>
                    <a:pt x="146115" y="63747"/>
                  </a:lnTo>
                  <a:lnTo>
                    <a:pt x="143280" y="58844"/>
                  </a:lnTo>
                  <a:lnTo>
                    <a:pt x="140281" y="54039"/>
                  </a:lnTo>
                  <a:lnTo>
                    <a:pt x="137120" y="49339"/>
                  </a:lnTo>
                  <a:lnTo>
                    <a:pt x="133802" y="44748"/>
                  </a:lnTo>
                  <a:lnTo>
                    <a:pt x="130330" y="40273"/>
                  </a:lnTo>
                  <a:lnTo>
                    <a:pt x="126709" y="35918"/>
                  </a:lnTo>
                  <a:lnTo>
                    <a:pt x="122942" y="31687"/>
                  </a:lnTo>
                  <a:lnTo>
                    <a:pt x="119034" y="27587"/>
                  </a:lnTo>
                  <a:lnTo>
                    <a:pt x="114989" y="23622"/>
                  </a:lnTo>
                  <a:lnTo>
                    <a:pt x="110813" y="19796"/>
                  </a:lnTo>
                  <a:lnTo>
                    <a:pt x="106509" y="16114"/>
                  </a:lnTo>
                  <a:lnTo>
                    <a:pt x="102083" y="12579"/>
                  </a:lnTo>
                  <a:lnTo>
                    <a:pt x="97539" y="9197"/>
                  </a:lnTo>
                  <a:lnTo>
                    <a:pt x="92884" y="5970"/>
                  </a:lnTo>
                  <a:lnTo>
                    <a:pt x="88122" y="2903"/>
                  </a:lnTo>
                  <a:lnTo>
                    <a:pt x="83259" y="0"/>
                  </a:lnTo>
                  <a:lnTo>
                    <a:pt x="0" y="14495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90748" y="2633064"/>
              <a:ext cx="83259" cy="167167"/>
            </a:xfrm>
            <a:custGeom>
              <a:avLst/>
              <a:pathLst>
                <a:path w="83259" h="167167">
                  <a:moveTo>
                    <a:pt x="83259" y="22209"/>
                  </a:moveTo>
                  <a:lnTo>
                    <a:pt x="78171" y="19403"/>
                  </a:lnTo>
                  <a:lnTo>
                    <a:pt x="72989" y="16776"/>
                  </a:lnTo>
                  <a:lnTo>
                    <a:pt x="67719" y="14330"/>
                  </a:lnTo>
                  <a:lnTo>
                    <a:pt x="62367" y="12069"/>
                  </a:lnTo>
                  <a:lnTo>
                    <a:pt x="56940" y="9996"/>
                  </a:lnTo>
                  <a:lnTo>
                    <a:pt x="51443" y="8112"/>
                  </a:lnTo>
                  <a:lnTo>
                    <a:pt x="45885" y="6420"/>
                  </a:lnTo>
                  <a:lnTo>
                    <a:pt x="40271" y="4923"/>
                  </a:lnTo>
                  <a:lnTo>
                    <a:pt x="34609" y="3621"/>
                  </a:lnTo>
                  <a:lnTo>
                    <a:pt x="28905" y="2518"/>
                  </a:lnTo>
                  <a:lnTo>
                    <a:pt x="23166" y="1612"/>
                  </a:lnTo>
                  <a:lnTo>
                    <a:pt x="17399" y="907"/>
                  </a:lnTo>
                  <a:lnTo>
                    <a:pt x="11611" y="403"/>
                  </a:lnTo>
                  <a:lnTo>
                    <a:pt x="5809" y="10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358834" y="3170392"/>
              <a:ext cx="334293" cy="334334"/>
            </a:xfrm>
            <a:custGeom>
              <a:avLst/>
              <a:pathLst>
                <a:path w="334293" h="334334">
                  <a:moveTo>
                    <a:pt x="167146" y="0"/>
                  </a:moveTo>
                  <a:lnTo>
                    <a:pt x="161842" y="84"/>
                  </a:lnTo>
                  <a:lnTo>
                    <a:pt x="156544" y="336"/>
                  </a:lnTo>
                  <a:lnTo>
                    <a:pt x="151256" y="756"/>
                  </a:lnTo>
                  <a:lnTo>
                    <a:pt x="145984" y="1344"/>
                  </a:lnTo>
                  <a:lnTo>
                    <a:pt x="140734" y="2099"/>
                  </a:lnTo>
                  <a:lnTo>
                    <a:pt x="135510" y="3020"/>
                  </a:lnTo>
                  <a:lnTo>
                    <a:pt x="130318" y="4107"/>
                  </a:lnTo>
                  <a:lnTo>
                    <a:pt x="125163" y="5357"/>
                  </a:lnTo>
                  <a:lnTo>
                    <a:pt x="120050" y="6771"/>
                  </a:lnTo>
                  <a:lnTo>
                    <a:pt x="114985" y="8346"/>
                  </a:lnTo>
                  <a:lnTo>
                    <a:pt x="109972" y="10081"/>
                  </a:lnTo>
                  <a:lnTo>
                    <a:pt x="105017" y="11974"/>
                  </a:lnTo>
                  <a:lnTo>
                    <a:pt x="100124" y="14023"/>
                  </a:lnTo>
                  <a:lnTo>
                    <a:pt x="95299" y="16227"/>
                  </a:lnTo>
                  <a:lnTo>
                    <a:pt x="90546" y="18582"/>
                  </a:lnTo>
                  <a:lnTo>
                    <a:pt x="85871" y="21087"/>
                  </a:lnTo>
                  <a:lnTo>
                    <a:pt x="81277" y="23739"/>
                  </a:lnTo>
                  <a:lnTo>
                    <a:pt x="76770" y="26536"/>
                  </a:lnTo>
                  <a:lnTo>
                    <a:pt x="72353" y="29474"/>
                  </a:lnTo>
                  <a:lnTo>
                    <a:pt x="68032" y="32551"/>
                  </a:lnTo>
                  <a:lnTo>
                    <a:pt x="63811" y="35763"/>
                  </a:lnTo>
                  <a:lnTo>
                    <a:pt x="59694" y="39108"/>
                  </a:lnTo>
                  <a:lnTo>
                    <a:pt x="55685" y="42582"/>
                  </a:lnTo>
                  <a:lnTo>
                    <a:pt x="51789" y="46181"/>
                  </a:lnTo>
                  <a:lnTo>
                    <a:pt x="48008" y="49902"/>
                  </a:lnTo>
                  <a:lnTo>
                    <a:pt x="44348" y="53741"/>
                  </a:lnTo>
                  <a:lnTo>
                    <a:pt x="40811" y="57694"/>
                  </a:lnTo>
                  <a:lnTo>
                    <a:pt x="37401" y="61757"/>
                  </a:lnTo>
                  <a:lnTo>
                    <a:pt x="34122" y="65927"/>
                  </a:lnTo>
                  <a:lnTo>
                    <a:pt x="30977" y="70198"/>
                  </a:lnTo>
                  <a:lnTo>
                    <a:pt x="27969" y="74568"/>
                  </a:lnTo>
                  <a:lnTo>
                    <a:pt x="25101" y="79030"/>
                  </a:lnTo>
                  <a:lnTo>
                    <a:pt x="22376" y="83581"/>
                  </a:lnTo>
                  <a:lnTo>
                    <a:pt x="19797" y="88216"/>
                  </a:lnTo>
                  <a:lnTo>
                    <a:pt x="17366" y="92931"/>
                  </a:lnTo>
                  <a:lnTo>
                    <a:pt x="15086" y="97721"/>
                  </a:lnTo>
                  <a:lnTo>
                    <a:pt x="12959" y="102580"/>
                  </a:lnTo>
                  <a:lnTo>
                    <a:pt x="10988" y="107504"/>
                  </a:lnTo>
                  <a:lnTo>
                    <a:pt x="9174" y="112489"/>
                  </a:lnTo>
                  <a:lnTo>
                    <a:pt x="7518" y="117529"/>
                  </a:lnTo>
                  <a:lnTo>
                    <a:pt x="6024" y="122618"/>
                  </a:lnTo>
                  <a:lnTo>
                    <a:pt x="4691" y="127753"/>
                  </a:lnTo>
                  <a:lnTo>
                    <a:pt x="3523" y="132927"/>
                  </a:lnTo>
                  <a:lnTo>
                    <a:pt x="2519" y="138135"/>
                  </a:lnTo>
                  <a:lnTo>
                    <a:pt x="1681" y="143373"/>
                  </a:lnTo>
                  <a:lnTo>
                    <a:pt x="1009" y="148635"/>
                  </a:lnTo>
                  <a:lnTo>
                    <a:pt x="505" y="153915"/>
                  </a:lnTo>
                  <a:lnTo>
                    <a:pt x="168" y="159209"/>
                  </a:lnTo>
                  <a:lnTo>
                    <a:pt x="0" y="164511"/>
                  </a:lnTo>
                  <a:lnTo>
                    <a:pt x="0" y="169815"/>
                  </a:lnTo>
                  <a:lnTo>
                    <a:pt x="168" y="175117"/>
                  </a:lnTo>
                  <a:lnTo>
                    <a:pt x="504" y="180411"/>
                  </a:lnTo>
                  <a:lnTo>
                    <a:pt x="1008" y="185691"/>
                  </a:lnTo>
                  <a:lnTo>
                    <a:pt x="1679" y="190953"/>
                  </a:lnTo>
                  <a:lnTo>
                    <a:pt x="2517" y="196191"/>
                  </a:lnTo>
                  <a:lnTo>
                    <a:pt x="3521" y="201400"/>
                  </a:lnTo>
                  <a:lnTo>
                    <a:pt x="4690" y="206574"/>
                  </a:lnTo>
                  <a:lnTo>
                    <a:pt x="6022" y="211708"/>
                  </a:lnTo>
                  <a:lnTo>
                    <a:pt x="7516" y="216798"/>
                  </a:lnTo>
                  <a:lnTo>
                    <a:pt x="9171" y="221838"/>
                  </a:lnTo>
                  <a:lnTo>
                    <a:pt x="10985" y="226822"/>
                  </a:lnTo>
                  <a:lnTo>
                    <a:pt x="12957" y="231747"/>
                  </a:lnTo>
                  <a:lnTo>
                    <a:pt x="15083" y="236606"/>
                  </a:lnTo>
                  <a:lnTo>
                    <a:pt x="17363" y="241396"/>
                  </a:lnTo>
                  <a:lnTo>
                    <a:pt x="19793" y="246111"/>
                  </a:lnTo>
                  <a:lnTo>
                    <a:pt x="22372" y="250746"/>
                  </a:lnTo>
                  <a:lnTo>
                    <a:pt x="25097" y="255297"/>
                  </a:lnTo>
                  <a:lnTo>
                    <a:pt x="27964" y="259760"/>
                  </a:lnTo>
                  <a:lnTo>
                    <a:pt x="30972" y="264129"/>
                  </a:lnTo>
                  <a:lnTo>
                    <a:pt x="34117" y="268401"/>
                  </a:lnTo>
                  <a:lnTo>
                    <a:pt x="37396" y="272571"/>
                  </a:lnTo>
                  <a:lnTo>
                    <a:pt x="40806" y="276634"/>
                  </a:lnTo>
                  <a:lnTo>
                    <a:pt x="44342" y="280587"/>
                  </a:lnTo>
                  <a:lnTo>
                    <a:pt x="48003" y="284427"/>
                  </a:lnTo>
                  <a:lnTo>
                    <a:pt x="51783" y="288148"/>
                  </a:lnTo>
                  <a:lnTo>
                    <a:pt x="55680" y="291747"/>
                  </a:lnTo>
                  <a:lnTo>
                    <a:pt x="59688" y="295221"/>
                  </a:lnTo>
                  <a:lnTo>
                    <a:pt x="63805" y="298566"/>
                  </a:lnTo>
                  <a:lnTo>
                    <a:pt x="68026" y="301778"/>
                  </a:lnTo>
                  <a:lnTo>
                    <a:pt x="72347" y="304855"/>
                  </a:lnTo>
                  <a:lnTo>
                    <a:pt x="76763" y="307794"/>
                  </a:lnTo>
                  <a:lnTo>
                    <a:pt x="81270" y="310591"/>
                  </a:lnTo>
                  <a:lnTo>
                    <a:pt x="85864" y="313243"/>
                  </a:lnTo>
                  <a:lnTo>
                    <a:pt x="90540" y="315748"/>
                  </a:lnTo>
                  <a:lnTo>
                    <a:pt x="95292" y="318104"/>
                  </a:lnTo>
                  <a:lnTo>
                    <a:pt x="100117" y="320308"/>
                  </a:lnTo>
                  <a:lnTo>
                    <a:pt x="105010" y="322357"/>
                  </a:lnTo>
                  <a:lnTo>
                    <a:pt x="109965" y="324251"/>
                  </a:lnTo>
                  <a:lnTo>
                    <a:pt x="114978" y="325986"/>
                  </a:lnTo>
                  <a:lnTo>
                    <a:pt x="120043" y="327561"/>
                  </a:lnTo>
                  <a:lnTo>
                    <a:pt x="125155" y="328975"/>
                  </a:lnTo>
                  <a:lnTo>
                    <a:pt x="130310" y="330225"/>
                  </a:lnTo>
                  <a:lnTo>
                    <a:pt x="135502" y="331312"/>
                  </a:lnTo>
                  <a:lnTo>
                    <a:pt x="140726" y="332233"/>
                  </a:lnTo>
                  <a:lnTo>
                    <a:pt x="145977" y="332989"/>
                  </a:lnTo>
                  <a:lnTo>
                    <a:pt x="151248" y="333577"/>
                  </a:lnTo>
                  <a:lnTo>
                    <a:pt x="156536" y="333997"/>
                  </a:lnTo>
                  <a:lnTo>
                    <a:pt x="161835" y="334250"/>
                  </a:lnTo>
                  <a:lnTo>
                    <a:pt x="167138" y="334334"/>
                  </a:lnTo>
                  <a:lnTo>
                    <a:pt x="172442" y="334250"/>
                  </a:lnTo>
                  <a:lnTo>
                    <a:pt x="177741" y="333998"/>
                  </a:lnTo>
                  <a:lnTo>
                    <a:pt x="183028" y="333578"/>
                  </a:lnTo>
                  <a:lnTo>
                    <a:pt x="188300" y="332990"/>
                  </a:lnTo>
                  <a:lnTo>
                    <a:pt x="193551" y="332236"/>
                  </a:lnTo>
                  <a:lnTo>
                    <a:pt x="198775" y="331315"/>
                  </a:lnTo>
                  <a:lnTo>
                    <a:pt x="203967" y="330229"/>
                  </a:lnTo>
                  <a:lnTo>
                    <a:pt x="209122" y="328979"/>
                  </a:lnTo>
                  <a:lnTo>
                    <a:pt x="214235" y="327565"/>
                  </a:lnTo>
                  <a:lnTo>
                    <a:pt x="219300" y="325991"/>
                  </a:lnTo>
                  <a:lnTo>
                    <a:pt x="224313" y="324256"/>
                  </a:lnTo>
                  <a:lnTo>
                    <a:pt x="229268" y="322363"/>
                  </a:lnTo>
                  <a:lnTo>
                    <a:pt x="234161" y="320314"/>
                  </a:lnTo>
                  <a:lnTo>
                    <a:pt x="238986" y="318111"/>
                  </a:lnTo>
                  <a:lnTo>
                    <a:pt x="243739" y="315755"/>
                  </a:lnTo>
                  <a:lnTo>
                    <a:pt x="248414" y="313250"/>
                  </a:lnTo>
                  <a:lnTo>
                    <a:pt x="253008" y="310598"/>
                  </a:lnTo>
                  <a:lnTo>
                    <a:pt x="257516" y="307802"/>
                  </a:lnTo>
                  <a:lnTo>
                    <a:pt x="261932" y="304864"/>
                  </a:lnTo>
                  <a:lnTo>
                    <a:pt x="266253" y="301787"/>
                  </a:lnTo>
                  <a:lnTo>
                    <a:pt x="270475" y="298575"/>
                  </a:lnTo>
                  <a:lnTo>
                    <a:pt x="274592" y="295231"/>
                  </a:lnTo>
                  <a:lnTo>
                    <a:pt x="278601" y="291757"/>
                  </a:lnTo>
                  <a:lnTo>
                    <a:pt x="282498" y="288158"/>
                  </a:lnTo>
                  <a:lnTo>
                    <a:pt x="286279" y="284438"/>
                  </a:lnTo>
                  <a:lnTo>
                    <a:pt x="289939" y="280599"/>
                  </a:lnTo>
                  <a:lnTo>
                    <a:pt x="293476" y="276646"/>
                  </a:lnTo>
                  <a:lnTo>
                    <a:pt x="296886" y="272582"/>
                  </a:lnTo>
                  <a:lnTo>
                    <a:pt x="300165" y="268413"/>
                  </a:lnTo>
                  <a:lnTo>
                    <a:pt x="303311" y="264142"/>
                  </a:lnTo>
                  <a:lnTo>
                    <a:pt x="306319" y="259773"/>
                  </a:lnTo>
                  <a:lnTo>
                    <a:pt x="309187" y="255310"/>
                  </a:lnTo>
                  <a:lnTo>
                    <a:pt x="311912" y="250759"/>
                  </a:lnTo>
                  <a:lnTo>
                    <a:pt x="314491" y="246124"/>
                  </a:lnTo>
                  <a:lnTo>
                    <a:pt x="316922" y="241410"/>
                  </a:lnTo>
                  <a:lnTo>
                    <a:pt x="319203" y="236620"/>
                  </a:lnTo>
                  <a:lnTo>
                    <a:pt x="321330" y="231761"/>
                  </a:lnTo>
                  <a:lnTo>
                    <a:pt x="323301" y="226837"/>
                  </a:lnTo>
                  <a:lnTo>
                    <a:pt x="325116" y="221852"/>
                  </a:lnTo>
                  <a:lnTo>
                    <a:pt x="326771" y="216813"/>
                  </a:lnTo>
                  <a:lnTo>
                    <a:pt x="328266" y="211723"/>
                  </a:lnTo>
                  <a:lnTo>
                    <a:pt x="329599" y="206589"/>
                  </a:lnTo>
                  <a:lnTo>
                    <a:pt x="330768" y="201415"/>
                  </a:lnTo>
                  <a:lnTo>
                    <a:pt x="331772" y="196206"/>
                  </a:lnTo>
                  <a:lnTo>
                    <a:pt x="332610" y="190968"/>
                  </a:lnTo>
                  <a:lnTo>
                    <a:pt x="333282" y="185707"/>
                  </a:lnTo>
                  <a:lnTo>
                    <a:pt x="333787" y="180426"/>
                  </a:lnTo>
                  <a:lnTo>
                    <a:pt x="334124" y="175132"/>
                  </a:lnTo>
                  <a:lnTo>
                    <a:pt x="334292" y="169831"/>
                  </a:lnTo>
                  <a:lnTo>
                    <a:pt x="334293" y="164526"/>
                  </a:lnTo>
                  <a:lnTo>
                    <a:pt x="334125" y="159224"/>
                  </a:lnTo>
                  <a:lnTo>
                    <a:pt x="333789" y="153931"/>
                  </a:lnTo>
                  <a:lnTo>
                    <a:pt x="333285" y="148650"/>
                  </a:lnTo>
                  <a:lnTo>
                    <a:pt x="332614" y="143388"/>
                  </a:lnTo>
                  <a:lnTo>
                    <a:pt x="331776" y="138150"/>
                  </a:lnTo>
                  <a:lnTo>
                    <a:pt x="330772" y="132942"/>
                  </a:lnTo>
                  <a:lnTo>
                    <a:pt x="329604" y="127767"/>
                  </a:lnTo>
                  <a:lnTo>
                    <a:pt x="328272" y="122633"/>
                  </a:lnTo>
                  <a:lnTo>
                    <a:pt x="326778" y="117543"/>
                  </a:lnTo>
                  <a:lnTo>
                    <a:pt x="325123" y="112503"/>
                  </a:lnTo>
                  <a:lnTo>
                    <a:pt x="323309" y="107519"/>
                  </a:lnTo>
                  <a:lnTo>
                    <a:pt x="321338" y="102594"/>
                  </a:lnTo>
                  <a:lnTo>
                    <a:pt x="319212" y="97734"/>
                  </a:lnTo>
                  <a:lnTo>
                    <a:pt x="316933" y="92945"/>
                  </a:lnTo>
                  <a:lnTo>
                    <a:pt x="314502" y="88230"/>
                  </a:lnTo>
                  <a:lnTo>
                    <a:pt x="311924" y="83594"/>
                  </a:lnTo>
                  <a:lnTo>
                    <a:pt x="309199" y="79043"/>
                  </a:lnTo>
                  <a:lnTo>
                    <a:pt x="306332" y="74580"/>
                  </a:lnTo>
                  <a:lnTo>
                    <a:pt x="303324" y="70211"/>
                  </a:lnTo>
                  <a:lnTo>
                    <a:pt x="300179" y="65939"/>
                  </a:lnTo>
                  <a:lnTo>
                    <a:pt x="296901" y="61769"/>
                  </a:lnTo>
                  <a:lnTo>
                    <a:pt x="293491" y="57705"/>
                  </a:lnTo>
                  <a:lnTo>
                    <a:pt x="289955" y="53752"/>
                  </a:lnTo>
                  <a:lnTo>
                    <a:pt x="286295" y="49913"/>
                  </a:lnTo>
                  <a:lnTo>
                    <a:pt x="282514" y="46191"/>
                  </a:lnTo>
                  <a:lnTo>
                    <a:pt x="278618" y="42592"/>
                  </a:lnTo>
                  <a:lnTo>
                    <a:pt x="274609" y="39118"/>
                  </a:lnTo>
                  <a:lnTo>
                    <a:pt x="270493" y="35773"/>
                  </a:lnTo>
                  <a:lnTo>
                    <a:pt x="167146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525980" y="3206165"/>
              <a:ext cx="103346" cy="131394"/>
            </a:xfrm>
            <a:custGeom>
              <a:avLst/>
              <a:pathLst>
                <a:path w="103346" h="131394">
                  <a:moveTo>
                    <a:pt x="103346" y="0"/>
                  </a:moveTo>
                  <a:lnTo>
                    <a:pt x="0" y="13139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525980" y="3206165"/>
              <a:ext cx="103346" cy="131394"/>
            </a:xfrm>
            <a:custGeom>
              <a:avLst/>
              <a:pathLst>
                <a:path w="103346" h="131394">
                  <a:moveTo>
                    <a:pt x="103346" y="0"/>
                  </a:moveTo>
                  <a:lnTo>
                    <a:pt x="0" y="13139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525980" y="3206165"/>
              <a:ext cx="103346" cy="131394"/>
            </a:xfrm>
            <a:custGeom>
              <a:avLst/>
              <a:pathLst>
                <a:path w="103346" h="131394">
                  <a:moveTo>
                    <a:pt x="103346" y="0"/>
                  </a:moveTo>
                  <a:lnTo>
                    <a:pt x="0" y="13139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525980" y="3206165"/>
              <a:ext cx="103346" cy="131394"/>
            </a:xfrm>
            <a:custGeom>
              <a:avLst/>
              <a:pathLst>
                <a:path w="103346" h="131394">
                  <a:moveTo>
                    <a:pt x="103346" y="0"/>
                  </a:moveTo>
                  <a:lnTo>
                    <a:pt x="0" y="13139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525980" y="3206165"/>
              <a:ext cx="103346" cy="131394"/>
            </a:xfrm>
            <a:custGeom>
              <a:avLst/>
              <a:pathLst>
                <a:path w="103346" h="131394">
                  <a:moveTo>
                    <a:pt x="103346" y="0"/>
                  </a:moveTo>
                  <a:lnTo>
                    <a:pt x="0" y="13139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525980" y="3206165"/>
              <a:ext cx="103346" cy="131394"/>
            </a:xfrm>
            <a:custGeom>
              <a:avLst/>
              <a:pathLst>
                <a:path w="103346" h="131394">
                  <a:moveTo>
                    <a:pt x="103346" y="0"/>
                  </a:moveTo>
                  <a:lnTo>
                    <a:pt x="0" y="13139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525980" y="3206165"/>
              <a:ext cx="103346" cy="131394"/>
            </a:xfrm>
            <a:custGeom>
              <a:avLst/>
              <a:pathLst>
                <a:path w="103346" h="131394">
                  <a:moveTo>
                    <a:pt x="103346" y="0"/>
                  </a:moveTo>
                  <a:lnTo>
                    <a:pt x="0" y="1313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525980" y="3206165"/>
              <a:ext cx="103346" cy="131394"/>
            </a:xfrm>
            <a:custGeom>
              <a:avLst/>
              <a:pathLst>
                <a:path w="103346" h="131394">
                  <a:moveTo>
                    <a:pt x="103346" y="0"/>
                  </a:moveTo>
                  <a:lnTo>
                    <a:pt x="0" y="1313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525980" y="3206165"/>
              <a:ext cx="103346" cy="131394"/>
            </a:xfrm>
            <a:custGeom>
              <a:avLst/>
              <a:pathLst>
                <a:path w="103346" h="131394">
                  <a:moveTo>
                    <a:pt x="103346" y="0"/>
                  </a:moveTo>
                  <a:lnTo>
                    <a:pt x="0" y="1313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525980" y="3206165"/>
              <a:ext cx="103346" cy="131394"/>
            </a:xfrm>
            <a:custGeom>
              <a:avLst/>
              <a:pathLst>
                <a:path w="103346" h="131394">
                  <a:moveTo>
                    <a:pt x="103346" y="0"/>
                  </a:moveTo>
                  <a:lnTo>
                    <a:pt x="0" y="1313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525980" y="3206165"/>
              <a:ext cx="103346" cy="131394"/>
            </a:xfrm>
            <a:custGeom>
              <a:avLst/>
              <a:pathLst>
                <a:path w="103346" h="131394">
                  <a:moveTo>
                    <a:pt x="103346" y="0"/>
                  </a:moveTo>
                  <a:lnTo>
                    <a:pt x="0" y="13139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525980" y="3206165"/>
              <a:ext cx="103346" cy="131394"/>
            </a:xfrm>
            <a:custGeom>
              <a:avLst/>
              <a:pathLst>
                <a:path w="103346" h="131394">
                  <a:moveTo>
                    <a:pt x="103346" y="0"/>
                  </a:moveTo>
                  <a:lnTo>
                    <a:pt x="0" y="13139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525980" y="3201322"/>
              <a:ext cx="103346" cy="136237"/>
            </a:xfrm>
            <a:custGeom>
              <a:avLst/>
              <a:pathLst>
                <a:path w="103346" h="136237">
                  <a:moveTo>
                    <a:pt x="103346" y="4843"/>
                  </a:moveTo>
                  <a:lnTo>
                    <a:pt x="96872" y="0"/>
                  </a:lnTo>
                  <a:lnTo>
                    <a:pt x="0" y="13623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525980" y="3170392"/>
              <a:ext cx="96872" cy="167167"/>
            </a:xfrm>
            <a:custGeom>
              <a:avLst/>
              <a:pathLst>
                <a:path w="96872" h="167167">
                  <a:moveTo>
                    <a:pt x="96872" y="30929"/>
                  </a:moveTo>
                  <a:lnTo>
                    <a:pt x="92137" y="27684"/>
                  </a:lnTo>
                  <a:lnTo>
                    <a:pt x="87294" y="24603"/>
                  </a:lnTo>
                  <a:lnTo>
                    <a:pt x="82348" y="21690"/>
                  </a:lnTo>
                  <a:lnTo>
                    <a:pt x="77305" y="18948"/>
                  </a:lnTo>
                  <a:lnTo>
                    <a:pt x="72171" y="16381"/>
                  </a:lnTo>
                  <a:lnTo>
                    <a:pt x="66951" y="13993"/>
                  </a:lnTo>
                  <a:lnTo>
                    <a:pt x="61653" y="11784"/>
                  </a:lnTo>
                  <a:lnTo>
                    <a:pt x="56282" y="9759"/>
                  </a:lnTo>
                  <a:lnTo>
                    <a:pt x="50845" y="7920"/>
                  </a:lnTo>
                  <a:lnTo>
                    <a:pt x="45347" y="6268"/>
                  </a:lnTo>
                  <a:lnTo>
                    <a:pt x="39796" y="4806"/>
                  </a:lnTo>
                  <a:lnTo>
                    <a:pt x="34199" y="3535"/>
                  </a:lnTo>
                  <a:lnTo>
                    <a:pt x="28561" y="2457"/>
                  </a:lnTo>
                  <a:lnTo>
                    <a:pt x="22889" y="1574"/>
                  </a:lnTo>
                  <a:lnTo>
                    <a:pt x="17190" y="886"/>
                  </a:lnTo>
                  <a:lnTo>
                    <a:pt x="11471" y="394"/>
                  </a:lnTo>
                  <a:lnTo>
                    <a:pt x="5739" y="9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423598" y="3707720"/>
              <a:ext cx="334306" cy="334334"/>
            </a:xfrm>
            <a:custGeom>
              <a:avLst/>
              <a:pathLst>
                <a:path w="334306" h="334334">
                  <a:moveTo>
                    <a:pt x="167150" y="0"/>
                  </a:moveTo>
                  <a:lnTo>
                    <a:pt x="161851" y="84"/>
                  </a:lnTo>
                  <a:lnTo>
                    <a:pt x="156557" y="335"/>
                  </a:lnTo>
                  <a:lnTo>
                    <a:pt x="151274" y="755"/>
                  </a:lnTo>
                  <a:lnTo>
                    <a:pt x="146007" y="1342"/>
                  </a:lnTo>
                  <a:lnTo>
                    <a:pt x="140762" y="2095"/>
                  </a:lnTo>
                  <a:lnTo>
                    <a:pt x="135542" y="3015"/>
                  </a:lnTo>
                  <a:lnTo>
                    <a:pt x="130355" y="4099"/>
                  </a:lnTo>
                  <a:lnTo>
                    <a:pt x="125205" y="5347"/>
                  </a:lnTo>
                  <a:lnTo>
                    <a:pt x="120096" y="6758"/>
                  </a:lnTo>
                  <a:lnTo>
                    <a:pt x="115035" y="8330"/>
                  </a:lnTo>
                  <a:lnTo>
                    <a:pt x="110027" y="10062"/>
                  </a:lnTo>
                  <a:lnTo>
                    <a:pt x="105076" y="11952"/>
                  </a:lnTo>
                  <a:lnTo>
                    <a:pt x="100187" y="13997"/>
                  </a:lnTo>
                  <a:lnTo>
                    <a:pt x="95365" y="16197"/>
                  </a:lnTo>
                  <a:lnTo>
                    <a:pt x="90616" y="18548"/>
                  </a:lnTo>
                  <a:lnTo>
                    <a:pt x="85943" y="21049"/>
                  </a:lnTo>
                  <a:lnTo>
                    <a:pt x="81352" y="23696"/>
                  </a:lnTo>
                  <a:lnTo>
                    <a:pt x="76848" y="26488"/>
                  </a:lnTo>
                  <a:lnTo>
                    <a:pt x="72434" y="29421"/>
                  </a:lnTo>
                  <a:lnTo>
                    <a:pt x="68115" y="32493"/>
                  </a:lnTo>
                  <a:lnTo>
                    <a:pt x="63896" y="35700"/>
                  </a:lnTo>
                  <a:lnTo>
                    <a:pt x="59781" y="39039"/>
                  </a:lnTo>
                  <a:lnTo>
                    <a:pt x="55773" y="42506"/>
                  </a:lnTo>
                  <a:lnTo>
                    <a:pt x="51878" y="46099"/>
                  </a:lnTo>
                  <a:lnTo>
                    <a:pt x="48098" y="49814"/>
                  </a:lnTo>
                  <a:lnTo>
                    <a:pt x="44438" y="53647"/>
                  </a:lnTo>
                  <a:lnTo>
                    <a:pt x="40901" y="57594"/>
                  </a:lnTo>
                  <a:lnTo>
                    <a:pt x="37492" y="61650"/>
                  </a:lnTo>
                  <a:lnTo>
                    <a:pt x="34212" y="65813"/>
                  </a:lnTo>
                  <a:lnTo>
                    <a:pt x="31066" y="70078"/>
                  </a:lnTo>
                  <a:lnTo>
                    <a:pt x="28057" y="74441"/>
                  </a:lnTo>
                  <a:lnTo>
                    <a:pt x="25188" y="78896"/>
                  </a:lnTo>
                  <a:lnTo>
                    <a:pt x="22461" y="83440"/>
                  </a:lnTo>
                  <a:lnTo>
                    <a:pt x="19880" y="88069"/>
                  </a:lnTo>
                  <a:lnTo>
                    <a:pt x="17446" y="92777"/>
                  </a:lnTo>
                  <a:lnTo>
                    <a:pt x="15164" y="97559"/>
                  </a:lnTo>
                  <a:lnTo>
                    <a:pt x="13034" y="102412"/>
                  </a:lnTo>
                  <a:lnTo>
                    <a:pt x="11058" y="107330"/>
                  </a:lnTo>
                  <a:lnTo>
                    <a:pt x="9240" y="112308"/>
                  </a:lnTo>
                  <a:lnTo>
                    <a:pt x="7581" y="117341"/>
                  </a:lnTo>
                  <a:lnTo>
                    <a:pt x="6081" y="122424"/>
                  </a:lnTo>
                  <a:lnTo>
                    <a:pt x="4744" y="127552"/>
                  </a:lnTo>
                  <a:lnTo>
                    <a:pt x="3570" y="132720"/>
                  </a:lnTo>
                  <a:lnTo>
                    <a:pt x="2560" y="137922"/>
                  </a:lnTo>
                  <a:lnTo>
                    <a:pt x="1716" y="143154"/>
                  </a:lnTo>
                  <a:lnTo>
                    <a:pt x="1038" y="148410"/>
                  </a:lnTo>
                  <a:lnTo>
                    <a:pt x="527" y="153685"/>
                  </a:lnTo>
                  <a:lnTo>
                    <a:pt x="183" y="158973"/>
                  </a:lnTo>
                  <a:lnTo>
                    <a:pt x="7" y="164270"/>
                  </a:lnTo>
                  <a:lnTo>
                    <a:pt x="0" y="169569"/>
                  </a:lnTo>
                  <a:lnTo>
                    <a:pt x="160" y="174866"/>
                  </a:lnTo>
                  <a:lnTo>
                    <a:pt x="488" y="180156"/>
                  </a:lnTo>
                  <a:lnTo>
                    <a:pt x="983" y="185432"/>
                  </a:lnTo>
                  <a:lnTo>
                    <a:pt x="1646" y="190690"/>
                  </a:lnTo>
                  <a:lnTo>
                    <a:pt x="2474" y="195924"/>
                  </a:lnTo>
                  <a:lnTo>
                    <a:pt x="3469" y="201130"/>
                  </a:lnTo>
                  <a:lnTo>
                    <a:pt x="4627" y="206301"/>
                  </a:lnTo>
                  <a:lnTo>
                    <a:pt x="5950" y="211433"/>
                  </a:lnTo>
                  <a:lnTo>
                    <a:pt x="7434" y="216521"/>
                  </a:lnTo>
                  <a:lnTo>
                    <a:pt x="9078" y="221559"/>
                  </a:lnTo>
                  <a:lnTo>
                    <a:pt x="10882" y="226542"/>
                  </a:lnTo>
                  <a:lnTo>
                    <a:pt x="12843" y="231465"/>
                  </a:lnTo>
                  <a:lnTo>
                    <a:pt x="14958" y="236324"/>
                  </a:lnTo>
                  <a:lnTo>
                    <a:pt x="17227" y="241114"/>
                  </a:lnTo>
                  <a:lnTo>
                    <a:pt x="19646" y="245829"/>
                  </a:lnTo>
                  <a:lnTo>
                    <a:pt x="22214" y="250465"/>
                  </a:lnTo>
                  <a:lnTo>
                    <a:pt x="24927" y="255017"/>
                  </a:lnTo>
                  <a:lnTo>
                    <a:pt x="27783" y="259481"/>
                  </a:lnTo>
                  <a:lnTo>
                    <a:pt x="30779" y="263852"/>
                  </a:lnTo>
                  <a:lnTo>
                    <a:pt x="33913" y="268127"/>
                  </a:lnTo>
                  <a:lnTo>
                    <a:pt x="37180" y="272299"/>
                  </a:lnTo>
                  <a:lnTo>
                    <a:pt x="40578" y="276366"/>
                  </a:lnTo>
                  <a:lnTo>
                    <a:pt x="44103" y="280323"/>
                  </a:lnTo>
                  <a:lnTo>
                    <a:pt x="47751" y="284167"/>
                  </a:lnTo>
                  <a:lnTo>
                    <a:pt x="51520" y="287893"/>
                  </a:lnTo>
                  <a:lnTo>
                    <a:pt x="55405" y="291497"/>
                  </a:lnTo>
                  <a:lnTo>
                    <a:pt x="59402" y="294977"/>
                  </a:lnTo>
                  <a:lnTo>
                    <a:pt x="63507" y="298328"/>
                  </a:lnTo>
                  <a:lnTo>
                    <a:pt x="67717" y="301547"/>
                  </a:lnTo>
                  <a:lnTo>
                    <a:pt x="72027" y="304632"/>
                  </a:lnTo>
                  <a:lnTo>
                    <a:pt x="76432" y="307578"/>
                  </a:lnTo>
                  <a:lnTo>
                    <a:pt x="80928" y="310383"/>
                  </a:lnTo>
                  <a:lnTo>
                    <a:pt x="85511" y="313044"/>
                  </a:lnTo>
                  <a:lnTo>
                    <a:pt x="90176" y="315558"/>
                  </a:lnTo>
                  <a:lnTo>
                    <a:pt x="94919" y="317924"/>
                  </a:lnTo>
                  <a:lnTo>
                    <a:pt x="99734" y="320138"/>
                  </a:lnTo>
                  <a:lnTo>
                    <a:pt x="104616" y="322198"/>
                  </a:lnTo>
                  <a:lnTo>
                    <a:pt x="109562" y="324102"/>
                  </a:lnTo>
                  <a:lnTo>
                    <a:pt x="114565" y="325849"/>
                  </a:lnTo>
                  <a:lnTo>
                    <a:pt x="119622" y="327436"/>
                  </a:lnTo>
                  <a:lnTo>
                    <a:pt x="124726" y="328862"/>
                  </a:lnTo>
                  <a:lnTo>
                    <a:pt x="129873" y="330125"/>
                  </a:lnTo>
                  <a:lnTo>
                    <a:pt x="135057" y="331225"/>
                  </a:lnTo>
                  <a:lnTo>
                    <a:pt x="140273" y="332160"/>
                  </a:lnTo>
                  <a:lnTo>
                    <a:pt x="145517" y="332929"/>
                  </a:lnTo>
                  <a:lnTo>
                    <a:pt x="150782" y="333531"/>
                  </a:lnTo>
                  <a:lnTo>
                    <a:pt x="156063" y="333966"/>
                  </a:lnTo>
                  <a:lnTo>
                    <a:pt x="161356" y="334234"/>
                  </a:lnTo>
                  <a:lnTo>
                    <a:pt x="166655" y="334334"/>
                  </a:lnTo>
                  <a:lnTo>
                    <a:pt x="171954" y="334265"/>
                  </a:lnTo>
                  <a:lnTo>
                    <a:pt x="177248" y="334029"/>
                  </a:lnTo>
                  <a:lnTo>
                    <a:pt x="182532" y="333625"/>
                  </a:lnTo>
                  <a:lnTo>
                    <a:pt x="187801" y="333054"/>
                  </a:lnTo>
                  <a:lnTo>
                    <a:pt x="193049" y="332316"/>
                  </a:lnTo>
                  <a:lnTo>
                    <a:pt x="198271" y="331412"/>
                  </a:lnTo>
                  <a:lnTo>
                    <a:pt x="203461" y="330343"/>
                  </a:lnTo>
                  <a:lnTo>
                    <a:pt x="208616" y="329110"/>
                  </a:lnTo>
                  <a:lnTo>
                    <a:pt x="213728" y="327714"/>
                  </a:lnTo>
                  <a:lnTo>
                    <a:pt x="218794" y="326157"/>
                  </a:lnTo>
                  <a:lnTo>
                    <a:pt x="223807" y="324440"/>
                  </a:lnTo>
                  <a:lnTo>
                    <a:pt x="228764" y="322565"/>
                  </a:lnTo>
                  <a:lnTo>
                    <a:pt x="233659" y="320534"/>
                  </a:lnTo>
                  <a:lnTo>
                    <a:pt x="238487" y="318349"/>
                  </a:lnTo>
                  <a:lnTo>
                    <a:pt x="243243" y="316012"/>
                  </a:lnTo>
                  <a:lnTo>
                    <a:pt x="247923" y="313525"/>
                  </a:lnTo>
                  <a:lnTo>
                    <a:pt x="252522" y="310891"/>
                  </a:lnTo>
                  <a:lnTo>
                    <a:pt x="257035" y="308112"/>
                  </a:lnTo>
                  <a:lnTo>
                    <a:pt x="261457" y="305192"/>
                  </a:lnTo>
                  <a:lnTo>
                    <a:pt x="265785" y="302134"/>
                  </a:lnTo>
                  <a:lnTo>
                    <a:pt x="270014" y="298939"/>
                  </a:lnTo>
                  <a:lnTo>
                    <a:pt x="274139" y="295613"/>
                  </a:lnTo>
                  <a:lnTo>
                    <a:pt x="278157" y="292157"/>
                  </a:lnTo>
                  <a:lnTo>
                    <a:pt x="282063" y="288575"/>
                  </a:lnTo>
                  <a:lnTo>
                    <a:pt x="285853" y="284872"/>
                  </a:lnTo>
                  <a:lnTo>
                    <a:pt x="289525" y="281050"/>
                  </a:lnTo>
                  <a:lnTo>
                    <a:pt x="293073" y="277114"/>
                  </a:lnTo>
                  <a:lnTo>
                    <a:pt x="296495" y="273067"/>
                  </a:lnTo>
                  <a:lnTo>
                    <a:pt x="299787" y="268914"/>
                  </a:lnTo>
                  <a:lnTo>
                    <a:pt x="302945" y="264658"/>
                  </a:lnTo>
                  <a:lnTo>
                    <a:pt x="305967" y="260305"/>
                  </a:lnTo>
                  <a:lnTo>
                    <a:pt x="308850" y="255858"/>
                  </a:lnTo>
                  <a:lnTo>
                    <a:pt x="311590" y="251321"/>
                  </a:lnTo>
                  <a:lnTo>
                    <a:pt x="314185" y="246701"/>
                  </a:lnTo>
                  <a:lnTo>
                    <a:pt x="316632" y="242000"/>
                  </a:lnTo>
                  <a:lnTo>
                    <a:pt x="318929" y="237224"/>
                  </a:lnTo>
                  <a:lnTo>
                    <a:pt x="321073" y="232378"/>
                  </a:lnTo>
                  <a:lnTo>
                    <a:pt x="323063" y="227466"/>
                  </a:lnTo>
                  <a:lnTo>
                    <a:pt x="324896" y="222493"/>
                  </a:lnTo>
                  <a:lnTo>
                    <a:pt x="326571" y="217465"/>
                  </a:lnTo>
                  <a:lnTo>
                    <a:pt x="328085" y="212387"/>
                  </a:lnTo>
                  <a:lnTo>
                    <a:pt x="329437" y="207263"/>
                  </a:lnTo>
                  <a:lnTo>
                    <a:pt x="330627" y="202098"/>
                  </a:lnTo>
                  <a:lnTo>
                    <a:pt x="331652" y="196899"/>
                  </a:lnTo>
                  <a:lnTo>
                    <a:pt x="332512" y="191670"/>
                  </a:lnTo>
                  <a:lnTo>
                    <a:pt x="333205" y="186416"/>
                  </a:lnTo>
                  <a:lnTo>
                    <a:pt x="333732" y="181142"/>
                  </a:lnTo>
                  <a:lnTo>
                    <a:pt x="334091" y="175855"/>
                  </a:lnTo>
                  <a:lnTo>
                    <a:pt x="334283" y="170559"/>
                  </a:lnTo>
                  <a:lnTo>
                    <a:pt x="334306" y="165259"/>
                  </a:lnTo>
                  <a:lnTo>
                    <a:pt x="334162" y="159962"/>
                  </a:lnTo>
                  <a:lnTo>
                    <a:pt x="333849" y="154671"/>
                  </a:lnTo>
                  <a:lnTo>
                    <a:pt x="333370" y="149394"/>
                  </a:lnTo>
                  <a:lnTo>
                    <a:pt x="332723" y="144134"/>
                  </a:lnTo>
                  <a:lnTo>
                    <a:pt x="331909" y="138897"/>
                  </a:lnTo>
                  <a:lnTo>
                    <a:pt x="330931" y="133689"/>
                  </a:lnTo>
                  <a:lnTo>
                    <a:pt x="329787" y="128514"/>
                  </a:lnTo>
                  <a:lnTo>
                    <a:pt x="328480" y="123378"/>
                  </a:lnTo>
                  <a:lnTo>
                    <a:pt x="327011" y="118286"/>
                  </a:lnTo>
                  <a:lnTo>
                    <a:pt x="325381" y="113244"/>
                  </a:lnTo>
                  <a:lnTo>
                    <a:pt x="323592" y="108255"/>
                  </a:lnTo>
                  <a:lnTo>
                    <a:pt x="321646" y="103326"/>
                  </a:lnTo>
                  <a:lnTo>
                    <a:pt x="319545" y="98460"/>
                  </a:lnTo>
                  <a:lnTo>
                    <a:pt x="317291" y="93664"/>
                  </a:lnTo>
                  <a:lnTo>
                    <a:pt x="314885" y="88942"/>
                  </a:lnTo>
                  <a:lnTo>
                    <a:pt x="312332" y="84299"/>
                  </a:lnTo>
                  <a:lnTo>
                    <a:pt x="309632" y="79738"/>
                  </a:lnTo>
                  <a:lnTo>
                    <a:pt x="306789" y="75266"/>
                  </a:lnTo>
                  <a:lnTo>
                    <a:pt x="303806" y="70886"/>
                  </a:lnTo>
                  <a:lnTo>
                    <a:pt x="300685" y="66602"/>
                  </a:lnTo>
                  <a:lnTo>
                    <a:pt x="297430" y="62420"/>
                  </a:lnTo>
                  <a:lnTo>
                    <a:pt x="294044" y="58343"/>
                  </a:lnTo>
                  <a:lnTo>
                    <a:pt x="290531" y="54375"/>
                  </a:lnTo>
                  <a:lnTo>
                    <a:pt x="286894" y="50521"/>
                  </a:lnTo>
                  <a:lnTo>
                    <a:pt x="283136" y="46784"/>
                  </a:lnTo>
                  <a:lnTo>
                    <a:pt x="279262" y="43168"/>
                  </a:lnTo>
                  <a:lnTo>
                    <a:pt x="275275" y="39677"/>
                  </a:lnTo>
                  <a:lnTo>
                    <a:pt x="271180" y="36313"/>
                  </a:lnTo>
                  <a:lnTo>
                    <a:pt x="266980" y="33081"/>
                  </a:lnTo>
                  <a:lnTo>
                    <a:pt x="262679" y="29984"/>
                  </a:lnTo>
                  <a:lnTo>
                    <a:pt x="258283" y="27025"/>
                  </a:lnTo>
                  <a:lnTo>
                    <a:pt x="253795" y="24207"/>
                  </a:lnTo>
                  <a:lnTo>
                    <a:pt x="249220" y="21532"/>
                  </a:lnTo>
                  <a:lnTo>
                    <a:pt x="244562" y="19004"/>
                  </a:lnTo>
                  <a:lnTo>
                    <a:pt x="239827" y="16625"/>
                  </a:lnTo>
                  <a:lnTo>
                    <a:pt x="235018" y="14397"/>
                  </a:lnTo>
                  <a:lnTo>
                    <a:pt x="230142" y="12322"/>
                  </a:lnTo>
                  <a:lnTo>
                    <a:pt x="225202" y="10403"/>
                  </a:lnTo>
                  <a:lnTo>
                    <a:pt x="220203" y="8642"/>
                  </a:lnTo>
                  <a:lnTo>
                    <a:pt x="215152" y="7040"/>
                  </a:lnTo>
                  <a:lnTo>
                    <a:pt x="210052" y="5599"/>
                  </a:lnTo>
                  <a:lnTo>
                    <a:pt x="204909" y="4320"/>
                  </a:lnTo>
                  <a:lnTo>
                    <a:pt x="199728" y="3205"/>
                  </a:lnTo>
                  <a:lnTo>
                    <a:pt x="194515" y="2254"/>
                  </a:lnTo>
                  <a:lnTo>
                    <a:pt x="189273" y="1470"/>
                  </a:lnTo>
                  <a:lnTo>
                    <a:pt x="184010" y="852"/>
                  </a:lnTo>
                  <a:lnTo>
                    <a:pt x="178730" y="401"/>
                  </a:lnTo>
                  <a:lnTo>
                    <a:pt x="173438" y="118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590748" y="3707839"/>
              <a:ext cx="6288" cy="167049"/>
            </a:xfrm>
            <a:custGeom>
              <a:avLst/>
              <a:pathLst>
                <a:path w="6288" h="167049">
                  <a:moveTo>
                    <a:pt x="6288" y="0"/>
                  </a:moveTo>
                  <a:lnTo>
                    <a:pt x="0" y="16704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590748" y="3707839"/>
              <a:ext cx="6288" cy="167049"/>
            </a:xfrm>
            <a:custGeom>
              <a:avLst/>
              <a:pathLst>
                <a:path w="6288" h="167049">
                  <a:moveTo>
                    <a:pt x="6288" y="0"/>
                  </a:moveTo>
                  <a:lnTo>
                    <a:pt x="0" y="16704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590748" y="3707839"/>
              <a:ext cx="6288" cy="167049"/>
            </a:xfrm>
            <a:custGeom>
              <a:avLst/>
              <a:pathLst>
                <a:path w="6288" h="167049">
                  <a:moveTo>
                    <a:pt x="6288" y="0"/>
                  </a:moveTo>
                  <a:lnTo>
                    <a:pt x="0" y="16704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590748" y="3707839"/>
              <a:ext cx="6288" cy="167049"/>
            </a:xfrm>
            <a:custGeom>
              <a:avLst/>
              <a:pathLst>
                <a:path w="6288" h="167049">
                  <a:moveTo>
                    <a:pt x="6288" y="0"/>
                  </a:moveTo>
                  <a:lnTo>
                    <a:pt x="0" y="16704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590748" y="3707839"/>
              <a:ext cx="6288" cy="167049"/>
            </a:xfrm>
            <a:custGeom>
              <a:avLst/>
              <a:pathLst>
                <a:path w="6288" h="167049">
                  <a:moveTo>
                    <a:pt x="6288" y="0"/>
                  </a:moveTo>
                  <a:lnTo>
                    <a:pt x="0" y="16704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590748" y="3707839"/>
              <a:ext cx="6288" cy="167049"/>
            </a:xfrm>
            <a:custGeom>
              <a:avLst/>
              <a:pathLst>
                <a:path w="6288" h="167049">
                  <a:moveTo>
                    <a:pt x="6288" y="0"/>
                  </a:moveTo>
                  <a:lnTo>
                    <a:pt x="0" y="1670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590748" y="3707839"/>
              <a:ext cx="6288" cy="167049"/>
            </a:xfrm>
            <a:custGeom>
              <a:avLst/>
              <a:pathLst>
                <a:path w="6288" h="167049">
                  <a:moveTo>
                    <a:pt x="6288" y="0"/>
                  </a:moveTo>
                  <a:lnTo>
                    <a:pt x="0" y="1670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590748" y="3707839"/>
              <a:ext cx="6288" cy="167049"/>
            </a:xfrm>
            <a:custGeom>
              <a:avLst/>
              <a:pathLst>
                <a:path w="6288" h="167049">
                  <a:moveTo>
                    <a:pt x="6288" y="0"/>
                  </a:moveTo>
                  <a:lnTo>
                    <a:pt x="0" y="1670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590748" y="3707839"/>
              <a:ext cx="6288" cy="167049"/>
            </a:xfrm>
            <a:custGeom>
              <a:avLst/>
              <a:pathLst>
                <a:path w="6288" h="167049">
                  <a:moveTo>
                    <a:pt x="6288" y="0"/>
                  </a:moveTo>
                  <a:lnTo>
                    <a:pt x="0" y="1670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590748" y="3707839"/>
              <a:ext cx="6288" cy="167049"/>
            </a:xfrm>
            <a:custGeom>
              <a:avLst/>
              <a:pathLst>
                <a:path w="6288" h="167049">
                  <a:moveTo>
                    <a:pt x="6288" y="0"/>
                  </a:moveTo>
                  <a:lnTo>
                    <a:pt x="0" y="16704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590748" y="3707839"/>
              <a:ext cx="6288" cy="167049"/>
            </a:xfrm>
            <a:custGeom>
              <a:avLst/>
              <a:pathLst>
                <a:path w="6288" h="167049">
                  <a:moveTo>
                    <a:pt x="6288" y="0"/>
                  </a:moveTo>
                  <a:lnTo>
                    <a:pt x="0" y="16704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590748" y="3707839"/>
              <a:ext cx="6288" cy="167049"/>
            </a:xfrm>
            <a:custGeom>
              <a:avLst/>
              <a:pathLst>
                <a:path w="6288" h="167049">
                  <a:moveTo>
                    <a:pt x="6288" y="0"/>
                  </a:moveTo>
                  <a:lnTo>
                    <a:pt x="0" y="16704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590748" y="3707720"/>
              <a:ext cx="6288" cy="167167"/>
            </a:xfrm>
            <a:custGeom>
              <a:avLst/>
              <a:pathLst>
                <a:path w="6288" h="167167">
                  <a:moveTo>
                    <a:pt x="6288" y="118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614137" y="4213821"/>
              <a:ext cx="334306" cy="334334"/>
            </a:xfrm>
            <a:custGeom>
              <a:avLst/>
              <a:pathLst>
                <a:path w="334306" h="334334">
                  <a:moveTo>
                    <a:pt x="167150" y="0"/>
                  </a:moveTo>
                  <a:lnTo>
                    <a:pt x="161851" y="84"/>
                  </a:lnTo>
                  <a:lnTo>
                    <a:pt x="156557" y="335"/>
                  </a:lnTo>
                  <a:lnTo>
                    <a:pt x="151274" y="755"/>
                  </a:lnTo>
                  <a:lnTo>
                    <a:pt x="146007" y="1342"/>
                  </a:lnTo>
                  <a:lnTo>
                    <a:pt x="140762" y="2095"/>
                  </a:lnTo>
                  <a:lnTo>
                    <a:pt x="135542" y="3015"/>
                  </a:lnTo>
                  <a:lnTo>
                    <a:pt x="130355" y="4099"/>
                  </a:lnTo>
                  <a:lnTo>
                    <a:pt x="125205" y="5347"/>
                  </a:lnTo>
                  <a:lnTo>
                    <a:pt x="120096" y="6758"/>
                  </a:lnTo>
                  <a:lnTo>
                    <a:pt x="115035" y="8330"/>
                  </a:lnTo>
                  <a:lnTo>
                    <a:pt x="110027" y="10062"/>
                  </a:lnTo>
                  <a:lnTo>
                    <a:pt x="105076" y="11952"/>
                  </a:lnTo>
                  <a:lnTo>
                    <a:pt x="100187" y="13997"/>
                  </a:lnTo>
                  <a:lnTo>
                    <a:pt x="95365" y="16197"/>
                  </a:lnTo>
                  <a:lnTo>
                    <a:pt x="90616" y="18548"/>
                  </a:lnTo>
                  <a:lnTo>
                    <a:pt x="85943" y="21049"/>
                  </a:lnTo>
                  <a:lnTo>
                    <a:pt x="81352" y="23696"/>
                  </a:lnTo>
                  <a:lnTo>
                    <a:pt x="76848" y="26488"/>
                  </a:lnTo>
                  <a:lnTo>
                    <a:pt x="72434" y="29421"/>
                  </a:lnTo>
                  <a:lnTo>
                    <a:pt x="68115" y="32493"/>
                  </a:lnTo>
                  <a:lnTo>
                    <a:pt x="63896" y="35700"/>
                  </a:lnTo>
                  <a:lnTo>
                    <a:pt x="59781" y="39039"/>
                  </a:lnTo>
                  <a:lnTo>
                    <a:pt x="55773" y="42506"/>
                  </a:lnTo>
                  <a:lnTo>
                    <a:pt x="51878" y="46099"/>
                  </a:lnTo>
                  <a:lnTo>
                    <a:pt x="48098" y="49814"/>
                  </a:lnTo>
                  <a:lnTo>
                    <a:pt x="44438" y="53647"/>
                  </a:lnTo>
                  <a:lnTo>
                    <a:pt x="40901" y="57594"/>
                  </a:lnTo>
                  <a:lnTo>
                    <a:pt x="37492" y="61650"/>
                  </a:lnTo>
                  <a:lnTo>
                    <a:pt x="34212" y="65813"/>
                  </a:lnTo>
                  <a:lnTo>
                    <a:pt x="31066" y="70078"/>
                  </a:lnTo>
                  <a:lnTo>
                    <a:pt x="28057" y="74441"/>
                  </a:lnTo>
                  <a:lnTo>
                    <a:pt x="25188" y="78896"/>
                  </a:lnTo>
                  <a:lnTo>
                    <a:pt x="22461" y="83440"/>
                  </a:lnTo>
                  <a:lnTo>
                    <a:pt x="19880" y="88069"/>
                  </a:lnTo>
                  <a:lnTo>
                    <a:pt x="17446" y="92777"/>
                  </a:lnTo>
                  <a:lnTo>
                    <a:pt x="15164" y="97559"/>
                  </a:lnTo>
                  <a:lnTo>
                    <a:pt x="13034" y="102412"/>
                  </a:lnTo>
                  <a:lnTo>
                    <a:pt x="11058" y="107330"/>
                  </a:lnTo>
                  <a:lnTo>
                    <a:pt x="9240" y="112308"/>
                  </a:lnTo>
                  <a:lnTo>
                    <a:pt x="7581" y="117341"/>
                  </a:lnTo>
                  <a:lnTo>
                    <a:pt x="6081" y="122424"/>
                  </a:lnTo>
                  <a:lnTo>
                    <a:pt x="4744" y="127552"/>
                  </a:lnTo>
                  <a:lnTo>
                    <a:pt x="3570" y="132720"/>
                  </a:lnTo>
                  <a:lnTo>
                    <a:pt x="2560" y="137922"/>
                  </a:lnTo>
                  <a:lnTo>
                    <a:pt x="1716" y="143154"/>
                  </a:lnTo>
                  <a:lnTo>
                    <a:pt x="1038" y="148410"/>
                  </a:lnTo>
                  <a:lnTo>
                    <a:pt x="527" y="153685"/>
                  </a:lnTo>
                  <a:lnTo>
                    <a:pt x="183" y="158973"/>
                  </a:lnTo>
                  <a:lnTo>
                    <a:pt x="7" y="164270"/>
                  </a:lnTo>
                  <a:lnTo>
                    <a:pt x="0" y="169569"/>
                  </a:lnTo>
                  <a:lnTo>
                    <a:pt x="160" y="174866"/>
                  </a:lnTo>
                  <a:lnTo>
                    <a:pt x="488" y="180156"/>
                  </a:lnTo>
                  <a:lnTo>
                    <a:pt x="983" y="185432"/>
                  </a:lnTo>
                  <a:lnTo>
                    <a:pt x="1646" y="190690"/>
                  </a:lnTo>
                  <a:lnTo>
                    <a:pt x="2474" y="195924"/>
                  </a:lnTo>
                  <a:lnTo>
                    <a:pt x="3469" y="201130"/>
                  </a:lnTo>
                  <a:lnTo>
                    <a:pt x="4627" y="206301"/>
                  </a:lnTo>
                  <a:lnTo>
                    <a:pt x="5950" y="211433"/>
                  </a:lnTo>
                  <a:lnTo>
                    <a:pt x="7434" y="216521"/>
                  </a:lnTo>
                  <a:lnTo>
                    <a:pt x="9078" y="221559"/>
                  </a:lnTo>
                  <a:lnTo>
                    <a:pt x="10882" y="226542"/>
                  </a:lnTo>
                  <a:lnTo>
                    <a:pt x="12843" y="231465"/>
                  </a:lnTo>
                  <a:lnTo>
                    <a:pt x="14958" y="236324"/>
                  </a:lnTo>
                  <a:lnTo>
                    <a:pt x="17227" y="241114"/>
                  </a:lnTo>
                  <a:lnTo>
                    <a:pt x="19646" y="245829"/>
                  </a:lnTo>
                  <a:lnTo>
                    <a:pt x="22214" y="250465"/>
                  </a:lnTo>
                  <a:lnTo>
                    <a:pt x="24927" y="255017"/>
                  </a:lnTo>
                  <a:lnTo>
                    <a:pt x="27783" y="259481"/>
                  </a:lnTo>
                  <a:lnTo>
                    <a:pt x="30779" y="263852"/>
                  </a:lnTo>
                  <a:lnTo>
                    <a:pt x="33913" y="268127"/>
                  </a:lnTo>
                  <a:lnTo>
                    <a:pt x="37180" y="272299"/>
                  </a:lnTo>
                  <a:lnTo>
                    <a:pt x="40578" y="276366"/>
                  </a:lnTo>
                  <a:lnTo>
                    <a:pt x="44103" y="280323"/>
                  </a:lnTo>
                  <a:lnTo>
                    <a:pt x="47751" y="284167"/>
                  </a:lnTo>
                  <a:lnTo>
                    <a:pt x="51520" y="287893"/>
                  </a:lnTo>
                  <a:lnTo>
                    <a:pt x="55405" y="291497"/>
                  </a:lnTo>
                  <a:lnTo>
                    <a:pt x="59402" y="294977"/>
                  </a:lnTo>
                  <a:lnTo>
                    <a:pt x="63507" y="298328"/>
                  </a:lnTo>
                  <a:lnTo>
                    <a:pt x="67717" y="301547"/>
                  </a:lnTo>
                  <a:lnTo>
                    <a:pt x="72027" y="304632"/>
                  </a:lnTo>
                  <a:lnTo>
                    <a:pt x="76432" y="307578"/>
                  </a:lnTo>
                  <a:lnTo>
                    <a:pt x="80928" y="310383"/>
                  </a:lnTo>
                  <a:lnTo>
                    <a:pt x="85511" y="313044"/>
                  </a:lnTo>
                  <a:lnTo>
                    <a:pt x="90176" y="315558"/>
                  </a:lnTo>
                  <a:lnTo>
                    <a:pt x="94919" y="317924"/>
                  </a:lnTo>
                  <a:lnTo>
                    <a:pt x="99734" y="320138"/>
                  </a:lnTo>
                  <a:lnTo>
                    <a:pt x="104616" y="322198"/>
                  </a:lnTo>
                  <a:lnTo>
                    <a:pt x="109562" y="324102"/>
                  </a:lnTo>
                  <a:lnTo>
                    <a:pt x="114565" y="325849"/>
                  </a:lnTo>
                  <a:lnTo>
                    <a:pt x="119622" y="327436"/>
                  </a:lnTo>
                  <a:lnTo>
                    <a:pt x="124726" y="328862"/>
                  </a:lnTo>
                  <a:lnTo>
                    <a:pt x="129873" y="330125"/>
                  </a:lnTo>
                  <a:lnTo>
                    <a:pt x="135057" y="331225"/>
                  </a:lnTo>
                  <a:lnTo>
                    <a:pt x="140273" y="332160"/>
                  </a:lnTo>
                  <a:lnTo>
                    <a:pt x="145517" y="332929"/>
                  </a:lnTo>
                  <a:lnTo>
                    <a:pt x="150782" y="333531"/>
                  </a:lnTo>
                  <a:lnTo>
                    <a:pt x="156063" y="333966"/>
                  </a:lnTo>
                  <a:lnTo>
                    <a:pt x="161356" y="334234"/>
                  </a:lnTo>
                  <a:lnTo>
                    <a:pt x="166655" y="334334"/>
                  </a:lnTo>
                  <a:lnTo>
                    <a:pt x="171954" y="334265"/>
                  </a:lnTo>
                  <a:lnTo>
                    <a:pt x="177248" y="334029"/>
                  </a:lnTo>
                  <a:lnTo>
                    <a:pt x="182532" y="333625"/>
                  </a:lnTo>
                  <a:lnTo>
                    <a:pt x="187801" y="333054"/>
                  </a:lnTo>
                  <a:lnTo>
                    <a:pt x="193049" y="332316"/>
                  </a:lnTo>
                  <a:lnTo>
                    <a:pt x="198271" y="331412"/>
                  </a:lnTo>
                  <a:lnTo>
                    <a:pt x="203461" y="330343"/>
                  </a:lnTo>
                  <a:lnTo>
                    <a:pt x="208616" y="329110"/>
                  </a:lnTo>
                  <a:lnTo>
                    <a:pt x="213728" y="327714"/>
                  </a:lnTo>
                  <a:lnTo>
                    <a:pt x="218794" y="326157"/>
                  </a:lnTo>
                  <a:lnTo>
                    <a:pt x="223807" y="324440"/>
                  </a:lnTo>
                  <a:lnTo>
                    <a:pt x="228764" y="322565"/>
                  </a:lnTo>
                  <a:lnTo>
                    <a:pt x="233659" y="320534"/>
                  </a:lnTo>
                  <a:lnTo>
                    <a:pt x="238487" y="318349"/>
                  </a:lnTo>
                  <a:lnTo>
                    <a:pt x="243243" y="316012"/>
                  </a:lnTo>
                  <a:lnTo>
                    <a:pt x="247923" y="313525"/>
                  </a:lnTo>
                  <a:lnTo>
                    <a:pt x="252522" y="310891"/>
                  </a:lnTo>
                  <a:lnTo>
                    <a:pt x="257035" y="308112"/>
                  </a:lnTo>
                  <a:lnTo>
                    <a:pt x="261457" y="305192"/>
                  </a:lnTo>
                  <a:lnTo>
                    <a:pt x="265785" y="302134"/>
                  </a:lnTo>
                  <a:lnTo>
                    <a:pt x="270014" y="298939"/>
                  </a:lnTo>
                  <a:lnTo>
                    <a:pt x="274139" y="295613"/>
                  </a:lnTo>
                  <a:lnTo>
                    <a:pt x="278157" y="292157"/>
                  </a:lnTo>
                  <a:lnTo>
                    <a:pt x="282063" y="288575"/>
                  </a:lnTo>
                  <a:lnTo>
                    <a:pt x="285853" y="284872"/>
                  </a:lnTo>
                  <a:lnTo>
                    <a:pt x="289525" y="281050"/>
                  </a:lnTo>
                  <a:lnTo>
                    <a:pt x="293073" y="277114"/>
                  </a:lnTo>
                  <a:lnTo>
                    <a:pt x="296495" y="273067"/>
                  </a:lnTo>
                  <a:lnTo>
                    <a:pt x="299787" y="268914"/>
                  </a:lnTo>
                  <a:lnTo>
                    <a:pt x="302945" y="264658"/>
                  </a:lnTo>
                  <a:lnTo>
                    <a:pt x="305967" y="260305"/>
                  </a:lnTo>
                  <a:lnTo>
                    <a:pt x="308850" y="255858"/>
                  </a:lnTo>
                  <a:lnTo>
                    <a:pt x="311590" y="251321"/>
                  </a:lnTo>
                  <a:lnTo>
                    <a:pt x="314185" y="246701"/>
                  </a:lnTo>
                  <a:lnTo>
                    <a:pt x="316632" y="242000"/>
                  </a:lnTo>
                  <a:lnTo>
                    <a:pt x="318929" y="237224"/>
                  </a:lnTo>
                  <a:lnTo>
                    <a:pt x="321073" y="232378"/>
                  </a:lnTo>
                  <a:lnTo>
                    <a:pt x="323063" y="227466"/>
                  </a:lnTo>
                  <a:lnTo>
                    <a:pt x="324896" y="222493"/>
                  </a:lnTo>
                  <a:lnTo>
                    <a:pt x="326571" y="217465"/>
                  </a:lnTo>
                  <a:lnTo>
                    <a:pt x="328085" y="212387"/>
                  </a:lnTo>
                  <a:lnTo>
                    <a:pt x="329437" y="207263"/>
                  </a:lnTo>
                  <a:lnTo>
                    <a:pt x="330627" y="202098"/>
                  </a:lnTo>
                  <a:lnTo>
                    <a:pt x="331652" y="196899"/>
                  </a:lnTo>
                  <a:lnTo>
                    <a:pt x="332512" y="191670"/>
                  </a:lnTo>
                  <a:lnTo>
                    <a:pt x="333205" y="186416"/>
                  </a:lnTo>
                  <a:lnTo>
                    <a:pt x="333732" y="181142"/>
                  </a:lnTo>
                  <a:lnTo>
                    <a:pt x="334091" y="175855"/>
                  </a:lnTo>
                  <a:lnTo>
                    <a:pt x="334283" y="170559"/>
                  </a:lnTo>
                  <a:lnTo>
                    <a:pt x="334306" y="165259"/>
                  </a:lnTo>
                  <a:lnTo>
                    <a:pt x="334162" y="159962"/>
                  </a:lnTo>
                  <a:lnTo>
                    <a:pt x="333849" y="154671"/>
                  </a:lnTo>
                  <a:lnTo>
                    <a:pt x="333370" y="149394"/>
                  </a:lnTo>
                  <a:lnTo>
                    <a:pt x="332723" y="144134"/>
                  </a:lnTo>
                  <a:lnTo>
                    <a:pt x="331909" y="138897"/>
                  </a:lnTo>
                  <a:lnTo>
                    <a:pt x="330931" y="133689"/>
                  </a:lnTo>
                  <a:lnTo>
                    <a:pt x="329787" y="128514"/>
                  </a:lnTo>
                  <a:lnTo>
                    <a:pt x="328480" y="123378"/>
                  </a:lnTo>
                  <a:lnTo>
                    <a:pt x="327011" y="118286"/>
                  </a:lnTo>
                  <a:lnTo>
                    <a:pt x="325381" y="113244"/>
                  </a:lnTo>
                  <a:lnTo>
                    <a:pt x="323592" y="108255"/>
                  </a:lnTo>
                  <a:lnTo>
                    <a:pt x="321646" y="103326"/>
                  </a:lnTo>
                  <a:lnTo>
                    <a:pt x="319545" y="98460"/>
                  </a:lnTo>
                  <a:lnTo>
                    <a:pt x="317291" y="93664"/>
                  </a:lnTo>
                  <a:lnTo>
                    <a:pt x="314885" y="88942"/>
                  </a:lnTo>
                  <a:lnTo>
                    <a:pt x="312332" y="84299"/>
                  </a:lnTo>
                  <a:lnTo>
                    <a:pt x="309632" y="79738"/>
                  </a:lnTo>
                  <a:lnTo>
                    <a:pt x="306789" y="75266"/>
                  </a:lnTo>
                  <a:lnTo>
                    <a:pt x="303806" y="70886"/>
                  </a:lnTo>
                  <a:lnTo>
                    <a:pt x="300685" y="66602"/>
                  </a:lnTo>
                  <a:lnTo>
                    <a:pt x="297430" y="62420"/>
                  </a:lnTo>
                  <a:lnTo>
                    <a:pt x="294044" y="58343"/>
                  </a:lnTo>
                  <a:lnTo>
                    <a:pt x="290531" y="54375"/>
                  </a:lnTo>
                  <a:lnTo>
                    <a:pt x="286894" y="50521"/>
                  </a:lnTo>
                  <a:lnTo>
                    <a:pt x="283136" y="46784"/>
                  </a:lnTo>
                  <a:lnTo>
                    <a:pt x="279262" y="43168"/>
                  </a:lnTo>
                  <a:lnTo>
                    <a:pt x="275275" y="39677"/>
                  </a:lnTo>
                  <a:lnTo>
                    <a:pt x="271180" y="36313"/>
                  </a:lnTo>
                  <a:lnTo>
                    <a:pt x="266980" y="33081"/>
                  </a:lnTo>
                  <a:lnTo>
                    <a:pt x="262679" y="29984"/>
                  </a:lnTo>
                  <a:lnTo>
                    <a:pt x="258283" y="27025"/>
                  </a:lnTo>
                  <a:lnTo>
                    <a:pt x="253795" y="24207"/>
                  </a:lnTo>
                  <a:lnTo>
                    <a:pt x="249220" y="21532"/>
                  </a:lnTo>
                  <a:lnTo>
                    <a:pt x="244562" y="19004"/>
                  </a:lnTo>
                  <a:lnTo>
                    <a:pt x="239827" y="16625"/>
                  </a:lnTo>
                  <a:lnTo>
                    <a:pt x="235018" y="14397"/>
                  </a:lnTo>
                  <a:lnTo>
                    <a:pt x="230142" y="12322"/>
                  </a:lnTo>
                  <a:lnTo>
                    <a:pt x="225202" y="10403"/>
                  </a:lnTo>
                  <a:lnTo>
                    <a:pt x="220203" y="8642"/>
                  </a:lnTo>
                  <a:lnTo>
                    <a:pt x="215152" y="7040"/>
                  </a:lnTo>
                  <a:lnTo>
                    <a:pt x="210052" y="5599"/>
                  </a:lnTo>
                  <a:lnTo>
                    <a:pt x="204909" y="4320"/>
                  </a:lnTo>
                  <a:lnTo>
                    <a:pt x="199728" y="3205"/>
                  </a:lnTo>
                  <a:lnTo>
                    <a:pt x="194515" y="2254"/>
                  </a:lnTo>
                  <a:lnTo>
                    <a:pt x="189273" y="1470"/>
                  </a:lnTo>
                  <a:lnTo>
                    <a:pt x="184010" y="852"/>
                  </a:lnTo>
                  <a:lnTo>
                    <a:pt x="178730" y="401"/>
                  </a:lnTo>
                  <a:lnTo>
                    <a:pt x="173438" y="118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781287" y="4213939"/>
              <a:ext cx="6288" cy="167049"/>
            </a:xfrm>
            <a:custGeom>
              <a:avLst/>
              <a:pathLst>
                <a:path w="6288" h="167049">
                  <a:moveTo>
                    <a:pt x="6288" y="0"/>
                  </a:moveTo>
                  <a:lnTo>
                    <a:pt x="0" y="16704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781287" y="4213939"/>
              <a:ext cx="6288" cy="167049"/>
            </a:xfrm>
            <a:custGeom>
              <a:avLst/>
              <a:pathLst>
                <a:path w="6288" h="167049">
                  <a:moveTo>
                    <a:pt x="6288" y="0"/>
                  </a:moveTo>
                  <a:lnTo>
                    <a:pt x="0" y="16704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781287" y="4213939"/>
              <a:ext cx="6288" cy="167049"/>
            </a:xfrm>
            <a:custGeom>
              <a:avLst/>
              <a:pathLst>
                <a:path w="6288" h="167049">
                  <a:moveTo>
                    <a:pt x="6288" y="0"/>
                  </a:moveTo>
                  <a:lnTo>
                    <a:pt x="0" y="16704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781287" y="4213939"/>
              <a:ext cx="6288" cy="167049"/>
            </a:xfrm>
            <a:custGeom>
              <a:avLst/>
              <a:pathLst>
                <a:path w="6288" h="167049">
                  <a:moveTo>
                    <a:pt x="6288" y="0"/>
                  </a:moveTo>
                  <a:lnTo>
                    <a:pt x="0" y="16704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781287" y="4213939"/>
              <a:ext cx="6288" cy="167049"/>
            </a:xfrm>
            <a:custGeom>
              <a:avLst/>
              <a:pathLst>
                <a:path w="6288" h="167049">
                  <a:moveTo>
                    <a:pt x="6288" y="0"/>
                  </a:moveTo>
                  <a:lnTo>
                    <a:pt x="0" y="1670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2781287" y="4213939"/>
              <a:ext cx="6288" cy="167049"/>
            </a:xfrm>
            <a:custGeom>
              <a:avLst/>
              <a:pathLst>
                <a:path w="6288" h="167049">
                  <a:moveTo>
                    <a:pt x="6288" y="0"/>
                  </a:moveTo>
                  <a:lnTo>
                    <a:pt x="0" y="1670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2781287" y="4213939"/>
              <a:ext cx="6288" cy="167049"/>
            </a:xfrm>
            <a:custGeom>
              <a:avLst/>
              <a:pathLst>
                <a:path w="6288" h="167049">
                  <a:moveTo>
                    <a:pt x="6288" y="0"/>
                  </a:moveTo>
                  <a:lnTo>
                    <a:pt x="0" y="1670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2781287" y="4213939"/>
              <a:ext cx="6288" cy="167049"/>
            </a:xfrm>
            <a:custGeom>
              <a:avLst/>
              <a:pathLst>
                <a:path w="6288" h="167049">
                  <a:moveTo>
                    <a:pt x="6288" y="0"/>
                  </a:moveTo>
                  <a:lnTo>
                    <a:pt x="0" y="1670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2781287" y="4213939"/>
              <a:ext cx="6288" cy="167049"/>
            </a:xfrm>
            <a:custGeom>
              <a:avLst/>
              <a:pathLst>
                <a:path w="6288" h="167049">
                  <a:moveTo>
                    <a:pt x="6288" y="0"/>
                  </a:moveTo>
                  <a:lnTo>
                    <a:pt x="0" y="16704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2781287" y="4213939"/>
              <a:ext cx="6288" cy="167049"/>
            </a:xfrm>
            <a:custGeom>
              <a:avLst/>
              <a:pathLst>
                <a:path w="6288" h="167049">
                  <a:moveTo>
                    <a:pt x="6288" y="0"/>
                  </a:moveTo>
                  <a:lnTo>
                    <a:pt x="0" y="16704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2781287" y="4213939"/>
              <a:ext cx="6288" cy="167049"/>
            </a:xfrm>
            <a:custGeom>
              <a:avLst/>
              <a:pathLst>
                <a:path w="6288" h="167049">
                  <a:moveTo>
                    <a:pt x="6288" y="0"/>
                  </a:moveTo>
                  <a:lnTo>
                    <a:pt x="0" y="16704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2781287" y="4213821"/>
              <a:ext cx="6288" cy="167167"/>
            </a:xfrm>
            <a:custGeom>
              <a:avLst/>
              <a:pathLst>
                <a:path w="6288" h="167167">
                  <a:moveTo>
                    <a:pt x="6288" y="118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2919359" y="4659281"/>
              <a:ext cx="167164" cy="274524"/>
            </a:xfrm>
            <a:custGeom>
              <a:avLst/>
              <a:pathLst>
                <a:path w="167164" h="274524">
                  <a:moveTo>
                    <a:pt x="167164" y="0"/>
                  </a:moveTo>
                  <a:lnTo>
                    <a:pt x="161825" y="85"/>
                  </a:lnTo>
                  <a:lnTo>
                    <a:pt x="156491" y="341"/>
                  </a:lnTo>
                  <a:lnTo>
                    <a:pt x="151168" y="767"/>
                  </a:lnTo>
                  <a:lnTo>
                    <a:pt x="145861" y="1362"/>
                  </a:lnTo>
                  <a:lnTo>
                    <a:pt x="140576" y="2128"/>
                  </a:lnTo>
                  <a:lnTo>
                    <a:pt x="135318" y="3061"/>
                  </a:lnTo>
                  <a:lnTo>
                    <a:pt x="130093" y="4162"/>
                  </a:lnTo>
                  <a:lnTo>
                    <a:pt x="124905" y="5429"/>
                  </a:lnTo>
                  <a:lnTo>
                    <a:pt x="119761" y="6862"/>
                  </a:lnTo>
                  <a:lnTo>
                    <a:pt x="114665" y="8457"/>
                  </a:lnTo>
                  <a:lnTo>
                    <a:pt x="109622" y="10215"/>
                  </a:lnTo>
                  <a:lnTo>
                    <a:pt x="104638" y="12133"/>
                  </a:lnTo>
                  <a:lnTo>
                    <a:pt x="99718" y="14210"/>
                  </a:lnTo>
                  <a:lnTo>
                    <a:pt x="94867" y="16442"/>
                  </a:lnTo>
                  <a:lnTo>
                    <a:pt x="90090" y="18828"/>
                  </a:lnTo>
                  <a:lnTo>
                    <a:pt x="85391" y="21366"/>
                  </a:lnTo>
                  <a:lnTo>
                    <a:pt x="80776" y="24052"/>
                  </a:lnTo>
                  <a:lnTo>
                    <a:pt x="76249" y="26884"/>
                  </a:lnTo>
                  <a:lnTo>
                    <a:pt x="71814" y="29860"/>
                  </a:lnTo>
                  <a:lnTo>
                    <a:pt x="67477" y="32975"/>
                  </a:lnTo>
                  <a:lnTo>
                    <a:pt x="63242" y="36228"/>
                  </a:lnTo>
                  <a:lnTo>
                    <a:pt x="59113" y="39614"/>
                  </a:lnTo>
                  <a:lnTo>
                    <a:pt x="55094" y="43130"/>
                  </a:lnTo>
                  <a:lnTo>
                    <a:pt x="51189" y="46773"/>
                  </a:lnTo>
                  <a:lnTo>
                    <a:pt x="47403" y="50539"/>
                  </a:lnTo>
                  <a:lnTo>
                    <a:pt x="43739" y="54424"/>
                  </a:lnTo>
                  <a:lnTo>
                    <a:pt x="40200" y="58424"/>
                  </a:lnTo>
                  <a:lnTo>
                    <a:pt x="36792" y="62535"/>
                  </a:lnTo>
                  <a:lnTo>
                    <a:pt x="33516" y="66752"/>
                  </a:lnTo>
                  <a:lnTo>
                    <a:pt x="30377" y="71072"/>
                  </a:lnTo>
                  <a:lnTo>
                    <a:pt x="27378" y="75490"/>
                  </a:lnTo>
                  <a:lnTo>
                    <a:pt x="24521" y="80002"/>
                  </a:lnTo>
                  <a:lnTo>
                    <a:pt x="21809" y="84603"/>
                  </a:lnTo>
                  <a:lnTo>
                    <a:pt x="19246" y="89288"/>
                  </a:lnTo>
                  <a:lnTo>
                    <a:pt x="16834" y="94052"/>
                  </a:lnTo>
                  <a:lnTo>
                    <a:pt x="14576" y="98891"/>
                  </a:lnTo>
                  <a:lnTo>
                    <a:pt x="12473" y="103800"/>
                  </a:lnTo>
                  <a:lnTo>
                    <a:pt x="10528" y="108773"/>
                  </a:lnTo>
                  <a:lnTo>
                    <a:pt x="8742" y="113806"/>
                  </a:lnTo>
                  <a:lnTo>
                    <a:pt x="7119" y="118893"/>
                  </a:lnTo>
                  <a:lnTo>
                    <a:pt x="5659" y="124030"/>
                  </a:lnTo>
                  <a:lnTo>
                    <a:pt x="4363" y="129210"/>
                  </a:lnTo>
                  <a:lnTo>
                    <a:pt x="3234" y="134430"/>
                  </a:lnTo>
                  <a:lnTo>
                    <a:pt x="2272" y="139682"/>
                  </a:lnTo>
                  <a:lnTo>
                    <a:pt x="1478" y="144963"/>
                  </a:lnTo>
                  <a:lnTo>
                    <a:pt x="854" y="150267"/>
                  </a:lnTo>
                  <a:lnTo>
                    <a:pt x="399" y="155587"/>
                  </a:lnTo>
                  <a:lnTo>
                    <a:pt x="114" y="160920"/>
                  </a:lnTo>
                  <a:lnTo>
                    <a:pt x="0" y="166259"/>
                  </a:lnTo>
                  <a:lnTo>
                    <a:pt x="56" y="171599"/>
                  </a:lnTo>
                  <a:lnTo>
                    <a:pt x="283" y="176934"/>
                  </a:lnTo>
                  <a:lnTo>
                    <a:pt x="680" y="182259"/>
                  </a:lnTo>
                  <a:lnTo>
                    <a:pt x="1247" y="187569"/>
                  </a:lnTo>
                  <a:lnTo>
                    <a:pt x="1983" y="192859"/>
                  </a:lnTo>
                  <a:lnTo>
                    <a:pt x="2888" y="198121"/>
                  </a:lnTo>
                  <a:lnTo>
                    <a:pt x="3961" y="203353"/>
                  </a:lnTo>
                  <a:lnTo>
                    <a:pt x="5200" y="208547"/>
                  </a:lnTo>
                  <a:lnTo>
                    <a:pt x="6604" y="213699"/>
                  </a:lnTo>
                  <a:lnTo>
                    <a:pt x="8172" y="218804"/>
                  </a:lnTo>
                  <a:lnTo>
                    <a:pt x="9903" y="223856"/>
                  </a:lnTo>
                  <a:lnTo>
                    <a:pt x="11794" y="228850"/>
                  </a:lnTo>
                  <a:lnTo>
                    <a:pt x="13843" y="233781"/>
                  </a:lnTo>
                  <a:lnTo>
                    <a:pt x="16049" y="238645"/>
                  </a:lnTo>
                  <a:lnTo>
                    <a:pt x="18409" y="243435"/>
                  </a:lnTo>
                  <a:lnTo>
                    <a:pt x="20921" y="248147"/>
                  </a:lnTo>
                  <a:lnTo>
                    <a:pt x="23582" y="252777"/>
                  </a:lnTo>
                  <a:lnTo>
                    <a:pt x="26390" y="257320"/>
                  </a:lnTo>
                  <a:lnTo>
                    <a:pt x="29341" y="261770"/>
                  </a:lnTo>
                  <a:lnTo>
                    <a:pt x="32433" y="266124"/>
                  </a:lnTo>
                  <a:lnTo>
                    <a:pt x="35663" y="270377"/>
                  </a:lnTo>
                  <a:lnTo>
                    <a:pt x="39027" y="274524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2958387" y="4826449"/>
              <a:ext cx="128137" cy="107357"/>
            </a:xfrm>
            <a:custGeom>
              <a:avLst/>
              <a:pathLst>
                <a:path w="128137" h="107357">
                  <a:moveTo>
                    <a:pt x="0" y="107357"/>
                  </a:moveTo>
                  <a:lnTo>
                    <a:pt x="128137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2958387" y="4826449"/>
              <a:ext cx="128137" cy="107357"/>
            </a:xfrm>
            <a:custGeom>
              <a:avLst/>
              <a:pathLst>
                <a:path w="128137" h="107357">
                  <a:moveTo>
                    <a:pt x="0" y="107357"/>
                  </a:moveTo>
                  <a:lnTo>
                    <a:pt x="128137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2958387" y="4826449"/>
              <a:ext cx="128137" cy="107357"/>
            </a:xfrm>
            <a:custGeom>
              <a:avLst/>
              <a:pathLst>
                <a:path w="128137" h="107357">
                  <a:moveTo>
                    <a:pt x="0" y="107357"/>
                  </a:moveTo>
                  <a:lnTo>
                    <a:pt x="128137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2958387" y="4826449"/>
              <a:ext cx="128137" cy="107357"/>
            </a:xfrm>
            <a:custGeom>
              <a:avLst/>
              <a:pathLst>
                <a:path w="128137" h="107357">
                  <a:moveTo>
                    <a:pt x="0" y="107357"/>
                  </a:moveTo>
                  <a:lnTo>
                    <a:pt x="12813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2958387" y="4826449"/>
              <a:ext cx="128137" cy="107357"/>
            </a:xfrm>
            <a:custGeom>
              <a:avLst/>
              <a:pathLst>
                <a:path w="128137" h="107357">
                  <a:moveTo>
                    <a:pt x="0" y="107357"/>
                  </a:moveTo>
                  <a:lnTo>
                    <a:pt x="12813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2958387" y="4826449"/>
              <a:ext cx="128137" cy="107357"/>
            </a:xfrm>
            <a:custGeom>
              <a:avLst/>
              <a:pathLst>
                <a:path w="128137" h="107357">
                  <a:moveTo>
                    <a:pt x="0" y="107357"/>
                  </a:moveTo>
                  <a:lnTo>
                    <a:pt x="12813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2958387" y="4826449"/>
              <a:ext cx="128137" cy="107357"/>
            </a:xfrm>
            <a:custGeom>
              <a:avLst/>
              <a:pathLst>
                <a:path w="128137" h="107357">
                  <a:moveTo>
                    <a:pt x="0" y="107357"/>
                  </a:moveTo>
                  <a:lnTo>
                    <a:pt x="12813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2958387" y="4826449"/>
              <a:ext cx="128137" cy="107357"/>
            </a:xfrm>
            <a:custGeom>
              <a:avLst/>
              <a:pathLst>
                <a:path w="128137" h="107357">
                  <a:moveTo>
                    <a:pt x="0" y="107357"/>
                  </a:moveTo>
                  <a:lnTo>
                    <a:pt x="128137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2958387" y="4826449"/>
              <a:ext cx="128137" cy="107357"/>
            </a:xfrm>
            <a:custGeom>
              <a:avLst/>
              <a:pathLst>
                <a:path w="128137" h="107357">
                  <a:moveTo>
                    <a:pt x="0" y="107357"/>
                  </a:moveTo>
                  <a:lnTo>
                    <a:pt x="128137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2958387" y="4826449"/>
              <a:ext cx="128137" cy="127122"/>
            </a:xfrm>
            <a:custGeom>
              <a:avLst/>
              <a:pathLst>
                <a:path w="128137" h="127122">
                  <a:moveTo>
                    <a:pt x="0" y="107357"/>
                  </a:moveTo>
                  <a:lnTo>
                    <a:pt x="4581" y="112600"/>
                  </a:lnTo>
                  <a:lnTo>
                    <a:pt x="9378" y="117648"/>
                  </a:lnTo>
                  <a:lnTo>
                    <a:pt x="14380" y="122491"/>
                  </a:lnTo>
                  <a:lnTo>
                    <a:pt x="19579" y="127122"/>
                  </a:lnTo>
                  <a:lnTo>
                    <a:pt x="128137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2977966" y="4659281"/>
              <a:ext cx="275712" cy="334330"/>
            </a:xfrm>
            <a:custGeom>
              <a:avLst/>
              <a:pathLst>
                <a:path w="275712" h="334330">
                  <a:moveTo>
                    <a:pt x="0" y="294289"/>
                  </a:moveTo>
                  <a:lnTo>
                    <a:pt x="4097" y="297677"/>
                  </a:lnTo>
                  <a:lnTo>
                    <a:pt x="8300" y="300933"/>
                  </a:lnTo>
                  <a:lnTo>
                    <a:pt x="12604" y="304053"/>
                  </a:lnTo>
                  <a:lnTo>
                    <a:pt x="17006" y="307035"/>
                  </a:lnTo>
                  <a:lnTo>
                    <a:pt x="21500" y="309876"/>
                  </a:lnTo>
                  <a:lnTo>
                    <a:pt x="26082" y="312572"/>
                  </a:lnTo>
                  <a:lnTo>
                    <a:pt x="30747" y="315121"/>
                  </a:lnTo>
                  <a:lnTo>
                    <a:pt x="35492" y="317521"/>
                  </a:lnTo>
                  <a:lnTo>
                    <a:pt x="40310" y="319768"/>
                  </a:lnTo>
                  <a:lnTo>
                    <a:pt x="45197" y="321861"/>
                  </a:lnTo>
                  <a:lnTo>
                    <a:pt x="50148" y="323798"/>
                  </a:lnTo>
                  <a:lnTo>
                    <a:pt x="55158" y="325576"/>
                  </a:lnTo>
                  <a:lnTo>
                    <a:pt x="60223" y="327194"/>
                  </a:lnTo>
                  <a:lnTo>
                    <a:pt x="65336" y="328650"/>
                  </a:lnTo>
                  <a:lnTo>
                    <a:pt x="70493" y="329943"/>
                  </a:lnTo>
                  <a:lnTo>
                    <a:pt x="75688" y="331071"/>
                  </a:lnTo>
                  <a:lnTo>
                    <a:pt x="80917" y="332033"/>
                  </a:lnTo>
                  <a:lnTo>
                    <a:pt x="86174" y="332829"/>
                  </a:lnTo>
                  <a:lnTo>
                    <a:pt x="91453" y="333457"/>
                  </a:lnTo>
                  <a:lnTo>
                    <a:pt x="96750" y="333917"/>
                  </a:lnTo>
                  <a:lnTo>
                    <a:pt x="102058" y="334208"/>
                  </a:lnTo>
                  <a:lnTo>
                    <a:pt x="107373" y="334330"/>
                  </a:lnTo>
                  <a:lnTo>
                    <a:pt x="112689" y="334283"/>
                  </a:lnTo>
                  <a:lnTo>
                    <a:pt x="118002" y="334067"/>
                  </a:lnTo>
                  <a:lnTo>
                    <a:pt x="123304" y="333683"/>
                  </a:lnTo>
                  <a:lnTo>
                    <a:pt x="128592" y="333130"/>
                  </a:lnTo>
                  <a:lnTo>
                    <a:pt x="133859" y="332409"/>
                  </a:lnTo>
                  <a:lnTo>
                    <a:pt x="139101" y="331520"/>
                  </a:lnTo>
                  <a:lnTo>
                    <a:pt x="144312" y="330466"/>
                  </a:lnTo>
                  <a:lnTo>
                    <a:pt x="149487" y="329246"/>
                  </a:lnTo>
                  <a:lnTo>
                    <a:pt x="154620" y="327863"/>
                  </a:lnTo>
                  <a:lnTo>
                    <a:pt x="159707" y="326317"/>
                  </a:lnTo>
                  <a:lnTo>
                    <a:pt x="164742" y="324610"/>
                  </a:lnTo>
                  <a:lnTo>
                    <a:pt x="169720" y="322744"/>
                  </a:lnTo>
                  <a:lnTo>
                    <a:pt x="174636" y="320720"/>
                  </a:lnTo>
                  <a:lnTo>
                    <a:pt x="179486" y="318541"/>
                  </a:lnTo>
                  <a:lnTo>
                    <a:pt x="184263" y="316209"/>
                  </a:lnTo>
                  <a:lnTo>
                    <a:pt x="188965" y="313726"/>
                  </a:lnTo>
                  <a:lnTo>
                    <a:pt x="193585" y="311095"/>
                  </a:lnTo>
                  <a:lnTo>
                    <a:pt x="198118" y="308319"/>
                  </a:lnTo>
                  <a:lnTo>
                    <a:pt x="202562" y="305399"/>
                  </a:lnTo>
                  <a:lnTo>
                    <a:pt x="206910" y="302340"/>
                  </a:lnTo>
                  <a:lnTo>
                    <a:pt x="211158" y="299144"/>
                  </a:lnTo>
                  <a:lnTo>
                    <a:pt x="215303" y="295815"/>
                  </a:lnTo>
                  <a:lnTo>
                    <a:pt x="219340" y="292355"/>
                  </a:lnTo>
                  <a:lnTo>
                    <a:pt x="223265" y="288769"/>
                  </a:lnTo>
                  <a:lnTo>
                    <a:pt x="227074" y="285060"/>
                  </a:lnTo>
                  <a:lnTo>
                    <a:pt x="230763" y="281232"/>
                  </a:lnTo>
                  <a:lnTo>
                    <a:pt x="234328" y="277288"/>
                  </a:lnTo>
                  <a:lnTo>
                    <a:pt x="237767" y="273233"/>
                  </a:lnTo>
                  <a:lnTo>
                    <a:pt x="241074" y="269070"/>
                  </a:lnTo>
                  <a:lnTo>
                    <a:pt x="244248" y="264805"/>
                  </a:lnTo>
                  <a:lnTo>
                    <a:pt x="247284" y="260441"/>
                  </a:lnTo>
                  <a:lnTo>
                    <a:pt x="250180" y="255982"/>
                  </a:lnTo>
                  <a:lnTo>
                    <a:pt x="252932" y="251434"/>
                  </a:lnTo>
                  <a:lnTo>
                    <a:pt x="255539" y="246800"/>
                  </a:lnTo>
                  <a:lnTo>
                    <a:pt x="257997" y="242086"/>
                  </a:lnTo>
                  <a:lnTo>
                    <a:pt x="260304" y="237296"/>
                  </a:lnTo>
                  <a:lnTo>
                    <a:pt x="262457" y="232435"/>
                  </a:lnTo>
                  <a:lnTo>
                    <a:pt x="264455" y="227508"/>
                  </a:lnTo>
                  <a:lnTo>
                    <a:pt x="266295" y="222520"/>
                  </a:lnTo>
                  <a:lnTo>
                    <a:pt x="267975" y="217476"/>
                  </a:lnTo>
                  <a:lnTo>
                    <a:pt x="269494" y="212381"/>
                  </a:lnTo>
                  <a:lnTo>
                    <a:pt x="270851" y="207241"/>
                  </a:lnTo>
                  <a:lnTo>
                    <a:pt x="272043" y="202059"/>
                  </a:lnTo>
                  <a:lnTo>
                    <a:pt x="273070" y="196843"/>
                  </a:lnTo>
                  <a:lnTo>
                    <a:pt x="273930" y="191597"/>
                  </a:lnTo>
                  <a:lnTo>
                    <a:pt x="274623" y="186326"/>
                  </a:lnTo>
                  <a:lnTo>
                    <a:pt x="275149" y="181035"/>
                  </a:lnTo>
                  <a:lnTo>
                    <a:pt x="275505" y="175730"/>
                  </a:lnTo>
                  <a:lnTo>
                    <a:pt x="275693" y="170417"/>
                  </a:lnTo>
                  <a:lnTo>
                    <a:pt x="275712" y="165101"/>
                  </a:lnTo>
                  <a:lnTo>
                    <a:pt x="275562" y="159786"/>
                  </a:lnTo>
                  <a:lnTo>
                    <a:pt x="275243" y="154480"/>
                  </a:lnTo>
                  <a:lnTo>
                    <a:pt x="274755" y="149185"/>
                  </a:lnTo>
                  <a:lnTo>
                    <a:pt x="274099" y="143910"/>
                  </a:lnTo>
                  <a:lnTo>
                    <a:pt x="273276" y="138657"/>
                  </a:lnTo>
                  <a:lnTo>
                    <a:pt x="272286" y="133434"/>
                  </a:lnTo>
                  <a:lnTo>
                    <a:pt x="271131" y="128244"/>
                  </a:lnTo>
                  <a:lnTo>
                    <a:pt x="269811" y="123094"/>
                  </a:lnTo>
                  <a:lnTo>
                    <a:pt x="268328" y="117989"/>
                  </a:lnTo>
                  <a:lnTo>
                    <a:pt x="266683" y="112933"/>
                  </a:lnTo>
                  <a:lnTo>
                    <a:pt x="264878" y="107932"/>
                  </a:lnTo>
                  <a:lnTo>
                    <a:pt x="262916" y="102991"/>
                  </a:lnTo>
                  <a:lnTo>
                    <a:pt x="260797" y="98115"/>
                  </a:lnTo>
                  <a:lnTo>
                    <a:pt x="258524" y="93309"/>
                  </a:lnTo>
                  <a:lnTo>
                    <a:pt x="256099" y="88577"/>
                  </a:lnTo>
                  <a:lnTo>
                    <a:pt x="253526" y="83925"/>
                  </a:lnTo>
                  <a:lnTo>
                    <a:pt x="250805" y="79358"/>
                  </a:lnTo>
                  <a:lnTo>
                    <a:pt x="247941" y="74879"/>
                  </a:lnTo>
                  <a:lnTo>
                    <a:pt x="244936" y="70493"/>
                  </a:lnTo>
                  <a:lnTo>
                    <a:pt x="241793" y="66205"/>
                  </a:lnTo>
                  <a:lnTo>
                    <a:pt x="238515" y="62019"/>
                  </a:lnTo>
                  <a:lnTo>
                    <a:pt x="235106" y="57940"/>
                  </a:lnTo>
                  <a:lnTo>
                    <a:pt x="231568" y="53971"/>
                  </a:lnTo>
                  <a:lnTo>
                    <a:pt x="227906" y="50117"/>
                  </a:lnTo>
                  <a:lnTo>
                    <a:pt x="224124" y="46380"/>
                  </a:lnTo>
                  <a:lnTo>
                    <a:pt x="220225" y="42767"/>
                  </a:lnTo>
                  <a:lnTo>
                    <a:pt x="216212" y="39279"/>
                  </a:lnTo>
                  <a:lnTo>
                    <a:pt x="212091" y="35920"/>
                  </a:lnTo>
                  <a:lnTo>
                    <a:pt x="207865" y="32694"/>
                  </a:lnTo>
                  <a:lnTo>
                    <a:pt x="203539" y="29604"/>
                  </a:lnTo>
                  <a:lnTo>
                    <a:pt x="199116" y="26653"/>
                  </a:lnTo>
                  <a:lnTo>
                    <a:pt x="194602" y="23845"/>
                  </a:lnTo>
                  <a:lnTo>
                    <a:pt x="190001" y="21181"/>
                  </a:lnTo>
                  <a:lnTo>
                    <a:pt x="185318" y="18665"/>
                  </a:lnTo>
                  <a:lnTo>
                    <a:pt x="180556" y="16299"/>
                  </a:lnTo>
                  <a:lnTo>
                    <a:pt x="175723" y="14086"/>
                  </a:lnTo>
                  <a:lnTo>
                    <a:pt x="170821" y="12027"/>
                  </a:lnTo>
                  <a:lnTo>
                    <a:pt x="165856" y="10126"/>
                  </a:lnTo>
                  <a:lnTo>
                    <a:pt x="160833" y="8383"/>
                  </a:lnTo>
                  <a:lnTo>
                    <a:pt x="155757" y="6801"/>
                  </a:lnTo>
                  <a:lnTo>
                    <a:pt x="150634" y="5381"/>
                  </a:lnTo>
                  <a:lnTo>
                    <a:pt x="145468" y="4125"/>
                  </a:lnTo>
                  <a:lnTo>
                    <a:pt x="140265" y="3034"/>
                  </a:lnTo>
                  <a:lnTo>
                    <a:pt x="135029" y="2109"/>
                  </a:lnTo>
                  <a:lnTo>
                    <a:pt x="129767" y="1350"/>
                  </a:lnTo>
                  <a:lnTo>
                    <a:pt x="124484" y="760"/>
                  </a:lnTo>
                  <a:lnTo>
                    <a:pt x="119184" y="338"/>
                  </a:lnTo>
                  <a:lnTo>
                    <a:pt x="113873" y="84"/>
                  </a:lnTo>
                  <a:lnTo>
                    <a:pt x="108558" y="0"/>
                  </a:lnTo>
                  <a:lnTo>
                    <a:pt x="10855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3486025" y="5018213"/>
              <a:ext cx="2695" cy="167167"/>
            </a:xfrm>
            <a:custGeom>
              <a:avLst/>
              <a:pathLst>
                <a:path w="2695" h="167167">
                  <a:moveTo>
                    <a:pt x="2695" y="0"/>
                  </a:moveTo>
                  <a:lnTo>
                    <a:pt x="0" y="21"/>
                  </a:lnTo>
                  <a:lnTo>
                    <a:pt x="2695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3486025" y="5018235"/>
              <a:ext cx="2695" cy="167145"/>
            </a:xfrm>
            <a:custGeom>
              <a:avLst/>
              <a:pathLst>
                <a:path w="2695" h="167145">
                  <a:moveTo>
                    <a:pt x="0" y="0"/>
                  </a:moveTo>
                  <a:lnTo>
                    <a:pt x="2695" y="16714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3486025" y="5018235"/>
              <a:ext cx="2695" cy="167145"/>
            </a:xfrm>
            <a:custGeom>
              <a:avLst/>
              <a:pathLst>
                <a:path w="2695" h="167145">
                  <a:moveTo>
                    <a:pt x="0" y="0"/>
                  </a:moveTo>
                  <a:lnTo>
                    <a:pt x="2695" y="16714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3486025" y="5018235"/>
              <a:ext cx="2695" cy="167145"/>
            </a:xfrm>
            <a:custGeom>
              <a:avLst/>
              <a:pathLst>
                <a:path w="2695" h="167145">
                  <a:moveTo>
                    <a:pt x="0" y="0"/>
                  </a:moveTo>
                  <a:lnTo>
                    <a:pt x="2695" y="1671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3486025" y="5018235"/>
              <a:ext cx="2695" cy="167145"/>
            </a:xfrm>
            <a:custGeom>
              <a:avLst/>
              <a:pathLst>
                <a:path w="2695" h="167145">
                  <a:moveTo>
                    <a:pt x="0" y="0"/>
                  </a:moveTo>
                  <a:lnTo>
                    <a:pt x="2695" y="1671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3486025" y="5018235"/>
              <a:ext cx="2695" cy="167145"/>
            </a:xfrm>
            <a:custGeom>
              <a:avLst/>
              <a:pathLst>
                <a:path w="2695" h="167145">
                  <a:moveTo>
                    <a:pt x="0" y="0"/>
                  </a:moveTo>
                  <a:lnTo>
                    <a:pt x="2695" y="1671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3486025" y="5018235"/>
              <a:ext cx="2695" cy="167145"/>
            </a:xfrm>
            <a:custGeom>
              <a:avLst/>
              <a:pathLst>
                <a:path w="2695" h="167145">
                  <a:moveTo>
                    <a:pt x="0" y="0"/>
                  </a:moveTo>
                  <a:lnTo>
                    <a:pt x="2695" y="1671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3486025" y="5018235"/>
              <a:ext cx="2695" cy="167145"/>
            </a:xfrm>
            <a:custGeom>
              <a:avLst/>
              <a:pathLst>
                <a:path w="2695" h="167145">
                  <a:moveTo>
                    <a:pt x="0" y="0"/>
                  </a:moveTo>
                  <a:lnTo>
                    <a:pt x="2695" y="16714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3486025" y="5018235"/>
              <a:ext cx="2695" cy="167145"/>
            </a:xfrm>
            <a:custGeom>
              <a:avLst/>
              <a:pathLst>
                <a:path w="2695" h="167145">
                  <a:moveTo>
                    <a:pt x="0" y="0"/>
                  </a:moveTo>
                  <a:lnTo>
                    <a:pt x="2695" y="16714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3321555" y="5018235"/>
              <a:ext cx="334312" cy="334311"/>
            </a:xfrm>
            <a:custGeom>
              <a:avLst/>
              <a:pathLst>
                <a:path w="334312" h="334311">
                  <a:moveTo>
                    <a:pt x="164469" y="0"/>
                  </a:moveTo>
                  <a:lnTo>
                    <a:pt x="159186" y="168"/>
                  </a:lnTo>
                  <a:lnTo>
                    <a:pt x="153911" y="504"/>
                  </a:lnTo>
                  <a:lnTo>
                    <a:pt x="148649" y="1006"/>
                  </a:lnTo>
                  <a:lnTo>
                    <a:pt x="143406" y="1675"/>
                  </a:lnTo>
                  <a:lnTo>
                    <a:pt x="138186" y="2509"/>
                  </a:lnTo>
                  <a:lnTo>
                    <a:pt x="132995" y="3507"/>
                  </a:lnTo>
                  <a:lnTo>
                    <a:pt x="127839" y="4669"/>
                  </a:lnTo>
                  <a:lnTo>
                    <a:pt x="122721" y="5994"/>
                  </a:lnTo>
                  <a:lnTo>
                    <a:pt x="117649" y="7480"/>
                  </a:lnTo>
                  <a:lnTo>
                    <a:pt x="112625" y="9125"/>
                  </a:lnTo>
                  <a:lnTo>
                    <a:pt x="107657" y="10928"/>
                  </a:lnTo>
                  <a:lnTo>
                    <a:pt x="102747" y="12888"/>
                  </a:lnTo>
                  <a:lnTo>
                    <a:pt x="97903" y="15001"/>
                  </a:lnTo>
                  <a:lnTo>
                    <a:pt x="93127" y="17267"/>
                  </a:lnTo>
                  <a:lnTo>
                    <a:pt x="88425" y="19683"/>
                  </a:lnTo>
                  <a:lnTo>
                    <a:pt x="83803" y="22246"/>
                  </a:lnTo>
                  <a:lnTo>
                    <a:pt x="79263" y="24954"/>
                  </a:lnTo>
                  <a:lnTo>
                    <a:pt x="74811" y="27804"/>
                  </a:lnTo>
                  <a:lnTo>
                    <a:pt x="70452" y="30794"/>
                  </a:lnTo>
                  <a:lnTo>
                    <a:pt x="66190" y="33920"/>
                  </a:lnTo>
                  <a:lnTo>
                    <a:pt x="62028" y="37179"/>
                  </a:lnTo>
                  <a:lnTo>
                    <a:pt x="57972" y="40568"/>
                  </a:lnTo>
                  <a:lnTo>
                    <a:pt x="54024" y="44083"/>
                  </a:lnTo>
                  <a:lnTo>
                    <a:pt x="50190" y="47722"/>
                  </a:lnTo>
                  <a:lnTo>
                    <a:pt x="46473" y="51480"/>
                  </a:lnTo>
                  <a:lnTo>
                    <a:pt x="42876" y="55354"/>
                  </a:lnTo>
                  <a:lnTo>
                    <a:pt x="39404" y="59339"/>
                  </a:lnTo>
                  <a:lnTo>
                    <a:pt x="36059" y="63432"/>
                  </a:lnTo>
                  <a:lnTo>
                    <a:pt x="32846" y="67629"/>
                  </a:lnTo>
                  <a:lnTo>
                    <a:pt x="29767" y="71926"/>
                  </a:lnTo>
                  <a:lnTo>
                    <a:pt x="26825" y="76317"/>
                  </a:lnTo>
                  <a:lnTo>
                    <a:pt x="24023" y="80800"/>
                  </a:lnTo>
                  <a:lnTo>
                    <a:pt x="21365" y="85368"/>
                  </a:lnTo>
                  <a:lnTo>
                    <a:pt x="18853" y="90019"/>
                  </a:lnTo>
                  <a:lnTo>
                    <a:pt x="16488" y="94747"/>
                  </a:lnTo>
                  <a:lnTo>
                    <a:pt x="14275" y="99547"/>
                  </a:lnTo>
                  <a:lnTo>
                    <a:pt x="12214" y="104414"/>
                  </a:lnTo>
                  <a:lnTo>
                    <a:pt x="10308" y="109344"/>
                  </a:lnTo>
                  <a:lnTo>
                    <a:pt x="8559" y="114333"/>
                  </a:lnTo>
                  <a:lnTo>
                    <a:pt x="6968" y="119374"/>
                  </a:lnTo>
                  <a:lnTo>
                    <a:pt x="5538" y="124462"/>
                  </a:lnTo>
                  <a:lnTo>
                    <a:pt x="4270" y="129594"/>
                  </a:lnTo>
                  <a:lnTo>
                    <a:pt x="3164" y="134762"/>
                  </a:lnTo>
                  <a:lnTo>
                    <a:pt x="2222" y="139964"/>
                  </a:lnTo>
                  <a:lnTo>
                    <a:pt x="1445" y="145192"/>
                  </a:lnTo>
                  <a:lnTo>
                    <a:pt x="834" y="150443"/>
                  </a:lnTo>
                  <a:lnTo>
                    <a:pt x="389" y="155710"/>
                  </a:lnTo>
                  <a:lnTo>
                    <a:pt x="111" y="160988"/>
                  </a:lnTo>
                  <a:lnTo>
                    <a:pt x="0" y="166273"/>
                  </a:lnTo>
                  <a:lnTo>
                    <a:pt x="55" y="171559"/>
                  </a:lnTo>
                  <a:lnTo>
                    <a:pt x="279" y="176840"/>
                  </a:lnTo>
                  <a:lnTo>
                    <a:pt x="668" y="182111"/>
                  </a:lnTo>
                  <a:lnTo>
                    <a:pt x="1225" y="187368"/>
                  </a:lnTo>
                  <a:lnTo>
                    <a:pt x="1947" y="192604"/>
                  </a:lnTo>
                  <a:lnTo>
                    <a:pt x="2835" y="197815"/>
                  </a:lnTo>
                  <a:lnTo>
                    <a:pt x="3887" y="202995"/>
                  </a:lnTo>
                  <a:lnTo>
                    <a:pt x="5102" y="208139"/>
                  </a:lnTo>
                  <a:lnTo>
                    <a:pt x="6479" y="213243"/>
                  </a:lnTo>
                  <a:lnTo>
                    <a:pt x="8016" y="218300"/>
                  </a:lnTo>
                  <a:lnTo>
                    <a:pt x="9713" y="223306"/>
                  </a:lnTo>
                  <a:lnTo>
                    <a:pt x="11568" y="228256"/>
                  </a:lnTo>
                  <a:lnTo>
                    <a:pt x="13577" y="233145"/>
                  </a:lnTo>
                  <a:lnTo>
                    <a:pt x="15741" y="237968"/>
                  </a:lnTo>
                  <a:lnTo>
                    <a:pt x="18056" y="242720"/>
                  </a:lnTo>
                  <a:lnTo>
                    <a:pt x="20520" y="247396"/>
                  </a:lnTo>
                  <a:lnTo>
                    <a:pt x="23130" y="251992"/>
                  </a:lnTo>
                  <a:lnTo>
                    <a:pt x="25885" y="256504"/>
                  </a:lnTo>
                  <a:lnTo>
                    <a:pt x="28781" y="260926"/>
                  </a:lnTo>
                  <a:lnTo>
                    <a:pt x="31815" y="265254"/>
                  </a:lnTo>
                  <a:lnTo>
                    <a:pt x="34984" y="269484"/>
                  </a:lnTo>
                  <a:lnTo>
                    <a:pt x="38286" y="273612"/>
                  </a:lnTo>
                  <a:lnTo>
                    <a:pt x="41716" y="277634"/>
                  </a:lnTo>
                  <a:lnTo>
                    <a:pt x="45272" y="281545"/>
                  </a:lnTo>
                  <a:lnTo>
                    <a:pt x="48950" y="285341"/>
                  </a:lnTo>
                  <a:lnTo>
                    <a:pt x="52746" y="289020"/>
                  </a:lnTo>
                  <a:lnTo>
                    <a:pt x="56657" y="292576"/>
                  </a:lnTo>
                  <a:lnTo>
                    <a:pt x="60677" y="296007"/>
                  </a:lnTo>
                  <a:lnTo>
                    <a:pt x="64805" y="299310"/>
                  </a:lnTo>
                  <a:lnTo>
                    <a:pt x="69035" y="302480"/>
                  </a:lnTo>
                  <a:lnTo>
                    <a:pt x="73362" y="305515"/>
                  </a:lnTo>
                  <a:lnTo>
                    <a:pt x="77784" y="308411"/>
                  </a:lnTo>
                  <a:lnTo>
                    <a:pt x="82295" y="311166"/>
                  </a:lnTo>
                  <a:lnTo>
                    <a:pt x="86891" y="313778"/>
                  </a:lnTo>
                  <a:lnTo>
                    <a:pt x="91567" y="316242"/>
                  </a:lnTo>
                  <a:lnTo>
                    <a:pt x="96319" y="318558"/>
                  </a:lnTo>
                  <a:lnTo>
                    <a:pt x="101141" y="320722"/>
                  </a:lnTo>
                  <a:lnTo>
                    <a:pt x="106030" y="322733"/>
                  </a:lnTo>
                  <a:lnTo>
                    <a:pt x="110979" y="324588"/>
                  </a:lnTo>
                  <a:lnTo>
                    <a:pt x="115985" y="326285"/>
                  </a:lnTo>
                  <a:lnTo>
                    <a:pt x="121042" y="327824"/>
                  </a:lnTo>
                  <a:lnTo>
                    <a:pt x="126145" y="329202"/>
                  </a:lnTo>
                  <a:lnTo>
                    <a:pt x="131289" y="330418"/>
                  </a:lnTo>
                  <a:lnTo>
                    <a:pt x="136469" y="331470"/>
                  </a:lnTo>
                  <a:lnTo>
                    <a:pt x="141680" y="332359"/>
                  </a:lnTo>
                  <a:lnTo>
                    <a:pt x="146916" y="333082"/>
                  </a:lnTo>
                  <a:lnTo>
                    <a:pt x="152173" y="333639"/>
                  </a:lnTo>
                  <a:lnTo>
                    <a:pt x="157444" y="334030"/>
                  </a:lnTo>
                  <a:lnTo>
                    <a:pt x="162725" y="334254"/>
                  </a:lnTo>
                  <a:lnTo>
                    <a:pt x="168011" y="334311"/>
                  </a:lnTo>
                  <a:lnTo>
                    <a:pt x="173295" y="334200"/>
                  </a:lnTo>
                  <a:lnTo>
                    <a:pt x="178574" y="333923"/>
                  </a:lnTo>
                  <a:lnTo>
                    <a:pt x="183841" y="333479"/>
                  </a:lnTo>
                  <a:lnTo>
                    <a:pt x="189092" y="332868"/>
                  </a:lnTo>
                  <a:lnTo>
                    <a:pt x="194320" y="332092"/>
                  </a:lnTo>
                  <a:lnTo>
                    <a:pt x="199522" y="331151"/>
                  </a:lnTo>
                  <a:lnTo>
                    <a:pt x="204691" y="330046"/>
                  </a:lnTo>
                  <a:lnTo>
                    <a:pt x="209822" y="328778"/>
                  </a:lnTo>
                  <a:lnTo>
                    <a:pt x="214911" y="327349"/>
                  </a:lnTo>
                  <a:lnTo>
                    <a:pt x="219952" y="325759"/>
                  </a:lnTo>
                  <a:lnTo>
                    <a:pt x="224941" y="324011"/>
                  </a:lnTo>
                  <a:lnTo>
                    <a:pt x="229871" y="322106"/>
                  </a:lnTo>
                  <a:lnTo>
                    <a:pt x="234739" y="320046"/>
                  </a:lnTo>
                  <a:lnTo>
                    <a:pt x="239540" y="317833"/>
                  </a:lnTo>
                  <a:lnTo>
                    <a:pt x="244268" y="315469"/>
                  </a:lnTo>
                  <a:lnTo>
                    <a:pt x="248919" y="312958"/>
                  </a:lnTo>
                  <a:lnTo>
                    <a:pt x="253488" y="310300"/>
                  </a:lnTo>
                  <a:lnTo>
                    <a:pt x="257971" y="307499"/>
                  </a:lnTo>
                  <a:lnTo>
                    <a:pt x="262363" y="304558"/>
                  </a:lnTo>
                  <a:lnTo>
                    <a:pt x="266660" y="301480"/>
                  </a:lnTo>
                  <a:lnTo>
                    <a:pt x="270857" y="298267"/>
                  </a:lnTo>
                  <a:lnTo>
                    <a:pt x="274951" y="294923"/>
                  </a:lnTo>
                  <a:lnTo>
                    <a:pt x="278937" y="291451"/>
                  </a:lnTo>
                  <a:lnTo>
                    <a:pt x="282811" y="287855"/>
                  </a:lnTo>
                  <a:lnTo>
                    <a:pt x="286569" y="284139"/>
                  </a:lnTo>
                  <a:lnTo>
                    <a:pt x="290209" y="280305"/>
                  </a:lnTo>
                  <a:lnTo>
                    <a:pt x="293725" y="276358"/>
                  </a:lnTo>
                  <a:lnTo>
                    <a:pt x="297114" y="272302"/>
                  </a:lnTo>
                  <a:lnTo>
                    <a:pt x="300374" y="268141"/>
                  </a:lnTo>
                  <a:lnTo>
                    <a:pt x="303501" y="263879"/>
                  </a:lnTo>
                  <a:lnTo>
                    <a:pt x="306491" y="259520"/>
                  </a:lnTo>
                  <a:lnTo>
                    <a:pt x="309342" y="255069"/>
                  </a:lnTo>
                  <a:lnTo>
                    <a:pt x="312051" y="250530"/>
                  </a:lnTo>
                  <a:lnTo>
                    <a:pt x="314614" y="245908"/>
                  </a:lnTo>
                  <a:lnTo>
                    <a:pt x="317031" y="241206"/>
                  </a:lnTo>
                  <a:lnTo>
                    <a:pt x="319298" y="236431"/>
                  </a:lnTo>
                  <a:lnTo>
                    <a:pt x="321412" y="231587"/>
                  </a:lnTo>
                  <a:lnTo>
                    <a:pt x="323372" y="226678"/>
                  </a:lnTo>
                  <a:lnTo>
                    <a:pt x="325176" y="221709"/>
                  </a:lnTo>
                  <a:lnTo>
                    <a:pt x="326823" y="216686"/>
                  </a:lnTo>
                  <a:lnTo>
                    <a:pt x="328309" y="211614"/>
                  </a:lnTo>
                  <a:lnTo>
                    <a:pt x="329634" y="206497"/>
                  </a:lnTo>
                  <a:lnTo>
                    <a:pt x="330797" y="201340"/>
                  </a:lnTo>
                  <a:lnTo>
                    <a:pt x="331797" y="196150"/>
                  </a:lnTo>
                  <a:lnTo>
                    <a:pt x="332631" y="190930"/>
                  </a:lnTo>
                  <a:lnTo>
                    <a:pt x="333301" y="185687"/>
                  </a:lnTo>
                  <a:lnTo>
                    <a:pt x="333804" y="180425"/>
                  </a:lnTo>
                  <a:lnTo>
                    <a:pt x="334140" y="175150"/>
                  </a:lnTo>
                  <a:lnTo>
                    <a:pt x="334310" y="169867"/>
                  </a:lnTo>
                  <a:lnTo>
                    <a:pt x="334312" y="164581"/>
                  </a:lnTo>
                  <a:lnTo>
                    <a:pt x="334148" y="159298"/>
                  </a:lnTo>
                  <a:lnTo>
                    <a:pt x="333816" y="154022"/>
                  </a:lnTo>
                  <a:lnTo>
                    <a:pt x="333318" y="148760"/>
                  </a:lnTo>
                  <a:lnTo>
                    <a:pt x="332654" y="143516"/>
                  </a:lnTo>
                  <a:lnTo>
                    <a:pt x="331824" y="138296"/>
                  </a:lnTo>
                  <a:lnTo>
                    <a:pt x="330829" y="133104"/>
                  </a:lnTo>
                  <a:lnTo>
                    <a:pt x="329671" y="127947"/>
                  </a:lnTo>
                  <a:lnTo>
                    <a:pt x="328351" y="122828"/>
                  </a:lnTo>
                  <a:lnTo>
                    <a:pt x="326869" y="117754"/>
                  </a:lnTo>
                  <a:lnTo>
                    <a:pt x="325228" y="112730"/>
                  </a:lnTo>
                  <a:lnTo>
                    <a:pt x="323428" y="107760"/>
                  </a:lnTo>
                  <a:lnTo>
                    <a:pt x="321473" y="102849"/>
                  </a:lnTo>
                  <a:lnTo>
                    <a:pt x="319363" y="98002"/>
                  </a:lnTo>
                  <a:lnTo>
                    <a:pt x="317101" y="93225"/>
                  </a:lnTo>
                  <a:lnTo>
                    <a:pt x="314689" y="88522"/>
                  </a:lnTo>
                  <a:lnTo>
                    <a:pt x="312129" y="83897"/>
                  </a:lnTo>
                  <a:lnTo>
                    <a:pt x="309425" y="79355"/>
                  </a:lnTo>
                  <a:lnTo>
                    <a:pt x="306578" y="74901"/>
                  </a:lnTo>
                  <a:lnTo>
                    <a:pt x="303592" y="70540"/>
                  </a:lnTo>
                  <a:lnTo>
                    <a:pt x="300469" y="66275"/>
                  </a:lnTo>
                  <a:lnTo>
                    <a:pt x="297213" y="62111"/>
                  </a:lnTo>
                  <a:lnTo>
                    <a:pt x="293828" y="58051"/>
                  </a:lnTo>
                  <a:lnTo>
                    <a:pt x="290315" y="54101"/>
                  </a:lnTo>
                  <a:lnTo>
                    <a:pt x="286680" y="50264"/>
                  </a:lnTo>
                  <a:lnTo>
                    <a:pt x="282924" y="46544"/>
                  </a:lnTo>
                  <a:lnTo>
                    <a:pt x="279054" y="42945"/>
                  </a:lnTo>
                  <a:lnTo>
                    <a:pt x="275071" y="39469"/>
                  </a:lnTo>
                  <a:lnTo>
                    <a:pt x="270980" y="36121"/>
                  </a:lnTo>
                  <a:lnTo>
                    <a:pt x="266786" y="32905"/>
                  </a:lnTo>
                  <a:lnTo>
                    <a:pt x="262492" y="29822"/>
                  </a:lnTo>
                  <a:lnTo>
                    <a:pt x="258103" y="26877"/>
                  </a:lnTo>
                  <a:lnTo>
                    <a:pt x="253622" y="24072"/>
                  </a:lnTo>
                  <a:lnTo>
                    <a:pt x="249056" y="21410"/>
                  </a:lnTo>
                  <a:lnTo>
                    <a:pt x="244407" y="18894"/>
                  </a:lnTo>
                  <a:lnTo>
                    <a:pt x="239682" y="16526"/>
                  </a:lnTo>
                  <a:lnTo>
                    <a:pt x="234883" y="14308"/>
                  </a:lnTo>
                  <a:lnTo>
                    <a:pt x="230017" y="12244"/>
                  </a:lnTo>
                  <a:lnTo>
                    <a:pt x="225088" y="10334"/>
                  </a:lnTo>
                  <a:lnTo>
                    <a:pt x="220102" y="8581"/>
                  </a:lnTo>
                  <a:lnTo>
                    <a:pt x="215062" y="6987"/>
                  </a:lnTo>
                  <a:lnTo>
                    <a:pt x="209974" y="5552"/>
                  </a:lnTo>
                  <a:lnTo>
                    <a:pt x="204844" y="4280"/>
                  </a:lnTo>
                  <a:lnTo>
                    <a:pt x="199676" y="3170"/>
                  </a:lnTo>
                  <a:lnTo>
                    <a:pt x="194476" y="2224"/>
                  </a:lnTo>
                  <a:lnTo>
                    <a:pt x="189248" y="1443"/>
                  </a:lnTo>
                  <a:lnTo>
                    <a:pt x="183998" y="827"/>
                  </a:lnTo>
                  <a:lnTo>
                    <a:pt x="178731" y="378"/>
                  </a:lnTo>
                  <a:lnTo>
                    <a:pt x="173453" y="96"/>
                  </a:lnTo>
                  <a:lnTo>
                    <a:pt x="167165" y="16714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3488720" y="5018213"/>
              <a:ext cx="6288" cy="167167"/>
            </a:xfrm>
            <a:custGeom>
              <a:avLst/>
              <a:pathLst>
                <a:path w="6288" h="167167">
                  <a:moveTo>
                    <a:pt x="6288" y="118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3797334" y="5269756"/>
              <a:ext cx="167166" cy="291326"/>
            </a:xfrm>
            <a:custGeom>
              <a:avLst/>
              <a:pathLst>
                <a:path w="167166" h="291326">
                  <a:moveTo>
                    <a:pt x="167166" y="0"/>
                  </a:moveTo>
                  <a:lnTo>
                    <a:pt x="161800" y="86"/>
                  </a:lnTo>
                  <a:lnTo>
                    <a:pt x="156440" y="344"/>
                  </a:lnTo>
                  <a:lnTo>
                    <a:pt x="151090" y="774"/>
                  </a:lnTo>
                  <a:lnTo>
                    <a:pt x="145757" y="1376"/>
                  </a:lnTo>
                  <a:lnTo>
                    <a:pt x="140446" y="2149"/>
                  </a:lnTo>
                  <a:lnTo>
                    <a:pt x="135163" y="3092"/>
                  </a:lnTo>
                  <a:lnTo>
                    <a:pt x="129913" y="4203"/>
                  </a:lnTo>
                  <a:lnTo>
                    <a:pt x="124701" y="5483"/>
                  </a:lnTo>
                  <a:lnTo>
                    <a:pt x="119533" y="6930"/>
                  </a:lnTo>
                  <a:lnTo>
                    <a:pt x="114413" y="8541"/>
                  </a:lnTo>
                  <a:lnTo>
                    <a:pt x="109349" y="10316"/>
                  </a:lnTo>
                  <a:lnTo>
                    <a:pt x="104344" y="12253"/>
                  </a:lnTo>
                  <a:lnTo>
                    <a:pt x="99403" y="14350"/>
                  </a:lnTo>
                  <a:lnTo>
                    <a:pt x="94533" y="16604"/>
                  </a:lnTo>
                  <a:lnTo>
                    <a:pt x="89737" y="19013"/>
                  </a:lnTo>
                  <a:lnTo>
                    <a:pt x="85021" y="21575"/>
                  </a:lnTo>
                  <a:lnTo>
                    <a:pt x="80390" y="24287"/>
                  </a:lnTo>
                  <a:lnTo>
                    <a:pt x="75848" y="27146"/>
                  </a:lnTo>
                  <a:lnTo>
                    <a:pt x="71401" y="30149"/>
                  </a:lnTo>
                  <a:lnTo>
                    <a:pt x="67052" y="33294"/>
                  </a:lnTo>
                  <a:lnTo>
                    <a:pt x="62806" y="36577"/>
                  </a:lnTo>
                  <a:lnTo>
                    <a:pt x="58668" y="39994"/>
                  </a:lnTo>
                  <a:lnTo>
                    <a:pt x="54641" y="43542"/>
                  </a:lnTo>
                  <a:lnTo>
                    <a:pt x="50731" y="47218"/>
                  </a:lnTo>
                  <a:lnTo>
                    <a:pt x="46941" y="51018"/>
                  </a:lnTo>
                  <a:lnTo>
                    <a:pt x="43274" y="54937"/>
                  </a:lnTo>
                  <a:lnTo>
                    <a:pt x="39735" y="58971"/>
                  </a:lnTo>
                  <a:lnTo>
                    <a:pt x="36328" y="63118"/>
                  </a:lnTo>
                  <a:lnTo>
                    <a:pt x="33055" y="67371"/>
                  </a:lnTo>
                  <a:lnTo>
                    <a:pt x="29921" y="71728"/>
                  </a:lnTo>
                  <a:lnTo>
                    <a:pt x="26928" y="76183"/>
                  </a:lnTo>
                  <a:lnTo>
                    <a:pt x="24080" y="80731"/>
                  </a:lnTo>
                  <a:lnTo>
                    <a:pt x="21379" y="85369"/>
                  </a:lnTo>
                  <a:lnTo>
                    <a:pt x="18828" y="90091"/>
                  </a:lnTo>
                  <a:lnTo>
                    <a:pt x="16431" y="94892"/>
                  </a:lnTo>
                  <a:lnTo>
                    <a:pt x="14188" y="99768"/>
                  </a:lnTo>
                  <a:lnTo>
                    <a:pt x="12104" y="104713"/>
                  </a:lnTo>
                  <a:lnTo>
                    <a:pt x="10179" y="109723"/>
                  </a:lnTo>
                  <a:lnTo>
                    <a:pt x="8416" y="114792"/>
                  </a:lnTo>
                  <a:lnTo>
                    <a:pt x="6816" y="119915"/>
                  </a:lnTo>
                  <a:lnTo>
                    <a:pt x="5382" y="125087"/>
                  </a:lnTo>
                  <a:lnTo>
                    <a:pt x="4115" y="130302"/>
                  </a:lnTo>
                  <a:lnTo>
                    <a:pt x="3015" y="135555"/>
                  </a:lnTo>
                  <a:lnTo>
                    <a:pt x="2085" y="140840"/>
                  </a:lnTo>
                  <a:lnTo>
                    <a:pt x="1325" y="146153"/>
                  </a:lnTo>
                  <a:lnTo>
                    <a:pt x="736" y="151487"/>
                  </a:lnTo>
                  <a:lnTo>
                    <a:pt x="318" y="156838"/>
                  </a:lnTo>
                  <a:lnTo>
                    <a:pt x="73" y="162199"/>
                  </a:lnTo>
                  <a:lnTo>
                    <a:pt x="0" y="167565"/>
                  </a:lnTo>
                  <a:lnTo>
                    <a:pt x="98" y="172931"/>
                  </a:lnTo>
                  <a:lnTo>
                    <a:pt x="370" y="178291"/>
                  </a:lnTo>
                  <a:lnTo>
                    <a:pt x="813" y="183640"/>
                  </a:lnTo>
                  <a:lnTo>
                    <a:pt x="1427" y="188971"/>
                  </a:lnTo>
                  <a:lnTo>
                    <a:pt x="2212" y="194280"/>
                  </a:lnTo>
                  <a:lnTo>
                    <a:pt x="3168" y="199561"/>
                  </a:lnTo>
                  <a:lnTo>
                    <a:pt x="4292" y="204809"/>
                  </a:lnTo>
                  <a:lnTo>
                    <a:pt x="5584" y="210018"/>
                  </a:lnTo>
                  <a:lnTo>
                    <a:pt x="7043" y="215183"/>
                  </a:lnTo>
                  <a:lnTo>
                    <a:pt x="8667" y="220298"/>
                  </a:lnTo>
                  <a:lnTo>
                    <a:pt x="10454" y="225358"/>
                  </a:lnTo>
                  <a:lnTo>
                    <a:pt x="12403" y="230359"/>
                  </a:lnTo>
                  <a:lnTo>
                    <a:pt x="14511" y="235294"/>
                  </a:lnTo>
                  <a:lnTo>
                    <a:pt x="16777" y="240159"/>
                  </a:lnTo>
                  <a:lnTo>
                    <a:pt x="19197" y="244949"/>
                  </a:lnTo>
                  <a:lnTo>
                    <a:pt x="21770" y="249659"/>
                  </a:lnTo>
                  <a:lnTo>
                    <a:pt x="24493" y="254284"/>
                  </a:lnTo>
                  <a:lnTo>
                    <a:pt x="27363" y="258819"/>
                  </a:lnTo>
                  <a:lnTo>
                    <a:pt x="30377" y="263259"/>
                  </a:lnTo>
                  <a:lnTo>
                    <a:pt x="33532" y="267601"/>
                  </a:lnTo>
                  <a:lnTo>
                    <a:pt x="36825" y="271838"/>
                  </a:lnTo>
                  <a:lnTo>
                    <a:pt x="40252" y="275968"/>
                  </a:lnTo>
                  <a:lnTo>
                    <a:pt x="43810" y="279986"/>
                  </a:lnTo>
                  <a:lnTo>
                    <a:pt x="47495" y="283888"/>
                  </a:lnTo>
                  <a:lnTo>
                    <a:pt x="51304" y="287669"/>
                  </a:lnTo>
                  <a:lnTo>
                    <a:pt x="55232" y="291326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3852566" y="5269756"/>
              <a:ext cx="279084" cy="334334"/>
            </a:xfrm>
            <a:custGeom>
              <a:avLst/>
              <a:pathLst>
                <a:path w="279084" h="334334">
                  <a:moveTo>
                    <a:pt x="0" y="291326"/>
                  </a:moveTo>
                  <a:lnTo>
                    <a:pt x="3999" y="294819"/>
                  </a:lnTo>
                  <a:lnTo>
                    <a:pt x="8108" y="298182"/>
                  </a:lnTo>
                  <a:lnTo>
                    <a:pt x="12321" y="301414"/>
                  </a:lnTo>
                  <a:lnTo>
                    <a:pt x="16635" y="304509"/>
                  </a:lnTo>
                  <a:lnTo>
                    <a:pt x="21045" y="307467"/>
                  </a:lnTo>
                  <a:lnTo>
                    <a:pt x="25546" y="310283"/>
                  </a:lnTo>
                  <a:lnTo>
                    <a:pt x="30135" y="312954"/>
                  </a:lnTo>
                  <a:lnTo>
                    <a:pt x="34807" y="315478"/>
                  </a:lnTo>
                  <a:lnTo>
                    <a:pt x="39556" y="317853"/>
                  </a:lnTo>
                  <a:lnTo>
                    <a:pt x="44378" y="320076"/>
                  </a:lnTo>
                  <a:lnTo>
                    <a:pt x="49268" y="322144"/>
                  </a:lnTo>
                  <a:lnTo>
                    <a:pt x="54222" y="324056"/>
                  </a:lnTo>
                  <a:lnTo>
                    <a:pt x="59233" y="325810"/>
                  </a:lnTo>
                  <a:lnTo>
                    <a:pt x="64298" y="327404"/>
                  </a:lnTo>
                  <a:lnTo>
                    <a:pt x="69411" y="328836"/>
                  </a:lnTo>
                  <a:lnTo>
                    <a:pt x="74567" y="330105"/>
                  </a:lnTo>
                  <a:lnTo>
                    <a:pt x="79761" y="331209"/>
                  </a:lnTo>
                  <a:lnTo>
                    <a:pt x="84987" y="332148"/>
                  </a:lnTo>
                  <a:lnTo>
                    <a:pt x="90240" y="332921"/>
                  </a:lnTo>
                  <a:lnTo>
                    <a:pt x="95515" y="333526"/>
                  </a:lnTo>
                  <a:lnTo>
                    <a:pt x="100807" y="333964"/>
                  </a:lnTo>
                  <a:lnTo>
                    <a:pt x="106110" y="334233"/>
                  </a:lnTo>
                  <a:lnTo>
                    <a:pt x="111419" y="334334"/>
                  </a:lnTo>
                  <a:lnTo>
                    <a:pt x="116728" y="334266"/>
                  </a:lnTo>
                  <a:lnTo>
                    <a:pt x="122032" y="334029"/>
                  </a:lnTo>
                  <a:lnTo>
                    <a:pt x="127327" y="333624"/>
                  </a:lnTo>
                  <a:lnTo>
                    <a:pt x="132606" y="333051"/>
                  </a:lnTo>
                  <a:lnTo>
                    <a:pt x="137863" y="332311"/>
                  </a:lnTo>
                  <a:lnTo>
                    <a:pt x="143095" y="331404"/>
                  </a:lnTo>
                  <a:lnTo>
                    <a:pt x="148296" y="330332"/>
                  </a:lnTo>
                  <a:lnTo>
                    <a:pt x="153459" y="329095"/>
                  </a:lnTo>
                  <a:lnTo>
                    <a:pt x="158581" y="327694"/>
                  </a:lnTo>
                  <a:lnTo>
                    <a:pt x="163656" y="326132"/>
                  </a:lnTo>
                  <a:lnTo>
                    <a:pt x="168678" y="324409"/>
                  </a:lnTo>
                  <a:lnTo>
                    <a:pt x="173643" y="322528"/>
                  </a:lnTo>
                  <a:lnTo>
                    <a:pt x="178546" y="320489"/>
                  </a:lnTo>
                  <a:lnTo>
                    <a:pt x="183382" y="318297"/>
                  </a:lnTo>
                  <a:lnTo>
                    <a:pt x="188146" y="315951"/>
                  </a:lnTo>
                  <a:lnTo>
                    <a:pt x="192833" y="313456"/>
                  </a:lnTo>
                  <a:lnTo>
                    <a:pt x="197438" y="310813"/>
                  </a:lnTo>
                  <a:lnTo>
                    <a:pt x="201957" y="308025"/>
                  </a:lnTo>
                  <a:lnTo>
                    <a:pt x="206385" y="305095"/>
                  </a:lnTo>
                  <a:lnTo>
                    <a:pt x="210718" y="302025"/>
                  </a:lnTo>
                  <a:lnTo>
                    <a:pt x="214951" y="298820"/>
                  </a:lnTo>
                  <a:lnTo>
                    <a:pt x="219080" y="295482"/>
                  </a:lnTo>
                  <a:lnTo>
                    <a:pt x="223101" y="292014"/>
                  </a:lnTo>
                  <a:lnTo>
                    <a:pt x="227010" y="288421"/>
                  </a:lnTo>
                  <a:lnTo>
                    <a:pt x="230803" y="284705"/>
                  </a:lnTo>
                  <a:lnTo>
                    <a:pt x="234476" y="280871"/>
                  </a:lnTo>
                  <a:lnTo>
                    <a:pt x="238025" y="276921"/>
                  </a:lnTo>
                  <a:lnTo>
                    <a:pt x="241447" y="272862"/>
                  </a:lnTo>
                  <a:lnTo>
                    <a:pt x="244739" y="268695"/>
                  </a:lnTo>
                  <a:lnTo>
                    <a:pt x="247896" y="264426"/>
                  </a:lnTo>
                  <a:lnTo>
                    <a:pt x="250916" y="260059"/>
                  </a:lnTo>
                  <a:lnTo>
                    <a:pt x="253796" y="255598"/>
                  </a:lnTo>
                  <a:lnTo>
                    <a:pt x="256533" y="251048"/>
                  </a:lnTo>
                  <a:lnTo>
                    <a:pt x="259124" y="246413"/>
                  </a:lnTo>
                  <a:lnTo>
                    <a:pt x="261567" y="241699"/>
                  </a:lnTo>
                  <a:lnTo>
                    <a:pt x="263859" y="236909"/>
                  </a:lnTo>
                  <a:lnTo>
                    <a:pt x="265997" y="232049"/>
                  </a:lnTo>
                  <a:lnTo>
                    <a:pt x="267980" y="227123"/>
                  </a:lnTo>
                  <a:lnTo>
                    <a:pt x="269805" y="222137"/>
                  </a:lnTo>
                  <a:lnTo>
                    <a:pt x="271471" y="217096"/>
                  </a:lnTo>
                  <a:lnTo>
                    <a:pt x="272977" y="212004"/>
                  </a:lnTo>
                  <a:lnTo>
                    <a:pt x="274319" y="206867"/>
                  </a:lnTo>
                  <a:lnTo>
                    <a:pt x="275498" y="201689"/>
                  </a:lnTo>
                  <a:lnTo>
                    <a:pt x="276512" y="196477"/>
                  </a:lnTo>
                  <a:lnTo>
                    <a:pt x="277360" y="191236"/>
                  </a:lnTo>
                  <a:lnTo>
                    <a:pt x="278041" y="185970"/>
                  </a:lnTo>
                  <a:lnTo>
                    <a:pt x="278554" y="180685"/>
                  </a:lnTo>
                  <a:lnTo>
                    <a:pt x="278899" y="175386"/>
                  </a:lnTo>
                  <a:lnTo>
                    <a:pt x="279076" y="170080"/>
                  </a:lnTo>
                  <a:lnTo>
                    <a:pt x="279084" y="164770"/>
                  </a:lnTo>
                  <a:lnTo>
                    <a:pt x="278924" y="159462"/>
                  </a:lnTo>
                  <a:lnTo>
                    <a:pt x="278595" y="154163"/>
                  </a:lnTo>
                  <a:lnTo>
                    <a:pt x="278098" y="148876"/>
                  </a:lnTo>
                  <a:lnTo>
                    <a:pt x="277433" y="143609"/>
                  </a:lnTo>
                  <a:lnTo>
                    <a:pt x="276602" y="138364"/>
                  </a:lnTo>
                  <a:lnTo>
                    <a:pt x="275604" y="133149"/>
                  </a:lnTo>
                  <a:lnTo>
                    <a:pt x="274441" y="127968"/>
                  </a:lnTo>
                  <a:lnTo>
                    <a:pt x="273114" y="122827"/>
                  </a:lnTo>
                  <a:lnTo>
                    <a:pt x="271625" y="117730"/>
                  </a:lnTo>
                  <a:lnTo>
                    <a:pt x="269974" y="112684"/>
                  </a:lnTo>
                  <a:lnTo>
                    <a:pt x="268164" y="107692"/>
                  </a:lnTo>
                  <a:lnTo>
                    <a:pt x="266196" y="102760"/>
                  </a:lnTo>
                  <a:lnTo>
                    <a:pt x="264073" y="97894"/>
                  </a:lnTo>
                  <a:lnTo>
                    <a:pt x="261796" y="93097"/>
                  </a:lnTo>
                  <a:lnTo>
                    <a:pt x="259368" y="88375"/>
                  </a:lnTo>
                  <a:lnTo>
                    <a:pt x="256791" y="83732"/>
                  </a:lnTo>
                  <a:lnTo>
                    <a:pt x="254068" y="79174"/>
                  </a:lnTo>
                  <a:lnTo>
                    <a:pt x="251202" y="74704"/>
                  </a:lnTo>
                  <a:lnTo>
                    <a:pt x="248195" y="70328"/>
                  </a:lnTo>
                  <a:lnTo>
                    <a:pt x="245051" y="66049"/>
                  </a:lnTo>
                  <a:lnTo>
                    <a:pt x="241773" y="61872"/>
                  </a:lnTo>
                  <a:lnTo>
                    <a:pt x="238363" y="57802"/>
                  </a:lnTo>
                  <a:lnTo>
                    <a:pt x="234826" y="53842"/>
                  </a:lnTo>
                  <a:lnTo>
                    <a:pt x="231165" y="49996"/>
                  </a:lnTo>
                  <a:lnTo>
                    <a:pt x="227383" y="46268"/>
                  </a:lnTo>
                  <a:lnTo>
                    <a:pt x="223486" y="42663"/>
                  </a:lnTo>
                  <a:lnTo>
                    <a:pt x="219475" y="39183"/>
                  </a:lnTo>
                  <a:lnTo>
                    <a:pt x="215356" y="35832"/>
                  </a:lnTo>
                  <a:lnTo>
                    <a:pt x="211133" y="32614"/>
                  </a:lnTo>
                  <a:lnTo>
                    <a:pt x="206810" y="29531"/>
                  </a:lnTo>
                  <a:lnTo>
                    <a:pt x="202391" y="26587"/>
                  </a:lnTo>
                  <a:lnTo>
                    <a:pt x="197880" y="23786"/>
                  </a:lnTo>
                  <a:lnTo>
                    <a:pt x="193283" y="21128"/>
                  </a:lnTo>
                  <a:lnTo>
                    <a:pt x="188604" y="18618"/>
                  </a:lnTo>
                  <a:lnTo>
                    <a:pt x="183848" y="16258"/>
                  </a:lnTo>
                  <a:lnTo>
                    <a:pt x="179019" y="14051"/>
                  </a:lnTo>
                  <a:lnTo>
                    <a:pt x="174122" y="11997"/>
                  </a:lnTo>
                  <a:lnTo>
                    <a:pt x="169163" y="10101"/>
                  </a:lnTo>
                  <a:lnTo>
                    <a:pt x="164146" y="8362"/>
                  </a:lnTo>
                  <a:lnTo>
                    <a:pt x="159076" y="6784"/>
                  </a:lnTo>
                  <a:lnTo>
                    <a:pt x="153958" y="5368"/>
                  </a:lnTo>
                  <a:lnTo>
                    <a:pt x="148799" y="4115"/>
                  </a:lnTo>
                  <a:lnTo>
                    <a:pt x="143602" y="3026"/>
                  </a:lnTo>
                  <a:lnTo>
                    <a:pt x="138373" y="2103"/>
                  </a:lnTo>
                  <a:lnTo>
                    <a:pt x="133117" y="1347"/>
                  </a:lnTo>
                  <a:lnTo>
                    <a:pt x="127840" y="758"/>
                  </a:lnTo>
                  <a:lnTo>
                    <a:pt x="122547" y="337"/>
                  </a:lnTo>
                  <a:lnTo>
                    <a:pt x="117243" y="84"/>
                  </a:lnTo>
                  <a:lnTo>
                    <a:pt x="111934" y="0"/>
                  </a:lnTo>
                  <a:lnTo>
                    <a:pt x="11193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4458491" y="5399291"/>
              <a:ext cx="27724" cy="167167"/>
            </a:xfrm>
            <a:custGeom>
              <a:avLst/>
              <a:pathLst>
                <a:path w="27724" h="167167">
                  <a:moveTo>
                    <a:pt x="27724" y="0"/>
                  </a:moveTo>
                  <a:lnTo>
                    <a:pt x="20763" y="145"/>
                  </a:lnTo>
                  <a:lnTo>
                    <a:pt x="13814" y="579"/>
                  </a:lnTo>
                  <a:lnTo>
                    <a:pt x="6888" y="1303"/>
                  </a:lnTo>
                  <a:lnTo>
                    <a:pt x="0" y="2315"/>
                  </a:lnTo>
                  <a:lnTo>
                    <a:pt x="27724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4458491" y="5401606"/>
              <a:ext cx="27724" cy="164852"/>
            </a:xfrm>
            <a:custGeom>
              <a:avLst/>
              <a:pathLst>
                <a:path w="27724" h="164852">
                  <a:moveTo>
                    <a:pt x="0" y="0"/>
                  </a:moveTo>
                  <a:lnTo>
                    <a:pt x="27724" y="1648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4458491" y="5401606"/>
              <a:ext cx="27724" cy="164852"/>
            </a:xfrm>
            <a:custGeom>
              <a:avLst/>
              <a:pathLst>
                <a:path w="27724" h="164852">
                  <a:moveTo>
                    <a:pt x="0" y="0"/>
                  </a:moveTo>
                  <a:lnTo>
                    <a:pt x="27724" y="1648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4458491" y="5401606"/>
              <a:ext cx="27724" cy="164852"/>
            </a:xfrm>
            <a:custGeom>
              <a:avLst/>
              <a:pathLst>
                <a:path w="27724" h="164852">
                  <a:moveTo>
                    <a:pt x="0" y="0"/>
                  </a:moveTo>
                  <a:lnTo>
                    <a:pt x="27724" y="1648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4458491" y="5401606"/>
              <a:ext cx="27724" cy="164852"/>
            </a:xfrm>
            <a:custGeom>
              <a:avLst/>
              <a:pathLst>
                <a:path w="27724" h="164852">
                  <a:moveTo>
                    <a:pt x="0" y="0"/>
                  </a:moveTo>
                  <a:lnTo>
                    <a:pt x="27724" y="1648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4458491" y="5401606"/>
              <a:ext cx="27724" cy="164852"/>
            </a:xfrm>
            <a:custGeom>
              <a:avLst/>
              <a:pathLst>
                <a:path w="27724" h="164852">
                  <a:moveTo>
                    <a:pt x="0" y="0"/>
                  </a:moveTo>
                  <a:lnTo>
                    <a:pt x="27724" y="16485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4458491" y="5401606"/>
              <a:ext cx="27724" cy="164852"/>
            </a:xfrm>
            <a:custGeom>
              <a:avLst/>
              <a:pathLst>
                <a:path w="27724" h="164852">
                  <a:moveTo>
                    <a:pt x="0" y="0"/>
                  </a:moveTo>
                  <a:lnTo>
                    <a:pt x="27724" y="16485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4319059" y="5400798"/>
              <a:ext cx="334311" cy="332827"/>
            </a:xfrm>
            <a:custGeom>
              <a:avLst/>
              <a:pathLst>
                <a:path w="334311" h="332827">
                  <a:moveTo>
                    <a:pt x="139431" y="808"/>
                  </a:moveTo>
                  <a:lnTo>
                    <a:pt x="134228" y="1768"/>
                  </a:lnTo>
                  <a:lnTo>
                    <a:pt x="129058" y="2892"/>
                  </a:lnTo>
                  <a:lnTo>
                    <a:pt x="123926" y="4179"/>
                  </a:lnTo>
                  <a:lnTo>
                    <a:pt x="118837" y="5628"/>
                  </a:lnTo>
                  <a:lnTo>
                    <a:pt x="113797" y="7237"/>
                  </a:lnTo>
                  <a:lnTo>
                    <a:pt x="108810" y="9005"/>
                  </a:lnTo>
                  <a:lnTo>
                    <a:pt x="103882" y="10930"/>
                  </a:lnTo>
                  <a:lnTo>
                    <a:pt x="99017" y="13010"/>
                  </a:lnTo>
                  <a:lnTo>
                    <a:pt x="94220" y="15243"/>
                  </a:lnTo>
                  <a:lnTo>
                    <a:pt x="89497" y="17626"/>
                  </a:lnTo>
                  <a:lnTo>
                    <a:pt x="84851" y="20158"/>
                  </a:lnTo>
                  <a:lnTo>
                    <a:pt x="80287" y="22836"/>
                  </a:lnTo>
                  <a:lnTo>
                    <a:pt x="75811" y="25656"/>
                  </a:lnTo>
                  <a:lnTo>
                    <a:pt x="71426" y="28617"/>
                  </a:lnTo>
                  <a:lnTo>
                    <a:pt x="67137" y="31715"/>
                  </a:lnTo>
                  <a:lnTo>
                    <a:pt x="62948" y="34948"/>
                  </a:lnTo>
                  <a:lnTo>
                    <a:pt x="58864" y="38311"/>
                  </a:lnTo>
                  <a:lnTo>
                    <a:pt x="54888" y="41802"/>
                  </a:lnTo>
                  <a:lnTo>
                    <a:pt x="51024" y="45417"/>
                  </a:lnTo>
                  <a:lnTo>
                    <a:pt x="47277" y="49152"/>
                  </a:lnTo>
                  <a:lnTo>
                    <a:pt x="43650" y="53004"/>
                  </a:lnTo>
                  <a:lnTo>
                    <a:pt x="40147" y="56969"/>
                  </a:lnTo>
                  <a:lnTo>
                    <a:pt x="36771" y="61043"/>
                  </a:lnTo>
                  <a:lnTo>
                    <a:pt x="33525" y="65222"/>
                  </a:lnTo>
                  <a:lnTo>
                    <a:pt x="30414" y="69501"/>
                  </a:lnTo>
                  <a:lnTo>
                    <a:pt x="27439" y="73877"/>
                  </a:lnTo>
                  <a:lnTo>
                    <a:pt x="24605" y="78344"/>
                  </a:lnTo>
                  <a:lnTo>
                    <a:pt x="21913" y="82899"/>
                  </a:lnTo>
                  <a:lnTo>
                    <a:pt x="19366" y="87537"/>
                  </a:lnTo>
                  <a:lnTo>
                    <a:pt x="16968" y="92253"/>
                  </a:lnTo>
                  <a:lnTo>
                    <a:pt x="14720" y="97043"/>
                  </a:lnTo>
                  <a:lnTo>
                    <a:pt x="12625" y="101901"/>
                  </a:lnTo>
                  <a:lnTo>
                    <a:pt x="10685" y="106824"/>
                  </a:lnTo>
                  <a:lnTo>
                    <a:pt x="8901" y="111805"/>
                  </a:lnTo>
                  <a:lnTo>
                    <a:pt x="7276" y="116840"/>
                  </a:lnTo>
                  <a:lnTo>
                    <a:pt x="5811" y="121924"/>
                  </a:lnTo>
                  <a:lnTo>
                    <a:pt x="4508" y="127052"/>
                  </a:lnTo>
                  <a:lnTo>
                    <a:pt x="3368" y="132219"/>
                  </a:lnTo>
                  <a:lnTo>
                    <a:pt x="2391" y="137419"/>
                  </a:lnTo>
                  <a:lnTo>
                    <a:pt x="1580" y="142647"/>
                  </a:lnTo>
                  <a:lnTo>
                    <a:pt x="935" y="147898"/>
                  </a:lnTo>
                  <a:lnTo>
                    <a:pt x="456" y="153168"/>
                  </a:lnTo>
                  <a:lnTo>
                    <a:pt x="144" y="158449"/>
                  </a:lnTo>
                  <a:lnTo>
                    <a:pt x="0" y="163738"/>
                  </a:lnTo>
                  <a:lnTo>
                    <a:pt x="22" y="169029"/>
                  </a:lnTo>
                  <a:lnTo>
                    <a:pt x="213" y="174317"/>
                  </a:lnTo>
                  <a:lnTo>
                    <a:pt x="570" y="179596"/>
                  </a:lnTo>
                  <a:lnTo>
                    <a:pt x="1095" y="184860"/>
                  </a:lnTo>
                  <a:lnTo>
                    <a:pt x="1786" y="190106"/>
                  </a:lnTo>
                  <a:lnTo>
                    <a:pt x="2642" y="195327"/>
                  </a:lnTo>
                  <a:lnTo>
                    <a:pt x="3663" y="200519"/>
                  </a:lnTo>
                  <a:lnTo>
                    <a:pt x="4848" y="205675"/>
                  </a:lnTo>
                  <a:lnTo>
                    <a:pt x="6196" y="210792"/>
                  </a:lnTo>
                  <a:lnTo>
                    <a:pt x="7705" y="215863"/>
                  </a:lnTo>
                  <a:lnTo>
                    <a:pt x="9373" y="220884"/>
                  </a:lnTo>
                  <a:lnTo>
                    <a:pt x="11200" y="225849"/>
                  </a:lnTo>
                  <a:lnTo>
                    <a:pt x="13183" y="230755"/>
                  </a:lnTo>
                  <a:lnTo>
                    <a:pt x="15320" y="235595"/>
                  </a:lnTo>
                  <a:lnTo>
                    <a:pt x="17609" y="240365"/>
                  </a:lnTo>
                  <a:lnTo>
                    <a:pt x="20048" y="245060"/>
                  </a:lnTo>
                  <a:lnTo>
                    <a:pt x="22635" y="249676"/>
                  </a:lnTo>
                  <a:lnTo>
                    <a:pt x="25366" y="254207"/>
                  </a:lnTo>
                  <a:lnTo>
                    <a:pt x="28239" y="258650"/>
                  </a:lnTo>
                  <a:lnTo>
                    <a:pt x="31252" y="263000"/>
                  </a:lnTo>
                  <a:lnTo>
                    <a:pt x="34400" y="267252"/>
                  </a:lnTo>
                  <a:lnTo>
                    <a:pt x="37682" y="271402"/>
                  </a:lnTo>
                  <a:lnTo>
                    <a:pt x="41093" y="275447"/>
                  </a:lnTo>
                  <a:lnTo>
                    <a:pt x="44630" y="279381"/>
                  </a:lnTo>
                  <a:lnTo>
                    <a:pt x="48291" y="283202"/>
                  </a:lnTo>
                  <a:lnTo>
                    <a:pt x="52070" y="286904"/>
                  </a:lnTo>
                  <a:lnTo>
                    <a:pt x="55965" y="290486"/>
                  </a:lnTo>
                  <a:lnTo>
                    <a:pt x="59971" y="293942"/>
                  </a:lnTo>
                  <a:lnTo>
                    <a:pt x="64084" y="297270"/>
                  </a:lnTo>
                  <a:lnTo>
                    <a:pt x="68301" y="300466"/>
                  </a:lnTo>
                  <a:lnTo>
                    <a:pt x="72616" y="303527"/>
                  </a:lnTo>
                  <a:lnTo>
                    <a:pt x="77027" y="306450"/>
                  </a:lnTo>
                  <a:lnTo>
                    <a:pt x="81527" y="309231"/>
                  </a:lnTo>
                  <a:lnTo>
                    <a:pt x="86114" y="311869"/>
                  </a:lnTo>
                  <a:lnTo>
                    <a:pt x="90781" y="314361"/>
                  </a:lnTo>
                  <a:lnTo>
                    <a:pt x="95525" y="316703"/>
                  </a:lnTo>
                  <a:lnTo>
                    <a:pt x="100341" y="318894"/>
                  </a:lnTo>
                  <a:lnTo>
                    <a:pt x="105224" y="320932"/>
                  </a:lnTo>
                  <a:lnTo>
                    <a:pt x="110169" y="322814"/>
                  </a:lnTo>
                  <a:lnTo>
                    <a:pt x="115171" y="324539"/>
                  </a:lnTo>
                  <a:lnTo>
                    <a:pt x="120225" y="326105"/>
                  </a:lnTo>
                  <a:lnTo>
                    <a:pt x="125326" y="327509"/>
                  </a:lnTo>
                  <a:lnTo>
                    <a:pt x="130469" y="328752"/>
                  </a:lnTo>
                  <a:lnTo>
                    <a:pt x="135648" y="329831"/>
                  </a:lnTo>
                  <a:lnTo>
                    <a:pt x="140860" y="330746"/>
                  </a:lnTo>
                  <a:lnTo>
                    <a:pt x="146097" y="331496"/>
                  </a:lnTo>
                  <a:lnTo>
                    <a:pt x="151356" y="332079"/>
                  </a:lnTo>
                  <a:lnTo>
                    <a:pt x="156630" y="332496"/>
                  </a:lnTo>
                  <a:lnTo>
                    <a:pt x="161916" y="332745"/>
                  </a:lnTo>
                  <a:lnTo>
                    <a:pt x="167206" y="332827"/>
                  </a:lnTo>
                  <a:lnTo>
                    <a:pt x="172496" y="332742"/>
                  </a:lnTo>
                  <a:lnTo>
                    <a:pt x="177781" y="332490"/>
                  </a:lnTo>
                  <a:lnTo>
                    <a:pt x="183055" y="332070"/>
                  </a:lnTo>
                  <a:lnTo>
                    <a:pt x="188314" y="331483"/>
                  </a:lnTo>
                  <a:lnTo>
                    <a:pt x="193551" y="330731"/>
                  </a:lnTo>
                  <a:lnTo>
                    <a:pt x="198761" y="329813"/>
                  </a:lnTo>
                  <a:lnTo>
                    <a:pt x="203940" y="328730"/>
                  </a:lnTo>
                  <a:lnTo>
                    <a:pt x="209083" y="327484"/>
                  </a:lnTo>
                  <a:lnTo>
                    <a:pt x="214183" y="326076"/>
                  </a:lnTo>
                  <a:lnTo>
                    <a:pt x="219236" y="324508"/>
                  </a:lnTo>
                  <a:lnTo>
                    <a:pt x="224237" y="322780"/>
                  </a:lnTo>
                  <a:lnTo>
                    <a:pt x="229180" y="320895"/>
                  </a:lnTo>
                  <a:lnTo>
                    <a:pt x="234062" y="318854"/>
                  </a:lnTo>
                  <a:lnTo>
                    <a:pt x="238877" y="316660"/>
                  </a:lnTo>
                  <a:lnTo>
                    <a:pt x="243619" y="314315"/>
                  </a:lnTo>
                  <a:lnTo>
                    <a:pt x="248285" y="311821"/>
                  </a:lnTo>
                  <a:lnTo>
                    <a:pt x="252870" y="309180"/>
                  </a:lnTo>
                  <a:lnTo>
                    <a:pt x="257369" y="306396"/>
                  </a:lnTo>
                  <a:lnTo>
                    <a:pt x="261778" y="303470"/>
                  </a:lnTo>
                  <a:lnTo>
                    <a:pt x="266092" y="300407"/>
                  </a:lnTo>
                  <a:lnTo>
                    <a:pt x="270306" y="297208"/>
                  </a:lnTo>
                  <a:lnTo>
                    <a:pt x="274418" y="293878"/>
                  </a:lnTo>
                  <a:lnTo>
                    <a:pt x="278422" y="290419"/>
                  </a:lnTo>
                  <a:lnTo>
                    <a:pt x="282314" y="286836"/>
                  </a:lnTo>
                  <a:lnTo>
                    <a:pt x="286091" y="283131"/>
                  </a:lnTo>
                  <a:lnTo>
                    <a:pt x="289749" y="279308"/>
                  </a:lnTo>
                  <a:lnTo>
                    <a:pt x="293284" y="275371"/>
                  </a:lnTo>
                  <a:lnTo>
                    <a:pt x="296693" y="271325"/>
                  </a:lnTo>
                  <a:lnTo>
                    <a:pt x="299972" y="267173"/>
                  </a:lnTo>
                  <a:lnTo>
                    <a:pt x="303118" y="262918"/>
                  </a:lnTo>
                  <a:lnTo>
                    <a:pt x="306128" y="258567"/>
                  </a:lnTo>
                  <a:lnTo>
                    <a:pt x="308999" y="254123"/>
                  </a:lnTo>
                  <a:lnTo>
                    <a:pt x="311727" y="249589"/>
                  </a:lnTo>
                  <a:lnTo>
                    <a:pt x="314311" y="244972"/>
                  </a:lnTo>
                  <a:lnTo>
                    <a:pt x="316747" y="240275"/>
                  </a:lnTo>
                  <a:lnTo>
                    <a:pt x="319033" y="235504"/>
                  </a:lnTo>
                  <a:lnTo>
                    <a:pt x="321168" y="230663"/>
                  </a:lnTo>
                  <a:lnTo>
                    <a:pt x="323148" y="225756"/>
                  </a:lnTo>
                  <a:lnTo>
                    <a:pt x="324971" y="220790"/>
                  </a:lnTo>
                  <a:lnTo>
                    <a:pt x="326637" y="215768"/>
                  </a:lnTo>
                  <a:lnTo>
                    <a:pt x="328143" y="210695"/>
                  </a:lnTo>
                  <a:lnTo>
                    <a:pt x="329487" y="205578"/>
                  </a:lnTo>
                  <a:lnTo>
                    <a:pt x="330669" y="200421"/>
                  </a:lnTo>
                  <a:lnTo>
                    <a:pt x="331687" y="195229"/>
                  </a:lnTo>
                  <a:lnTo>
                    <a:pt x="332541" y="190007"/>
                  </a:lnTo>
                  <a:lnTo>
                    <a:pt x="333228" y="184761"/>
                  </a:lnTo>
                  <a:lnTo>
                    <a:pt x="333750" y="179496"/>
                  </a:lnTo>
                  <a:lnTo>
                    <a:pt x="334104" y="174217"/>
                  </a:lnTo>
                  <a:lnTo>
                    <a:pt x="334291" y="168929"/>
                  </a:lnTo>
                  <a:lnTo>
                    <a:pt x="334311" y="163638"/>
                  </a:lnTo>
                  <a:lnTo>
                    <a:pt x="334163" y="158350"/>
                  </a:lnTo>
                  <a:lnTo>
                    <a:pt x="333848" y="153068"/>
                  </a:lnTo>
                  <a:lnTo>
                    <a:pt x="333366" y="147799"/>
                  </a:lnTo>
                  <a:lnTo>
                    <a:pt x="332718" y="142548"/>
                  </a:lnTo>
                  <a:lnTo>
                    <a:pt x="331904" y="137320"/>
                  </a:lnTo>
                  <a:lnTo>
                    <a:pt x="330924" y="132121"/>
                  </a:lnTo>
                  <a:lnTo>
                    <a:pt x="329781" y="126955"/>
                  </a:lnTo>
                  <a:lnTo>
                    <a:pt x="328474" y="121828"/>
                  </a:lnTo>
                  <a:lnTo>
                    <a:pt x="327007" y="116744"/>
                  </a:lnTo>
                  <a:lnTo>
                    <a:pt x="325378" y="111710"/>
                  </a:lnTo>
                  <a:lnTo>
                    <a:pt x="323592" y="106730"/>
                  </a:lnTo>
                  <a:lnTo>
                    <a:pt x="321649" y="101809"/>
                  </a:lnTo>
                  <a:lnTo>
                    <a:pt x="319551" y="96952"/>
                  </a:lnTo>
                  <a:lnTo>
                    <a:pt x="317300" y="92163"/>
                  </a:lnTo>
                  <a:lnTo>
                    <a:pt x="314899" y="87449"/>
                  </a:lnTo>
                  <a:lnTo>
                    <a:pt x="312350" y="82812"/>
                  </a:lnTo>
                  <a:lnTo>
                    <a:pt x="309655" y="78259"/>
                  </a:lnTo>
                  <a:lnTo>
                    <a:pt x="306818" y="73793"/>
                  </a:lnTo>
                  <a:lnTo>
                    <a:pt x="303840" y="69419"/>
                  </a:lnTo>
                  <a:lnTo>
                    <a:pt x="300726" y="65142"/>
                  </a:lnTo>
                  <a:lnTo>
                    <a:pt x="297478" y="60965"/>
                  </a:lnTo>
                  <a:lnTo>
                    <a:pt x="294100" y="56893"/>
                  </a:lnTo>
                  <a:lnTo>
                    <a:pt x="290594" y="52931"/>
                  </a:lnTo>
                  <a:lnTo>
                    <a:pt x="286965" y="49081"/>
                  </a:lnTo>
                  <a:lnTo>
                    <a:pt x="283216" y="45347"/>
                  </a:lnTo>
                  <a:lnTo>
                    <a:pt x="279350" y="41735"/>
                  </a:lnTo>
                  <a:lnTo>
                    <a:pt x="275372" y="38246"/>
                  </a:lnTo>
                  <a:lnTo>
                    <a:pt x="271285" y="34886"/>
                  </a:lnTo>
                  <a:lnTo>
                    <a:pt x="267095" y="31656"/>
                  </a:lnTo>
                  <a:lnTo>
                    <a:pt x="262804" y="28560"/>
                  </a:lnTo>
                  <a:lnTo>
                    <a:pt x="258417" y="25602"/>
                  </a:lnTo>
                  <a:lnTo>
                    <a:pt x="253939" y="22784"/>
                  </a:lnTo>
                  <a:lnTo>
                    <a:pt x="249374" y="20109"/>
                  </a:lnTo>
                  <a:lnTo>
                    <a:pt x="244727" y="17580"/>
                  </a:lnTo>
                  <a:lnTo>
                    <a:pt x="240002" y="15199"/>
                  </a:lnTo>
                  <a:lnTo>
                    <a:pt x="235204" y="12969"/>
                  </a:lnTo>
                  <a:lnTo>
                    <a:pt x="230338" y="10892"/>
                  </a:lnTo>
                  <a:lnTo>
                    <a:pt x="225408" y="8970"/>
                  </a:lnTo>
                  <a:lnTo>
                    <a:pt x="220420" y="7205"/>
                  </a:lnTo>
                  <a:lnTo>
                    <a:pt x="215379" y="5599"/>
                  </a:lnTo>
                  <a:lnTo>
                    <a:pt x="210289" y="4153"/>
                  </a:lnTo>
                  <a:lnTo>
                    <a:pt x="205157" y="2869"/>
                  </a:lnTo>
                  <a:lnTo>
                    <a:pt x="199986" y="1748"/>
                  </a:lnTo>
                  <a:lnTo>
                    <a:pt x="194782" y="791"/>
                  </a:lnTo>
                  <a:lnTo>
                    <a:pt x="189551" y="0"/>
                  </a:lnTo>
                  <a:lnTo>
                    <a:pt x="167156" y="16566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4486215" y="5399291"/>
              <a:ext cx="22394" cy="167167"/>
            </a:xfrm>
            <a:custGeom>
              <a:avLst/>
              <a:pathLst>
                <a:path w="22394" h="167167">
                  <a:moveTo>
                    <a:pt x="22394" y="1506"/>
                  </a:moveTo>
                  <a:lnTo>
                    <a:pt x="14954" y="670"/>
                  </a:lnTo>
                  <a:lnTo>
                    <a:pt x="7484" y="16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4856382" y="5399291"/>
              <a:ext cx="167161" cy="328214"/>
            </a:xfrm>
            <a:custGeom>
              <a:avLst/>
              <a:pathLst>
                <a:path w="167161" h="328214">
                  <a:moveTo>
                    <a:pt x="167161" y="0"/>
                  </a:moveTo>
                  <a:lnTo>
                    <a:pt x="161831" y="84"/>
                  </a:lnTo>
                  <a:lnTo>
                    <a:pt x="156506" y="339"/>
                  </a:lnTo>
                  <a:lnTo>
                    <a:pt x="151193" y="764"/>
                  </a:lnTo>
                  <a:lnTo>
                    <a:pt x="145895" y="1358"/>
                  </a:lnTo>
                  <a:lnTo>
                    <a:pt x="140619" y="2120"/>
                  </a:lnTo>
                  <a:lnTo>
                    <a:pt x="135370" y="3050"/>
                  </a:lnTo>
                  <a:lnTo>
                    <a:pt x="130153" y="4148"/>
                  </a:lnTo>
                  <a:lnTo>
                    <a:pt x="124974" y="5410"/>
                  </a:lnTo>
                  <a:lnTo>
                    <a:pt x="119838" y="6838"/>
                  </a:lnTo>
                  <a:lnTo>
                    <a:pt x="114750" y="8428"/>
                  </a:lnTo>
                  <a:lnTo>
                    <a:pt x="109715" y="10180"/>
                  </a:lnTo>
                  <a:lnTo>
                    <a:pt x="104738" y="12092"/>
                  </a:lnTo>
                  <a:lnTo>
                    <a:pt x="99826" y="14161"/>
                  </a:lnTo>
                  <a:lnTo>
                    <a:pt x="94981" y="16386"/>
                  </a:lnTo>
                  <a:lnTo>
                    <a:pt x="90210" y="18764"/>
                  </a:lnTo>
                  <a:lnTo>
                    <a:pt x="85517" y="21293"/>
                  </a:lnTo>
                  <a:lnTo>
                    <a:pt x="80908" y="23970"/>
                  </a:lnTo>
                  <a:lnTo>
                    <a:pt x="76386" y="26793"/>
                  </a:lnTo>
                  <a:lnTo>
                    <a:pt x="71956" y="29759"/>
                  </a:lnTo>
                  <a:lnTo>
                    <a:pt x="67623" y="32865"/>
                  </a:lnTo>
                  <a:lnTo>
                    <a:pt x="63391" y="36107"/>
                  </a:lnTo>
                  <a:lnTo>
                    <a:pt x="59265" y="39482"/>
                  </a:lnTo>
                  <a:lnTo>
                    <a:pt x="55249" y="42987"/>
                  </a:lnTo>
                  <a:lnTo>
                    <a:pt x="51346" y="46619"/>
                  </a:lnTo>
                  <a:lnTo>
                    <a:pt x="47561" y="50373"/>
                  </a:lnTo>
                  <a:lnTo>
                    <a:pt x="43898" y="54246"/>
                  </a:lnTo>
                  <a:lnTo>
                    <a:pt x="40360" y="58234"/>
                  </a:lnTo>
                  <a:lnTo>
                    <a:pt x="36952" y="62332"/>
                  </a:lnTo>
                  <a:lnTo>
                    <a:pt x="33675" y="66537"/>
                  </a:lnTo>
                  <a:lnTo>
                    <a:pt x="30534" y="70845"/>
                  </a:lnTo>
                  <a:lnTo>
                    <a:pt x="27533" y="75250"/>
                  </a:lnTo>
                  <a:lnTo>
                    <a:pt x="24673" y="79749"/>
                  </a:lnTo>
                  <a:lnTo>
                    <a:pt x="21958" y="84337"/>
                  </a:lnTo>
                  <a:lnTo>
                    <a:pt x="19391" y="89009"/>
                  </a:lnTo>
                  <a:lnTo>
                    <a:pt x="16974" y="93760"/>
                  </a:lnTo>
                  <a:lnTo>
                    <a:pt x="14709" y="98586"/>
                  </a:lnTo>
                  <a:lnTo>
                    <a:pt x="12600" y="103482"/>
                  </a:lnTo>
                  <a:lnTo>
                    <a:pt x="10648" y="108443"/>
                  </a:lnTo>
                  <a:lnTo>
                    <a:pt x="8855" y="113463"/>
                  </a:lnTo>
                  <a:lnTo>
                    <a:pt x="7223" y="118538"/>
                  </a:lnTo>
                  <a:lnTo>
                    <a:pt x="5754" y="123662"/>
                  </a:lnTo>
                  <a:lnTo>
                    <a:pt x="4449" y="128831"/>
                  </a:lnTo>
                  <a:lnTo>
                    <a:pt x="3309" y="134038"/>
                  </a:lnTo>
                  <a:lnTo>
                    <a:pt x="2336" y="139280"/>
                  </a:lnTo>
                  <a:lnTo>
                    <a:pt x="1531" y="144549"/>
                  </a:lnTo>
                  <a:lnTo>
                    <a:pt x="894" y="149842"/>
                  </a:lnTo>
                  <a:lnTo>
                    <a:pt x="426" y="155152"/>
                  </a:lnTo>
                  <a:lnTo>
                    <a:pt x="128" y="160475"/>
                  </a:lnTo>
                  <a:lnTo>
                    <a:pt x="0" y="165804"/>
                  </a:lnTo>
                  <a:lnTo>
                    <a:pt x="41" y="171135"/>
                  </a:lnTo>
                  <a:lnTo>
                    <a:pt x="253" y="176462"/>
                  </a:lnTo>
                  <a:lnTo>
                    <a:pt x="634" y="181779"/>
                  </a:lnTo>
                  <a:lnTo>
                    <a:pt x="1184" y="187081"/>
                  </a:lnTo>
                  <a:lnTo>
                    <a:pt x="1904" y="192363"/>
                  </a:lnTo>
                  <a:lnTo>
                    <a:pt x="2791" y="197620"/>
                  </a:lnTo>
                  <a:lnTo>
                    <a:pt x="3846" y="202845"/>
                  </a:lnTo>
                  <a:lnTo>
                    <a:pt x="5066" y="208034"/>
                  </a:lnTo>
                  <a:lnTo>
                    <a:pt x="6452" y="213182"/>
                  </a:lnTo>
                  <a:lnTo>
                    <a:pt x="8001" y="218283"/>
                  </a:lnTo>
                  <a:lnTo>
                    <a:pt x="9712" y="223332"/>
                  </a:lnTo>
                  <a:lnTo>
                    <a:pt x="11582" y="228324"/>
                  </a:lnTo>
                  <a:lnTo>
                    <a:pt x="13612" y="233253"/>
                  </a:lnTo>
                  <a:lnTo>
                    <a:pt x="15797" y="238116"/>
                  </a:lnTo>
                  <a:lnTo>
                    <a:pt x="18136" y="242906"/>
                  </a:lnTo>
                  <a:lnTo>
                    <a:pt x="20627" y="247619"/>
                  </a:lnTo>
                  <a:lnTo>
                    <a:pt x="23266" y="252250"/>
                  </a:lnTo>
                  <a:lnTo>
                    <a:pt x="26053" y="256795"/>
                  </a:lnTo>
                  <a:lnTo>
                    <a:pt x="28982" y="261249"/>
                  </a:lnTo>
                  <a:lnTo>
                    <a:pt x="32052" y="265607"/>
                  </a:lnTo>
                  <a:lnTo>
                    <a:pt x="35260" y="269865"/>
                  </a:lnTo>
                  <a:lnTo>
                    <a:pt x="38601" y="274019"/>
                  </a:lnTo>
                  <a:lnTo>
                    <a:pt x="42074" y="278063"/>
                  </a:lnTo>
                  <a:lnTo>
                    <a:pt x="45673" y="281995"/>
                  </a:lnTo>
                  <a:lnTo>
                    <a:pt x="49396" y="285811"/>
                  </a:lnTo>
                  <a:lnTo>
                    <a:pt x="53239" y="289505"/>
                  </a:lnTo>
                  <a:lnTo>
                    <a:pt x="57198" y="293076"/>
                  </a:lnTo>
                  <a:lnTo>
                    <a:pt x="61269" y="296518"/>
                  </a:lnTo>
                  <a:lnTo>
                    <a:pt x="65447" y="299829"/>
                  </a:lnTo>
                  <a:lnTo>
                    <a:pt x="69728" y="303004"/>
                  </a:lnTo>
                  <a:lnTo>
                    <a:pt x="74109" y="306042"/>
                  </a:lnTo>
                  <a:lnTo>
                    <a:pt x="78585" y="308938"/>
                  </a:lnTo>
                  <a:lnTo>
                    <a:pt x="83150" y="311690"/>
                  </a:lnTo>
                  <a:lnTo>
                    <a:pt x="87801" y="314296"/>
                  </a:lnTo>
                  <a:lnTo>
                    <a:pt x="92533" y="316751"/>
                  </a:lnTo>
                  <a:lnTo>
                    <a:pt x="97340" y="319055"/>
                  </a:lnTo>
                  <a:lnTo>
                    <a:pt x="102219" y="321204"/>
                  </a:lnTo>
                  <a:lnTo>
                    <a:pt x="107163" y="323196"/>
                  </a:lnTo>
                  <a:lnTo>
                    <a:pt x="112169" y="325030"/>
                  </a:lnTo>
                  <a:lnTo>
                    <a:pt x="117230" y="326703"/>
                  </a:lnTo>
                  <a:lnTo>
                    <a:pt x="122342" y="328214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4978725" y="5566459"/>
              <a:ext cx="44819" cy="161047"/>
            </a:xfrm>
            <a:custGeom>
              <a:avLst/>
              <a:pathLst>
                <a:path w="44819" h="161047">
                  <a:moveTo>
                    <a:pt x="0" y="161047"/>
                  </a:moveTo>
                  <a:lnTo>
                    <a:pt x="4481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4978725" y="5566459"/>
              <a:ext cx="44819" cy="161047"/>
            </a:xfrm>
            <a:custGeom>
              <a:avLst/>
              <a:pathLst>
                <a:path w="44819" h="161047">
                  <a:moveTo>
                    <a:pt x="0" y="161047"/>
                  </a:moveTo>
                  <a:lnTo>
                    <a:pt x="4481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4978725" y="5566459"/>
              <a:ext cx="44819" cy="161047"/>
            </a:xfrm>
            <a:custGeom>
              <a:avLst/>
              <a:pathLst>
                <a:path w="44819" h="161047">
                  <a:moveTo>
                    <a:pt x="0" y="161047"/>
                  </a:moveTo>
                  <a:lnTo>
                    <a:pt x="4481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4978725" y="5566459"/>
              <a:ext cx="44819" cy="161047"/>
            </a:xfrm>
            <a:custGeom>
              <a:avLst/>
              <a:pathLst>
                <a:path w="44819" h="161047">
                  <a:moveTo>
                    <a:pt x="0" y="161047"/>
                  </a:moveTo>
                  <a:lnTo>
                    <a:pt x="44819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4978725" y="5566459"/>
              <a:ext cx="44819" cy="161047"/>
            </a:xfrm>
            <a:custGeom>
              <a:avLst/>
              <a:pathLst>
                <a:path w="44819" h="161047">
                  <a:moveTo>
                    <a:pt x="0" y="161047"/>
                  </a:moveTo>
                  <a:lnTo>
                    <a:pt x="44819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4978725" y="5566459"/>
              <a:ext cx="145675" cy="167160"/>
            </a:xfrm>
            <a:custGeom>
              <a:avLst/>
              <a:pathLst>
                <a:path w="145675" h="167160">
                  <a:moveTo>
                    <a:pt x="0" y="161047"/>
                  </a:moveTo>
                  <a:lnTo>
                    <a:pt x="5309" y="162431"/>
                  </a:lnTo>
                  <a:lnTo>
                    <a:pt x="10661" y="163640"/>
                  </a:lnTo>
                  <a:lnTo>
                    <a:pt x="16050" y="164673"/>
                  </a:lnTo>
                  <a:lnTo>
                    <a:pt x="21470" y="165528"/>
                  </a:lnTo>
                  <a:lnTo>
                    <a:pt x="26915" y="166205"/>
                  </a:lnTo>
                  <a:lnTo>
                    <a:pt x="32379" y="166703"/>
                  </a:lnTo>
                  <a:lnTo>
                    <a:pt x="37857" y="167022"/>
                  </a:lnTo>
                  <a:lnTo>
                    <a:pt x="43342" y="167160"/>
                  </a:lnTo>
                  <a:lnTo>
                    <a:pt x="48829" y="167119"/>
                  </a:lnTo>
                  <a:lnTo>
                    <a:pt x="54312" y="166897"/>
                  </a:lnTo>
                  <a:lnTo>
                    <a:pt x="59784" y="166496"/>
                  </a:lnTo>
                  <a:lnTo>
                    <a:pt x="65240" y="165915"/>
                  </a:lnTo>
                  <a:lnTo>
                    <a:pt x="70674" y="165155"/>
                  </a:lnTo>
                  <a:lnTo>
                    <a:pt x="76081" y="164218"/>
                  </a:lnTo>
                  <a:lnTo>
                    <a:pt x="81453" y="163103"/>
                  </a:lnTo>
                  <a:lnTo>
                    <a:pt x="86787" y="161813"/>
                  </a:lnTo>
                  <a:lnTo>
                    <a:pt x="92075" y="160349"/>
                  </a:lnTo>
                  <a:lnTo>
                    <a:pt x="97312" y="158711"/>
                  </a:lnTo>
                  <a:lnTo>
                    <a:pt x="102492" y="156903"/>
                  </a:lnTo>
                  <a:lnTo>
                    <a:pt x="107610" y="154926"/>
                  </a:lnTo>
                  <a:lnTo>
                    <a:pt x="112661" y="152781"/>
                  </a:lnTo>
                  <a:lnTo>
                    <a:pt x="117639" y="150473"/>
                  </a:lnTo>
                  <a:lnTo>
                    <a:pt x="122538" y="148002"/>
                  </a:lnTo>
                  <a:lnTo>
                    <a:pt x="127353" y="145371"/>
                  </a:lnTo>
                  <a:lnTo>
                    <a:pt x="132080" y="142584"/>
                  </a:lnTo>
                  <a:lnTo>
                    <a:pt x="136712" y="139644"/>
                  </a:lnTo>
                  <a:lnTo>
                    <a:pt x="141246" y="136553"/>
                  </a:lnTo>
                  <a:lnTo>
                    <a:pt x="145675" y="133314"/>
                  </a:lnTo>
                  <a:lnTo>
                    <a:pt x="44819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023544" y="5399291"/>
              <a:ext cx="167166" cy="300482"/>
            </a:xfrm>
            <a:custGeom>
              <a:avLst/>
              <a:pathLst>
                <a:path w="167166" h="300482">
                  <a:moveTo>
                    <a:pt x="100856" y="300482"/>
                  </a:moveTo>
                  <a:lnTo>
                    <a:pt x="105067" y="297189"/>
                  </a:lnTo>
                  <a:lnTo>
                    <a:pt x="109169" y="293764"/>
                  </a:lnTo>
                  <a:lnTo>
                    <a:pt x="113161" y="290210"/>
                  </a:lnTo>
                  <a:lnTo>
                    <a:pt x="117036" y="286529"/>
                  </a:lnTo>
                  <a:lnTo>
                    <a:pt x="120792" y="282727"/>
                  </a:lnTo>
                  <a:lnTo>
                    <a:pt x="124425" y="278806"/>
                  </a:lnTo>
                  <a:lnTo>
                    <a:pt x="127930" y="274772"/>
                  </a:lnTo>
                  <a:lnTo>
                    <a:pt x="131305" y="270627"/>
                  </a:lnTo>
                  <a:lnTo>
                    <a:pt x="134545" y="266376"/>
                  </a:lnTo>
                  <a:lnTo>
                    <a:pt x="137648" y="262025"/>
                  </a:lnTo>
                  <a:lnTo>
                    <a:pt x="140610" y="257576"/>
                  </a:lnTo>
                  <a:lnTo>
                    <a:pt x="143428" y="253035"/>
                  </a:lnTo>
                  <a:lnTo>
                    <a:pt x="146100" y="248406"/>
                  </a:lnTo>
                  <a:lnTo>
                    <a:pt x="148622" y="243693"/>
                  </a:lnTo>
                  <a:lnTo>
                    <a:pt x="150992" y="238903"/>
                  </a:lnTo>
                  <a:lnTo>
                    <a:pt x="153209" y="234040"/>
                  </a:lnTo>
                  <a:lnTo>
                    <a:pt x="155268" y="229108"/>
                  </a:lnTo>
                  <a:lnTo>
                    <a:pt x="157169" y="224112"/>
                  </a:lnTo>
                  <a:lnTo>
                    <a:pt x="158909" y="219059"/>
                  </a:lnTo>
                  <a:lnTo>
                    <a:pt x="160486" y="213952"/>
                  </a:lnTo>
                  <a:lnTo>
                    <a:pt x="161900" y="208798"/>
                  </a:lnTo>
                  <a:lnTo>
                    <a:pt x="163148" y="203601"/>
                  </a:lnTo>
                  <a:lnTo>
                    <a:pt x="164230" y="198367"/>
                  </a:lnTo>
                  <a:lnTo>
                    <a:pt x="165143" y="193101"/>
                  </a:lnTo>
                  <a:lnTo>
                    <a:pt x="165888" y="187808"/>
                  </a:lnTo>
                  <a:lnTo>
                    <a:pt x="166463" y="182495"/>
                  </a:lnTo>
                  <a:lnTo>
                    <a:pt x="166868" y="177165"/>
                  </a:lnTo>
                  <a:lnTo>
                    <a:pt x="167102" y="171826"/>
                  </a:lnTo>
                  <a:lnTo>
                    <a:pt x="167166" y="166482"/>
                  </a:lnTo>
                  <a:lnTo>
                    <a:pt x="167058" y="161138"/>
                  </a:lnTo>
                  <a:lnTo>
                    <a:pt x="166780" y="155801"/>
                  </a:lnTo>
                  <a:lnTo>
                    <a:pt x="166331" y="150475"/>
                  </a:lnTo>
                  <a:lnTo>
                    <a:pt x="165713" y="145166"/>
                  </a:lnTo>
                  <a:lnTo>
                    <a:pt x="164925" y="139880"/>
                  </a:lnTo>
                  <a:lnTo>
                    <a:pt x="163968" y="134621"/>
                  </a:lnTo>
                  <a:lnTo>
                    <a:pt x="162844" y="129396"/>
                  </a:lnTo>
                  <a:lnTo>
                    <a:pt x="161553" y="124210"/>
                  </a:lnTo>
                  <a:lnTo>
                    <a:pt x="160097" y="119067"/>
                  </a:lnTo>
                  <a:lnTo>
                    <a:pt x="158478" y="113974"/>
                  </a:lnTo>
                  <a:lnTo>
                    <a:pt x="156697" y="108935"/>
                  </a:lnTo>
                  <a:lnTo>
                    <a:pt x="154755" y="103955"/>
                  </a:lnTo>
                  <a:lnTo>
                    <a:pt x="152655" y="99040"/>
                  </a:lnTo>
                  <a:lnTo>
                    <a:pt x="150399" y="94195"/>
                  </a:lnTo>
                  <a:lnTo>
                    <a:pt x="147989" y="89424"/>
                  </a:lnTo>
                  <a:lnTo>
                    <a:pt x="145429" y="84733"/>
                  </a:lnTo>
                  <a:lnTo>
                    <a:pt x="142719" y="80126"/>
                  </a:lnTo>
                  <a:lnTo>
                    <a:pt x="139864" y="75608"/>
                  </a:lnTo>
                  <a:lnTo>
                    <a:pt x="136865" y="71184"/>
                  </a:lnTo>
                  <a:lnTo>
                    <a:pt x="133727" y="66858"/>
                  </a:lnTo>
                  <a:lnTo>
                    <a:pt x="130452" y="62634"/>
                  </a:lnTo>
                  <a:lnTo>
                    <a:pt x="127043" y="58517"/>
                  </a:lnTo>
                  <a:lnTo>
                    <a:pt x="123505" y="54511"/>
                  </a:lnTo>
                  <a:lnTo>
                    <a:pt x="119841" y="50621"/>
                  </a:lnTo>
                  <a:lnTo>
                    <a:pt x="116054" y="46849"/>
                  </a:lnTo>
                  <a:lnTo>
                    <a:pt x="112148" y="43201"/>
                  </a:lnTo>
                  <a:lnTo>
                    <a:pt x="108128" y="39679"/>
                  </a:lnTo>
                  <a:lnTo>
                    <a:pt x="103997" y="36287"/>
                  </a:lnTo>
                  <a:lnTo>
                    <a:pt x="99760" y="33030"/>
                  </a:lnTo>
                  <a:lnTo>
                    <a:pt x="95421" y="29909"/>
                  </a:lnTo>
                  <a:lnTo>
                    <a:pt x="90984" y="26929"/>
                  </a:lnTo>
                  <a:lnTo>
                    <a:pt x="86454" y="24092"/>
                  </a:lnTo>
                  <a:lnTo>
                    <a:pt x="81836" y="21401"/>
                  </a:lnTo>
                  <a:lnTo>
                    <a:pt x="77135" y="18859"/>
                  </a:lnTo>
                  <a:lnTo>
                    <a:pt x="72354" y="16469"/>
                  </a:lnTo>
                  <a:lnTo>
                    <a:pt x="67500" y="14233"/>
                  </a:lnTo>
                  <a:lnTo>
                    <a:pt x="62576" y="12154"/>
                  </a:lnTo>
                  <a:lnTo>
                    <a:pt x="57589" y="10233"/>
                  </a:lnTo>
                  <a:lnTo>
                    <a:pt x="52543" y="8472"/>
                  </a:lnTo>
                  <a:lnTo>
                    <a:pt x="47443" y="6873"/>
                  </a:lnTo>
                  <a:lnTo>
                    <a:pt x="42294" y="5438"/>
                  </a:lnTo>
                  <a:lnTo>
                    <a:pt x="37102" y="4169"/>
                  </a:lnTo>
                  <a:lnTo>
                    <a:pt x="31873" y="3066"/>
                  </a:lnTo>
                  <a:lnTo>
                    <a:pt x="26610" y="2131"/>
                  </a:lnTo>
                  <a:lnTo>
                    <a:pt x="21321" y="1365"/>
                  </a:lnTo>
                  <a:lnTo>
                    <a:pt x="16010" y="768"/>
                  </a:lnTo>
                  <a:lnTo>
                    <a:pt x="10682" y="341"/>
                  </a:lnTo>
                  <a:lnTo>
                    <a:pt x="5343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5392659" y="5269756"/>
              <a:ext cx="152599" cy="167167"/>
            </a:xfrm>
            <a:custGeom>
              <a:avLst/>
              <a:pathLst>
                <a:path w="152599" h="167167">
                  <a:moveTo>
                    <a:pt x="152599" y="0"/>
                  </a:moveTo>
                  <a:lnTo>
                    <a:pt x="147106" y="90"/>
                  </a:lnTo>
                  <a:lnTo>
                    <a:pt x="141619" y="360"/>
                  </a:lnTo>
                  <a:lnTo>
                    <a:pt x="136144" y="811"/>
                  </a:lnTo>
                  <a:lnTo>
                    <a:pt x="130687" y="1442"/>
                  </a:lnTo>
                  <a:lnTo>
                    <a:pt x="125254" y="2251"/>
                  </a:lnTo>
                  <a:lnTo>
                    <a:pt x="119850" y="3239"/>
                  </a:lnTo>
                  <a:lnTo>
                    <a:pt x="114481" y="4403"/>
                  </a:lnTo>
                  <a:lnTo>
                    <a:pt x="109154" y="5744"/>
                  </a:lnTo>
                  <a:lnTo>
                    <a:pt x="103873" y="7258"/>
                  </a:lnTo>
                  <a:lnTo>
                    <a:pt x="98645" y="8946"/>
                  </a:lnTo>
                  <a:lnTo>
                    <a:pt x="93476" y="10804"/>
                  </a:lnTo>
                  <a:lnTo>
                    <a:pt x="88370" y="12831"/>
                  </a:lnTo>
                  <a:lnTo>
                    <a:pt x="83334" y="15025"/>
                  </a:lnTo>
                  <a:lnTo>
                    <a:pt x="78372" y="17383"/>
                  </a:lnTo>
                  <a:lnTo>
                    <a:pt x="73491" y="19902"/>
                  </a:lnTo>
                  <a:lnTo>
                    <a:pt x="68695" y="22581"/>
                  </a:lnTo>
                  <a:lnTo>
                    <a:pt x="63989" y="25416"/>
                  </a:lnTo>
                  <a:lnTo>
                    <a:pt x="59379" y="28404"/>
                  </a:lnTo>
                  <a:lnTo>
                    <a:pt x="54870" y="31542"/>
                  </a:lnTo>
                  <a:lnTo>
                    <a:pt x="50467" y="34826"/>
                  </a:lnTo>
                  <a:lnTo>
                    <a:pt x="46174" y="38253"/>
                  </a:lnTo>
                  <a:lnTo>
                    <a:pt x="41995" y="41820"/>
                  </a:lnTo>
                  <a:lnTo>
                    <a:pt x="37937" y="45522"/>
                  </a:lnTo>
                  <a:lnTo>
                    <a:pt x="34001" y="49355"/>
                  </a:lnTo>
                  <a:lnTo>
                    <a:pt x="30195" y="53315"/>
                  </a:lnTo>
                  <a:lnTo>
                    <a:pt x="26520" y="57399"/>
                  </a:lnTo>
                  <a:lnTo>
                    <a:pt x="22981" y="61601"/>
                  </a:lnTo>
                  <a:lnTo>
                    <a:pt x="19582" y="65916"/>
                  </a:lnTo>
                  <a:lnTo>
                    <a:pt x="16327" y="70342"/>
                  </a:lnTo>
                  <a:lnTo>
                    <a:pt x="13220" y="74871"/>
                  </a:lnTo>
                  <a:lnTo>
                    <a:pt x="10262" y="79501"/>
                  </a:lnTo>
                  <a:lnTo>
                    <a:pt x="7459" y="84225"/>
                  </a:lnTo>
                  <a:lnTo>
                    <a:pt x="4812" y="89039"/>
                  </a:lnTo>
                  <a:lnTo>
                    <a:pt x="2325" y="93937"/>
                  </a:lnTo>
                  <a:lnTo>
                    <a:pt x="0" y="98914"/>
                  </a:lnTo>
                  <a:lnTo>
                    <a:pt x="15259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5392659" y="5368670"/>
              <a:ext cx="152599" cy="68252"/>
            </a:xfrm>
            <a:custGeom>
              <a:avLst/>
              <a:pathLst>
                <a:path w="152599" h="68252">
                  <a:moveTo>
                    <a:pt x="0" y="0"/>
                  </a:moveTo>
                  <a:lnTo>
                    <a:pt x="152599" y="682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5392659" y="5368670"/>
              <a:ext cx="152599" cy="68252"/>
            </a:xfrm>
            <a:custGeom>
              <a:avLst/>
              <a:pathLst>
                <a:path w="152599" h="68252">
                  <a:moveTo>
                    <a:pt x="0" y="0"/>
                  </a:moveTo>
                  <a:lnTo>
                    <a:pt x="152599" y="682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5392659" y="5368670"/>
              <a:ext cx="152599" cy="68252"/>
            </a:xfrm>
            <a:custGeom>
              <a:avLst/>
              <a:pathLst>
                <a:path w="152599" h="68252">
                  <a:moveTo>
                    <a:pt x="0" y="0"/>
                  </a:moveTo>
                  <a:lnTo>
                    <a:pt x="152599" y="6825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5392659" y="5368670"/>
              <a:ext cx="152599" cy="68252"/>
            </a:xfrm>
            <a:custGeom>
              <a:avLst/>
              <a:pathLst>
                <a:path w="152599" h="68252">
                  <a:moveTo>
                    <a:pt x="0" y="0"/>
                  </a:moveTo>
                  <a:lnTo>
                    <a:pt x="152599" y="6825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5378344" y="5368670"/>
              <a:ext cx="166913" cy="68252"/>
            </a:xfrm>
            <a:custGeom>
              <a:avLst/>
              <a:pathLst>
                <a:path w="166913" h="68252">
                  <a:moveTo>
                    <a:pt x="14314" y="0"/>
                  </a:moveTo>
                  <a:lnTo>
                    <a:pt x="11922" y="5621"/>
                  </a:lnTo>
                  <a:lnTo>
                    <a:pt x="9737" y="11326"/>
                  </a:lnTo>
                  <a:lnTo>
                    <a:pt x="7762" y="17108"/>
                  </a:lnTo>
                  <a:lnTo>
                    <a:pt x="5999" y="22958"/>
                  </a:lnTo>
                  <a:lnTo>
                    <a:pt x="4452" y="28868"/>
                  </a:lnTo>
                  <a:lnTo>
                    <a:pt x="3121" y="34830"/>
                  </a:lnTo>
                  <a:lnTo>
                    <a:pt x="2009" y="40838"/>
                  </a:lnTo>
                  <a:lnTo>
                    <a:pt x="1117" y="46882"/>
                  </a:lnTo>
                  <a:lnTo>
                    <a:pt x="447" y="52954"/>
                  </a:lnTo>
                  <a:lnTo>
                    <a:pt x="0" y="59048"/>
                  </a:lnTo>
                  <a:lnTo>
                    <a:pt x="166913" y="6825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5378097" y="5269756"/>
              <a:ext cx="334313" cy="334332"/>
            </a:xfrm>
            <a:custGeom>
              <a:avLst/>
              <a:pathLst>
                <a:path w="334313" h="334332">
                  <a:moveTo>
                    <a:pt x="247" y="157962"/>
                  </a:moveTo>
                  <a:lnTo>
                    <a:pt x="39" y="163271"/>
                  </a:lnTo>
                  <a:lnTo>
                    <a:pt x="0" y="168584"/>
                  </a:lnTo>
                  <a:lnTo>
                    <a:pt x="129" y="173895"/>
                  </a:lnTo>
                  <a:lnTo>
                    <a:pt x="427" y="179199"/>
                  </a:lnTo>
                  <a:lnTo>
                    <a:pt x="894" y="184492"/>
                  </a:lnTo>
                  <a:lnTo>
                    <a:pt x="1528" y="189767"/>
                  </a:lnTo>
                  <a:lnTo>
                    <a:pt x="2330" y="195019"/>
                  </a:lnTo>
                  <a:lnTo>
                    <a:pt x="3298" y="200243"/>
                  </a:lnTo>
                  <a:lnTo>
                    <a:pt x="4432" y="205433"/>
                  </a:lnTo>
                  <a:lnTo>
                    <a:pt x="5730" y="210585"/>
                  </a:lnTo>
                  <a:lnTo>
                    <a:pt x="7192" y="215693"/>
                  </a:lnTo>
                  <a:lnTo>
                    <a:pt x="8814" y="220752"/>
                  </a:lnTo>
                  <a:lnTo>
                    <a:pt x="10597" y="225757"/>
                  </a:lnTo>
                  <a:lnTo>
                    <a:pt x="12538" y="230702"/>
                  </a:lnTo>
                  <a:lnTo>
                    <a:pt x="14635" y="235584"/>
                  </a:lnTo>
                  <a:lnTo>
                    <a:pt x="16886" y="240396"/>
                  </a:lnTo>
                  <a:lnTo>
                    <a:pt x="19289" y="245135"/>
                  </a:lnTo>
                  <a:lnTo>
                    <a:pt x="21842" y="249794"/>
                  </a:lnTo>
                  <a:lnTo>
                    <a:pt x="24541" y="254371"/>
                  </a:lnTo>
                  <a:lnTo>
                    <a:pt x="27384" y="258859"/>
                  </a:lnTo>
                  <a:lnTo>
                    <a:pt x="30368" y="263254"/>
                  </a:lnTo>
                  <a:lnTo>
                    <a:pt x="33491" y="267553"/>
                  </a:lnTo>
                  <a:lnTo>
                    <a:pt x="36748" y="271750"/>
                  </a:lnTo>
                  <a:lnTo>
                    <a:pt x="40138" y="275841"/>
                  </a:lnTo>
                  <a:lnTo>
                    <a:pt x="43655" y="279823"/>
                  </a:lnTo>
                  <a:lnTo>
                    <a:pt x="47298" y="283691"/>
                  </a:lnTo>
                  <a:lnTo>
                    <a:pt x="51061" y="287441"/>
                  </a:lnTo>
                  <a:lnTo>
                    <a:pt x="54942" y="291069"/>
                  </a:lnTo>
                  <a:lnTo>
                    <a:pt x="58936" y="294573"/>
                  </a:lnTo>
                  <a:lnTo>
                    <a:pt x="63039" y="297948"/>
                  </a:lnTo>
                  <a:lnTo>
                    <a:pt x="67248" y="301190"/>
                  </a:lnTo>
                  <a:lnTo>
                    <a:pt x="71557" y="304298"/>
                  </a:lnTo>
                  <a:lnTo>
                    <a:pt x="75963" y="307267"/>
                  </a:lnTo>
                  <a:lnTo>
                    <a:pt x="80461" y="310094"/>
                  </a:lnTo>
                  <a:lnTo>
                    <a:pt x="85047" y="312777"/>
                  </a:lnTo>
                  <a:lnTo>
                    <a:pt x="89716" y="315313"/>
                  </a:lnTo>
                  <a:lnTo>
                    <a:pt x="94462" y="317699"/>
                  </a:lnTo>
                  <a:lnTo>
                    <a:pt x="99283" y="319933"/>
                  </a:lnTo>
                  <a:lnTo>
                    <a:pt x="104172" y="322013"/>
                  </a:lnTo>
                  <a:lnTo>
                    <a:pt x="109124" y="323936"/>
                  </a:lnTo>
                  <a:lnTo>
                    <a:pt x="114135" y="325702"/>
                  </a:lnTo>
                  <a:lnTo>
                    <a:pt x="119200" y="327307"/>
                  </a:lnTo>
                  <a:lnTo>
                    <a:pt x="124313" y="328750"/>
                  </a:lnTo>
                  <a:lnTo>
                    <a:pt x="129469" y="330030"/>
                  </a:lnTo>
                  <a:lnTo>
                    <a:pt x="134664" y="331145"/>
                  </a:lnTo>
                  <a:lnTo>
                    <a:pt x="139891" y="332095"/>
                  </a:lnTo>
                  <a:lnTo>
                    <a:pt x="145146" y="332878"/>
                  </a:lnTo>
                  <a:lnTo>
                    <a:pt x="150423" y="333494"/>
                  </a:lnTo>
                  <a:lnTo>
                    <a:pt x="155717" y="333942"/>
                  </a:lnTo>
                  <a:lnTo>
                    <a:pt x="161023" y="334222"/>
                  </a:lnTo>
                  <a:lnTo>
                    <a:pt x="166334" y="334332"/>
                  </a:lnTo>
                  <a:lnTo>
                    <a:pt x="171647" y="334274"/>
                  </a:lnTo>
                  <a:lnTo>
                    <a:pt x="176955" y="334047"/>
                  </a:lnTo>
                  <a:lnTo>
                    <a:pt x="182253" y="333652"/>
                  </a:lnTo>
                  <a:lnTo>
                    <a:pt x="187536" y="333088"/>
                  </a:lnTo>
                  <a:lnTo>
                    <a:pt x="192798" y="332357"/>
                  </a:lnTo>
                  <a:lnTo>
                    <a:pt x="198035" y="331459"/>
                  </a:lnTo>
                  <a:lnTo>
                    <a:pt x="203240" y="330395"/>
                  </a:lnTo>
                  <a:lnTo>
                    <a:pt x="208409" y="329166"/>
                  </a:lnTo>
                  <a:lnTo>
                    <a:pt x="213536" y="327773"/>
                  </a:lnTo>
                  <a:lnTo>
                    <a:pt x="218616" y="326218"/>
                  </a:lnTo>
                  <a:lnTo>
                    <a:pt x="223645" y="324503"/>
                  </a:lnTo>
                  <a:lnTo>
                    <a:pt x="228616" y="322628"/>
                  </a:lnTo>
                  <a:lnTo>
                    <a:pt x="233525" y="320597"/>
                  </a:lnTo>
                  <a:lnTo>
                    <a:pt x="238367" y="318411"/>
                  </a:lnTo>
                  <a:lnTo>
                    <a:pt x="243137" y="316071"/>
                  </a:lnTo>
                  <a:lnTo>
                    <a:pt x="247831" y="313582"/>
                  </a:lnTo>
                  <a:lnTo>
                    <a:pt x="252443" y="310944"/>
                  </a:lnTo>
                  <a:lnTo>
                    <a:pt x="256969" y="308162"/>
                  </a:lnTo>
                  <a:lnTo>
                    <a:pt x="261404" y="305237"/>
                  </a:lnTo>
                  <a:lnTo>
                    <a:pt x="265744" y="302172"/>
                  </a:lnTo>
                  <a:lnTo>
                    <a:pt x="269984" y="298971"/>
                  </a:lnTo>
                  <a:lnTo>
                    <a:pt x="274121" y="295637"/>
                  </a:lnTo>
                  <a:lnTo>
                    <a:pt x="278149" y="292173"/>
                  </a:lnTo>
                  <a:lnTo>
                    <a:pt x="282066" y="288583"/>
                  </a:lnTo>
                  <a:lnTo>
                    <a:pt x="285866" y="284870"/>
                  </a:lnTo>
                  <a:lnTo>
                    <a:pt x="289546" y="281039"/>
                  </a:lnTo>
                  <a:lnTo>
                    <a:pt x="293103" y="277092"/>
                  </a:lnTo>
                  <a:lnTo>
                    <a:pt x="296533" y="273034"/>
                  </a:lnTo>
                  <a:lnTo>
                    <a:pt x="299832" y="268870"/>
                  </a:lnTo>
                  <a:lnTo>
                    <a:pt x="302997" y="264602"/>
                  </a:lnTo>
                  <a:lnTo>
                    <a:pt x="306024" y="260237"/>
                  </a:lnTo>
                  <a:lnTo>
                    <a:pt x="308912" y="255777"/>
                  </a:lnTo>
                  <a:lnTo>
                    <a:pt x="311656" y="251227"/>
                  </a:lnTo>
                  <a:lnTo>
                    <a:pt x="314254" y="246593"/>
                  </a:lnTo>
                  <a:lnTo>
                    <a:pt x="316704" y="241879"/>
                  </a:lnTo>
                  <a:lnTo>
                    <a:pt x="319003" y="237089"/>
                  </a:lnTo>
                  <a:lnTo>
                    <a:pt x="321148" y="232228"/>
                  </a:lnTo>
                  <a:lnTo>
                    <a:pt x="323138" y="227302"/>
                  </a:lnTo>
                  <a:lnTo>
                    <a:pt x="324970" y="222315"/>
                  </a:lnTo>
                  <a:lnTo>
                    <a:pt x="326643" y="217273"/>
                  </a:lnTo>
                  <a:lnTo>
                    <a:pt x="328154" y="212179"/>
                  </a:lnTo>
                  <a:lnTo>
                    <a:pt x="329503" y="207041"/>
                  </a:lnTo>
                  <a:lnTo>
                    <a:pt x="330688" y="201861"/>
                  </a:lnTo>
                  <a:lnTo>
                    <a:pt x="331708" y="196647"/>
                  </a:lnTo>
                  <a:lnTo>
                    <a:pt x="332562" y="191404"/>
                  </a:lnTo>
                  <a:lnTo>
                    <a:pt x="333249" y="186135"/>
                  </a:lnTo>
                  <a:lnTo>
                    <a:pt x="333768" y="180848"/>
                  </a:lnTo>
                  <a:lnTo>
                    <a:pt x="334118" y="175546"/>
                  </a:lnTo>
                  <a:lnTo>
                    <a:pt x="334300" y="170237"/>
                  </a:lnTo>
                  <a:lnTo>
                    <a:pt x="334313" y="164924"/>
                  </a:lnTo>
                  <a:lnTo>
                    <a:pt x="334158" y="159613"/>
                  </a:lnTo>
                  <a:lnTo>
                    <a:pt x="333833" y="154310"/>
                  </a:lnTo>
                  <a:lnTo>
                    <a:pt x="333341" y="149020"/>
                  </a:lnTo>
                  <a:lnTo>
                    <a:pt x="332680" y="143749"/>
                  </a:lnTo>
                  <a:lnTo>
                    <a:pt x="331852" y="138500"/>
                  </a:lnTo>
                  <a:lnTo>
                    <a:pt x="330858" y="133281"/>
                  </a:lnTo>
                  <a:lnTo>
                    <a:pt x="329699" y="128097"/>
                  </a:lnTo>
                  <a:lnTo>
                    <a:pt x="328375" y="122951"/>
                  </a:lnTo>
                  <a:lnTo>
                    <a:pt x="326888" y="117851"/>
                  </a:lnTo>
                  <a:lnTo>
                    <a:pt x="325241" y="112800"/>
                  </a:lnTo>
                  <a:lnTo>
                    <a:pt x="323433" y="107804"/>
                  </a:lnTo>
                  <a:lnTo>
                    <a:pt x="321468" y="102868"/>
                  </a:lnTo>
                  <a:lnTo>
                    <a:pt x="319346" y="97997"/>
                  </a:lnTo>
                  <a:lnTo>
                    <a:pt x="317071" y="93195"/>
                  </a:lnTo>
                  <a:lnTo>
                    <a:pt x="314645" y="88469"/>
                  </a:lnTo>
                  <a:lnTo>
                    <a:pt x="312070" y="83822"/>
                  </a:lnTo>
                  <a:lnTo>
                    <a:pt x="309348" y="79259"/>
                  </a:lnTo>
                  <a:lnTo>
                    <a:pt x="306483" y="74785"/>
                  </a:lnTo>
                  <a:lnTo>
                    <a:pt x="303477" y="70404"/>
                  </a:lnTo>
                  <a:lnTo>
                    <a:pt x="300333" y="66122"/>
                  </a:lnTo>
                  <a:lnTo>
                    <a:pt x="297055" y="61941"/>
                  </a:lnTo>
                  <a:lnTo>
                    <a:pt x="293645" y="57866"/>
                  </a:lnTo>
                  <a:lnTo>
                    <a:pt x="290108" y="53902"/>
                  </a:lnTo>
                  <a:lnTo>
                    <a:pt x="286447" y="50052"/>
                  </a:lnTo>
                  <a:lnTo>
                    <a:pt x="282665" y="46321"/>
                  </a:lnTo>
                  <a:lnTo>
                    <a:pt x="278766" y="42711"/>
                  </a:lnTo>
                  <a:lnTo>
                    <a:pt x="274755" y="39227"/>
                  </a:lnTo>
                  <a:lnTo>
                    <a:pt x="270635" y="35873"/>
                  </a:lnTo>
                  <a:lnTo>
                    <a:pt x="266410" y="32651"/>
                  </a:lnTo>
                  <a:lnTo>
                    <a:pt x="262086" y="29565"/>
                  </a:lnTo>
                  <a:lnTo>
                    <a:pt x="257665" y="26618"/>
                  </a:lnTo>
                  <a:lnTo>
                    <a:pt x="253153" y="23813"/>
                  </a:lnTo>
                  <a:lnTo>
                    <a:pt x="248554" y="21153"/>
                  </a:lnTo>
                  <a:lnTo>
                    <a:pt x="243873" y="18640"/>
                  </a:lnTo>
                  <a:lnTo>
                    <a:pt x="239114" y="16277"/>
                  </a:lnTo>
                  <a:lnTo>
                    <a:pt x="234283" y="14067"/>
                  </a:lnTo>
                  <a:lnTo>
                    <a:pt x="229384" y="12011"/>
                  </a:lnTo>
                  <a:lnTo>
                    <a:pt x="224422" y="10112"/>
                  </a:lnTo>
                  <a:lnTo>
                    <a:pt x="219402" y="8372"/>
                  </a:lnTo>
                  <a:lnTo>
                    <a:pt x="214330" y="6792"/>
                  </a:lnTo>
                  <a:lnTo>
                    <a:pt x="209209" y="5374"/>
                  </a:lnTo>
                  <a:lnTo>
                    <a:pt x="204047" y="4120"/>
                  </a:lnTo>
                  <a:lnTo>
                    <a:pt x="198847" y="3030"/>
                  </a:lnTo>
                  <a:lnTo>
                    <a:pt x="193615" y="2106"/>
                  </a:lnTo>
                  <a:lnTo>
                    <a:pt x="188356" y="1349"/>
                  </a:lnTo>
                  <a:lnTo>
                    <a:pt x="183076" y="759"/>
                  </a:lnTo>
                  <a:lnTo>
                    <a:pt x="177780" y="337"/>
                  </a:lnTo>
                  <a:lnTo>
                    <a:pt x="172473" y="84"/>
                  </a:lnTo>
                  <a:lnTo>
                    <a:pt x="167161" y="0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5853938" y="5018213"/>
              <a:ext cx="167100" cy="167167"/>
            </a:xfrm>
            <a:custGeom>
              <a:avLst/>
              <a:pathLst>
                <a:path w="167100" h="167167">
                  <a:moveTo>
                    <a:pt x="167100" y="0"/>
                  </a:moveTo>
                  <a:lnTo>
                    <a:pt x="161729" y="86"/>
                  </a:lnTo>
                  <a:lnTo>
                    <a:pt x="156363" y="345"/>
                  </a:lnTo>
                  <a:lnTo>
                    <a:pt x="151009" y="776"/>
                  </a:lnTo>
                  <a:lnTo>
                    <a:pt x="145670" y="1379"/>
                  </a:lnTo>
                  <a:lnTo>
                    <a:pt x="140354" y="2153"/>
                  </a:lnTo>
                  <a:lnTo>
                    <a:pt x="135066" y="3098"/>
                  </a:lnTo>
                  <a:lnTo>
                    <a:pt x="129811" y="4212"/>
                  </a:lnTo>
                  <a:lnTo>
                    <a:pt x="124594" y="5494"/>
                  </a:lnTo>
                  <a:lnTo>
                    <a:pt x="119421" y="6943"/>
                  </a:lnTo>
                  <a:lnTo>
                    <a:pt x="114298" y="8558"/>
                  </a:lnTo>
                  <a:lnTo>
                    <a:pt x="109229" y="10336"/>
                  </a:lnTo>
                  <a:lnTo>
                    <a:pt x="104219" y="12277"/>
                  </a:lnTo>
                  <a:lnTo>
                    <a:pt x="99275" y="14377"/>
                  </a:lnTo>
                  <a:lnTo>
                    <a:pt x="94401" y="16636"/>
                  </a:lnTo>
                  <a:lnTo>
                    <a:pt x="89601" y="19049"/>
                  </a:lnTo>
                  <a:lnTo>
                    <a:pt x="84882" y="21616"/>
                  </a:lnTo>
                  <a:lnTo>
                    <a:pt x="80248" y="24333"/>
                  </a:lnTo>
                  <a:lnTo>
                    <a:pt x="75703" y="27197"/>
                  </a:lnTo>
                  <a:lnTo>
                    <a:pt x="71253" y="30206"/>
                  </a:lnTo>
                  <a:lnTo>
                    <a:pt x="66902" y="33357"/>
                  </a:lnTo>
                  <a:lnTo>
                    <a:pt x="62654" y="36645"/>
                  </a:lnTo>
                  <a:lnTo>
                    <a:pt x="58514" y="40069"/>
                  </a:lnTo>
                  <a:lnTo>
                    <a:pt x="54486" y="43624"/>
                  </a:lnTo>
                  <a:lnTo>
                    <a:pt x="50575" y="47306"/>
                  </a:lnTo>
                  <a:lnTo>
                    <a:pt x="46783" y="51112"/>
                  </a:lnTo>
                  <a:lnTo>
                    <a:pt x="43117" y="55038"/>
                  </a:lnTo>
                  <a:lnTo>
                    <a:pt x="39578" y="59079"/>
                  </a:lnTo>
                  <a:lnTo>
                    <a:pt x="36171" y="63233"/>
                  </a:lnTo>
                  <a:lnTo>
                    <a:pt x="32899" y="67493"/>
                  </a:lnTo>
                  <a:lnTo>
                    <a:pt x="29765" y="71857"/>
                  </a:lnTo>
                  <a:lnTo>
                    <a:pt x="26774" y="76319"/>
                  </a:lnTo>
                  <a:lnTo>
                    <a:pt x="23927" y="80875"/>
                  </a:lnTo>
                  <a:lnTo>
                    <a:pt x="21228" y="85520"/>
                  </a:lnTo>
                  <a:lnTo>
                    <a:pt x="18680" y="90249"/>
                  </a:lnTo>
                  <a:lnTo>
                    <a:pt x="16285" y="95058"/>
                  </a:lnTo>
                  <a:lnTo>
                    <a:pt x="14046" y="99941"/>
                  </a:lnTo>
                  <a:lnTo>
                    <a:pt x="11965" y="104893"/>
                  </a:lnTo>
                  <a:lnTo>
                    <a:pt x="10044" y="109910"/>
                  </a:lnTo>
                  <a:lnTo>
                    <a:pt x="8286" y="114986"/>
                  </a:lnTo>
                  <a:lnTo>
                    <a:pt x="6691" y="120116"/>
                  </a:lnTo>
                  <a:lnTo>
                    <a:pt x="5262" y="125295"/>
                  </a:lnTo>
                  <a:lnTo>
                    <a:pt x="4000" y="130516"/>
                  </a:lnTo>
                  <a:lnTo>
                    <a:pt x="2907" y="135776"/>
                  </a:lnTo>
                  <a:lnTo>
                    <a:pt x="1983" y="141068"/>
                  </a:lnTo>
                  <a:lnTo>
                    <a:pt x="1230" y="146387"/>
                  </a:lnTo>
                  <a:lnTo>
                    <a:pt x="647" y="151727"/>
                  </a:lnTo>
                  <a:lnTo>
                    <a:pt x="237" y="157084"/>
                  </a:lnTo>
                  <a:lnTo>
                    <a:pt x="0" y="162450"/>
                  </a:lnTo>
                  <a:lnTo>
                    <a:pt x="16710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5853938" y="5180664"/>
              <a:ext cx="167100" cy="4716"/>
            </a:xfrm>
            <a:custGeom>
              <a:avLst/>
              <a:pathLst>
                <a:path w="167100" h="4716">
                  <a:moveTo>
                    <a:pt x="0" y="0"/>
                  </a:moveTo>
                  <a:lnTo>
                    <a:pt x="167100" y="47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5853938" y="5180664"/>
              <a:ext cx="167100" cy="4716"/>
            </a:xfrm>
            <a:custGeom>
              <a:avLst/>
              <a:pathLst>
                <a:path w="167100" h="4716">
                  <a:moveTo>
                    <a:pt x="0" y="0"/>
                  </a:moveTo>
                  <a:lnTo>
                    <a:pt x="167100" y="471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5853938" y="5180664"/>
              <a:ext cx="167100" cy="4716"/>
            </a:xfrm>
            <a:custGeom>
              <a:avLst/>
              <a:pathLst>
                <a:path w="167100" h="4716">
                  <a:moveTo>
                    <a:pt x="0" y="0"/>
                  </a:moveTo>
                  <a:lnTo>
                    <a:pt x="167100" y="471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5853875" y="5180664"/>
              <a:ext cx="167163" cy="94698"/>
            </a:xfrm>
            <a:custGeom>
              <a:avLst/>
              <a:pathLst>
                <a:path w="167163" h="94698">
                  <a:moveTo>
                    <a:pt x="62" y="0"/>
                  </a:moveTo>
                  <a:lnTo>
                    <a:pt x="0" y="5866"/>
                  </a:lnTo>
                  <a:lnTo>
                    <a:pt x="143" y="11730"/>
                  </a:lnTo>
                  <a:lnTo>
                    <a:pt x="492" y="17586"/>
                  </a:lnTo>
                  <a:lnTo>
                    <a:pt x="1046" y="23426"/>
                  </a:lnTo>
                  <a:lnTo>
                    <a:pt x="1805" y="29243"/>
                  </a:lnTo>
                  <a:lnTo>
                    <a:pt x="2767" y="35030"/>
                  </a:lnTo>
                  <a:lnTo>
                    <a:pt x="3932" y="40780"/>
                  </a:lnTo>
                  <a:lnTo>
                    <a:pt x="5298" y="46485"/>
                  </a:lnTo>
                  <a:lnTo>
                    <a:pt x="6863" y="52139"/>
                  </a:lnTo>
                  <a:lnTo>
                    <a:pt x="8626" y="57734"/>
                  </a:lnTo>
                  <a:lnTo>
                    <a:pt x="10584" y="63264"/>
                  </a:lnTo>
                  <a:lnTo>
                    <a:pt x="12734" y="68722"/>
                  </a:lnTo>
                  <a:lnTo>
                    <a:pt x="15075" y="74101"/>
                  </a:lnTo>
                  <a:lnTo>
                    <a:pt x="17603" y="79394"/>
                  </a:lnTo>
                  <a:lnTo>
                    <a:pt x="20316" y="84596"/>
                  </a:lnTo>
                  <a:lnTo>
                    <a:pt x="23209" y="89699"/>
                  </a:lnTo>
                  <a:lnTo>
                    <a:pt x="26279" y="94698"/>
                  </a:lnTo>
                  <a:lnTo>
                    <a:pt x="167163" y="471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5880155" y="5018213"/>
              <a:ext cx="308044" cy="334317"/>
            </a:xfrm>
            <a:custGeom>
              <a:avLst/>
              <a:pathLst>
                <a:path w="308044" h="334317">
                  <a:moveTo>
                    <a:pt x="0" y="257149"/>
                  </a:moveTo>
                  <a:lnTo>
                    <a:pt x="2939" y="261593"/>
                  </a:lnTo>
                  <a:lnTo>
                    <a:pt x="6019" y="265942"/>
                  </a:lnTo>
                  <a:lnTo>
                    <a:pt x="9235" y="270190"/>
                  </a:lnTo>
                  <a:lnTo>
                    <a:pt x="12586" y="274334"/>
                  </a:lnTo>
                  <a:lnTo>
                    <a:pt x="16066" y="278368"/>
                  </a:lnTo>
                  <a:lnTo>
                    <a:pt x="19674" y="282290"/>
                  </a:lnTo>
                  <a:lnTo>
                    <a:pt x="23405" y="286094"/>
                  </a:lnTo>
                  <a:lnTo>
                    <a:pt x="27255" y="289778"/>
                  </a:lnTo>
                  <a:lnTo>
                    <a:pt x="31220" y="293337"/>
                  </a:lnTo>
                  <a:lnTo>
                    <a:pt x="35297" y="296769"/>
                  </a:lnTo>
                  <a:lnTo>
                    <a:pt x="39481" y="300068"/>
                  </a:lnTo>
                  <a:lnTo>
                    <a:pt x="43769" y="303232"/>
                  </a:lnTo>
                  <a:lnTo>
                    <a:pt x="48155" y="306258"/>
                  </a:lnTo>
                  <a:lnTo>
                    <a:pt x="52635" y="309143"/>
                  </a:lnTo>
                  <a:lnTo>
                    <a:pt x="57205" y="311883"/>
                  </a:lnTo>
                  <a:lnTo>
                    <a:pt x="61859" y="314477"/>
                  </a:lnTo>
                  <a:lnTo>
                    <a:pt x="66595" y="316921"/>
                  </a:lnTo>
                  <a:lnTo>
                    <a:pt x="71405" y="319212"/>
                  </a:lnTo>
                  <a:lnTo>
                    <a:pt x="76286" y="321349"/>
                  </a:lnTo>
                  <a:lnTo>
                    <a:pt x="81233" y="323330"/>
                  </a:lnTo>
                  <a:lnTo>
                    <a:pt x="86241" y="325152"/>
                  </a:lnTo>
                  <a:lnTo>
                    <a:pt x="91304" y="326813"/>
                  </a:lnTo>
                  <a:lnTo>
                    <a:pt x="96417" y="328312"/>
                  </a:lnTo>
                  <a:lnTo>
                    <a:pt x="101576" y="329647"/>
                  </a:lnTo>
                  <a:lnTo>
                    <a:pt x="106774" y="330818"/>
                  </a:lnTo>
                  <a:lnTo>
                    <a:pt x="112007" y="331822"/>
                  </a:lnTo>
                  <a:lnTo>
                    <a:pt x="117270" y="332658"/>
                  </a:lnTo>
                  <a:lnTo>
                    <a:pt x="122556" y="333327"/>
                  </a:lnTo>
                  <a:lnTo>
                    <a:pt x="127861" y="333826"/>
                  </a:lnTo>
                  <a:lnTo>
                    <a:pt x="133179" y="334157"/>
                  </a:lnTo>
                  <a:lnTo>
                    <a:pt x="138506" y="334317"/>
                  </a:lnTo>
                  <a:lnTo>
                    <a:pt x="143834" y="334308"/>
                  </a:lnTo>
                  <a:lnTo>
                    <a:pt x="149160" y="334129"/>
                  </a:lnTo>
                  <a:lnTo>
                    <a:pt x="154477" y="333781"/>
                  </a:lnTo>
                  <a:lnTo>
                    <a:pt x="159780" y="333263"/>
                  </a:lnTo>
                  <a:lnTo>
                    <a:pt x="165064" y="332576"/>
                  </a:lnTo>
                  <a:lnTo>
                    <a:pt x="170324" y="331721"/>
                  </a:lnTo>
                  <a:lnTo>
                    <a:pt x="175553" y="330700"/>
                  </a:lnTo>
                  <a:lnTo>
                    <a:pt x="180748" y="329511"/>
                  </a:lnTo>
                  <a:lnTo>
                    <a:pt x="185902" y="328158"/>
                  </a:lnTo>
                  <a:lnTo>
                    <a:pt x="191010" y="326642"/>
                  </a:lnTo>
                  <a:lnTo>
                    <a:pt x="196067" y="324963"/>
                  </a:lnTo>
                  <a:lnTo>
                    <a:pt x="201068" y="323124"/>
                  </a:lnTo>
                  <a:lnTo>
                    <a:pt x="206008" y="321127"/>
                  </a:lnTo>
                  <a:lnTo>
                    <a:pt x="210882" y="318973"/>
                  </a:lnTo>
                  <a:lnTo>
                    <a:pt x="215685" y="316665"/>
                  </a:lnTo>
                  <a:lnTo>
                    <a:pt x="220412" y="314205"/>
                  </a:lnTo>
                  <a:lnTo>
                    <a:pt x="225058" y="311595"/>
                  </a:lnTo>
                  <a:lnTo>
                    <a:pt x="229618" y="308839"/>
                  </a:lnTo>
                  <a:lnTo>
                    <a:pt x="234088" y="305939"/>
                  </a:lnTo>
                  <a:lnTo>
                    <a:pt x="238464" y="302898"/>
                  </a:lnTo>
                  <a:lnTo>
                    <a:pt x="242740" y="299719"/>
                  </a:lnTo>
                  <a:lnTo>
                    <a:pt x="246913" y="296405"/>
                  </a:lnTo>
                  <a:lnTo>
                    <a:pt x="250978" y="292960"/>
                  </a:lnTo>
                  <a:lnTo>
                    <a:pt x="254932" y="289388"/>
                  </a:lnTo>
                  <a:lnTo>
                    <a:pt x="258769" y="285691"/>
                  </a:lnTo>
                  <a:lnTo>
                    <a:pt x="262487" y="281873"/>
                  </a:lnTo>
                  <a:lnTo>
                    <a:pt x="266081" y="277939"/>
                  </a:lnTo>
                  <a:lnTo>
                    <a:pt x="269548" y="273893"/>
                  </a:lnTo>
                  <a:lnTo>
                    <a:pt x="272884" y="269738"/>
                  </a:lnTo>
                  <a:lnTo>
                    <a:pt x="276086" y="265479"/>
                  </a:lnTo>
                  <a:lnTo>
                    <a:pt x="279150" y="261120"/>
                  </a:lnTo>
                  <a:lnTo>
                    <a:pt x="282075" y="256665"/>
                  </a:lnTo>
                  <a:lnTo>
                    <a:pt x="284855" y="252120"/>
                  </a:lnTo>
                  <a:lnTo>
                    <a:pt x="287490" y="247488"/>
                  </a:lnTo>
                  <a:lnTo>
                    <a:pt x="289975" y="242774"/>
                  </a:lnTo>
                  <a:lnTo>
                    <a:pt x="292309" y="237984"/>
                  </a:lnTo>
                  <a:lnTo>
                    <a:pt x="294489" y="233122"/>
                  </a:lnTo>
                  <a:lnTo>
                    <a:pt x="296513" y="228193"/>
                  </a:lnTo>
                  <a:lnTo>
                    <a:pt x="298379" y="223202"/>
                  </a:lnTo>
                  <a:lnTo>
                    <a:pt x="300085" y="218154"/>
                  </a:lnTo>
                  <a:lnTo>
                    <a:pt x="301629" y="213054"/>
                  </a:lnTo>
                  <a:lnTo>
                    <a:pt x="303010" y="207907"/>
                  </a:lnTo>
                  <a:lnTo>
                    <a:pt x="304226" y="202719"/>
                  </a:lnTo>
                  <a:lnTo>
                    <a:pt x="305276" y="197495"/>
                  </a:lnTo>
                  <a:lnTo>
                    <a:pt x="306159" y="192240"/>
                  </a:lnTo>
                  <a:lnTo>
                    <a:pt x="306875" y="186960"/>
                  </a:lnTo>
                  <a:lnTo>
                    <a:pt x="307421" y="181659"/>
                  </a:lnTo>
                  <a:lnTo>
                    <a:pt x="307798" y="176344"/>
                  </a:lnTo>
                  <a:lnTo>
                    <a:pt x="308006" y="171020"/>
                  </a:lnTo>
                  <a:lnTo>
                    <a:pt x="308044" y="165691"/>
                  </a:lnTo>
                  <a:lnTo>
                    <a:pt x="307912" y="160364"/>
                  </a:lnTo>
                  <a:lnTo>
                    <a:pt x="307610" y="155044"/>
                  </a:lnTo>
                  <a:lnTo>
                    <a:pt x="307139" y="149737"/>
                  </a:lnTo>
                  <a:lnTo>
                    <a:pt x="306499" y="144447"/>
                  </a:lnTo>
                  <a:lnTo>
                    <a:pt x="305691" y="139180"/>
                  </a:lnTo>
                  <a:lnTo>
                    <a:pt x="304715" y="133941"/>
                  </a:lnTo>
                  <a:lnTo>
                    <a:pt x="303573" y="128737"/>
                  </a:lnTo>
                  <a:lnTo>
                    <a:pt x="302266" y="123571"/>
                  </a:lnTo>
                  <a:lnTo>
                    <a:pt x="300794" y="118450"/>
                  </a:lnTo>
                  <a:lnTo>
                    <a:pt x="299160" y="113378"/>
                  </a:lnTo>
                  <a:lnTo>
                    <a:pt x="297366" y="108361"/>
                  </a:lnTo>
                  <a:lnTo>
                    <a:pt x="295412" y="103403"/>
                  </a:lnTo>
                  <a:lnTo>
                    <a:pt x="293301" y="98510"/>
                  </a:lnTo>
                  <a:lnTo>
                    <a:pt x="291035" y="93688"/>
                  </a:lnTo>
                  <a:lnTo>
                    <a:pt x="288617" y="88939"/>
                  </a:lnTo>
                  <a:lnTo>
                    <a:pt x="286049" y="84271"/>
                  </a:lnTo>
                  <a:lnTo>
                    <a:pt x="283333" y="79686"/>
                  </a:lnTo>
                  <a:lnTo>
                    <a:pt x="280473" y="75190"/>
                  </a:lnTo>
                  <a:lnTo>
                    <a:pt x="277470" y="70788"/>
                  </a:lnTo>
                  <a:lnTo>
                    <a:pt x="274329" y="66484"/>
                  </a:lnTo>
                  <a:lnTo>
                    <a:pt x="271052" y="62282"/>
                  </a:lnTo>
                  <a:lnTo>
                    <a:pt x="267643" y="58186"/>
                  </a:lnTo>
                  <a:lnTo>
                    <a:pt x="264106" y="54202"/>
                  </a:lnTo>
                  <a:lnTo>
                    <a:pt x="260443" y="50332"/>
                  </a:lnTo>
                  <a:lnTo>
                    <a:pt x="256658" y="46581"/>
                  </a:lnTo>
                  <a:lnTo>
                    <a:pt x="252756" y="42952"/>
                  </a:lnTo>
                  <a:lnTo>
                    <a:pt x="248740" y="39450"/>
                  </a:lnTo>
                  <a:lnTo>
                    <a:pt x="244615" y="36077"/>
                  </a:lnTo>
                  <a:lnTo>
                    <a:pt x="240384" y="32837"/>
                  </a:lnTo>
                  <a:lnTo>
                    <a:pt x="236053" y="29734"/>
                  </a:lnTo>
                  <a:lnTo>
                    <a:pt x="231624" y="26771"/>
                  </a:lnTo>
                  <a:lnTo>
                    <a:pt x="227103" y="23950"/>
                  </a:lnTo>
                  <a:lnTo>
                    <a:pt x="222495" y="21275"/>
                  </a:lnTo>
                  <a:lnTo>
                    <a:pt x="217804" y="18748"/>
                  </a:lnTo>
                  <a:lnTo>
                    <a:pt x="213034" y="16372"/>
                  </a:lnTo>
                  <a:lnTo>
                    <a:pt x="208191" y="14149"/>
                  </a:lnTo>
                  <a:lnTo>
                    <a:pt x="203280" y="12081"/>
                  </a:lnTo>
                  <a:lnTo>
                    <a:pt x="198306" y="10171"/>
                  </a:lnTo>
                  <a:lnTo>
                    <a:pt x="193273" y="8421"/>
                  </a:lnTo>
                  <a:lnTo>
                    <a:pt x="188187" y="6832"/>
                  </a:lnTo>
                  <a:lnTo>
                    <a:pt x="183053" y="5406"/>
                  </a:lnTo>
                  <a:lnTo>
                    <a:pt x="177876" y="4144"/>
                  </a:lnTo>
                  <a:lnTo>
                    <a:pt x="172661" y="3048"/>
                  </a:lnTo>
                  <a:lnTo>
                    <a:pt x="167414" y="2118"/>
                  </a:lnTo>
                  <a:lnTo>
                    <a:pt x="162140" y="1357"/>
                  </a:lnTo>
                  <a:lnTo>
                    <a:pt x="156845" y="763"/>
                  </a:lnTo>
                  <a:lnTo>
                    <a:pt x="151533" y="339"/>
                  </a:lnTo>
                  <a:lnTo>
                    <a:pt x="146211" y="84"/>
                  </a:lnTo>
                  <a:lnTo>
                    <a:pt x="140883" y="0"/>
                  </a:lnTo>
                  <a:lnTo>
                    <a:pt x="14088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256067" y="4659281"/>
              <a:ext cx="167167" cy="332237"/>
            </a:xfrm>
            <a:custGeom>
              <a:avLst/>
              <a:pathLst>
                <a:path w="167167" h="332237">
                  <a:moveTo>
                    <a:pt x="167167" y="0"/>
                  </a:moveTo>
                  <a:lnTo>
                    <a:pt x="161806" y="85"/>
                  </a:lnTo>
                  <a:lnTo>
                    <a:pt x="156450" y="343"/>
                  </a:lnTo>
                  <a:lnTo>
                    <a:pt x="151106" y="773"/>
                  </a:lnTo>
                  <a:lnTo>
                    <a:pt x="145778" y="1374"/>
                  </a:lnTo>
                  <a:lnTo>
                    <a:pt x="140472" y="2145"/>
                  </a:lnTo>
                  <a:lnTo>
                    <a:pt x="135193" y="3086"/>
                  </a:lnTo>
                  <a:lnTo>
                    <a:pt x="129947" y="4196"/>
                  </a:lnTo>
                  <a:lnTo>
                    <a:pt x="124740" y="5473"/>
                  </a:lnTo>
                  <a:lnTo>
                    <a:pt x="119576" y="6917"/>
                  </a:lnTo>
                  <a:lnTo>
                    <a:pt x="114462" y="8526"/>
                  </a:lnTo>
                  <a:lnTo>
                    <a:pt x="109401" y="10297"/>
                  </a:lnTo>
                  <a:lnTo>
                    <a:pt x="104400" y="12231"/>
                  </a:lnTo>
                  <a:lnTo>
                    <a:pt x="99463" y="14323"/>
                  </a:lnTo>
                  <a:lnTo>
                    <a:pt x="94596" y="16573"/>
                  </a:lnTo>
                  <a:lnTo>
                    <a:pt x="89804" y="18978"/>
                  </a:lnTo>
                  <a:lnTo>
                    <a:pt x="85092" y="21535"/>
                  </a:lnTo>
                  <a:lnTo>
                    <a:pt x="80463" y="24242"/>
                  </a:lnTo>
                  <a:lnTo>
                    <a:pt x="75924" y="27096"/>
                  </a:lnTo>
                  <a:lnTo>
                    <a:pt x="71479" y="30095"/>
                  </a:lnTo>
                  <a:lnTo>
                    <a:pt x="67132" y="33234"/>
                  </a:lnTo>
                  <a:lnTo>
                    <a:pt x="62889" y="36511"/>
                  </a:lnTo>
                  <a:lnTo>
                    <a:pt x="58752" y="39922"/>
                  </a:lnTo>
                  <a:lnTo>
                    <a:pt x="54727" y="43465"/>
                  </a:lnTo>
                  <a:lnTo>
                    <a:pt x="50818" y="47134"/>
                  </a:lnTo>
                  <a:lnTo>
                    <a:pt x="47028" y="50927"/>
                  </a:lnTo>
                  <a:lnTo>
                    <a:pt x="43362" y="54840"/>
                  </a:lnTo>
                  <a:lnTo>
                    <a:pt x="39824" y="58868"/>
                  </a:lnTo>
                  <a:lnTo>
                    <a:pt x="36416" y="63008"/>
                  </a:lnTo>
                  <a:lnTo>
                    <a:pt x="33143" y="67255"/>
                  </a:lnTo>
                  <a:lnTo>
                    <a:pt x="30007" y="71604"/>
                  </a:lnTo>
                  <a:lnTo>
                    <a:pt x="27013" y="76052"/>
                  </a:lnTo>
                  <a:lnTo>
                    <a:pt x="24163" y="80594"/>
                  </a:lnTo>
                  <a:lnTo>
                    <a:pt x="21460" y="85224"/>
                  </a:lnTo>
                  <a:lnTo>
                    <a:pt x="18908" y="89939"/>
                  </a:lnTo>
                  <a:lnTo>
                    <a:pt x="16507" y="94734"/>
                  </a:lnTo>
                  <a:lnTo>
                    <a:pt x="14262" y="99603"/>
                  </a:lnTo>
                  <a:lnTo>
                    <a:pt x="12173" y="104541"/>
                  </a:lnTo>
                  <a:lnTo>
                    <a:pt x="10245" y="109544"/>
                  </a:lnTo>
                  <a:lnTo>
                    <a:pt x="8478" y="114606"/>
                  </a:lnTo>
                  <a:lnTo>
                    <a:pt x="6874" y="119722"/>
                  </a:lnTo>
                  <a:lnTo>
                    <a:pt x="5434" y="124887"/>
                  </a:lnTo>
                  <a:lnTo>
                    <a:pt x="4162" y="130096"/>
                  </a:lnTo>
                  <a:lnTo>
                    <a:pt x="3057" y="135343"/>
                  </a:lnTo>
                  <a:lnTo>
                    <a:pt x="2120" y="140622"/>
                  </a:lnTo>
                  <a:lnTo>
                    <a:pt x="1354" y="145929"/>
                  </a:lnTo>
                  <a:lnTo>
                    <a:pt x="758" y="151257"/>
                  </a:lnTo>
                  <a:lnTo>
                    <a:pt x="334" y="156602"/>
                  </a:lnTo>
                  <a:lnTo>
                    <a:pt x="81" y="161958"/>
                  </a:lnTo>
                  <a:lnTo>
                    <a:pt x="0" y="167319"/>
                  </a:lnTo>
                  <a:lnTo>
                    <a:pt x="90" y="172680"/>
                  </a:lnTo>
                  <a:lnTo>
                    <a:pt x="353" y="178035"/>
                  </a:lnTo>
                  <a:lnTo>
                    <a:pt x="787" y="183380"/>
                  </a:lnTo>
                  <a:lnTo>
                    <a:pt x="1393" y="188707"/>
                  </a:lnTo>
                  <a:lnTo>
                    <a:pt x="2169" y="194012"/>
                  </a:lnTo>
                  <a:lnTo>
                    <a:pt x="3115" y="199290"/>
                  </a:lnTo>
                  <a:lnTo>
                    <a:pt x="4229" y="204535"/>
                  </a:lnTo>
                  <a:lnTo>
                    <a:pt x="5512" y="209741"/>
                  </a:lnTo>
                  <a:lnTo>
                    <a:pt x="6960" y="214903"/>
                  </a:lnTo>
                  <a:lnTo>
                    <a:pt x="8573" y="220017"/>
                  </a:lnTo>
                  <a:lnTo>
                    <a:pt x="10350" y="225076"/>
                  </a:lnTo>
                  <a:lnTo>
                    <a:pt x="12288" y="230075"/>
                  </a:lnTo>
                  <a:lnTo>
                    <a:pt x="14385" y="235010"/>
                  </a:lnTo>
                  <a:lnTo>
                    <a:pt x="16639" y="239874"/>
                  </a:lnTo>
                  <a:lnTo>
                    <a:pt x="19048" y="244664"/>
                  </a:lnTo>
                  <a:lnTo>
                    <a:pt x="21610" y="249375"/>
                  </a:lnTo>
                  <a:lnTo>
                    <a:pt x="24321" y="254001"/>
                  </a:lnTo>
                  <a:lnTo>
                    <a:pt x="27179" y="258537"/>
                  </a:lnTo>
                  <a:lnTo>
                    <a:pt x="30182" y="262979"/>
                  </a:lnTo>
                  <a:lnTo>
                    <a:pt x="33325" y="267323"/>
                  </a:lnTo>
                  <a:lnTo>
                    <a:pt x="36606" y="271564"/>
                  </a:lnTo>
                  <a:lnTo>
                    <a:pt x="40021" y="275697"/>
                  </a:lnTo>
                  <a:lnTo>
                    <a:pt x="43567" y="279719"/>
                  </a:lnTo>
                  <a:lnTo>
                    <a:pt x="47240" y="283625"/>
                  </a:lnTo>
                  <a:lnTo>
                    <a:pt x="51037" y="287411"/>
                  </a:lnTo>
                  <a:lnTo>
                    <a:pt x="54953" y="291074"/>
                  </a:lnTo>
                  <a:lnTo>
                    <a:pt x="58984" y="294609"/>
                  </a:lnTo>
                  <a:lnTo>
                    <a:pt x="63127" y="298013"/>
                  </a:lnTo>
                  <a:lnTo>
                    <a:pt x="67376" y="301282"/>
                  </a:lnTo>
                  <a:lnTo>
                    <a:pt x="71729" y="304413"/>
                  </a:lnTo>
                  <a:lnTo>
                    <a:pt x="76180" y="307403"/>
                  </a:lnTo>
                  <a:lnTo>
                    <a:pt x="80724" y="310249"/>
                  </a:lnTo>
                  <a:lnTo>
                    <a:pt x="85357" y="312948"/>
                  </a:lnTo>
                  <a:lnTo>
                    <a:pt x="90074" y="315497"/>
                  </a:lnTo>
                  <a:lnTo>
                    <a:pt x="94871" y="317893"/>
                  </a:lnTo>
                  <a:lnTo>
                    <a:pt x="99742" y="320134"/>
                  </a:lnTo>
                  <a:lnTo>
                    <a:pt x="104682" y="322217"/>
                  </a:lnTo>
                  <a:lnTo>
                    <a:pt x="109687" y="324141"/>
                  </a:lnTo>
                  <a:lnTo>
                    <a:pt x="114750" y="325904"/>
                  </a:lnTo>
                  <a:lnTo>
                    <a:pt x="119868" y="327503"/>
                  </a:lnTo>
                  <a:lnTo>
                    <a:pt x="125034" y="328938"/>
                  </a:lnTo>
                  <a:lnTo>
                    <a:pt x="130244" y="330206"/>
                  </a:lnTo>
                  <a:lnTo>
                    <a:pt x="135492" y="331306"/>
                  </a:lnTo>
                  <a:lnTo>
                    <a:pt x="140772" y="332237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396840" y="4826449"/>
              <a:ext cx="26394" cy="165070"/>
            </a:xfrm>
            <a:custGeom>
              <a:avLst/>
              <a:pathLst>
                <a:path w="26394" h="165070">
                  <a:moveTo>
                    <a:pt x="0" y="165070"/>
                  </a:moveTo>
                  <a:lnTo>
                    <a:pt x="26394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396840" y="4826449"/>
              <a:ext cx="26394" cy="165070"/>
            </a:xfrm>
            <a:custGeom>
              <a:avLst/>
              <a:pathLst>
                <a:path w="26394" h="165070">
                  <a:moveTo>
                    <a:pt x="0" y="165070"/>
                  </a:moveTo>
                  <a:lnTo>
                    <a:pt x="26394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396840" y="4826449"/>
              <a:ext cx="89899" cy="167153"/>
            </a:xfrm>
            <a:custGeom>
              <a:avLst/>
              <a:pathLst>
                <a:path w="89899" h="167153">
                  <a:moveTo>
                    <a:pt x="0" y="165070"/>
                  </a:moveTo>
                  <a:lnTo>
                    <a:pt x="5670" y="165877"/>
                  </a:lnTo>
                  <a:lnTo>
                    <a:pt x="11365" y="166490"/>
                  </a:lnTo>
                  <a:lnTo>
                    <a:pt x="17077" y="166907"/>
                  </a:lnTo>
                  <a:lnTo>
                    <a:pt x="22801" y="167128"/>
                  </a:lnTo>
                  <a:lnTo>
                    <a:pt x="28528" y="167153"/>
                  </a:lnTo>
                  <a:lnTo>
                    <a:pt x="34253" y="166982"/>
                  </a:lnTo>
                  <a:lnTo>
                    <a:pt x="39969" y="166615"/>
                  </a:lnTo>
                  <a:lnTo>
                    <a:pt x="45669" y="166052"/>
                  </a:lnTo>
                  <a:lnTo>
                    <a:pt x="51346" y="165294"/>
                  </a:lnTo>
                  <a:lnTo>
                    <a:pt x="56994" y="164342"/>
                  </a:lnTo>
                  <a:lnTo>
                    <a:pt x="62606" y="163198"/>
                  </a:lnTo>
                  <a:lnTo>
                    <a:pt x="68176" y="161861"/>
                  </a:lnTo>
                  <a:lnTo>
                    <a:pt x="73696" y="160335"/>
                  </a:lnTo>
                  <a:lnTo>
                    <a:pt x="79161" y="158620"/>
                  </a:lnTo>
                  <a:lnTo>
                    <a:pt x="84564" y="156720"/>
                  </a:lnTo>
                  <a:lnTo>
                    <a:pt x="89899" y="154635"/>
                  </a:lnTo>
                  <a:lnTo>
                    <a:pt x="26394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423235" y="4659281"/>
              <a:ext cx="167166" cy="321802"/>
            </a:xfrm>
            <a:custGeom>
              <a:avLst/>
              <a:pathLst>
                <a:path w="167166" h="321802">
                  <a:moveTo>
                    <a:pt x="63504" y="321802"/>
                  </a:moveTo>
                  <a:lnTo>
                    <a:pt x="68419" y="319691"/>
                  </a:lnTo>
                  <a:lnTo>
                    <a:pt x="73264" y="317424"/>
                  </a:lnTo>
                  <a:lnTo>
                    <a:pt x="78034" y="315003"/>
                  </a:lnTo>
                  <a:lnTo>
                    <a:pt x="82724" y="312431"/>
                  </a:lnTo>
                  <a:lnTo>
                    <a:pt x="87329" y="309710"/>
                  </a:lnTo>
                  <a:lnTo>
                    <a:pt x="91845" y="306843"/>
                  </a:lnTo>
                  <a:lnTo>
                    <a:pt x="96266" y="303833"/>
                  </a:lnTo>
                  <a:lnTo>
                    <a:pt x="100590" y="300683"/>
                  </a:lnTo>
                  <a:lnTo>
                    <a:pt x="104810" y="297397"/>
                  </a:lnTo>
                  <a:lnTo>
                    <a:pt x="108923" y="293977"/>
                  </a:lnTo>
                  <a:lnTo>
                    <a:pt x="112924" y="290427"/>
                  </a:lnTo>
                  <a:lnTo>
                    <a:pt x="116810" y="286751"/>
                  </a:lnTo>
                  <a:lnTo>
                    <a:pt x="120576" y="282953"/>
                  </a:lnTo>
                  <a:lnTo>
                    <a:pt x="124218" y="279036"/>
                  </a:lnTo>
                  <a:lnTo>
                    <a:pt x="127734" y="275004"/>
                  </a:lnTo>
                  <a:lnTo>
                    <a:pt x="131119" y="270862"/>
                  </a:lnTo>
                  <a:lnTo>
                    <a:pt x="134369" y="266614"/>
                  </a:lnTo>
                  <a:lnTo>
                    <a:pt x="137482" y="262264"/>
                  </a:lnTo>
                  <a:lnTo>
                    <a:pt x="140454" y="257817"/>
                  </a:lnTo>
                  <a:lnTo>
                    <a:pt x="143282" y="253277"/>
                  </a:lnTo>
                  <a:lnTo>
                    <a:pt x="145964" y="248649"/>
                  </a:lnTo>
                  <a:lnTo>
                    <a:pt x="148496" y="243937"/>
                  </a:lnTo>
                  <a:lnTo>
                    <a:pt x="150876" y="239147"/>
                  </a:lnTo>
                  <a:lnTo>
                    <a:pt x="153102" y="234283"/>
                  </a:lnTo>
                  <a:lnTo>
                    <a:pt x="155171" y="229350"/>
                  </a:lnTo>
                  <a:lnTo>
                    <a:pt x="157081" y="224354"/>
                  </a:lnTo>
                  <a:lnTo>
                    <a:pt x="158830" y="219299"/>
                  </a:lnTo>
                  <a:lnTo>
                    <a:pt x="160417" y="214191"/>
                  </a:lnTo>
                  <a:lnTo>
                    <a:pt x="161839" y="209035"/>
                  </a:lnTo>
                  <a:lnTo>
                    <a:pt x="163096" y="203835"/>
                  </a:lnTo>
                  <a:lnTo>
                    <a:pt x="164185" y="198599"/>
                  </a:lnTo>
                  <a:lnTo>
                    <a:pt x="165107" y="193330"/>
                  </a:lnTo>
                  <a:lnTo>
                    <a:pt x="165859" y="188034"/>
                  </a:lnTo>
                  <a:lnTo>
                    <a:pt x="166442" y="182717"/>
                  </a:lnTo>
                  <a:lnTo>
                    <a:pt x="166854" y="177384"/>
                  </a:lnTo>
                  <a:lnTo>
                    <a:pt x="167096" y="172040"/>
                  </a:lnTo>
                  <a:lnTo>
                    <a:pt x="167166" y="166692"/>
                  </a:lnTo>
                  <a:lnTo>
                    <a:pt x="167065" y="161344"/>
                  </a:lnTo>
                  <a:lnTo>
                    <a:pt x="166794" y="156001"/>
                  </a:lnTo>
                  <a:lnTo>
                    <a:pt x="166351" y="150671"/>
                  </a:lnTo>
                  <a:lnTo>
                    <a:pt x="165738" y="145357"/>
                  </a:lnTo>
                  <a:lnTo>
                    <a:pt x="164955" y="140066"/>
                  </a:lnTo>
                  <a:lnTo>
                    <a:pt x="164004" y="134802"/>
                  </a:lnTo>
                  <a:lnTo>
                    <a:pt x="162885" y="129572"/>
                  </a:lnTo>
                  <a:lnTo>
                    <a:pt x="161598" y="124380"/>
                  </a:lnTo>
                  <a:lnTo>
                    <a:pt x="160147" y="119231"/>
                  </a:lnTo>
                  <a:lnTo>
                    <a:pt x="158531" y="114132"/>
                  </a:lnTo>
                  <a:lnTo>
                    <a:pt x="156753" y="109087"/>
                  </a:lnTo>
                  <a:lnTo>
                    <a:pt x="154815" y="104102"/>
                  </a:lnTo>
                  <a:lnTo>
                    <a:pt x="152718" y="99181"/>
                  </a:lnTo>
                  <a:lnTo>
                    <a:pt x="150465" y="94330"/>
                  </a:lnTo>
                  <a:lnTo>
                    <a:pt x="148057" y="89553"/>
                  </a:lnTo>
                  <a:lnTo>
                    <a:pt x="145498" y="84856"/>
                  </a:lnTo>
                  <a:lnTo>
                    <a:pt x="142790" y="80243"/>
                  </a:lnTo>
                  <a:lnTo>
                    <a:pt x="139936" y="75719"/>
                  </a:lnTo>
                  <a:lnTo>
                    <a:pt x="136939" y="71289"/>
                  </a:lnTo>
                  <a:lnTo>
                    <a:pt x="133801" y="66957"/>
                  </a:lnTo>
                  <a:lnTo>
                    <a:pt x="130527" y="62728"/>
                  </a:lnTo>
                  <a:lnTo>
                    <a:pt x="127119" y="58605"/>
                  </a:lnTo>
                  <a:lnTo>
                    <a:pt x="123580" y="54594"/>
                  </a:lnTo>
                  <a:lnTo>
                    <a:pt x="119915" y="50697"/>
                  </a:lnTo>
                  <a:lnTo>
                    <a:pt x="116128" y="46920"/>
                  </a:lnTo>
                  <a:lnTo>
                    <a:pt x="112221" y="43267"/>
                  </a:lnTo>
                  <a:lnTo>
                    <a:pt x="108200" y="39740"/>
                  </a:lnTo>
                  <a:lnTo>
                    <a:pt x="104067" y="36343"/>
                  </a:lnTo>
                  <a:lnTo>
                    <a:pt x="99829" y="33081"/>
                  </a:lnTo>
                  <a:lnTo>
                    <a:pt x="95488" y="29955"/>
                  </a:lnTo>
                  <a:lnTo>
                    <a:pt x="91049" y="26971"/>
                  </a:lnTo>
                  <a:lnTo>
                    <a:pt x="86517" y="24129"/>
                  </a:lnTo>
                  <a:lnTo>
                    <a:pt x="81896" y="21435"/>
                  </a:lnTo>
                  <a:lnTo>
                    <a:pt x="77192" y="18889"/>
                  </a:lnTo>
                  <a:lnTo>
                    <a:pt x="72408" y="16495"/>
                  </a:lnTo>
                  <a:lnTo>
                    <a:pt x="67551" y="14256"/>
                  </a:lnTo>
                  <a:lnTo>
                    <a:pt x="62624" y="12173"/>
                  </a:lnTo>
                  <a:lnTo>
                    <a:pt x="57633" y="10249"/>
                  </a:lnTo>
                  <a:lnTo>
                    <a:pt x="52583" y="8485"/>
                  </a:lnTo>
                  <a:lnTo>
                    <a:pt x="47480" y="6884"/>
                  </a:lnTo>
                  <a:lnTo>
                    <a:pt x="42327" y="5447"/>
                  </a:lnTo>
                  <a:lnTo>
                    <a:pt x="37132" y="4176"/>
                  </a:lnTo>
                  <a:lnTo>
                    <a:pt x="31898" y="3071"/>
                  </a:lnTo>
                  <a:lnTo>
                    <a:pt x="26632" y="2135"/>
                  </a:lnTo>
                  <a:lnTo>
                    <a:pt x="21338" y="1367"/>
                  </a:lnTo>
                  <a:lnTo>
                    <a:pt x="16022" y="769"/>
                  </a:lnTo>
                  <a:lnTo>
                    <a:pt x="10691" y="342"/>
                  </a:lnTo>
                  <a:lnTo>
                    <a:pt x="5348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561318" y="4213821"/>
              <a:ext cx="267292" cy="334331"/>
            </a:xfrm>
            <a:custGeom>
              <a:avLst/>
              <a:pathLst>
                <a:path w="267292" h="334331">
                  <a:moveTo>
                    <a:pt x="167153" y="0"/>
                  </a:moveTo>
                  <a:lnTo>
                    <a:pt x="161839" y="84"/>
                  </a:lnTo>
                  <a:lnTo>
                    <a:pt x="156530" y="337"/>
                  </a:lnTo>
                  <a:lnTo>
                    <a:pt x="151231" y="760"/>
                  </a:lnTo>
                  <a:lnTo>
                    <a:pt x="145949" y="1350"/>
                  </a:lnTo>
                  <a:lnTo>
                    <a:pt x="140688" y="2108"/>
                  </a:lnTo>
                  <a:lnTo>
                    <a:pt x="135454" y="3033"/>
                  </a:lnTo>
                  <a:lnTo>
                    <a:pt x="130251" y="4123"/>
                  </a:lnTo>
                  <a:lnTo>
                    <a:pt x="125087" y="5379"/>
                  </a:lnTo>
                  <a:lnTo>
                    <a:pt x="119964" y="6798"/>
                  </a:lnTo>
                  <a:lnTo>
                    <a:pt x="114890" y="8379"/>
                  </a:lnTo>
                  <a:lnTo>
                    <a:pt x="109868" y="10121"/>
                  </a:lnTo>
                  <a:lnTo>
                    <a:pt x="104904" y="12022"/>
                  </a:lnTo>
                  <a:lnTo>
                    <a:pt x="100003" y="14079"/>
                  </a:lnTo>
                  <a:lnTo>
                    <a:pt x="95170" y="16292"/>
                  </a:lnTo>
                  <a:lnTo>
                    <a:pt x="90410" y="18656"/>
                  </a:lnTo>
                  <a:lnTo>
                    <a:pt x="85727" y="21171"/>
                  </a:lnTo>
                  <a:lnTo>
                    <a:pt x="81127" y="23834"/>
                  </a:lnTo>
                  <a:lnTo>
                    <a:pt x="76614" y="26641"/>
                  </a:lnTo>
                  <a:lnTo>
                    <a:pt x="72192" y="29591"/>
                  </a:lnTo>
                  <a:lnTo>
                    <a:pt x="67866" y="32679"/>
                  </a:lnTo>
                  <a:lnTo>
                    <a:pt x="63641" y="35904"/>
                  </a:lnTo>
                  <a:lnTo>
                    <a:pt x="59520" y="39261"/>
                  </a:lnTo>
                  <a:lnTo>
                    <a:pt x="55508" y="42747"/>
                  </a:lnTo>
                  <a:lnTo>
                    <a:pt x="51609" y="46360"/>
                  </a:lnTo>
                  <a:lnTo>
                    <a:pt x="47826" y="50094"/>
                  </a:lnTo>
                  <a:lnTo>
                    <a:pt x="44165" y="53947"/>
                  </a:lnTo>
                  <a:lnTo>
                    <a:pt x="40627" y="57914"/>
                  </a:lnTo>
                  <a:lnTo>
                    <a:pt x="37218" y="61992"/>
                  </a:lnTo>
                  <a:lnTo>
                    <a:pt x="33940" y="66176"/>
                  </a:lnTo>
                  <a:lnTo>
                    <a:pt x="30797" y="70462"/>
                  </a:lnTo>
                  <a:lnTo>
                    <a:pt x="27791" y="74846"/>
                  </a:lnTo>
                  <a:lnTo>
                    <a:pt x="24926" y="79324"/>
                  </a:lnTo>
                  <a:lnTo>
                    <a:pt x="22206" y="83890"/>
                  </a:lnTo>
                  <a:lnTo>
                    <a:pt x="19631" y="88540"/>
                  </a:lnTo>
                  <a:lnTo>
                    <a:pt x="17206" y="93270"/>
                  </a:lnTo>
                  <a:lnTo>
                    <a:pt x="14933" y="98074"/>
                  </a:lnTo>
                  <a:lnTo>
                    <a:pt x="12813" y="102948"/>
                  </a:lnTo>
                  <a:lnTo>
                    <a:pt x="10849" y="107888"/>
                  </a:lnTo>
                  <a:lnTo>
                    <a:pt x="9044" y="112887"/>
                  </a:lnTo>
                  <a:lnTo>
                    <a:pt x="7398" y="117941"/>
                  </a:lnTo>
                  <a:lnTo>
                    <a:pt x="5914" y="123045"/>
                  </a:lnTo>
                  <a:lnTo>
                    <a:pt x="4593" y="128193"/>
                  </a:lnTo>
                  <a:lnTo>
                    <a:pt x="3436" y="133381"/>
                  </a:lnTo>
                  <a:lnTo>
                    <a:pt x="2444" y="138603"/>
                  </a:lnTo>
                  <a:lnTo>
                    <a:pt x="1620" y="143854"/>
                  </a:lnTo>
                  <a:lnTo>
                    <a:pt x="962" y="149128"/>
                  </a:lnTo>
                  <a:lnTo>
                    <a:pt x="473" y="154421"/>
                  </a:lnTo>
                  <a:lnTo>
                    <a:pt x="152" y="159727"/>
                  </a:lnTo>
                  <a:lnTo>
                    <a:pt x="0" y="165040"/>
                  </a:lnTo>
                  <a:lnTo>
                    <a:pt x="16" y="170355"/>
                  </a:lnTo>
                  <a:lnTo>
                    <a:pt x="202" y="175667"/>
                  </a:lnTo>
                  <a:lnTo>
                    <a:pt x="557" y="180970"/>
                  </a:lnTo>
                  <a:lnTo>
                    <a:pt x="1080" y="186260"/>
                  </a:lnTo>
                  <a:lnTo>
                    <a:pt x="1771" y="191530"/>
                  </a:lnTo>
                  <a:lnTo>
                    <a:pt x="2629" y="196775"/>
                  </a:lnTo>
                  <a:lnTo>
                    <a:pt x="3653" y="201991"/>
                  </a:lnTo>
                  <a:lnTo>
                    <a:pt x="4843" y="207171"/>
                  </a:lnTo>
                  <a:lnTo>
                    <a:pt x="6197" y="212311"/>
                  </a:lnTo>
                  <a:lnTo>
                    <a:pt x="7714" y="217406"/>
                  </a:lnTo>
                  <a:lnTo>
                    <a:pt x="9391" y="222449"/>
                  </a:lnTo>
                  <a:lnTo>
                    <a:pt x="11229" y="227437"/>
                  </a:lnTo>
                  <a:lnTo>
                    <a:pt x="13224" y="232364"/>
                  </a:lnTo>
                  <a:lnTo>
                    <a:pt x="15374" y="237224"/>
                  </a:lnTo>
                  <a:lnTo>
                    <a:pt x="17678" y="242014"/>
                  </a:lnTo>
                  <a:lnTo>
                    <a:pt x="20133" y="246729"/>
                  </a:lnTo>
                  <a:lnTo>
                    <a:pt x="22737" y="251362"/>
                  </a:lnTo>
                  <a:lnTo>
                    <a:pt x="25487" y="255911"/>
                  </a:lnTo>
                  <a:lnTo>
                    <a:pt x="28380" y="260370"/>
                  </a:lnTo>
                  <a:lnTo>
                    <a:pt x="31413" y="264735"/>
                  </a:lnTo>
                  <a:lnTo>
                    <a:pt x="34584" y="269001"/>
                  </a:lnTo>
                  <a:lnTo>
                    <a:pt x="37888" y="273164"/>
                  </a:lnTo>
                  <a:lnTo>
                    <a:pt x="41323" y="277220"/>
                  </a:lnTo>
                  <a:lnTo>
                    <a:pt x="44886" y="281165"/>
                  </a:lnTo>
                  <a:lnTo>
                    <a:pt x="48572" y="284995"/>
                  </a:lnTo>
                  <a:lnTo>
                    <a:pt x="52378" y="288705"/>
                  </a:lnTo>
                  <a:lnTo>
                    <a:pt x="56300" y="292292"/>
                  </a:lnTo>
                  <a:lnTo>
                    <a:pt x="60334" y="295753"/>
                  </a:lnTo>
                  <a:lnTo>
                    <a:pt x="64476" y="299084"/>
                  </a:lnTo>
                  <a:lnTo>
                    <a:pt x="68721" y="302282"/>
                  </a:lnTo>
                  <a:lnTo>
                    <a:pt x="73067" y="305343"/>
                  </a:lnTo>
                  <a:lnTo>
                    <a:pt x="77507" y="308264"/>
                  </a:lnTo>
                  <a:lnTo>
                    <a:pt x="82038" y="311043"/>
                  </a:lnTo>
                  <a:lnTo>
                    <a:pt x="86655" y="313676"/>
                  </a:lnTo>
                  <a:lnTo>
                    <a:pt x="91354" y="316162"/>
                  </a:lnTo>
                  <a:lnTo>
                    <a:pt x="96129" y="318496"/>
                  </a:lnTo>
                  <a:lnTo>
                    <a:pt x="100976" y="320678"/>
                  </a:lnTo>
                  <a:lnTo>
                    <a:pt x="105890" y="322704"/>
                  </a:lnTo>
                  <a:lnTo>
                    <a:pt x="110866" y="324573"/>
                  </a:lnTo>
                  <a:lnTo>
                    <a:pt x="115898" y="326283"/>
                  </a:lnTo>
                  <a:lnTo>
                    <a:pt x="120983" y="327832"/>
                  </a:lnTo>
                  <a:lnTo>
                    <a:pt x="126114" y="329219"/>
                  </a:lnTo>
                  <a:lnTo>
                    <a:pt x="131287" y="330441"/>
                  </a:lnTo>
                  <a:lnTo>
                    <a:pt x="136496" y="331499"/>
                  </a:lnTo>
                  <a:lnTo>
                    <a:pt x="141736" y="332391"/>
                  </a:lnTo>
                  <a:lnTo>
                    <a:pt x="147001" y="333115"/>
                  </a:lnTo>
                  <a:lnTo>
                    <a:pt x="152287" y="333672"/>
                  </a:lnTo>
                  <a:lnTo>
                    <a:pt x="157588" y="334061"/>
                  </a:lnTo>
                  <a:lnTo>
                    <a:pt x="162899" y="334280"/>
                  </a:lnTo>
                  <a:lnTo>
                    <a:pt x="168214" y="334331"/>
                  </a:lnTo>
                  <a:lnTo>
                    <a:pt x="173528" y="334213"/>
                  </a:lnTo>
                  <a:lnTo>
                    <a:pt x="178836" y="333926"/>
                  </a:lnTo>
                  <a:lnTo>
                    <a:pt x="184131" y="333470"/>
                  </a:lnTo>
                  <a:lnTo>
                    <a:pt x="189410" y="332846"/>
                  </a:lnTo>
                  <a:lnTo>
                    <a:pt x="194666" y="332055"/>
                  </a:lnTo>
                  <a:lnTo>
                    <a:pt x="199894" y="331097"/>
                  </a:lnTo>
                  <a:lnTo>
                    <a:pt x="205089" y="329973"/>
                  </a:lnTo>
                  <a:lnTo>
                    <a:pt x="210246" y="328685"/>
                  </a:lnTo>
                  <a:lnTo>
                    <a:pt x="215359" y="327233"/>
                  </a:lnTo>
                  <a:lnTo>
                    <a:pt x="220424" y="325620"/>
                  </a:lnTo>
                  <a:lnTo>
                    <a:pt x="225434" y="323846"/>
                  </a:lnTo>
                  <a:lnTo>
                    <a:pt x="230386" y="321914"/>
                  </a:lnTo>
                  <a:lnTo>
                    <a:pt x="235274" y="319825"/>
                  </a:lnTo>
                  <a:lnTo>
                    <a:pt x="240093" y="317582"/>
                  </a:lnTo>
                  <a:lnTo>
                    <a:pt x="244838" y="315188"/>
                  </a:lnTo>
                  <a:lnTo>
                    <a:pt x="249504" y="312643"/>
                  </a:lnTo>
                  <a:lnTo>
                    <a:pt x="254088" y="309951"/>
                  </a:lnTo>
                  <a:lnTo>
                    <a:pt x="258583" y="307115"/>
                  </a:lnTo>
                  <a:lnTo>
                    <a:pt x="262986" y="304138"/>
                  </a:lnTo>
                  <a:lnTo>
                    <a:pt x="267292" y="301022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728472" y="4380988"/>
              <a:ext cx="100138" cy="133855"/>
            </a:xfrm>
            <a:custGeom>
              <a:avLst/>
              <a:pathLst>
                <a:path w="100138" h="133855">
                  <a:moveTo>
                    <a:pt x="100138" y="13385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728472" y="4380988"/>
              <a:ext cx="161461" cy="133855"/>
            </a:xfrm>
            <a:custGeom>
              <a:avLst/>
              <a:pathLst>
                <a:path w="161461" h="133855">
                  <a:moveTo>
                    <a:pt x="100138" y="133855"/>
                  </a:moveTo>
                  <a:lnTo>
                    <a:pt x="104543" y="130444"/>
                  </a:lnTo>
                  <a:lnTo>
                    <a:pt x="108831" y="126888"/>
                  </a:lnTo>
                  <a:lnTo>
                    <a:pt x="112998" y="123192"/>
                  </a:lnTo>
                  <a:lnTo>
                    <a:pt x="117040" y="119359"/>
                  </a:lnTo>
                  <a:lnTo>
                    <a:pt x="120951" y="115393"/>
                  </a:lnTo>
                  <a:lnTo>
                    <a:pt x="124729" y="111299"/>
                  </a:lnTo>
                  <a:lnTo>
                    <a:pt x="128368" y="107081"/>
                  </a:lnTo>
                  <a:lnTo>
                    <a:pt x="131864" y="102745"/>
                  </a:lnTo>
                  <a:lnTo>
                    <a:pt x="135214" y="98294"/>
                  </a:lnTo>
                  <a:lnTo>
                    <a:pt x="138414" y="93735"/>
                  </a:lnTo>
                  <a:lnTo>
                    <a:pt x="141461" y="89071"/>
                  </a:lnTo>
                  <a:lnTo>
                    <a:pt x="144350" y="84308"/>
                  </a:lnTo>
                  <a:lnTo>
                    <a:pt x="147078" y="79452"/>
                  </a:lnTo>
                  <a:lnTo>
                    <a:pt x="149644" y="74508"/>
                  </a:lnTo>
                  <a:lnTo>
                    <a:pt x="152043" y="69481"/>
                  </a:lnTo>
                  <a:lnTo>
                    <a:pt x="154274" y="64376"/>
                  </a:lnTo>
                  <a:lnTo>
                    <a:pt x="156333" y="59200"/>
                  </a:lnTo>
                  <a:lnTo>
                    <a:pt x="158219" y="53959"/>
                  </a:lnTo>
                  <a:lnTo>
                    <a:pt x="159929" y="48657"/>
                  </a:lnTo>
                  <a:lnTo>
                    <a:pt x="161461" y="43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6728472" y="4213821"/>
              <a:ext cx="167165" cy="210469"/>
            </a:xfrm>
            <a:custGeom>
              <a:avLst/>
              <a:pathLst>
                <a:path w="167165" h="210469">
                  <a:moveTo>
                    <a:pt x="161461" y="210469"/>
                  </a:moveTo>
                  <a:lnTo>
                    <a:pt x="162770" y="205256"/>
                  </a:lnTo>
                  <a:lnTo>
                    <a:pt x="163910" y="200003"/>
                  </a:lnTo>
                  <a:lnTo>
                    <a:pt x="164881" y="194717"/>
                  </a:lnTo>
                  <a:lnTo>
                    <a:pt x="165682" y="189402"/>
                  </a:lnTo>
                  <a:lnTo>
                    <a:pt x="166311" y="184064"/>
                  </a:lnTo>
                  <a:lnTo>
                    <a:pt x="166768" y="178708"/>
                  </a:lnTo>
                  <a:lnTo>
                    <a:pt x="167053" y="173341"/>
                  </a:lnTo>
                  <a:lnTo>
                    <a:pt x="167165" y="167967"/>
                  </a:lnTo>
                  <a:lnTo>
                    <a:pt x="167104" y="162592"/>
                  </a:lnTo>
                  <a:lnTo>
                    <a:pt x="166871" y="157222"/>
                  </a:lnTo>
                  <a:lnTo>
                    <a:pt x="166465" y="151863"/>
                  </a:lnTo>
                  <a:lnTo>
                    <a:pt x="165887" y="146519"/>
                  </a:lnTo>
                  <a:lnTo>
                    <a:pt x="165137" y="141196"/>
                  </a:lnTo>
                  <a:lnTo>
                    <a:pt x="164217" y="135901"/>
                  </a:lnTo>
                  <a:lnTo>
                    <a:pt x="163127" y="130638"/>
                  </a:lnTo>
                  <a:lnTo>
                    <a:pt x="161868" y="125412"/>
                  </a:lnTo>
                  <a:lnTo>
                    <a:pt x="160442" y="120230"/>
                  </a:lnTo>
                  <a:lnTo>
                    <a:pt x="158850" y="115096"/>
                  </a:lnTo>
                  <a:lnTo>
                    <a:pt x="157094" y="110016"/>
                  </a:lnTo>
                  <a:lnTo>
                    <a:pt x="155175" y="104995"/>
                  </a:lnTo>
                  <a:lnTo>
                    <a:pt x="153096" y="100038"/>
                  </a:lnTo>
                  <a:lnTo>
                    <a:pt x="150859" y="95151"/>
                  </a:lnTo>
                  <a:lnTo>
                    <a:pt x="148466" y="90338"/>
                  </a:lnTo>
                  <a:lnTo>
                    <a:pt x="145919" y="85605"/>
                  </a:lnTo>
                  <a:lnTo>
                    <a:pt x="143222" y="80956"/>
                  </a:lnTo>
                  <a:lnTo>
                    <a:pt x="140376" y="76396"/>
                  </a:lnTo>
                  <a:lnTo>
                    <a:pt x="137385" y="71930"/>
                  </a:lnTo>
                  <a:lnTo>
                    <a:pt x="134252" y="67562"/>
                  </a:lnTo>
                  <a:lnTo>
                    <a:pt x="130981" y="63298"/>
                  </a:lnTo>
                  <a:lnTo>
                    <a:pt x="127574" y="59140"/>
                  </a:lnTo>
                  <a:lnTo>
                    <a:pt x="124035" y="55095"/>
                  </a:lnTo>
                  <a:lnTo>
                    <a:pt x="120368" y="51165"/>
                  </a:lnTo>
                  <a:lnTo>
                    <a:pt x="116576" y="47355"/>
                  </a:lnTo>
                  <a:lnTo>
                    <a:pt x="112664" y="43669"/>
                  </a:lnTo>
                  <a:lnTo>
                    <a:pt x="108635" y="40111"/>
                  </a:lnTo>
                  <a:lnTo>
                    <a:pt x="104495" y="36684"/>
                  </a:lnTo>
                  <a:lnTo>
                    <a:pt x="100246" y="33392"/>
                  </a:lnTo>
                  <a:lnTo>
                    <a:pt x="95893" y="30239"/>
                  </a:lnTo>
                  <a:lnTo>
                    <a:pt x="91441" y="27226"/>
                  </a:lnTo>
                  <a:lnTo>
                    <a:pt x="86895" y="24359"/>
                  </a:lnTo>
                  <a:lnTo>
                    <a:pt x="82259" y="21639"/>
                  </a:lnTo>
                  <a:lnTo>
                    <a:pt x="77538" y="19070"/>
                  </a:lnTo>
                  <a:lnTo>
                    <a:pt x="72737" y="16654"/>
                  </a:lnTo>
                  <a:lnTo>
                    <a:pt x="67860" y="14393"/>
                  </a:lnTo>
                  <a:lnTo>
                    <a:pt x="62913" y="12290"/>
                  </a:lnTo>
                  <a:lnTo>
                    <a:pt x="57902" y="10348"/>
                  </a:lnTo>
                  <a:lnTo>
                    <a:pt x="52830" y="8567"/>
                  </a:lnTo>
                  <a:lnTo>
                    <a:pt x="47704" y="6951"/>
                  </a:lnTo>
                  <a:lnTo>
                    <a:pt x="42529" y="5500"/>
                  </a:lnTo>
                  <a:lnTo>
                    <a:pt x="37309" y="4216"/>
                  </a:lnTo>
                  <a:lnTo>
                    <a:pt x="32051" y="3101"/>
                  </a:lnTo>
                  <a:lnTo>
                    <a:pt x="26760" y="2155"/>
                  </a:lnTo>
                  <a:lnTo>
                    <a:pt x="21441" y="1380"/>
                  </a:lnTo>
                  <a:lnTo>
                    <a:pt x="16100" y="777"/>
                  </a:lnTo>
                  <a:lnTo>
                    <a:pt x="10743" y="345"/>
                  </a:lnTo>
                  <a:lnTo>
                    <a:pt x="5374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1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g81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g812"/>
            <p:cNvSpPr/>
            <p:nvPr/>
          </p:nvSpPr>
          <p:spPr>
            <a:xfrm>
              <a:off x="6751864" y="3707720"/>
              <a:ext cx="188205" cy="334334"/>
            </a:xfrm>
            <a:custGeom>
              <a:avLst/>
              <a:pathLst>
                <a:path w="188205" h="334334">
                  <a:moveTo>
                    <a:pt x="167147" y="0"/>
                  </a:moveTo>
                  <a:lnTo>
                    <a:pt x="161844" y="84"/>
                  </a:lnTo>
                  <a:lnTo>
                    <a:pt x="156546" y="336"/>
                  </a:lnTo>
                  <a:lnTo>
                    <a:pt x="151259" y="756"/>
                  </a:lnTo>
                  <a:lnTo>
                    <a:pt x="145989" y="1344"/>
                  </a:lnTo>
                  <a:lnTo>
                    <a:pt x="140739" y="2099"/>
                  </a:lnTo>
                  <a:lnTo>
                    <a:pt x="135516" y="3019"/>
                  </a:lnTo>
                  <a:lnTo>
                    <a:pt x="130325" y="4105"/>
                  </a:lnTo>
                  <a:lnTo>
                    <a:pt x="125171" y="5355"/>
                  </a:lnTo>
                  <a:lnTo>
                    <a:pt x="120059" y="6768"/>
                  </a:lnTo>
                  <a:lnTo>
                    <a:pt x="114994" y="8343"/>
                  </a:lnTo>
                  <a:lnTo>
                    <a:pt x="109983" y="10077"/>
                  </a:lnTo>
                  <a:lnTo>
                    <a:pt x="105028" y="11970"/>
                  </a:lnTo>
                  <a:lnTo>
                    <a:pt x="100136" y="14018"/>
                  </a:lnTo>
                  <a:lnTo>
                    <a:pt x="95312" y="16221"/>
                  </a:lnTo>
                  <a:lnTo>
                    <a:pt x="90560" y="18576"/>
                  </a:lnTo>
                  <a:lnTo>
                    <a:pt x="85885" y="21080"/>
                  </a:lnTo>
                  <a:lnTo>
                    <a:pt x="81291" y="23731"/>
                  </a:lnTo>
                  <a:lnTo>
                    <a:pt x="76784" y="26527"/>
                  </a:lnTo>
                  <a:lnTo>
                    <a:pt x="72369" y="29464"/>
                  </a:lnTo>
                  <a:lnTo>
                    <a:pt x="68048" y="32540"/>
                  </a:lnTo>
                  <a:lnTo>
                    <a:pt x="63827" y="35751"/>
                  </a:lnTo>
                  <a:lnTo>
                    <a:pt x="59711" y="39095"/>
                  </a:lnTo>
                  <a:lnTo>
                    <a:pt x="55702" y="42567"/>
                  </a:lnTo>
                  <a:lnTo>
                    <a:pt x="51806" y="46165"/>
                  </a:lnTo>
                  <a:lnTo>
                    <a:pt x="48025" y="49885"/>
                  </a:lnTo>
                  <a:lnTo>
                    <a:pt x="44365" y="53723"/>
                  </a:lnTo>
                  <a:lnTo>
                    <a:pt x="40828" y="57675"/>
                  </a:lnTo>
                  <a:lnTo>
                    <a:pt x="37418" y="61737"/>
                  </a:lnTo>
                  <a:lnTo>
                    <a:pt x="34139" y="65905"/>
                  </a:lnTo>
                  <a:lnTo>
                    <a:pt x="30994" y="70176"/>
                  </a:lnTo>
                  <a:lnTo>
                    <a:pt x="27986" y="74543"/>
                  </a:lnTo>
                  <a:lnTo>
                    <a:pt x="25117" y="79004"/>
                  </a:lnTo>
                  <a:lnTo>
                    <a:pt x="22392" y="83554"/>
                  </a:lnTo>
                  <a:lnTo>
                    <a:pt x="19813" y="88188"/>
                  </a:lnTo>
                  <a:lnTo>
                    <a:pt x="17381" y="92902"/>
                  </a:lnTo>
                  <a:lnTo>
                    <a:pt x="15101" y="97690"/>
                  </a:lnTo>
                  <a:lnTo>
                    <a:pt x="12974" y="102548"/>
                  </a:lnTo>
                  <a:lnTo>
                    <a:pt x="11001" y="107471"/>
                  </a:lnTo>
                  <a:lnTo>
                    <a:pt x="9186" y="112454"/>
                  </a:lnTo>
                  <a:lnTo>
                    <a:pt x="7530" y="117493"/>
                  </a:lnTo>
                  <a:lnTo>
                    <a:pt x="6035" y="122581"/>
                  </a:lnTo>
                  <a:lnTo>
                    <a:pt x="4701" y="127714"/>
                  </a:lnTo>
                  <a:lnTo>
                    <a:pt x="3532" y="132887"/>
                  </a:lnTo>
                  <a:lnTo>
                    <a:pt x="2527" y="138095"/>
                  </a:lnTo>
                  <a:lnTo>
                    <a:pt x="1687" y="143331"/>
                  </a:lnTo>
                  <a:lnTo>
                    <a:pt x="1014" y="148592"/>
                  </a:lnTo>
                  <a:lnTo>
                    <a:pt x="509" y="153871"/>
                  </a:lnTo>
                  <a:lnTo>
                    <a:pt x="171" y="159164"/>
                  </a:lnTo>
                  <a:lnTo>
                    <a:pt x="1" y="164465"/>
                  </a:lnTo>
                  <a:lnTo>
                    <a:pt x="0" y="169769"/>
                  </a:lnTo>
                  <a:lnTo>
                    <a:pt x="166" y="175069"/>
                  </a:lnTo>
                  <a:lnTo>
                    <a:pt x="501" y="180362"/>
                  </a:lnTo>
                  <a:lnTo>
                    <a:pt x="1003" y="185642"/>
                  </a:lnTo>
                  <a:lnTo>
                    <a:pt x="1673" y="190903"/>
                  </a:lnTo>
                  <a:lnTo>
                    <a:pt x="2509" y="196140"/>
                  </a:lnTo>
                  <a:lnTo>
                    <a:pt x="3511" y="201348"/>
                  </a:lnTo>
                  <a:lnTo>
                    <a:pt x="4678" y="206522"/>
                  </a:lnTo>
                  <a:lnTo>
                    <a:pt x="6008" y="211656"/>
                  </a:lnTo>
                  <a:lnTo>
                    <a:pt x="7500" y="216745"/>
                  </a:lnTo>
                  <a:lnTo>
                    <a:pt x="9153" y="221785"/>
                  </a:lnTo>
                  <a:lnTo>
                    <a:pt x="10966" y="226769"/>
                  </a:lnTo>
                  <a:lnTo>
                    <a:pt x="12935" y="231693"/>
                  </a:lnTo>
                  <a:lnTo>
                    <a:pt x="15059" y="236553"/>
                  </a:lnTo>
                  <a:lnTo>
                    <a:pt x="17337" y="241342"/>
                  </a:lnTo>
                  <a:lnTo>
                    <a:pt x="19765" y="246057"/>
                  </a:lnTo>
                  <a:lnTo>
                    <a:pt x="22342" y="250693"/>
                  </a:lnTo>
                  <a:lnTo>
                    <a:pt x="25064" y="255244"/>
                  </a:lnTo>
                  <a:lnTo>
                    <a:pt x="27930" y="259707"/>
                  </a:lnTo>
                  <a:lnTo>
                    <a:pt x="30936" y="264077"/>
                  </a:lnTo>
                  <a:lnTo>
                    <a:pt x="34078" y="268349"/>
                  </a:lnTo>
                  <a:lnTo>
                    <a:pt x="37355" y="272519"/>
                  </a:lnTo>
                  <a:lnTo>
                    <a:pt x="40762" y="276583"/>
                  </a:lnTo>
                  <a:lnTo>
                    <a:pt x="44297" y="280537"/>
                  </a:lnTo>
                  <a:lnTo>
                    <a:pt x="47955" y="284377"/>
                  </a:lnTo>
                  <a:lnTo>
                    <a:pt x="51733" y="288099"/>
                  </a:lnTo>
                  <a:lnTo>
                    <a:pt x="55627" y="291700"/>
                  </a:lnTo>
                  <a:lnTo>
                    <a:pt x="59634" y="295174"/>
                  </a:lnTo>
                  <a:lnTo>
                    <a:pt x="63749" y="298521"/>
                  </a:lnTo>
                  <a:lnTo>
                    <a:pt x="67967" y="301734"/>
                  </a:lnTo>
                  <a:lnTo>
                    <a:pt x="72286" y="304813"/>
                  </a:lnTo>
                  <a:lnTo>
                    <a:pt x="76700" y="307753"/>
                  </a:lnTo>
                  <a:lnTo>
                    <a:pt x="81205" y="310551"/>
                  </a:lnTo>
                  <a:lnTo>
                    <a:pt x="85797" y="313205"/>
                  </a:lnTo>
                  <a:lnTo>
                    <a:pt x="90470" y="315712"/>
                  </a:lnTo>
                  <a:lnTo>
                    <a:pt x="95221" y="318070"/>
                  </a:lnTo>
                  <a:lnTo>
                    <a:pt x="100044" y="320275"/>
                  </a:lnTo>
                  <a:lnTo>
                    <a:pt x="104935" y="322327"/>
                  </a:lnTo>
                  <a:lnTo>
                    <a:pt x="109888" y="324222"/>
                  </a:lnTo>
                  <a:lnTo>
                    <a:pt x="114899" y="325960"/>
                  </a:lnTo>
                  <a:lnTo>
                    <a:pt x="119963" y="327537"/>
                  </a:lnTo>
                  <a:lnTo>
                    <a:pt x="125074" y="328953"/>
                  </a:lnTo>
                  <a:lnTo>
                    <a:pt x="130227" y="330206"/>
                  </a:lnTo>
                  <a:lnTo>
                    <a:pt x="135418" y="331296"/>
                  </a:lnTo>
                  <a:lnTo>
                    <a:pt x="140640" y="332219"/>
                  </a:lnTo>
                  <a:lnTo>
                    <a:pt x="145889" y="332977"/>
                  </a:lnTo>
                  <a:lnTo>
                    <a:pt x="151160" y="333568"/>
                  </a:lnTo>
                  <a:lnTo>
                    <a:pt x="156446" y="333992"/>
                  </a:lnTo>
                  <a:lnTo>
                    <a:pt x="161744" y="334247"/>
                  </a:lnTo>
                  <a:lnTo>
                    <a:pt x="167046" y="334334"/>
                  </a:lnTo>
                  <a:lnTo>
                    <a:pt x="172349" y="334253"/>
                  </a:lnTo>
                  <a:lnTo>
                    <a:pt x="177647" y="334004"/>
                  </a:lnTo>
                  <a:lnTo>
                    <a:pt x="182934" y="333587"/>
                  </a:lnTo>
                  <a:lnTo>
                    <a:pt x="188205" y="333003"/>
                  </a:lnTo>
                  <a:lnTo>
                    <a:pt x="167147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g813"/>
            <p:cNvSpPr/>
            <p:nvPr/>
          </p:nvSpPr>
          <p:spPr>
            <a:xfrm>
              <a:off x="6919011" y="3713026"/>
              <a:ext cx="167167" cy="327697"/>
            </a:xfrm>
            <a:custGeom>
              <a:avLst/>
              <a:pathLst>
                <a:path w="167167" h="327697">
                  <a:moveTo>
                    <a:pt x="21058" y="327697"/>
                  </a:moveTo>
                  <a:lnTo>
                    <a:pt x="26374" y="326935"/>
                  </a:lnTo>
                  <a:lnTo>
                    <a:pt x="31662" y="326003"/>
                  </a:lnTo>
                  <a:lnTo>
                    <a:pt x="36918" y="324901"/>
                  </a:lnTo>
                  <a:lnTo>
                    <a:pt x="42135" y="323631"/>
                  </a:lnTo>
                  <a:lnTo>
                    <a:pt x="47309" y="322195"/>
                  </a:lnTo>
                  <a:lnTo>
                    <a:pt x="52434" y="320592"/>
                  </a:lnTo>
                  <a:lnTo>
                    <a:pt x="57506" y="318826"/>
                  </a:lnTo>
                  <a:lnTo>
                    <a:pt x="62517" y="316898"/>
                  </a:lnTo>
                  <a:lnTo>
                    <a:pt x="67465" y="314810"/>
                  </a:lnTo>
                  <a:lnTo>
                    <a:pt x="72342" y="312565"/>
                  </a:lnTo>
                  <a:lnTo>
                    <a:pt x="77145" y="310163"/>
                  </a:lnTo>
                  <a:lnTo>
                    <a:pt x="81869" y="307609"/>
                  </a:lnTo>
                  <a:lnTo>
                    <a:pt x="86508" y="304904"/>
                  </a:lnTo>
                  <a:lnTo>
                    <a:pt x="91058" y="302052"/>
                  </a:lnTo>
                  <a:lnTo>
                    <a:pt x="95513" y="299055"/>
                  </a:lnTo>
                  <a:lnTo>
                    <a:pt x="99870" y="295916"/>
                  </a:lnTo>
                  <a:lnTo>
                    <a:pt x="104125" y="292639"/>
                  </a:lnTo>
                  <a:lnTo>
                    <a:pt x="108271" y="289228"/>
                  </a:lnTo>
                  <a:lnTo>
                    <a:pt x="112306" y="285684"/>
                  </a:lnTo>
                  <a:lnTo>
                    <a:pt x="116225" y="282013"/>
                  </a:lnTo>
                  <a:lnTo>
                    <a:pt x="120024" y="278218"/>
                  </a:lnTo>
                  <a:lnTo>
                    <a:pt x="123700" y="274303"/>
                  </a:lnTo>
                  <a:lnTo>
                    <a:pt x="127247" y="270272"/>
                  </a:lnTo>
                  <a:lnTo>
                    <a:pt x="130664" y="266129"/>
                  </a:lnTo>
                  <a:lnTo>
                    <a:pt x="133945" y="261879"/>
                  </a:lnTo>
                  <a:lnTo>
                    <a:pt x="137089" y="257525"/>
                  </a:lnTo>
                  <a:lnTo>
                    <a:pt x="140090" y="253073"/>
                  </a:lnTo>
                  <a:lnTo>
                    <a:pt x="142948" y="248526"/>
                  </a:lnTo>
                  <a:lnTo>
                    <a:pt x="145657" y="243890"/>
                  </a:lnTo>
                  <a:lnTo>
                    <a:pt x="148217" y="239169"/>
                  </a:lnTo>
                  <a:lnTo>
                    <a:pt x="150623" y="234369"/>
                  </a:lnTo>
                  <a:lnTo>
                    <a:pt x="152875" y="229494"/>
                  </a:lnTo>
                  <a:lnTo>
                    <a:pt x="154968" y="224549"/>
                  </a:lnTo>
                  <a:lnTo>
                    <a:pt x="156901" y="219539"/>
                  </a:lnTo>
                  <a:lnTo>
                    <a:pt x="158673" y="214470"/>
                  </a:lnTo>
                  <a:lnTo>
                    <a:pt x="160281" y="209346"/>
                  </a:lnTo>
                  <a:lnTo>
                    <a:pt x="161723" y="204174"/>
                  </a:lnTo>
                  <a:lnTo>
                    <a:pt x="162999" y="198958"/>
                  </a:lnTo>
                  <a:lnTo>
                    <a:pt x="164106" y="193703"/>
                  </a:lnTo>
                  <a:lnTo>
                    <a:pt x="165044" y="188416"/>
                  </a:lnTo>
                  <a:lnTo>
                    <a:pt x="165812" y="183101"/>
                  </a:lnTo>
                  <a:lnTo>
                    <a:pt x="166409" y="177765"/>
                  </a:lnTo>
                  <a:lnTo>
                    <a:pt x="166834" y="172412"/>
                  </a:lnTo>
                  <a:lnTo>
                    <a:pt x="167086" y="167048"/>
                  </a:lnTo>
                  <a:lnTo>
                    <a:pt x="167167" y="161678"/>
                  </a:lnTo>
                  <a:lnTo>
                    <a:pt x="167075" y="156309"/>
                  </a:lnTo>
                  <a:lnTo>
                    <a:pt x="166810" y="150946"/>
                  </a:lnTo>
                  <a:lnTo>
                    <a:pt x="166374" y="145594"/>
                  </a:lnTo>
                  <a:lnTo>
                    <a:pt x="165765" y="140259"/>
                  </a:lnTo>
                  <a:lnTo>
                    <a:pt x="164986" y="134946"/>
                  </a:lnTo>
                  <a:lnTo>
                    <a:pt x="164036" y="129660"/>
                  </a:lnTo>
                  <a:lnTo>
                    <a:pt x="162917" y="124408"/>
                  </a:lnTo>
                  <a:lnTo>
                    <a:pt x="161630" y="119195"/>
                  </a:lnTo>
                  <a:lnTo>
                    <a:pt x="160177" y="114026"/>
                  </a:lnTo>
                  <a:lnTo>
                    <a:pt x="158558" y="108906"/>
                  </a:lnTo>
                  <a:lnTo>
                    <a:pt x="156775" y="103840"/>
                  </a:lnTo>
                  <a:lnTo>
                    <a:pt x="154831" y="98835"/>
                  </a:lnTo>
                  <a:lnTo>
                    <a:pt x="152726" y="93895"/>
                  </a:lnTo>
                  <a:lnTo>
                    <a:pt x="150465" y="89024"/>
                  </a:lnTo>
                  <a:lnTo>
                    <a:pt x="148047" y="84229"/>
                  </a:lnTo>
                  <a:lnTo>
                    <a:pt x="145478" y="79514"/>
                  </a:lnTo>
                  <a:lnTo>
                    <a:pt x="142758" y="74884"/>
                  </a:lnTo>
                  <a:lnTo>
                    <a:pt x="139891" y="70344"/>
                  </a:lnTo>
                  <a:lnTo>
                    <a:pt x="136879" y="65898"/>
                  </a:lnTo>
                  <a:lnTo>
                    <a:pt x="133726" y="61551"/>
                  </a:lnTo>
                  <a:lnTo>
                    <a:pt x="130435" y="57308"/>
                  </a:lnTo>
                  <a:lnTo>
                    <a:pt x="127010" y="53172"/>
                  </a:lnTo>
                  <a:lnTo>
                    <a:pt x="123453" y="49149"/>
                  </a:lnTo>
                  <a:lnTo>
                    <a:pt x="119770" y="45242"/>
                  </a:lnTo>
                  <a:lnTo>
                    <a:pt x="115962" y="41455"/>
                  </a:lnTo>
                  <a:lnTo>
                    <a:pt x="112035" y="37793"/>
                  </a:lnTo>
                  <a:lnTo>
                    <a:pt x="107992" y="34258"/>
                  </a:lnTo>
                  <a:lnTo>
                    <a:pt x="103838" y="30856"/>
                  </a:lnTo>
                  <a:lnTo>
                    <a:pt x="99577" y="27588"/>
                  </a:lnTo>
                  <a:lnTo>
                    <a:pt x="95213" y="24459"/>
                  </a:lnTo>
                  <a:lnTo>
                    <a:pt x="90751" y="21472"/>
                  </a:lnTo>
                  <a:lnTo>
                    <a:pt x="86195" y="18630"/>
                  </a:lnTo>
                  <a:lnTo>
                    <a:pt x="81550" y="15935"/>
                  </a:lnTo>
                  <a:lnTo>
                    <a:pt x="76821" y="13391"/>
                  </a:lnTo>
                  <a:lnTo>
                    <a:pt x="72013" y="11000"/>
                  </a:lnTo>
                  <a:lnTo>
                    <a:pt x="67130" y="8765"/>
                  </a:lnTo>
                  <a:lnTo>
                    <a:pt x="62178" y="6688"/>
                  </a:lnTo>
                  <a:lnTo>
                    <a:pt x="57162" y="4771"/>
                  </a:lnTo>
                  <a:lnTo>
                    <a:pt x="52087" y="3016"/>
                  </a:lnTo>
                  <a:lnTo>
                    <a:pt x="46958" y="1425"/>
                  </a:lnTo>
                  <a:lnTo>
                    <a:pt x="41781" y="0"/>
                  </a:lnTo>
                  <a:lnTo>
                    <a:pt x="0" y="16186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g814"/>
            <p:cNvSpPr/>
            <p:nvPr/>
          </p:nvSpPr>
          <p:spPr>
            <a:xfrm>
              <a:off x="6919011" y="3707720"/>
              <a:ext cx="41781" cy="167167"/>
            </a:xfrm>
            <a:custGeom>
              <a:avLst/>
              <a:pathLst>
                <a:path w="41781" h="167167">
                  <a:moveTo>
                    <a:pt x="41781" y="5305"/>
                  </a:moveTo>
                  <a:lnTo>
                    <a:pt x="35914" y="3903"/>
                  </a:lnTo>
                  <a:lnTo>
                    <a:pt x="30000" y="2714"/>
                  </a:lnTo>
                  <a:lnTo>
                    <a:pt x="24047" y="1738"/>
                  </a:lnTo>
                  <a:lnTo>
                    <a:pt x="18062" y="978"/>
                  </a:lnTo>
                  <a:lnTo>
                    <a:pt x="12055" y="435"/>
                  </a:lnTo>
                  <a:lnTo>
                    <a:pt x="6031" y="10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tx815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816" name="tx816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817" name="tx817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818" name="tx818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819" name="tx819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820" name="tx820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821" name="tx821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822" name="tx822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823" name="tx823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824" name="tx824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825" name="tx825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826" name="tx826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827" name="tx827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828" name="tx828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29" name="tx829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30" name="tx830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31" name="tx831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32" name="tx832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33" name="tx833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34" name="tx834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35" name="tx835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36" name="tx836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37" name="tx837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38" name="tx838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839" name="tx839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840" name="tx840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2025-06-06T03:07:33Z</dcterms:modified>
  <cp:category/>
</cp:coreProperties>
</file>