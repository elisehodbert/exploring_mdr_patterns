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11371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599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185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095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2752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067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872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7281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977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277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175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050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000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103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1825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761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323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032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7741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1938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871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595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003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382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189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590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590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164" y="3170392"/>
              <a:ext cx="1614" cy="167167"/>
            </a:xfrm>
            <a:custGeom>
              <a:avLst/>
              <a:pathLst>
                <a:path w="1614" h="167167">
                  <a:moveTo>
                    <a:pt x="1614" y="0"/>
                  </a:moveTo>
                  <a:lnTo>
                    <a:pt x="0" y="7"/>
                  </a:lnTo>
                  <a:lnTo>
                    <a:pt x="161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164" y="3170400"/>
              <a:ext cx="1614" cy="167159"/>
            </a:xfrm>
            <a:custGeom>
              <a:avLst/>
              <a:pathLst>
                <a:path w="1614" h="167159">
                  <a:moveTo>
                    <a:pt x="0" y="0"/>
                  </a:moveTo>
                  <a:lnTo>
                    <a:pt x="1614" y="16715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164" y="3170400"/>
              <a:ext cx="1614" cy="167159"/>
            </a:xfrm>
            <a:custGeom>
              <a:avLst/>
              <a:pathLst>
                <a:path w="1614" h="167159">
                  <a:moveTo>
                    <a:pt x="0" y="0"/>
                  </a:moveTo>
                  <a:lnTo>
                    <a:pt x="1614" y="16715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164" y="3170400"/>
              <a:ext cx="1614" cy="167159"/>
            </a:xfrm>
            <a:custGeom>
              <a:avLst/>
              <a:pathLst>
                <a:path w="1614" h="167159">
                  <a:moveTo>
                    <a:pt x="0" y="0"/>
                  </a:moveTo>
                  <a:lnTo>
                    <a:pt x="1614" y="16715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164" y="3170400"/>
              <a:ext cx="1614" cy="167159"/>
            </a:xfrm>
            <a:custGeom>
              <a:avLst/>
              <a:pathLst>
                <a:path w="1614" h="167159">
                  <a:moveTo>
                    <a:pt x="0" y="0"/>
                  </a:moveTo>
                  <a:lnTo>
                    <a:pt x="1614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164" y="3170400"/>
              <a:ext cx="1614" cy="167159"/>
            </a:xfrm>
            <a:custGeom>
              <a:avLst/>
              <a:pathLst>
                <a:path w="1614" h="167159">
                  <a:moveTo>
                    <a:pt x="0" y="0"/>
                  </a:moveTo>
                  <a:lnTo>
                    <a:pt x="1614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164" y="3170400"/>
              <a:ext cx="1614" cy="167159"/>
            </a:xfrm>
            <a:custGeom>
              <a:avLst/>
              <a:pathLst>
                <a:path w="1614" h="167159">
                  <a:moveTo>
                    <a:pt x="0" y="0"/>
                  </a:moveTo>
                  <a:lnTo>
                    <a:pt x="1614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164" y="3170400"/>
              <a:ext cx="1614" cy="167159"/>
            </a:xfrm>
            <a:custGeom>
              <a:avLst/>
              <a:pathLst>
                <a:path w="1614" h="167159">
                  <a:moveTo>
                    <a:pt x="0" y="0"/>
                  </a:moveTo>
                  <a:lnTo>
                    <a:pt x="1614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164" y="3170400"/>
              <a:ext cx="1614" cy="167159"/>
            </a:xfrm>
            <a:custGeom>
              <a:avLst/>
              <a:pathLst>
                <a:path w="1614" h="167159">
                  <a:moveTo>
                    <a:pt x="0" y="0"/>
                  </a:moveTo>
                  <a:lnTo>
                    <a:pt x="1614" y="1671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164" y="3170400"/>
              <a:ext cx="1614" cy="167159"/>
            </a:xfrm>
            <a:custGeom>
              <a:avLst/>
              <a:pathLst>
                <a:path w="1614" h="167159">
                  <a:moveTo>
                    <a:pt x="0" y="0"/>
                  </a:moveTo>
                  <a:lnTo>
                    <a:pt x="1614" y="1671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164" y="3170400"/>
              <a:ext cx="1614" cy="167159"/>
            </a:xfrm>
            <a:custGeom>
              <a:avLst/>
              <a:pathLst>
                <a:path w="1614" h="167159">
                  <a:moveTo>
                    <a:pt x="0" y="0"/>
                  </a:moveTo>
                  <a:lnTo>
                    <a:pt x="1614" y="1671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164" y="3170400"/>
              <a:ext cx="1614" cy="167159"/>
            </a:xfrm>
            <a:custGeom>
              <a:avLst/>
              <a:pathLst>
                <a:path w="1614" h="167159">
                  <a:moveTo>
                    <a:pt x="0" y="0"/>
                  </a:moveTo>
                  <a:lnTo>
                    <a:pt x="1614" y="1671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164" y="3170400"/>
              <a:ext cx="1614" cy="167159"/>
            </a:xfrm>
            <a:custGeom>
              <a:avLst/>
              <a:pathLst>
                <a:path w="1614" h="167159">
                  <a:moveTo>
                    <a:pt x="0" y="0"/>
                  </a:moveTo>
                  <a:lnTo>
                    <a:pt x="1614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164" y="3170400"/>
              <a:ext cx="1614" cy="167159"/>
            </a:xfrm>
            <a:custGeom>
              <a:avLst/>
              <a:pathLst>
                <a:path w="1614" h="167159">
                  <a:moveTo>
                    <a:pt x="0" y="0"/>
                  </a:moveTo>
                  <a:lnTo>
                    <a:pt x="1614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164" y="3170400"/>
              <a:ext cx="1614" cy="167159"/>
            </a:xfrm>
            <a:custGeom>
              <a:avLst/>
              <a:pathLst>
                <a:path w="1614" h="167159">
                  <a:moveTo>
                    <a:pt x="0" y="0"/>
                  </a:moveTo>
                  <a:lnTo>
                    <a:pt x="1614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164" y="3170400"/>
              <a:ext cx="1614" cy="167159"/>
            </a:xfrm>
            <a:custGeom>
              <a:avLst/>
              <a:pathLst>
                <a:path w="1614" h="167159">
                  <a:moveTo>
                    <a:pt x="0" y="0"/>
                  </a:moveTo>
                  <a:lnTo>
                    <a:pt x="1614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164" y="3170400"/>
              <a:ext cx="1614" cy="167159"/>
            </a:xfrm>
            <a:custGeom>
              <a:avLst/>
              <a:pathLst>
                <a:path w="1614" h="167159">
                  <a:moveTo>
                    <a:pt x="0" y="0"/>
                  </a:moveTo>
                  <a:lnTo>
                    <a:pt x="1614" y="1671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164" y="3170400"/>
              <a:ext cx="1614" cy="167159"/>
            </a:xfrm>
            <a:custGeom>
              <a:avLst/>
              <a:pathLst>
                <a:path w="1614" h="167159">
                  <a:moveTo>
                    <a:pt x="0" y="0"/>
                  </a:moveTo>
                  <a:lnTo>
                    <a:pt x="1614" y="16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2164" y="3170400"/>
              <a:ext cx="1614" cy="167159"/>
            </a:xfrm>
            <a:custGeom>
              <a:avLst/>
              <a:pathLst>
                <a:path w="1614" h="167159">
                  <a:moveTo>
                    <a:pt x="0" y="0"/>
                  </a:moveTo>
                  <a:lnTo>
                    <a:pt x="1614" y="16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2164" y="3170400"/>
              <a:ext cx="1614" cy="167159"/>
            </a:xfrm>
            <a:custGeom>
              <a:avLst/>
              <a:pathLst>
                <a:path w="1614" h="167159">
                  <a:moveTo>
                    <a:pt x="0" y="0"/>
                  </a:moveTo>
                  <a:lnTo>
                    <a:pt x="1614" y="1671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2164" y="3170400"/>
              <a:ext cx="1614" cy="167159"/>
            </a:xfrm>
            <a:custGeom>
              <a:avLst/>
              <a:pathLst>
                <a:path w="1614" h="167159">
                  <a:moveTo>
                    <a:pt x="0" y="0"/>
                  </a:moveTo>
                  <a:lnTo>
                    <a:pt x="1614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2164" y="3170400"/>
              <a:ext cx="1614" cy="167159"/>
            </a:xfrm>
            <a:custGeom>
              <a:avLst/>
              <a:pathLst>
                <a:path w="1614" h="167159">
                  <a:moveTo>
                    <a:pt x="0" y="0"/>
                  </a:moveTo>
                  <a:lnTo>
                    <a:pt x="1614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2164" y="3170400"/>
              <a:ext cx="1614" cy="167159"/>
            </a:xfrm>
            <a:custGeom>
              <a:avLst/>
              <a:pathLst>
                <a:path w="1614" h="167159">
                  <a:moveTo>
                    <a:pt x="0" y="0"/>
                  </a:moveTo>
                  <a:lnTo>
                    <a:pt x="1614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2164" y="3170400"/>
              <a:ext cx="1614" cy="167159"/>
            </a:xfrm>
            <a:custGeom>
              <a:avLst/>
              <a:pathLst>
                <a:path w="1614" h="167159">
                  <a:moveTo>
                    <a:pt x="0" y="0"/>
                  </a:moveTo>
                  <a:lnTo>
                    <a:pt x="1614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2164" y="3170400"/>
              <a:ext cx="1614" cy="167159"/>
            </a:xfrm>
            <a:custGeom>
              <a:avLst/>
              <a:pathLst>
                <a:path w="1614" h="167159">
                  <a:moveTo>
                    <a:pt x="0" y="0"/>
                  </a:moveTo>
                  <a:lnTo>
                    <a:pt x="1614" y="1671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2164" y="3170400"/>
              <a:ext cx="1614" cy="167159"/>
            </a:xfrm>
            <a:custGeom>
              <a:avLst/>
              <a:pathLst>
                <a:path w="1614" h="167159">
                  <a:moveTo>
                    <a:pt x="0" y="0"/>
                  </a:moveTo>
                  <a:lnTo>
                    <a:pt x="1614" y="1671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16616" y="3170400"/>
              <a:ext cx="334321" cy="334322"/>
            </a:xfrm>
            <a:custGeom>
              <a:avLst/>
              <a:pathLst>
                <a:path w="334321" h="334322">
                  <a:moveTo>
                    <a:pt x="165547" y="0"/>
                  </a:moveTo>
                  <a:lnTo>
                    <a:pt x="160249" y="135"/>
                  </a:lnTo>
                  <a:lnTo>
                    <a:pt x="154957" y="438"/>
                  </a:lnTo>
                  <a:lnTo>
                    <a:pt x="149678" y="909"/>
                  </a:lnTo>
                  <a:lnTo>
                    <a:pt x="144416" y="1546"/>
                  </a:lnTo>
                  <a:lnTo>
                    <a:pt x="139177" y="2351"/>
                  </a:lnTo>
                  <a:lnTo>
                    <a:pt x="133967" y="3321"/>
                  </a:lnTo>
                  <a:lnTo>
                    <a:pt x="128789" y="4455"/>
                  </a:lnTo>
                  <a:lnTo>
                    <a:pt x="123651" y="5754"/>
                  </a:lnTo>
                  <a:lnTo>
                    <a:pt x="118556" y="7214"/>
                  </a:lnTo>
                  <a:lnTo>
                    <a:pt x="113509" y="8836"/>
                  </a:lnTo>
                  <a:lnTo>
                    <a:pt x="108517" y="10616"/>
                  </a:lnTo>
                  <a:lnTo>
                    <a:pt x="103584" y="12554"/>
                  </a:lnTo>
                  <a:lnTo>
                    <a:pt x="98715" y="14647"/>
                  </a:lnTo>
                  <a:lnTo>
                    <a:pt x="93914" y="16894"/>
                  </a:lnTo>
                  <a:lnTo>
                    <a:pt x="89187" y="19292"/>
                  </a:lnTo>
                  <a:lnTo>
                    <a:pt x="84539" y="21838"/>
                  </a:lnTo>
                  <a:lnTo>
                    <a:pt x="79973" y="24530"/>
                  </a:lnTo>
                  <a:lnTo>
                    <a:pt x="75495" y="27366"/>
                  </a:lnTo>
                  <a:lnTo>
                    <a:pt x="71110" y="30342"/>
                  </a:lnTo>
                  <a:lnTo>
                    <a:pt x="66821" y="33456"/>
                  </a:lnTo>
                  <a:lnTo>
                    <a:pt x="62632" y="36704"/>
                  </a:lnTo>
                  <a:lnTo>
                    <a:pt x="58549" y="40084"/>
                  </a:lnTo>
                  <a:lnTo>
                    <a:pt x="54575" y="43591"/>
                  </a:lnTo>
                  <a:lnTo>
                    <a:pt x="50714" y="47222"/>
                  </a:lnTo>
                  <a:lnTo>
                    <a:pt x="46971" y="50974"/>
                  </a:lnTo>
                  <a:lnTo>
                    <a:pt x="43348" y="54843"/>
                  </a:lnTo>
                  <a:lnTo>
                    <a:pt x="39849" y="58825"/>
                  </a:lnTo>
                  <a:lnTo>
                    <a:pt x="36479" y="62915"/>
                  </a:lnTo>
                  <a:lnTo>
                    <a:pt x="33240" y="67111"/>
                  </a:lnTo>
                  <a:lnTo>
                    <a:pt x="30135" y="71406"/>
                  </a:lnTo>
                  <a:lnTo>
                    <a:pt x="27169" y="75799"/>
                  </a:lnTo>
                  <a:lnTo>
                    <a:pt x="24343" y="80283"/>
                  </a:lnTo>
                  <a:lnTo>
                    <a:pt x="21660" y="84854"/>
                  </a:lnTo>
                  <a:lnTo>
                    <a:pt x="19124" y="89508"/>
                  </a:lnTo>
                  <a:lnTo>
                    <a:pt x="16737" y="94240"/>
                  </a:lnTo>
                  <a:lnTo>
                    <a:pt x="14501" y="99046"/>
                  </a:lnTo>
                  <a:lnTo>
                    <a:pt x="12418" y="103920"/>
                  </a:lnTo>
                  <a:lnTo>
                    <a:pt x="10491" y="108857"/>
                  </a:lnTo>
                  <a:lnTo>
                    <a:pt x="8722" y="113853"/>
                  </a:lnTo>
                  <a:lnTo>
                    <a:pt x="7111" y="118903"/>
                  </a:lnTo>
                  <a:lnTo>
                    <a:pt x="5662" y="124001"/>
                  </a:lnTo>
                  <a:lnTo>
                    <a:pt x="4375" y="129143"/>
                  </a:lnTo>
                  <a:lnTo>
                    <a:pt x="3252" y="134323"/>
                  </a:lnTo>
                  <a:lnTo>
                    <a:pt x="2293" y="139535"/>
                  </a:lnTo>
                  <a:lnTo>
                    <a:pt x="1500" y="144776"/>
                  </a:lnTo>
                  <a:lnTo>
                    <a:pt x="874" y="150039"/>
                  </a:lnTo>
                  <a:lnTo>
                    <a:pt x="415" y="155319"/>
                  </a:lnTo>
                  <a:lnTo>
                    <a:pt x="123" y="160612"/>
                  </a:lnTo>
                  <a:lnTo>
                    <a:pt x="0" y="165910"/>
                  </a:lnTo>
                  <a:lnTo>
                    <a:pt x="44" y="171211"/>
                  </a:lnTo>
                  <a:lnTo>
                    <a:pt x="256" y="176507"/>
                  </a:lnTo>
                  <a:lnTo>
                    <a:pt x="637" y="181793"/>
                  </a:lnTo>
                  <a:lnTo>
                    <a:pt x="1184" y="187065"/>
                  </a:lnTo>
                  <a:lnTo>
                    <a:pt x="1899" y="192317"/>
                  </a:lnTo>
                  <a:lnTo>
                    <a:pt x="2779" y="197543"/>
                  </a:lnTo>
                  <a:lnTo>
                    <a:pt x="3825" y="202739"/>
                  </a:lnTo>
                  <a:lnTo>
                    <a:pt x="5035" y="207900"/>
                  </a:lnTo>
                  <a:lnTo>
                    <a:pt x="6408" y="213019"/>
                  </a:lnTo>
                  <a:lnTo>
                    <a:pt x="7943" y="218092"/>
                  </a:lnTo>
                  <a:lnTo>
                    <a:pt x="9638" y="223114"/>
                  </a:lnTo>
                  <a:lnTo>
                    <a:pt x="11491" y="228080"/>
                  </a:lnTo>
                  <a:lnTo>
                    <a:pt x="13500" y="232984"/>
                  </a:lnTo>
                  <a:lnTo>
                    <a:pt x="15664" y="237823"/>
                  </a:lnTo>
                  <a:lnTo>
                    <a:pt x="17981" y="242590"/>
                  </a:lnTo>
                  <a:lnTo>
                    <a:pt x="20447" y="247281"/>
                  </a:lnTo>
                  <a:lnTo>
                    <a:pt x="23061" y="251892"/>
                  </a:lnTo>
                  <a:lnTo>
                    <a:pt x="25819" y="256418"/>
                  </a:lnTo>
                  <a:lnTo>
                    <a:pt x="28720" y="260854"/>
                  </a:lnTo>
                  <a:lnTo>
                    <a:pt x="31760" y="265196"/>
                  </a:lnTo>
                  <a:lnTo>
                    <a:pt x="34936" y="269439"/>
                  </a:lnTo>
                  <a:lnTo>
                    <a:pt x="38245" y="273580"/>
                  </a:lnTo>
                  <a:lnTo>
                    <a:pt x="41684" y="277613"/>
                  </a:lnTo>
                  <a:lnTo>
                    <a:pt x="45248" y="281536"/>
                  </a:lnTo>
                  <a:lnTo>
                    <a:pt x="48936" y="285343"/>
                  </a:lnTo>
                  <a:lnTo>
                    <a:pt x="52742" y="289032"/>
                  </a:lnTo>
                  <a:lnTo>
                    <a:pt x="56663" y="292598"/>
                  </a:lnTo>
                  <a:lnTo>
                    <a:pt x="60695" y="296038"/>
                  </a:lnTo>
                  <a:lnTo>
                    <a:pt x="64834" y="299348"/>
                  </a:lnTo>
                  <a:lnTo>
                    <a:pt x="69076" y="302526"/>
                  </a:lnTo>
                  <a:lnTo>
                    <a:pt x="73417" y="305567"/>
                  </a:lnTo>
                  <a:lnTo>
                    <a:pt x="77852" y="308470"/>
                  </a:lnTo>
                  <a:lnTo>
                    <a:pt x="82377" y="311230"/>
                  </a:lnTo>
                  <a:lnTo>
                    <a:pt x="86987" y="313845"/>
                  </a:lnTo>
                  <a:lnTo>
                    <a:pt x="91677" y="316313"/>
                  </a:lnTo>
                  <a:lnTo>
                    <a:pt x="96444" y="318631"/>
                  </a:lnTo>
                  <a:lnTo>
                    <a:pt x="101281" y="320797"/>
                  </a:lnTo>
                  <a:lnTo>
                    <a:pt x="106185" y="322809"/>
                  </a:lnTo>
                  <a:lnTo>
                    <a:pt x="111150" y="324663"/>
                  </a:lnTo>
                  <a:lnTo>
                    <a:pt x="116172" y="326360"/>
                  </a:lnTo>
                  <a:lnTo>
                    <a:pt x="121244" y="327896"/>
                  </a:lnTo>
                  <a:lnTo>
                    <a:pt x="126363" y="329271"/>
                  </a:lnTo>
                  <a:lnTo>
                    <a:pt x="131523" y="330483"/>
                  </a:lnTo>
                  <a:lnTo>
                    <a:pt x="136719" y="331531"/>
                  </a:lnTo>
                  <a:lnTo>
                    <a:pt x="141945" y="332414"/>
                  </a:lnTo>
                  <a:lnTo>
                    <a:pt x="147196" y="333130"/>
                  </a:lnTo>
                  <a:lnTo>
                    <a:pt x="152468" y="333680"/>
                  </a:lnTo>
                  <a:lnTo>
                    <a:pt x="157755" y="334062"/>
                  </a:lnTo>
                  <a:lnTo>
                    <a:pt x="163050" y="334276"/>
                  </a:lnTo>
                  <a:lnTo>
                    <a:pt x="168350" y="334322"/>
                  </a:lnTo>
                  <a:lnTo>
                    <a:pt x="173649" y="334201"/>
                  </a:lnTo>
                  <a:lnTo>
                    <a:pt x="178942" y="333911"/>
                  </a:lnTo>
                  <a:lnTo>
                    <a:pt x="184222" y="333454"/>
                  </a:lnTo>
                  <a:lnTo>
                    <a:pt x="189485" y="332829"/>
                  </a:lnTo>
                  <a:lnTo>
                    <a:pt x="194726" y="332038"/>
                  </a:lnTo>
                  <a:lnTo>
                    <a:pt x="199939" y="331082"/>
                  </a:lnTo>
                  <a:lnTo>
                    <a:pt x="205120" y="329960"/>
                  </a:lnTo>
                  <a:lnTo>
                    <a:pt x="210262" y="328675"/>
                  </a:lnTo>
                  <a:lnTo>
                    <a:pt x="215361" y="327228"/>
                  </a:lnTo>
                  <a:lnTo>
                    <a:pt x="220411" y="325619"/>
                  </a:lnTo>
                  <a:lnTo>
                    <a:pt x="225408" y="323851"/>
                  </a:lnTo>
                  <a:lnTo>
                    <a:pt x="230346" y="321926"/>
                  </a:lnTo>
                  <a:lnTo>
                    <a:pt x="235220" y="319845"/>
                  </a:lnTo>
                  <a:lnTo>
                    <a:pt x="240027" y="317611"/>
                  </a:lnTo>
                  <a:lnTo>
                    <a:pt x="244760" y="315225"/>
                  </a:lnTo>
                  <a:lnTo>
                    <a:pt x="249415" y="312691"/>
                  </a:lnTo>
                  <a:lnTo>
                    <a:pt x="253987" y="310010"/>
                  </a:lnTo>
                  <a:lnTo>
                    <a:pt x="258472" y="307186"/>
                  </a:lnTo>
                  <a:lnTo>
                    <a:pt x="262865" y="304221"/>
                  </a:lnTo>
                  <a:lnTo>
                    <a:pt x="267162" y="301118"/>
                  </a:lnTo>
                  <a:lnTo>
                    <a:pt x="271359" y="297880"/>
                  </a:lnTo>
                  <a:lnTo>
                    <a:pt x="275451" y="294511"/>
                  </a:lnTo>
                  <a:lnTo>
                    <a:pt x="279434" y="291014"/>
                  </a:lnTo>
                  <a:lnTo>
                    <a:pt x="283304" y="287393"/>
                  </a:lnTo>
                  <a:lnTo>
                    <a:pt x="287057" y="283650"/>
                  </a:lnTo>
                  <a:lnTo>
                    <a:pt x="290690" y="279791"/>
                  </a:lnTo>
                  <a:lnTo>
                    <a:pt x="294198" y="275818"/>
                  </a:lnTo>
                  <a:lnTo>
                    <a:pt x="297579" y="271736"/>
                  </a:lnTo>
                  <a:lnTo>
                    <a:pt x="300829" y="267549"/>
                  </a:lnTo>
                  <a:lnTo>
                    <a:pt x="303944" y="263261"/>
                  </a:lnTo>
                  <a:lnTo>
                    <a:pt x="306922" y="258877"/>
                  </a:lnTo>
                  <a:lnTo>
                    <a:pt x="309760" y="254400"/>
                  </a:lnTo>
                  <a:lnTo>
                    <a:pt x="312454" y="249835"/>
                  </a:lnTo>
                  <a:lnTo>
                    <a:pt x="315002" y="245188"/>
                  </a:lnTo>
                  <a:lnTo>
                    <a:pt x="317401" y="240462"/>
                  </a:lnTo>
                  <a:lnTo>
                    <a:pt x="319649" y="235662"/>
                  </a:lnTo>
                  <a:lnTo>
                    <a:pt x="321744" y="230793"/>
                  </a:lnTo>
                  <a:lnTo>
                    <a:pt x="323684" y="225861"/>
                  </a:lnTo>
                  <a:lnTo>
                    <a:pt x="325466" y="220869"/>
                  </a:lnTo>
                  <a:lnTo>
                    <a:pt x="327090" y="215824"/>
                  </a:lnTo>
                  <a:lnTo>
                    <a:pt x="328552" y="210729"/>
                  </a:lnTo>
                  <a:lnTo>
                    <a:pt x="329852" y="205591"/>
                  </a:lnTo>
                  <a:lnTo>
                    <a:pt x="330989" y="200414"/>
                  </a:lnTo>
                  <a:lnTo>
                    <a:pt x="331961" y="195204"/>
                  </a:lnTo>
                  <a:lnTo>
                    <a:pt x="332767" y="189965"/>
                  </a:lnTo>
                  <a:lnTo>
                    <a:pt x="333407" y="184704"/>
                  </a:lnTo>
                  <a:lnTo>
                    <a:pt x="333879" y="179424"/>
                  </a:lnTo>
                  <a:lnTo>
                    <a:pt x="334184" y="174133"/>
                  </a:lnTo>
                  <a:lnTo>
                    <a:pt x="334321" y="168834"/>
                  </a:lnTo>
                  <a:lnTo>
                    <a:pt x="334290" y="163534"/>
                  </a:lnTo>
                  <a:lnTo>
                    <a:pt x="334091" y="158238"/>
                  </a:lnTo>
                  <a:lnTo>
                    <a:pt x="333725" y="152950"/>
                  </a:lnTo>
                  <a:lnTo>
                    <a:pt x="333191" y="147677"/>
                  </a:lnTo>
                  <a:lnTo>
                    <a:pt x="332490" y="142423"/>
                  </a:lnTo>
                  <a:lnTo>
                    <a:pt x="331622" y="137195"/>
                  </a:lnTo>
                  <a:lnTo>
                    <a:pt x="330590" y="131996"/>
                  </a:lnTo>
                  <a:lnTo>
                    <a:pt x="329393" y="126833"/>
                  </a:lnTo>
                  <a:lnTo>
                    <a:pt x="328033" y="121710"/>
                  </a:lnTo>
                  <a:lnTo>
                    <a:pt x="326511" y="116633"/>
                  </a:lnTo>
                  <a:lnTo>
                    <a:pt x="324829" y="111606"/>
                  </a:lnTo>
                  <a:lnTo>
                    <a:pt x="322989" y="106636"/>
                  </a:lnTo>
                  <a:lnTo>
                    <a:pt x="320992" y="101726"/>
                  </a:lnTo>
                  <a:lnTo>
                    <a:pt x="318840" y="96882"/>
                  </a:lnTo>
                  <a:lnTo>
                    <a:pt x="316536" y="92109"/>
                  </a:lnTo>
                  <a:lnTo>
                    <a:pt x="314082" y="87412"/>
                  </a:lnTo>
                  <a:lnTo>
                    <a:pt x="311480" y="82794"/>
                  </a:lnTo>
                  <a:lnTo>
                    <a:pt x="308732" y="78261"/>
                  </a:lnTo>
                  <a:lnTo>
                    <a:pt x="305843" y="73818"/>
                  </a:lnTo>
                  <a:lnTo>
                    <a:pt x="302814" y="69468"/>
                  </a:lnTo>
                  <a:lnTo>
                    <a:pt x="299649" y="65217"/>
                  </a:lnTo>
                  <a:lnTo>
                    <a:pt x="296351" y="61068"/>
                  </a:lnTo>
                  <a:lnTo>
                    <a:pt x="292922" y="57026"/>
                  </a:lnTo>
                  <a:lnTo>
                    <a:pt x="289368" y="53094"/>
                  </a:lnTo>
                  <a:lnTo>
                    <a:pt x="285690" y="49277"/>
                  </a:lnTo>
                  <a:lnTo>
                    <a:pt x="281893" y="45579"/>
                  </a:lnTo>
                  <a:lnTo>
                    <a:pt x="277981" y="42003"/>
                  </a:lnTo>
                  <a:lnTo>
                    <a:pt x="273958" y="38553"/>
                  </a:lnTo>
                  <a:lnTo>
                    <a:pt x="269827" y="35232"/>
                  </a:lnTo>
                  <a:lnTo>
                    <a:pt x="265593" y="32043"/>
                  </a:lnTo>
                  <a:lnTo>
                    <a:pt x="261260" y="28991"/>
                  </a:lnTo>
                  <a:lnTo>
                    <a:pt x="256833" y="26077"/>
                  </a:lnTo>
                  <a:lnTo>
                    <a:pt x="252315" y="23305"/>
                  </a:lnTo>
                  <a:lnTo>
                    <a:pt x="247712" y="20678"/>
                  </a:lnTo>
                  <a:lnTo>
                    <a:pt x="243028" y="18198"/>
                  </a:lnTo>
                  <a:lnTo>
                    <a:pt x="238267" y="15868"/>
                  </a:lnTo>
                  <a:lnTo>
                    <a:pt x="233435" y="13690"/>
                  </a:lnTo>
                  <a:lnTo>
                    <a:pt x="228536" y="11666"/>
                  </a:lnTo>
                  <a:lnTo>
                    <a:pt x="223576" y="9798"/>
                  </a:lnTo>
                  <a:lnTo>
                    <a:pt x="218559" y="8089"/>
                  </a:lnTo>
                  <a:lnTo>
                    <a:pt x="213490" y="6540"/>
                  </a:lnTo>
                  <a:lnTo>
                    <a:pt x="208375" y="5152"/>
                  </a:lnTo>
                  <a:lnTo>
                    <a:pt x="203218" y="3926"/>
                  </a:lnTo>
                  <a:lnTo>
                    <a:pt x="198025" y="2865"/>
                  </a:lnTo>
                  <a:lnTo>
                    <a:pt x="192801" y="1970"/>
                  </a:lnTo>
                  <a:lnTo>
                    <a:pt x="187552" y="1240"/>
                  </a:lnTo>
                  <a:lnTo>
                    <a:pt x="182281" y="677"/>
                  </a:lnTo>
                  <a:lnTo>
                    <a:pt x="167162" y="1671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83779" y="3170392"/>
              <a:ext cx="15119" cy="167167"/>
            </a:xfrm>
            <a:custGeom>
              <a:avLst/>
              <a:pathLst>
                <a:path w="15119" h="167167">
                  <a:moveTo>
                    <a:pt x="15119" y="68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83907" y="2633064"/>
              <a:ext cx="35103" cy="167167"/>
            </a:xfrm>
            <a:custGeom>
              <a:avLst/>
              <a:pathLst>
                <a:path w="35103" h="167167">
                  <a:moveTo>
                    <a:pt x="35103" y="0"/>
                  </a:moveTo>
                  <a:lnTo>
                    <a:pt x="28032" y="149"/>
                  </a:lnTo>
                  <a:lnTo>
                    <a:pt x="20973" y="598"/>
                  </a:lnTo>
                  <a:lnTo>
                    <a:pt x="13940" y="1345"/>
                  </a:lnTo>
                  <a:lnTo>
                    <a:pt x="6944" y="2388"/>
                  </a:lnTo>
                  <a:lnTo>
                    <a:pt x="0" y="3727"/>
                  </a:lnTo>
                  <a:lnTo>
                    <a:pt x="3510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3907" y="2636791"/>
              <a:ext cx="35103" cy="163440"/>
            </a:xfrm>
            <a:custGeom>
              <a:avLst/>
              <a:pathLst>
                <a:path w="35103" h="163440">
                  <a:moveTo>
                    <a:pt x="0" y="0"/>
                  </a:moveTo>
                  <a:lnTo>
                    <a:pt x="35103" y="16344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3907" y="2636791"/>
              <a:ext cx="35103" cy="163440"/>
            </a:xfrm>
            <a:custGeom>
              <a:avLst/>
              <a:pathLst>
                <a:path w="35103" h="163440">
                  <a:moveTo>
                    <a:pt x="0" y="0"/>
                  </a:moveTo>
                  <a:lnTo>
                    <a:pt x="35103" y="16344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3907" y="2636791"/>
              <a:ext cx="35103" cy="163440"/>
            </a:xfrm>
            <a:custGeom>
              <a:avLst/>
              <a:pathLst>
                <a:path w="35103" h="163440">
                  <a:moveTo>
                    <a:pt x="0" y="0"/>
                  </a:moveTo>
                  <a:lnTo>
                    <a:pt x="35103" y="1634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3907" y="2636791"/>
              <a:ext cx="35103" cy="163440"/>
            </a:xfrm>
            <a:custGeom>
              <a:avLst/>
              <a:pathLst>
                <a:path w="35103" h="163440">
                  <a:moveTo>
                    <a:pt x="0" y="0"/>
                  </a:moveTo>
                  <a:lnTo>
                    <a:pt x="35103" y="1634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3907" y="2636791"/>
              <a:ext cx="35103" cy="163440"/>
            </a:xfrm>
            <a:custGeom>
              <a:avLst/>
              <a:pathLst>
                <a:path w="35103" h="163440">
                  <a:moveTo>
                    <a:pt x="0" y="0"/>
                  </a:moveTo>
                  <a:lnTo>
                    <a:pt x="35103" y="1634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3907" y="2636791"/>
              <a:ext cx="35103" cy="163440"/>
            </a:xfrm>
            <a:custGeom>
              <a:avLst/>
              <a:pathLst>
                <a:path w="35103" h="163440">
                  <a:moveTo>
                    <a:pt x="0" y="0"/>
                  </a:moveTo>
                  <a:lnTo>
                    <a:pt x="35103" y="1634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3907" y="2636791"/>
              <a:ext cx="35103" cy="163440"/>
            </a:xfrm>
            <a:custGeom>
              <a:avLst/>
              <a:pathLst>
                <a:path w="35103" h="163440">
                  <a:moveTo>
                    <a:pt x="0" y="0"/>
                  </a:moveTo>
                  <a:lnTo>
                    <a:pt x="35103" y="1634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3907" y="2636791"/>
              <a:ext cx="35103" cy="163440"/>
            </a:xfrm>
            <a:custGeom>
              <a:avLst/>
              <a:pathLst>
                <a:path w="35103" h="163440">
                  <a:moveTo>
                    <a:pt x="0" y="0"/>
                  </a:moveTo>
                  <a:lnTo>
                    <a:pt x="35103" y="1634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3907" y="2636791"/>
              <a:ext cx="35103" cy="163440"/>
            </a:xfrm>
            <a:custGeom>
              <a:avLst/>
              <a:pathLst>
                <a:path w="35103" h="163440">
                  <a:moveTo>
                    <a:pt x="0" y="0"/>
                  </a:moveTo>
                  <a:lnTo>
                    <a:pt x="35103" y="1634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3907" y="2636791"/>
              <a:ext cx="35103" cy="163440"/>
            </a:xfrm>
            <a:custGeom>
              <a:avLst/>
              <a:pathLst>
                <a:path w="35103" h="163440">
                  <a:moveTo>
                    <a:pt x="0" y="0"/>
                  </a:moveTo>
                  <a:lnTo>
                    <a:pt x="35103" y="1634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3907" y="2636791"/>
              <a:ext cx="35103" cy="163440"/>
            </a:xfrm>
            <a:custGeom>
              <a:avLst/>
              <a:pathLst>
                <a:path w="35103" h="163440">
                  <a:moveTo>
                    <a:pt x="0" y="0"/>
                  </a:moveTo>
                  <a:lnTo>
                    <a:pt x="35103" y="1634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3907" y="2636791"/>
              <a:ext cx="35103" cy="163440"/>
            </a:xfrm>
            <a:custGeom>
              <a:avLst/>
              <a:pathLst>
                <a:path w="35103" h="163440">
                  <a:moveTo>
                    <a:pt x="0" y="0"/>
                  </a:moveTo>
                  <a:lnTo>
                    <a:pt x="35103" y="1634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3907" y="2636791"/>
              <a:ext cx="35103" cy="163440"/>
            </a:xfrm>
            <a:custGeom>
              <a:avLst/>
              <a:pathLst>
                <a:path w="35103" h="163440">
                  <a:moveTo>
                    <a:pt x="0" y="0"/>
                  </a:moveTo>
                  <a:lnTo>
                    <a:pt x="35103" y="1634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3907" y="2636791"/>
              <a:ext cx="35103" cy="163440"/>
            </a:xfrm>
            <a:custGeom>
              <a:avLst/>
              <a:pathLst>
                <a:path w="35103" h="163440">
                  <a:moveTo>
                    <a:pt x="0" y="0"/>
                  </a:moveTo>
                  <a:lnTo>
                    <a:pt x="35103" y="1634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3907" y="2636791"/>
              <a:ext cx="35103" cy="163440"/>
            </a:xfrm>
            <a:custGeom>
              <a:avLst/>
              <a:pathLst>
                <a:path w="35103" h="163440">
                  <a:moveTo>
                    <a:pt x="0" y="0"/>
                  </a:moveTo>
                  <a:lnTo>
                    <a:pt x="35103" y="1634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3907" y="2636791"/>
              <a:ext cx="35103" cy="163440"/>
            </a:xfrm>
            <a:custGeom>
              <a:avLst/>
              <a:pathLst>
                <a:path w="35103" h="163440">
                  <a:moveTo>
                    <a:pt x="0" y="0"/>
                  </a:moveTo>
                  <a:lnTo>
                    <a:pt x="35103" y="1634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3907" y="2636791"/>
              <a:ext cx="35103" cy="163440"/>
            </a:xfrm>
            <a:custGeom>
              <a:avLst/>
              <a:pathLst>
                <a:path w="35103" h="163440">
                  <a:moveTo>
                    <a:pt x="0" y="0"/>
                  </a:moveTo>
                  <a:lnTo>
                    <a:pt x="35103" y="1634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3907" y="2636791"/>
              <a:ext cx="35103" cy="163440"/>
            </a:xfrm>
            <a:custGeom>
              <a:avLst/>
              <a:pathLst>
                <a:path w="35103" h="163440">
                  <a:moveTo>
                    <a:pt x="0" y="0"/>
                  </a:moveTo>
                  <a:lnTo>
                    <a:pt x="35103" y="1634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3907" y="2636791"/>
              <a:ext cx="35103" cy="163440"/>
            </a:xfrm>
            <a:custGeom>
              <a:avLst/>
              <a:pathLst>
                <a:path w="35103" h="163440">
                  <a:moveTo>
                    <a:pt x="0" y="0"/>
                  </a:moveTo>
                  <a:lnTo>
                    <a:pt x="35103" y="1634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3907" y="2636791"/>
              <a:ext cx="35103" cy="163440"/>
            </a:xfrm>
            <a:custGeom>
              <a:avLst/>
              <a:pathLst>
                <a:path w="35103" h="163440">
                  <a:moveTo>
                    <a:pt x="0" y="0"/>
                  </a:moveTo>
                  <a:lnTo>
                    <a:pt x="35103" y="1634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3907" y="2636791"/>
              <a:ext cx="35103" cy="163440"/>
            </a:xfrm>
            <a:custGeom>
              <a:avLst/>
              <a:pathLst>
                <a:path w="35103" h="163440">
                  <a:moveTo>
                    <a:pt x="0" y="0"/>
                  </a:moveTo>
                  <a:lnTo>
                    <a:pt x="35103" y="1634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3907" y="2636791"/>
              <a:ext cx="35103" cy="163440"/>
            </a:xfrm>
            <a:custGeom>
              <a:avLst/>
              <a:pathLst>
                <a:path w="35103" h="163440">
                  <a:moveTo>
                    <a:pt x="0" y="0"/>
                  </a:moveTo>
                  <a:lnTo>
                    <a:pt x="35103" y="1634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3907" y="2636791"/>
              <a:ext cx="35103" cy="163440"/>
            </a:xfrm>
            <a:custGeom>
              <a:avLst/>
              <a:pathLst>
                <a:path w="35103" h="163440">
                  <a:moveTo>
                    <a:pt x="0" y="0"/>
                  </a:moveTo>
                  <a:lnTo>
                    <a:pt x="35103" y="1634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3907" y="2636791"/>
              <a:ext cx="35103" cy="163440"/>
            </a:xfrm>
            <a:custGeom>
              <a:avLst/>
              <a:pathLst>
                <a:path w="35103" h="163440">
                  <a:moveTo>
                    <a:pt x="0" y="0"/>
                  </a:moveTo>
                  <a:lnTo>
                    <a:pt x="35103" y="1634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51844" y="2636791"/>
              <a:ext cx="334332" cy="330589"/>
            </a:xfrm>
            <a:custGeom>
              <a:avLst/>
              <a:pathLst>
                <a:path w="334332" h="330589">
                  <a:moveTo>
                    <a:pt x="132063" y="0"/>
                  </a:moveTo>
                  <a:lnTo>
                    <a:pt x="126907" y="1193"/>
                  </a:lnTo>
                  <a:lnTo>
                    <a:pt x="121790" y="2549"/>
                  </a:lnTo>
                  <a:lnTo>
                    <a:pt x="116720" y="4066"/>
                  </a:lnTo>
                  <a:lnTo>
                    <a:pt x="111700" y="5743"/>
                  </a:lnTo>
                  <a:lnTo>
                    <a:pt x="106735" y="7578"/>
                  </a:lnTo>
                  <a:lnTo>
                    <a:pt x="101831" y="9569"/>
                  </a:lnTo>
                  <a:lnTo>
                    <a:pt x="96993" y="11714"/>
                  </a:lnTo>
                  <a:lnTo>
                    <a:pt x="92225" y="14012"/>
                  </a:lnTo>
                  <a:lnTo>
                    <a:pt x="87532" y="16459"/>
                  </a:lnTo>
                  <a:lnTo>
                    <a:pt x="82919" y="19054"/>
                  </a:lnTo>
                  <a:lnTo>
                    <a:pt x="78390" y="21793"/>
                  </a:lnTo>
                  <a:lnTo>
                    <a:pt x="73951" y="24675"/>
                  </a:lnTo>
                  <a:lnTo>
                    <a:pt x="69604" y="27695"/>
                  </a:lnTo>
                  <a:lnTo>
                    <a:pt x="65356" y="30852"/>
                  </a:lnTo>
                  <a:lnTo>
                    <a:pt x="61210" y="34141"/>
                  </a:lnTo>
                  <a:lnTo>
                    <a:pt x="57170" y="37560"/>
                  </a:lnTo>
                  <a:lnTo>
                    <a:pt x="53240" y="41106"/>
                  </a:lnTo>
                  <a:lnTo>
                    <a:pt x="49424" y="44774"/>
                  </a:lnTo>
                  <a:lnTo>
                    <a:pt x="45726" y="48560"/>
                  </a:lnTo>
                  <a:lnTo>
                    <a:pt x="42151" y="52462"/>
                  </a:lnTo>
                  <a:lnTo>
                    <a:pt x="38700" y="56476"/>
                  </a:lnTo>
                  <a:lnTo>
                    <a:pt x="35378" y="60596"/>
                  </a:lnTo>
                  <a:lnTo>
                    <a:pt x="32188" y="64820"/>
                  </a:lnTo>
                  <a:lnTo>
                    <a:pt x="29134" y="69142"/>
                  </a:lnTo>
                  <a:lnTo>
                    <a:pt x="26218" y="73559"/>
                  </a:lnTo>
                  <a:lnTo>
                    <a:pt x="23443" y="78066"/>
                  </a:lnTo>
                  <a:lnTo>
                    <a:pt x="20813" y="82659"/>
                  </a:lnTo>
                  <a:lnTo>
                    <a:pt x="18329" y="87333"/>
                  </a:lnTo>
                  <a:lnTo>
                    <a:pt x="15994" y="92083"/>
                  </a:lnTo>
                  <a:lnTo>
                    <a:pt x="13811" y="96904"/>
                  </a:lnTo>
                  <a:lnTo>
                    <a:pt x="11781" y="101792"/>
                  </a:lnTo>
                  <a:lnTo>
                    <a:pt x="9908" y="106742"/>
                  </a:lnTo>
                  <a:lnTo>
                    <a:pt x="8192" y="111749"/>
                  </a:lnTo>
                  <a:lnTo>
                    <a:pt x="6635" y="116808"/>
                  </a:lnTo>
                  <a:lnTo>
                    <a:pt x="5239" y="121913"/>
                  </a:lnTo>
                  <a:lnTo>
                    <a:pt x="4006" y="127060"/>
                  </a:lnTo>
                  <a:lnTo>
                    <a:pt x="2936" y="132244"/>
                  </a:lnTo>
                  <a:lnTo>
                    <a:pt x="2030" y="137458"/>
                  </a:lnTo>
                  <a:lnTo>
                    <a:pt x="1291" y="142699"/>
                  </a:lnTo>
                  <a:lnTo>
                    <a:pt x="717" y="147961"/>
                  </a:lnTo>
                  <a:lnTo>
                    <a:pt x="311" y="153238"/>
                  </a:lnTo>
                  <a:lnTo>
                    <a:pt x="71" y="158525"/>
                  </a:lnTo>
                  <a:lnTo>
                    <a:pt x="0" y="163817"/>
                  </a:lnTo>
                  <a:lnTo>
                    <a:pt x="95" y="169109"/>
                  </a:lnTo>
                  <a:lnTo>
                    <a:pt x="358" y="174395"/>
                  </a:lnTo>
                  <a:lnTo>
                    <a:pt x="789" y="179670"/>
                  </a:lnTo>
                  <a:lnTo>
                    <a:pt x="1386" y="184929"/>
                  </a:lnTo>
                  <a:lnTo>
                    <a:pt x="2149" y="190167"/>
                  </a:lnTo>
                  <a:lnTo>
                    <a:pt x="3078" y="195377"/>
                  </a:lnTo>
                  <a:lnTo>
                    <a:pt x="4172" y="200556"/>
                  </a:lnTo>
                  <a:lnTo>
                    <a:pt x="5428" y="205697"/>
                  </a:lnTo>
                  <a:lnTo>
                    <a:pt x="6847" y="210796"/>
                  </a:lnTo>
                  <a:lnTo>
                    <a:pt x="8427" y="215848"/>
                  </a:lnTo>
                  <a:lnTo>
                    <a:pt x="10165" y="220847"/>
                  </a:lnTo>
                  <a:lnTo>
                    <a:pt x="12061" y="225788"/>
                  </a:lnTo>
                  <a:lnTo>
                    <a:pt x="14113" y="230667"/>
                  </a:lnTo>
                  <a:lnTo>
                    <a:pt x="16318" y="235479"/>
                  </a:lnTo>
                  <a:lnTo>
                    <a:pt x="18674" y="240218"/>
                  </a:lnTo>
                  <a:lnTo>
                    <a:pt x="21179" y="244881"/>
                  </a:lnTo>
                  <a:lnTo>
                    <a:pt x="23830" y="249461"/>
                  </a:lnTo>
                  <a:lnTo>
                    <a:pt x="26625" y="253956"/>
                  </a:lnTo>
                  <a:lnTo>
                    <a:pt x="29561" y="258360"/>
                  </a:lnTo>
                  <a:lnTo>
                    <a:pt x="32635" y="262668"/>
                  </a:lnTo>
                  <a:lnTo>
                    <a:pt x="35844" y="266877"/>
                  </a:lnTo>
                  <a:lnTo>
                    <a:pt x="39184" y="270983"/>
                  </a:lnTo>
                  <a:lnTo>
                    <a:pt x="42653" y="274981"/>
                  </a:lnTo>
                  <a:lnTo>
                    <a:pt x="46247" y="278866"/>
                  </a:lnTo>
                  <a:lnTo>
                    <a:pt x="49961" y="282637"/>
                  </a:lnTo>
                  <a:lnTo>
                    <a:pt x="53793" y="286287"/>
                  </a:lnTo>
                  <a:lnTo>
                    <a:pt x="57739" y="289815"/>
                  </a:lnTo>
                  <a:lnTo>
                    <a:pt x="61795" y="293215"/>
                  </a:lnTo>
                  <a:lnTo>
                    <a:pt x="65956" y="296486"/>
                  </a:lnTo>
                  <a:lnTo>
                    <a:pt x="70219" y="299624"/>
                  </a:lnTo>
                  <a:lnTo>
                    <a:pt x="74578" y="302624"/>
                  </a:lnTo>
                  <a:lnTo>
                    <a:pt x="79031" y="305486"/>
                  </a:lnTo>
                  <a:lnTo>
                    <a:pt x="83572" y="308205"/>
                  </a:lnTo>
                  <a:lnTo>
                    <a:pt x="88197" y="310779"/>
                  </a:lnTo>
                  <a:lnTo>
                    <a:pt x="92901" y="313205"/>
                  </a:lnTo>
                  <a:lnTo>
                    <a:pt x="97679" y="315481"/>
                  </a:lnTo>
                  <a:lnTo>
                    <a:pt x="102527" y="317604"/>
                  </a:lnTo>
                  <a:lnTo>
                    <a:pt x="107440" y="319573"/>
                  </a:lnTo>
                  <a:lnTo>
                    <a:pt x="112413" y="321386"/>
                  </a:lnTo>
                  <a:lnTo>
                    <a:pt x="117440" y="323040"/>
                  </a:lnTo>
                  <a:lnTo>
                    <a:pt x="122518" y="324534"/>
                  </a:lnTo>
                  <a:lnTo>
                    <a:pt x="127640" y="325867"/>
                  </a:lnTo>
                  <a:lnTo>
                    <a:pt x="132802" y="327037"/>
                  </a:lnTo>
                  <a:lnTo>
                    <a:pt x="137998" y="328043"/>
                  </a:lnTo>
                  <a:lnTo>
                    <a:pt x="143223" y="328884"/>
                  </a:lnTo>
                  <a:lnTo>
                    <a:pt x="148473" y="329559"/>
                  </a:lnTo>
                  <a:lnTo>
                    <a:pt x="153741" y="330067"/>
                  </a:lnTo>
                  <a:lnTo>
                    <a:pt x="159023" y="330409"/>
                  </a:lnTo>
                  <a:lnTo>
                    <a:pt x="164313" y="330583"/>
                  </a:lnTo>
                  <a:lnTo>
                    <a:pt x="169605" y="330589"/>
                  </a:lnTo>
                  <a:lnTo>
                    <a:pt x="174896" y="330428"/>
                  </a:lnTo>
                  <a:lnTo>
                    <a:pt x="180178" y="330100"/>
                  </a:lnTo>
                  <a:lnTo>
                    <a:pt x="185448" y="329605"/>
                  </a:lnTo>
                  <a:lnTo>
                    <a:pt x="190699" y="328943"/>
                  </a:lnTo>
                  <a:lnTo>
                    <a:pt x="195926" y="328115"/>
                  </a:lnTo>
                  <a:lnTo>
                    <a:pt x="201125" y="327122"/>
                  </a:lnTo>
                  <a:lnTo>
                    <a:pt x="206290" y="325965"/>
                  </a:lnTo>
                  <a:lnTo>
                    <a:pt x="211415" y="324645"/>
                  </a:lnTo>
                  <a:lnTo>
                    <a:pt x="216496" y="323163"/>
                  </a:lnTo>
                  <a:lnTo>
                    <a:pt x="221528" y="321521"/>
                  </a:lnTo>
                  <a:lnTo>
                    <a:pt x="226505" y="319721"/>
                  </a:lnTo>
                  <a:lnTo>
                    <a:pt x="231423" y="317764"/>
                  </a:lnTo>
                  <a:lnTo>
                    <a:pt x="236276" y="315653"/>
                  </a:lnTo>
                  <a:lnTo>
                    <a:pt x="241060" y="313389"/>
                  </a:lnTo>
                  <a:lnTo>
                    <a:pt x="245770" y="310974"/>
                  </a:lnTo>
                  <a:lnTo>
                    <a:pt x="250401" y="308412"/>
                  </a:lnTo>
                  <a:lnTo>
                    <a:pt x="254949" y="305704"/>
                  </a:lnTo>
                  <a:lnTo>
                    <a:pt x="259409" y="302854"/>
                  </a:lnTo>
                  <a:lnTo>
                    <a:pt x="263776" y="299864"/>
                  </a:lnTo>
                  <a:lnTo>
                    <a:pt x="268046" y="296737"/>
                  </a:lnTo>
                  <a:lnTo>
                    <a:pt x="272216" y="293477"/>
                  </a:lnTo>
                  <a:lnTo>
                    <a:pt x="276280" y="290086"/>
                  </a:lnTo>
                  <a:lnTo>
                    <a:pt x="280234" y="286568"/>
                  </a:lnTo>
                  <a:lnTo>
                    <a:pt x="284075" y="282927"/>
                  </a:lnTo>
                  <a:lnTo>
                    <a:pt x="287800" y="279166"/>
                  </a:lnTo>
                  <a:lnTo>
                    <a:pt x="291403" y="275289"/>
                  </a:lnTo>
                  <a:lnTo>
                    <a:pt x="294881" y="271300"/>
                  </a:lnTo>
                  <a:lnTo>
                    <a:pt x="298232" y="267203"/>
                  </a:lnTo>
                  <a:lnTo>
                    <a:pt x="301451" y="263002"/>
                  </a:lnTo>
                  <a:lnTo>
                    <a:pt x="304536" y="258701"/>
                  </a:lnTo>
                  <a:lnTo>
                    <a:pt x="307482" y="254304"/>
                  </a:lnTo>
                  <a:lnTo>
                    <a:pt x="310289" y="249817"/>
                  </a:lnTo>
                  <a:lnTo>
                    <a:pt x="312951" y="245243"/>
                  </a:lnTo>
                  <a:lnTo>
                    <a:pt x="315468" y="240587"/>
                  </a:lnTo>
                  <a:lnTo>
                    <a:pt x="317836" y="235853"/>
                  </a:lnTo>
                  <a:lnTo>
                    <a:pt x="320053" y="231047"/>
                  </a:lnTo>
                  <a:lnTo>
                    <a:pt x="322116" y="226173"/>
                  </a:lnTo>
                  <a:lnTo>
                    <a:pt x="324025" y="221236"/>
                  </a:lnTo>
                  <a:lnTo>
                    <a:pt x="325776" y="216242"/>
                  </a:lnTo>
                  <a:lnTo>
                    <a:pt x="327368" y="211194"/>
                  </a:lnTo>
                  <a:lnTo>
                    <a:pt x="328799" y="206099"/>
                  </a:lnTo>
                  <a:lnTo>
                    <a:pt x="330069" y="200960"/>
                  </a:lnTo>
                  <a:lnTo>
                    <a:pt x="331175" y="195785"/>
                  </a:lnTo>
                  <a:lnTo>
                    <a:pt x="332117" y="190576"/>
                  </a:lnTo>
                  <a:lnTo>
                    <a:pt x="332893" y="185341"/>
                  </a:lnTo>
                  <a:lnTo>
                    <a:pt x="333503" y="180083"/>
                  </a:lnTo>
                  <a:lnTo>
                    <a:pt x="333947" y="174809"/>
                  </a:lnTo>
                  <a:lnTo>
                    <a:pt x="334223" y="169524"/>
                  </a:lnTo>
                  <a:lnTo>
                    <a:pt x="334332" y="164232"/>
                  </a:lnTo>
                  <a:lnTo>
                    <a:pt x="334273" y="158940"/>
                  </a:lnTo>
                  <a:lnTo>
                    <a:pt x="334047" y="153652"/>
                  </a:lnTo>
                  <a:lnTo>
                    <a:pt x="333654" y="148374"/>
                  </a:lnTo>
                  <a:lnTo>
                    <a:pt x="333093" y="143111"/>
                  </a:lnTo>
                  <a:lnTo>
                    <a:pt x="332367" y="137868"/>
                  </a:lnTo>
                  <a:lnTo>
                    <a:pt x="331474" y="132651"/>
                  </a:lnTo>
                  <a:lnTo>
                    <a:pt x="330417" y="127465"/>
                  </a:lnTo>
                  <a:lnTo>
                    <a:pt x="329197" y="122315"/>
                  </a:lnTo>
                  <a:lnTo>
                    <a:pt x="327813" y="117206"/>
                  </a:lnTo>
                  <a:lnTo>
                    <a:pt x="326269" y="112144"/>
                  </a:lnTo>
                  <a:lnTo>
                    <a:pt x="324566" y="107133"/>
                  </a:lnTo>
                  <a:lnTo>
                    <a:pt x="322704" y="102178"/>
                  </a:lnTo>
                  <a:lnTo>
                    <a:pt x="320687" y="97285"/>
                  </a:lnTo>
                  <a:lnTo>
                    <a:pt x="318516" y="92458"/>
                  </a:lnTo>
                  <a:lnTo>
                    <a:pt x="316193" y="87702"/>
                  </a:lnTo>
                  <a:lnTo>
                    <a:pt x="313720" y="83023"/>
                  </a:lnTo>
                  <a:lnTo>
                    <a:pt x="311101" y="78423"/>
                  </a:lnTo>
                  <a:lnTo>
                    <a:pt x="308338" y="73909"/>
                  </a:lnTo>
                  <a:lnTo>
                    <a:pt x="305433" y="69485"/>
                  </a:lnTo>
                  <a:lnTo>
                    <a:pt x="302389" y="65155"/>
                  </a:lnTo>
                  <a:lnTo>
                    <a:pt x="299210" y="60924"/>
                  </a:lnTo>
                  <a:lnTo>
                    <a:pt x="295898" y="56795"/>
                  </a:lnTo>
                  <a:lnTo>
                    <a:pt x="292458" y="52773"/>
                  </a:lnTo>
                  <a:lnTo>
                    <a:pt x="288891" y="48862"/>
                  </a:lnTo>
                  <a:lnTo>
                    <a:pt x="285203" y="45066"/>
                  </a:lnTo>
                  <a:lnTo>
                    <a:pt x="281397" y="41389"/>
                  </a:lnTo>
                  <a:lnTo>
                    <a:pt x="167167" y="1634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19011" y="2633064"/>
              <a:ext cx="114230" cy="167167"/>
            </a:xfrm>
            <a:custGeom>
              <a:avLst/>
              <a:pathLst>
                <a:path w="114230" h="167167">
                  <a:moveTo>
                    <a:pt x="114230" y="45116"/>
                  </a:moveTo>
                  <a:lnTo>
                    <a:pt x="109990" y="41282"/>
                  </a:lnTo>
                  <a:lnTo>
                    <a:pt x="105622" y="37595"/>
                  </a:lnTo>
                  <a:lnTo>
                    <a:pt x="101130" y="34060"/>
                  </a:lnTo>
                  <a:lnTo>
                    <a:pt x="96520" y="30680"/>
                  </a:lnTo>
                  <a:lnTo>
                    <a:pt x="91797" y="27460"/>
                  </a:lnTo>
                  <a:lnTo>
                    <a:pt x="86967" y="24403"/>
                  </a:lnTo>
                  <a:lnTo>
                    <a:pt x="82035" y="21513"/>
                  </a:lnTo>
                  <a:lnTo>
                    <a:pt x="77008" y="18793"/>
                  </a:lnTo>
                  <a:lnTo>
                    <a:pt x="71890" y="16247"/>
                  </a:lnTo>
                  <a:lnTo>
                    <a:pt x="66688" y="13878"/>
                  </a:lnTo>
                  <a:lnTo>
                    <a:pt x="61408" y="11687"/>
                  </a:lnTo>
                  <a:lnTo>
                    <a:pt x="56056" y="9679"/>
                  </a:lnTo>
                  <a:lnTo>
                    <a:pt x="50639" y="7854"/>
                  </a:lnTo>
                  <a:lnTo>
                    <a:pt x="45163" y="6216"/>
                  </a:lnTo>
                  <a:lnTo>
                    <a:pt x="39634" y="4766"/>
                  </a:lnTo>
                  <a:lnTo>
                    <a:pt x="34058" y="3506"/>
                  </a:lnTo>
                  <a:lnTo>
                    <a:pt x="28443" y="2437"/>
                  </a:lnTo>
                  <a:lnTo>
                    <a:pt x="22794" y="1561"/>
                  </a:lnTo>
                  <a:lnTo>
                    <a:pt x="17119" y="878"/>
                  </a:lnTo>
                  <a:lnTo>
                    <a:pt x="11423" y="390"/>
                  </a:lnTo>
                  <a:lnTo>
                    <a:pt x="5715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0400" y="2126963"/>
              <a:ext cx="8071" cy="167167"/>
            </a:xfrm>
            <a:custGeom>
              <a:avLst/>
              <a:pathLst>
                <a:path w="8071" h="167167">
                  <a:moveTo>
                    <a:pt x="8071" y="0"/>
                  </a:moveTo>
                  <a:lnTo>
                    <a:pt x="0" y="194"/>
                  </a:lnTo>
                  <a:lnTo>
                    <a:pt x="807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0400" y="2127158"/>
              <a:ext cx="8071" cy="166972"/>
            </a:xfrm>
            <a:custGeom>
              <a:avLst/>
              <a:pathLst>
                <a:path w="8071" h="166972">
                  <a:moveTo>
                    <a:pt x="0" y="0"/>
                  </a:moveTo>
                  <a:lnTo>
                    <a:pt x="8071" y="16697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0400" y="2127158"/>
              <a:ext cx="8071" cy="166972"/>
            </a:xfrm>
            <a:custGeom>
              <a:avLst/>
              <a:pathLst>
                <a:path w="8071" h="166972">
                  <a:moveTo>
                    <a:pt x="0" y="0"/>
                  </a:moveTo>
                  <a:lnTo>
                    <a:pt x="8071" y="16697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0400" y="2127158"/>
              <a:ext cx="8071" cy="166972"/>
            </a:xfrm>
            <a:custGeom>
              <a:avLst/>
              <a:pathLst>
                <a:path w="8071" h="166972">
                  <a:moveTo>
                    <a:pt x="0" y="0"/>
                  </a:moveTo>
                  <a:lnTo>
                    <a:pt x="8071" y="16697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0400" y="2127158"/>
              <a:ext cx="8071" cy="166972"/>
            </a:xfrm>
            <a:custGeom>
              <a:avLst/>
              <a:pathLst>
                <a:path w="8071" h="166972">
                  <a:moveTo>
                    <a:pt x="0" y="0"/>
                  </a:moveTo>
                  <a:lnTo>
                    <a:pt x="8071" y="16697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0400" y="2127158"/>
              <a:ext cx="8071" cy="166972"/>
            </a:xfrm>
            <a:custGeom>
              <a:avLst/>
              <a:pathLst>
                <a:path w="8071" h="166972">
                  <a:moveTo>
                    <a:pt x="0" y="0"/>
                  </a:moveTo>
                  <a:lnTo>
                    <a:pt x="8071" y="16697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0400" y="2127158"/>
              <a:ext cx="8071" cy="166972"/>
            </a:xfrm>
            <a:custGeom>
              <a:avLst/>
              <a:pathLst>
                <a:path w="8071" h="166972">
                  <a:moveTo>
                    <a:pt x="0" y="0"/>
                  </a:moveTo>
                  <a:lnTo>
                    <a:pt x="8071" y="16697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0400" y="2127158"/>
              <a:ext cx="8071" cy="166972"/>
            </a:xfrm>
            <a:custGeom>
              <a:avLst/>
              <a:pathLst>
                <a:path w="8071" h="166972">
                  <a:moveTo>
                    <a:pt x="0" y="0"/>
                  </a:moveTo>
                  <a:lnTo>
                    <a:pt x="8071" y="16697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0400" y="2127158"/>
              <a:ext cx="8071" cy="166972"/>
            </a:xfrm>
            <a:custGeom>
              <a:avLst/>
              <a:pathLst>
                <a:path w="8071" h="166972">
                  <a:moveTo>
                    <a:pt x="0" y="0"/>
                  </a:moveTo>
                  <a:lnTo>
                    <a:pt x="8071" y="16697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0400" y="2127158"/>
              <a:ext cx="8071" cy="166972"/>
            </a:xfrm>
            <a:custGeom>
              <a:avLst/>
              <a:pathLst>
                <a:path w="8071" h="166972">
                  <a:moveTo>
                    <a:pt x="0" y="0"/>
                  </a:moveTo>
                  <a:lnTo>
                    <a:pt x="8071" y="16697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0400" y="2127158"/>
              <a:ext cx="8071" cy="166972"/>
            </a:xfrm>
            <a:custGeom>
              <a:avLst/>
              <a:pathLst>
                <a:path w="8071" h="166972">
                  <a:moveTo>
                    <a:pt x="0" y="0"/>
                  </a:moveTo>
                  <a:lnTo>
                    <a:pt x="8071" y="1669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0400" y="2127158"/>
              <a:ext cx="8071" cy="166972"/>
            </a:xfrm>
            <a:custGeom>
              <a:avLst/>
              <a:pathLst>
                <a:path w="8071" h="166972">
                  <a:moveTo>
                    <a:pt x="0" y="0"/>
                  </a:moveTo>
                  <a:lnTo>
                    <a:pt x="8071" y="1669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0400" y="2127158"/>
              <a:ext cx="8071" cy="166972"/>
            </a:xfrm>
            <a:custGeom>
              <a:avLst/>
              <a:pathLst>
                <a:path w="8071" h="166972">
                  <a:moveTo>
                    <a:pt x="0" y="0"/>
                  </a:moveTo>
                  <a:lnTo>
                    <a:pt x="8071" y="1669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0400" y="2127158"/>
              <a:ext cx="8071" cy="166972"/>
            </a:xfrm>
            <a:custGeom>
              <a:avLst/>
              <a:pathLst>
                <a:path w="8071" h="166972">
                  <a:moveTo>
                    <a:pt x="0" y="0"/>
                  </a:moveTo>
                  <a:lnTo>
                    <a:pt x="8071" y="1669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0400" y="2127158"/>
              <a:ext cx="8071" cy="166972"/>
            </a:xfrm>
            <a:custGeom>
              <a:avLst/>
              <a:pathLst>
                <a:path w="8071" h="166972">
                  <a:moveTo>
                    <a:pt x="0" y="0"/>
                  </a:moveTo>
                  <a:lnTo>
                    <a:pt x="8071" y="16697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0400" y="2127158"/>
              <a:ext cx="8071" cy="166972"/>
            </a:xfrm>
            <a:custGeom>
              <a:avLst/>
              <a:pathLst>
                <a:path w="8071" h="166972">
                  <a:moveTo>
                    <a:pt x="0" y="0"/>
                  </a:moveTo>
                  <a:lnTo>
                    <a:pt x="8071" y="1669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0400" y="2127158"/>
              <a:ext cx="8071" cy="166972"/>
            </a:xfrm>
            <a:custGeom>
              <a:avLst/>
              <a:pathLst>
                <a:path w="8071" h="166972">
                  <a:moveTo>
                    <a:pt x="0" y="0"/>
                  </a:moveTo>
                  <a:lnTo>
                    <a:pt x="8071" y="1669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0400" y="2127158"/>
              <a:ext cx="8071" cy="166972"/>
            </a:xfrm>
            <a:custGeom>
              <a:avLst/>
              <a:pathLst>
                <a:path w="8071" h="166972">
                  <a:moveTo>
                    <a:pt x="0" y="0"/>
                  </a:moveTo>
                  <a:lnTo>
                    <a:pt x="8071" y="16697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0400" y="2127158"/>
              <a:ext cx="8071" cy="166972"/>
            </a:xfrm>
            <a:custGeom>
              <a:avLst/>
              <a:pathLst>
                <a:path w="8071" h="166972">
                  <a:moveTo>
                    <a:pt x="0" y="0"/>
                  </a:moveTo>
                  <a:lnTo>
                    <a:pt x="8071" y="1669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0400" y="2127158"/>
              <a:ext cx="8071" cy="166972"/>
            </a:xfrm>
            <a:custGeom>
              <a:avLst/>
              <a:pathLst>
                <a:path w="8071" h="166972">
                  <a:moveTo>
                    <a:pt x="0" y="0"/>
                  </a:moveTo>
                  <a:lnTo>
                    <a:pt x="8071" y="1669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0400" y="2127158"/>
              <a:ext cx="8071" cy="166972"/>
            </a:xfrm>
            <a:custGeom>
              <a:avLst/>
              <a:pathLst>
                <a:path w="8071" h="166972">
                  <a:moveTo>
                    <a:pt x="0" y="0"/>
                  </a:moveTo>
                  <a:lnTo>
                    <a:pt x="8071" y="1669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0400" y="2127158"/>
              <a:ext cx="8071" cy="166972"/>
            </a:xfrm>
            <a:custGeom>
              <a:avLst/>
              <a:pathLst>
                <a:path w="8071" h="166972">
                  <a:moveTo>
                    <a:pt x="0" y="0"/>
                  </a:moveTo>
                  <a:lnTo>
                    <a:pt x="8071" y="1669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0400" y="2127158"/>
              <a:ext cx="8071" cy="166972"/>
            </a:xfrm>
            <a:custGeom>
              <a:avLst/>
              <a:pathLst>
                <a:path w="8071" h="166972">
                  <a:moveTo>
                    <a:pt x="0" y="0"/>
                  </a:moveTo>
                  <a:lnTo>
                    <a:pt x="8071" y="16697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0400" y="2127158"/>
              <a:ext cx="8071" cy="166972"/>
            </a:xfrm>
            <a:custGeom>
              <a:avLst/>
              <a:pathLst>
                <a:path w="8071" h="166972">
                  <a:moveTo>
                    <a:pt x="0" y="0"/>
                  </a:moveTo>
                  <a:lnTo>
                    <a:pt x="8071" y="1669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561304" y="2127158"/>
              <a:ext cx="331161" cy="334126"/>
            </a:xfrm>
            <a:custGeom>
              <a:avLst/>
              <a:pathLst>
                <a:path w="331161" h="334126">
                  <a:moveTo>
                    <a:pt x="159095" y="0"/>
                  </a:moveTo>
                  <a:lnTo>
                    <a:pt x="153808" y="339"/>
                  </a:lnTo>
                  <a:lnTo>
                    <a:pt x="148534" y="846"/>
                  </a:lnTo>
                  <a:lnTo>
                    <a:pt x="143279" y="1520"/>
                  </a:lnTo>
                  <a:lnTo>
                    <a:pt x="138048" y="2360"/>
                  </a:lnTo>
                  <a:lnTo>
                    <a:pt x="132846" y="3366"/>
                  </a:lnTo>
                  <a:lnTo>
                    <a:pt x="127679" y="4535"/>
                  </a:lnTo>
                  <a:lnTo>
                    <a:pt x="122551" y="5868"/>
                  </a:lnTo>
                  <a:lnTo>
                    <a:pt x="117469" y="7363"/>
                  </a:lnTo>
                  <a:lnTo>
                    <a:pt x="112436" y="9018"/>
                  </a:lnTo>
                  <a:lnTo>
                    <a:pt x="107458" y="10832"/>
                  </a:lnTo>
                  <a:lnTo>
                    <a:pt x="102540" y="12802"/>
                  </a:lnTo>
                  <a:lnTo>
                    <a:pt x="97687" y="14928"/>
                  </a:lnTo>
                  <a:lnTo>
                    <a:pt x="92903" y="17206"/>
                  </a:lnTo>
                  <a:lnTo>
                    <a:pt x="88195" y="19634"/>
                  </a:lnTo>
                  <a:lnTo>
                    <a:pt x="83565" y="22211"/>
                  </a:lnTo>
                  <a:lnTo>
                    <a:pt x="79020" y="24933"/>
                  </a:lnTo>
                  <a:lnTo>
                    <a:pt x="74563" y="27798"/>
                  </a:lnTo>
                  <a:lnTo>
                    <a:pt x="70199" y="30802"/>
                  </a:lnTo>
                  <a:lnTo>
                    <a:pt x="65933" y="33943"/>
                  </a:lnTo>
                  <a:lnTo>
                    <a:pt x="61768" y="37218"/>
                  </a:lnTo>
                  <a:lnTo>
                    <a:pt x="57709" y="40623"/>
                  </a:lnTo>
                  <a:lnTo>
                    <a:pt x="53760" y="44155"/>
                  </a:lnTo>
                  <a:lnTo>
                    <a:pt x="49925" y="47811"/>
                  </a:lnTo>
                  <a:lnTo>
                    <a:pt x="46208" y="51586"/>
                  </a:lnTo>
                  <a:lnTo>
                    <a:pt x="42612" y="55477"/>
                  </a:lnTo>
                  <a:lnTo>
                    <a:pt x="39142" y="59480"/>
                  </a:lnTo>
                  <a:lnTo>
                    <a:pt x="35799" y="63591"/>
                  </a:lnTo>
                  <a:lnTo>
                    <a:pt x="32589" y="67806"/>
                  </a:lnTo>
                  <a:lnTo>
                    <a:pt x="29514" y="72121"/>
                  </a:lnTo>
                  <a:lnTo>
                    <a:pt x="26578" y="76530"/>
                  </a:lnTo>
                  <a:lnTo>
                    <a:pt x="23782" y="81031"/>
                  </a:lnTo>
                  <a:lnTo>
                    <a:pt x="21131" y="85618"/>
                  </a:lnTo>
                  <a:lnTo>
                    <a:pt x="18626" y="90286"/>
                  </a:lnTo>
                  <a:lnTo>
                    <a:pt x="16271" y="95032"/>
                  </a:lnTo>
                  <a:lnTo>
                    <a:pt x="14067" y="99850"/>
                  </a:lnTo>
                  <a:lnTo>
                    <a:pt x="12017" y="104735"/>
                  </a:lnTo>
                  <a:lnTo>
                    <a:pt x="10122" y="109683"/>
                  </a:lnTo>
                  <a:lnTo>
                    <a:pt x="8386" y="114689"/>
                  </a:lnTo>
                  <a:lnTo>
                    <a:pt x="6809" y="119747"/>
                  </a:lnTo>
                  <a:lnTo>
                    <a:pt x="5393" y="124852"/>
                  </a:lnTo>
                  <a:lnTo>
                    <a:pt x="4139" y="130000"/>
                  </a:lnTo>
                  <a:lnTo>
                    <a:pt x="3049" y="135184"/>
                  </a:lnTo>
                  <a:lnTo>
                    <a:pt x="2125" y="140401"/>
                  </a:lnTo>
                  <a:lnTo>
                    <a:pt x="1365" y="145645"/>
                  </a:lnTo>
                  <a:lnTo>
                    <a:pt x="773" y="150909"/>
                  </a:lnTo>
                  <a:lnTo>
                    <a:pt x="347" y="156190"/>
                  </a:lnTo>
                  <a:lnTo>
                    <a:pt x="90" y="161482"/>
                  </a:lnTo>
                  <a:lnTo>
                    <a:pt x="0" y="166780"/>
                  </a:lnTo>
                  <a:lnTo>
                    <a:pt x="77" y="172077"/>
                  </a:lnTo>
                  <a:lnTo>
                    <a:pt x="323" y="177369"/>
                  </a:lnTo>
                  <a:lnTo>
                    <a:pt x="736" y="182651"/>
                  </a:lnTo>
                  <a:lnTo>
                    <a:pt x="1317" y="187918"/>
                  </a:lnTo>
                  <a:lnTo>
                    <a:pt x="2064" y="193163"/>
                  </a:lnTo>
                  <a:lnTo>
                    <a:pt x="2977" y="198382"/>
                  </a:lnTo>
                  <a:lnTo>
                    <a:pt x="4055" y="203569"/>
                  </a:lnTo>
                  <a:lnTo>
                    <a:pt x="5296" y="208719"/>
                  </a:lnTo>
                  <a:lnTo>
                    <a:pt x="6700" y="213828"/>
                  </a:lnTo>
                  <a:lnTo>
                    <a:pt x="8266" y="218890"/>
                  </a:lnTo>
                  <a:lnTo>
                    <a:pt x="9991" y="223899"/>
                  </a:lnTo>
                  <a:lnTo>
                    <a:pt x="11874" y="228851"/>
                  </a:lnTo>
                  <a:lnTo>
                    <a:pt x="13913" y="233741"/>
                  </a:lnTo>
                  <a:lnTo>
                    <a:pt x="16106" y="238564"/>
                  </a:lnTo>
                  <a:lnTo>
                    <a:pt x="18450" y="243315"/>
                  </a:lnTo>
                  <a:lnTo>
                    <a:pt x="20944" y="247990"/>
                  </a:lnTo>
                  <a:lnTo>
                    <a:pt x="23585" y="252583"/>
                  </a:lnTo>
                  <a:lnTo>
                    <a:pt x="26370" y="257090"/>
                  </a:lnTo>
                  <a:lnTo>
                    <a:pt x="29297" y="261506"/>
                  </a:lnTo>
                  <a:lnTo>
                    <a:pt x="32361" y="265828"/>
                  </a:lnTo>
                  <a:lnTo>
                    <a:pt x="35562" y="270050"/>
                  </a:lnTo>
                  <a:lnTo>
                    <a:pt x="38894" y="274169"/>
                  </a:lnTo>
                  <a:lnTo>
                    <a:pt x="42356" y="278180"/>
                  </a:lnTo>
                  <a:lnTo>
                    <a:pt x="45943" y="282079"/>
                  </a:lnTo>
                  <a:lnTo>
                    <a:pt x="49651" y="285863"/>
                  </a:lnTo>
                  <a:lnTo>
                    <a:pt x="53478" y="289527"/>
                  </a:lnTo>
                  <a:lnTo>
                    <a:pt x="57419" y="293068"/>
                  </a:lnTo>
                  <a:lnTo>
                    <a:pt x="61470" y="296483"/>
                  </a:lnTo>
                  <a:lnTo>
                    <a:pt x="65627" y="299767"/>
                  </a:lnTo>
                  <a:lnTo>
                    <a:pt x="69886" y="302918"/>
                  </a:lnTo>
                  <a:lnTo>
                    <a:pt x="74243" y="305933"/>
                  </a:lnTo>
                  <a:lnTo>
                    <a:pt x="78693" y="308808"/>
                  </a:lnTo>
                  <a:lnTo>
                    <a:pt x="83232" y="311540"/>
                  </a:lnTo>
                  <a:lnTo>
                    <a:pt x="87856" y="314127"/>
                  </a:lnTo>
                  <a:lnTo>
                    <a:pt x="92559" y="316567"/>
                  </a:lnTo>
                  <a:lnTo>
                    <a:pt x="97337" y="318856"/>
                  </a:lnTo>
                  <a:lnTo>
                    <a:pt x="102185" y="320992"/>
                  </a:lnTo>
                  <a:lnTo>
                    <a:pt x="107098" y="322974"/>
                  </a:lnTo>
                  <a:lnTo>
                    <a:pt x="112072" y="324800"/>
                  </a:lnTo>
                  <a:lnTo>
                    <a:pt x="117101" y="326466"/>
                  </a:lnTo>
                  <a:lnTo>
                    <a:pt x="122181" y="327973"/>
                  </a:lnTo>
                  <a:lnTo>
                    <a:pt x="127305" y="329317"/>
                  </a:lnTo>
                  <a:lnTo>
                    <a:pt x="132470" y="330499"/>
                  </a:lnTo>
                  <a:lnTo>
                    <a:pt x="137669" y="331516"/>
                  </a:lnTo>
                  <a:lnTo>
                    <a:pt x="142899" y="332368"/>
                  </a:lnTo>
                  <a:lnTo>
                    <a:pt x="148152" y="333054"/>
                  </a:lnTo>
                  <a:lnTo>
                    <a:pt x="153425" y="333574"/>
                  </a:lnTo>
                  <a:lnTo>
                    <a:pt x="158711" y="333925"/>
                  </a:lnTo>
                  <a:lnTo>
                    <a:pt x="164006" y="334110"/>
                  </a:lnTo>
                  <a:lnTo>
                    <a:pt x="169304" y="334126"/>
                  </a:lnTo>
                  <a:lnTo>
                    <a:pt x="174600" y="333974"/>
                  </a:lnTo>
                  <a:lnTo>
                    <a:pt x="179888" y="333655"/>
                  </a:lnTo>
                  <a:lnTo>
                    <a:pt x="185164" y="333168"/>
                  </a:lnTo>
                  <a:lnTo>
                    <a:pt x="190422" y="332514"/>
                  </a:lnTo>
                  <a:lnTo>
                    <a:pt x="195656" y="331694"/>
                  </a:lnTo>
                  <a:lnTo>
                    <a:pt x="200861" y="330708"/>
                  </a:lnTo>
                  <a:lnTo>
                    <a:pt x="206033" y="329558"/>
                  </a:lnTo>
                  <a:lnTo>
                    <a:pt x="211166" y="328245"/>
                  </a:lnTo>
                  <a:lnTo>
                    <a:pt x="216255" y="326770"/>
                  </a:lnTo>
                  <a:lnTo>
                    <a:pt x="221294" y="325134"/>
                  </a:lnTo>
                  <a:lnTo>
                    <a:pt x="226279" y="323339"/>
                  </a:lnTo>
                  <a:lnTo>
                    <a:pt x="231204" y="321388"/>
                  </a:lnTo>
                  <a:lnTo>
                    <a:pt x="236065" y="319281"/>
                  </a:lnTo>
                  <a:lnTo>
                    <a:pt x="240857" y="317021"/>
                  </a:lnTo>
                  <a:lnTo>
                    <a:pt x="245575" y="314610"/>
                  </a:lnTo>
                  <a:lnTo>
                    <a:pt x="250214" y="312051"/>
                  </a:lnTo>
                  <a:lnTo>
                    <a:pt x="254770" y="309347"/>
                  </a:lnTo>
                  <a:lnTo>
                    <a:pt x="259238" y="306499"/>
                  </a:lnTo>
                  <a:lnTo>
                    <a:pt x="263613" y="303512"/>
                  </a:lnTo>
                  <a:lnTo>
                    <a:pt x="267892" y="300387"/>
                  </a:lnTo>
                  <a:lnTo>
                    <a:pt x="272069" y="297128"/>
                  </a:lnTo>
                  <a:lnTo>
                    <a:pt x="276141" y="293738"/>
                  </a:lnTo>
                  <a:lnTo>
                    <a:pt x="280103" y="290221"/>
                  </a:lnTo>
                  <a:lnTo>
                    <a:pt x="283952" y="286580"/>
                  </a:lnTo>
                  <a:lnTo>
                    <a:pt x="287684" y="282819"/>
                  </a:lnTo>
                  <a:lnTo>
                    <a:pt x="291294" y="278942"/>
                  </a:lnTo>
                  <a:lnTo>
                    <a:pt x="294780" y="274952"/>
                  </a:lnTo>
                  <a:lnTo>
                    <a:pt x="298138" y="270854"/>
                  </a:lnTo>
                  <a:lnTo>
                    <a:pt x="301364" y="266652"/>
                  </a:lnTo>
                  <a:lnTo>
                    <a:pt x="304456" y="262349"/>
                  </a:lnTo>
                  <a:lnTo>
                    <a:pt x="307409" y="257950"/>
                  </a:lnTo>
                  <a:lnTo>
                    <a:pt x="310222" y="253461"/>
                  </a:lnTo>
                  <a:lnTo>
                    <a:pt x="312891" y="248884"/>
                  </a:lnTo>
                  <a:lnTo>
                    <a:pt x="315413" y="244225"/>
                  </a:lnTo>
                  <a:lnTo>
                    <a:pt x="317787" y="239488"/>
                  </a:lnTo>
                  <a:lnTo>
                    <a:pt x="320009" y="234679"/>
                  </a:lnTo>
                  <a:lnTo>
                    <a:pt x="322078" y="229801"/>
                  </a:lnTo>
                  <a:lnTo>
                    <a:pt x="323991" y="224861"/>
                  </a:lnTo>
                  <a:lnTo>
                    <a:pt x="325747" y="219862"/>
                  </a:lnTo>
                  <a:lnTo>
                    <a:pt x="327343" y="214810"/>
                  </a:lnTo>
                  <a:lnTo>
                    <a:pt x="328779" y="209710"/>
                  </a:lnTo>
                  <a:lnTo>
                    <a:pt x="330052" y="204567"/>
                  </a:lnTo>
                  <a:lnTo>
                    <a:pt x="331161" y="199387"/>
                  </a:lnTo>
                  <a:lnTo>
                    <a:pt x="167167" y="1669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28472" y="2126963"/>
              <a:ext cx="167166" cy="199582"/>
            </a:xfrm>
            <a:custGeom>
              <a:avLst/>
              <a:pathLst>
                <a:path w="167166" h="199582">
                  <a:moveTo>
                    <a:pt x="163994" y="199582"/>
                  </a:moveTo>
                  <a:lnTo>
                    <a:pt x="164950" y="194300"/>
                  </a:lnTo>
                  <a:lnTo>
                    <a:pt x="165736" y="188991"/>
                  </a:lnTo>
                  <a:lnTo>
                    <a:pt x="166351" y="183659"/>
                  </a:lnTo>
                  <a:lnTo>
                    <a:pt x="166795" y="178310"/>
                  </a:lnTo>
                  <a:lnTo>
                    <a:pt x="167067" y="172950"/>
                  </a:lnTo>
                  <a:lnTo>
                    <a:pt x="167166" y="167584"/>
                  </a:lnTo>
                  <a:lnTo>
                    <a:pt x="167094" y="162217"/>
                  </a:lnTo>
                  <a:lnTo>
                    <a:pt x="166849" y="156856"/>
                  </a:lnTo>
                  <a:lnTo>
                    <a:pt x="166432" y="151505"/>
                  </a:lnTo>
                  <a:lnTo>
                    <a:pt x="165843" y="146170"/>
                  </a:lnTo>
                  <a:lnTo>
                    <a:pt x="165083" y="140857"/>
                  </a:lnTo>
                  <a:lnTo>
                    <a:pt x="164154" y="135571"/>
                  </a:lnTo>
                  <a:lnTo>
                    <a:pt x="163055" y="130317"/>
                  </a:lnTo>
                  <a:lnTo>
                    <a:pt x="161788" y="125102"/>
                  </a:lnTo>
                  <a:lnTo>
                    <a:pt x="160354" y="119930"/>
                  </a:lnTo>
                  <a:lnTo>
                    <a:pt x="158755" y="114806"/>
                  </a:lnTo>
                  <a:lnTo>
                    <a:pt x="156992" y="109737"/>
                  </a:lnTo>
                  <a:lnTo>
                    <a:pt x="155068" y="104726"/>
                  </a:lnTo>
                  <a:lnTo>
                    <a:pt x="152983" y="99781"/>
                  </a:lnTo>
                  <a:lnTo>
                    <a:pt x="150741" y="94904"/>
                  </a:lnTo>
                  <a:lnTo>
                    <a:pt x="148344" y="90102"/>
                  </a:lnTo>
                  <a:lnTo>
                    <a:pt x="145793" y="85380"/>
                  </a:lnTo>
                  <a:lnTo>
                    <a:pt x="143092" y="80742"/>
                  </a:lnTo>
                  <a:lnTo>
                    <a:pt x="140244" y="76192"/>
                  </a:lnTo>
                  <a:lnTo>
                    <a:pt x="137251" y="71737"/>
                  </a:lnTo>
                  <a:lnTo>
                    <a:pt x="134117" y="67380"/>
                  </a:lnTo>
                  <a:lnTo>
                    <a:pt x="130845" y="63126"/>
                  </a:lnTo>
                  <a:lnTo>
                    <a:pt x="127437" y="58979"/>
                  </a:lnTo>
                  <a:lnTo>
                    <a:pt x="123899" y="54944"/>
                  </a:lnTo>
                  <a:lnTo>
                    <a:pt x="120232" y="51024"/>
                  </a:lnTo>
                  <a:lnTo>
                    <a:pt x="116442" y="47224"/>
                  </a:lnTo>
                  <a:lnTo>
                    <a:pt x="112531" y="43548"/>
                  </a:lnTo>
                  <a:lnTo>
                    <a:pt x="108505" y="39999"/>
                  </a:lnTo>
                  <a:lnTo>
                    <a:pt x="104366" y="36582"/>
                  </a:lnTo>
                  <a:lnTo>
                    <a:pt x="100120" y="33299"/>
                  </a:lnTo>
                  <a:lnTo>
                    <a:pt x="95771" y="30153"/>
                  </a:lnTo>
                  <a:lnTo>
                    <a:pt x="91323" y="27150"/>
                  </a:lnTo>
                  <a:lnTo>
                    <a:pt x="86782" y="24290"/>
                  </a:lnTo>
                  <a:lnTo>
                    <a:pt x="82150" y="21578"/>
                  </a:lnTo>
                  <a:lnTo>
                    <a:pt x="77434" y="19015"/>
                  </a:lnTo>
                  <a:lnTo>
                    <a:pt x="72638" y="16606"/>
                  </a:lnTo>
                  <a:lnTo>
                    <a:pt x="67767" y="14352"/>
                  </a:lnTo>
                  <a:lnTo>
                    <a:pt x="62827" y="12255"/>
                  </a:lnTo>
                  <a:lnTo>
                    <a:pt x="57821" y="10318"/>
                  </a:lnTo>
                  <a:lnTo>
                    <a:pt x="52756" y="8543"/>
                  </a:lnTo>
                  <a:lnTo>
                    <a:pt x="47637" y="6931"/>
                  </a:lnTo>
                  <a:lnTo>
                    <a:pt x="42468" y="5484"/>
                  </a:lnTo>
                  <a:lnTo>
                    <a:pt x="37256" y="4204"/>
                  </a:lnTo>
                  <a:lnTo>
                    <a:pt x="32005" y="3092"/>
                  </a:lnTo>
                  <a:lnTo>
                    <a:pt x="26721" y="2149"/>
                  </a:lnTo>
                  <a:lnTo>
                    <a:pt x="21410" y="1376"/>
                  </a:lnTo>
                  <a:lnTo>
                    <a:pt x="16077" y="774"/>
                  </a:lnTo>
                  <a:lnTo>
                    <a:pt x="10727" y="344"/>
                  </a:lnTo>
                  <a:lnTo>
                    <a:pt x="5366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0368" y="1681503"/>
              <a:ext cx="12866" cy="167167"/>
            </a:xfrm>
            <a:custGeom>
              <a:avLst/>
              <a:pathLst>
                <a:path w="12866" h="167167">
                  <a:moveTo>
                    <a:pt x="12866" y="0"/>
                  </a:moveTo>
                  <a:lnTo>
                    <a:pt x="0" y="495"/>
                  </a:lnTo>
                  <a:lnTo>
                    <a:pt x="12866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0368" y="1681999"/>
              <a:ext cx="12866" cy="166671"/>
            </a:xfrm>
            <a:custGeom>
              <a:avLst/>
              <a:pathLst>
                <a:path w="12866" h="166671">
                  <a:moveTo>
                    <a:pt x="0" y="0"/>
                  </a:moveTo>
                  <a:lnTo>
                    <a:pt x="12866" y="1666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0368" y="1681999"/>
              <a:ext cx="12866" cy="166671"/>
            </a:xfrm>
            <a:custGeom>
              <a:avLst/>
              <a:pathLst>
                <a:path w="12866" h="166671">
                  <a:moveTo>
                    <a:pt x="0" y="0"/>
                  </a:moveTo>
                  <a:lnTo>
                    <a:pt x="12866" y="1666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0368" y="1681999"/>
              <a:ext cx="12866" cy="166671"/>
            </a:xfrm>
            <a:custGeom>
              <a:avLst/>
              <a:pathLst>
                <a:path w="12866" h="166671">
                  <a:moveTo>
                    <a:pt x="0" y="0"/>
                  </a:moveTo>
                  <a:lnTo>
                    <a:pt x="12866" y="1666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0368" y="1681999"/>
              <a:ext cx="12866" cy="166671"/>
            </a:xfrm>
            <a:custGeom>
              <a:avLst/>
              <a:pathLst>
                <a:path w="12866" h="166671">
                  <a:moveTo>
                    <a:pt x="0" y="0"/>
                  </a:moveTo>
                  <a:lnTo>
                    <a:pt x="12866" y="1666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0368" y="1681999"/>
              <a:ext cx="12866" cy="166671"/>
            </a:xfrm>
            <a:custGeom>
              <a:avLst/>
              <a:pathLst>
                <a:path w="12866" h="166671">
                  <a:moveTo>
                    <a:pt x="0" y="0"/>
                  </a:moveTo>
                  <a:lnTo>
                    <a:pt x="12866" y="16667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0368" y="1681999"/>
              <a:ext cx="12866" cy="166671"/>
            </a:xfrm>
            <a:custGeom>
              <a:avLst/>
              <a:pathLst>
                <a:path w="12866" h="166671">
                  <a:moveTo>
                    <a:pt x="0" y="0"/>
                  </a:moveTo>
                  <a:lnTo>
                    <a:pt x="12866" y="16667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0368" y="1681999"/>
              <a:ext cx="12866" cy="166671"/>
            </a:xfrm>
            <a:custGeom>
              <a:avLst/>
              <a:pathLst>
                <a:path w="12866" h="166671">
                  <a:moveTo>
                    <a:pt x="0" y="0"/>
                  </a:moveTo>
                  <a:lnTo>
                    <a:pt x="12866" y="1666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0368" y="1681999"/>
              <a:ext cx="12866" cy="166671"/>
            </a:xfrm>
            <a:custGeom>
              <a:avLst/>
              <a:pathLst>
                <a:path w="12866" h="166671">
                  <a:moveTo>
                    <a:pt x="0" y="0"/>
                  </a:moveTo>
                  <a:lnTo>
                    <a:pt x="12866" y="1666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0368" y="1681999"/>
              <a:ext cx="12866" cy="166671"/>
            </a:xfrm>
            <a:custGeom>
              <a:avLst/>
              <a:pathLst>
                <a:path w="12866" h="166671">
                  <a:moveTo>
                    <a:pt x="0" y="0"/>
                  </a:moveTo>
                  <a:lnTo>
                    <a:pt x="12866" y="1666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0368" y="1681999"/>
              <a:ext cx="12866" cy="166671"/>
            </a:xfrm>
            <a:custGeom>
              <a:avLst/>
              <a:pathLst>
                <a:path w="12866" h="166671">
                  <a:moveTo>
                    <a:pt x="0" y="0"/>
                  </a:moveTo>
                  <a:lnTo>
                    <a:pt x="12866" y="1666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0368" y="1681999"/>
              <a:ext cx="12866" cy="166671"/>
            </a:xfrm>
            <a:custGeom>
              <a:avLst/>
              <a:pathLst>
                <a:path w="12866" h="166671">
                  <a:moveTo>
                    <a:pt x="0" y="0"/>
                  </a:moveTo>
                  <a:lnTo>
                    <a:pt x="12866" y="1666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0368" y="1681999"/>
              <a:ext cx="12866" cy="166671"/>
            </a:xfrm>
            <a:custGeom>
              <a:avLst/>
              <a:pathLst>
                <a:path w="12866" h="166671">
                  <a:moveTo>
                    <a:pt x="0" y="0"/>
                  </a:moveTo>
                  <a:lnTo>
                    <a:pt x="12866" y="1666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0368" y="1681999"/>
              <a:ext cx="12866" cy="166671"/>
            </a:xfrm>
            <a:custGeom>
              <a:avLst/>
              <a:pathLst>
                <a:path w="12866" h="166671">
                  <a:moveTo>
                    <a:pt x="0" y="0"/>
                  </a:moveTo>
                  <a:lnTo>
                    <a:pt x="12866" y="16667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0368" y="1681999"/>
              <a:ext cx="12866" cy="166671"/>
            </a:xfrm>
            <a:custGeom>
              <a:avLst/>
              <a:pathLst>
                <a:path w="12866" h="166671">
                  <a:moveTo>
                    <a:pt x="0" y="0"/>
                  </a:moveTo>
                  <a:lnTo>
                    <a:pt x="12866" y="1666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0368" y="1681999"/>
              <a:ext cx="12866" cy="166671"/>
            </a:xfrm>
            <a:custGeom>
              <a:avLst/>
              <a:pathLst>
                <a:path w="12866" h="166671">
                  <a:moveTo>
                    <a:pt x="0" y="0"/>
                  </a:moveTo>
                  <a:lnTo>
                    <a:pt x="12866" y="1666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0368" y="1681999"/>
              <a:ext cx="12866" cy="166671"/>
            </a:xfrm>
            <a:custGeom>
              <a:avLst/>
              <a:pathLst>
                <a:path w="12866" h="166671">
                  <a:moveTo>
                    <a:pt x="0" y="0"/>
                  </a:moveTo>
                  <a:lnTo>
                    <a:pt x="12866" y="16667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10368" y="1681999"/>
              <a:ext cx="12866" cy="166671"/>
            </a:xfrm>
            <a:custGeom>
              <a:avLst/>
              <a:pathLst>
                <a:path w="12866" h="166671">
                  <a:moveTo>
                    <a:pt x="0" y="0"/>
                  </a:moveTo>
                  <a:lnTo>
                    <a:pt x="12866" y="1666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10368" y="1681999"/>
              <a:ext cx="12866" cy="166671"/>
            </a:xfrm>
            <a:custGeom>
              <a:avLst/>
              <a:pathLst>
                <a:path w="12866" h="166671">
                  <a:moveTo>
                    <a:pt x="0" y="0"/>
                  </a:moveTo>
                  <a:lnTo>
                    <a:pt x="12866" y="1666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10368" y="1681999"/>
              <a:ext cx="12866" cy="166671"/>
            </a:xfrm>
            <a:custGeom>
              <a:avLst/>
              <a:pathLst>
                <a:path w="12866" h="166671">
                  <a:moveTo>
                    <a:pt x="0" y="0"/>
                  </a:moveTo>
                  <a:lnTo>
                    <a:pt x="12866" y="1666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10368" y="1681999"/>
              <a:ext cx="12866" cy="166671"/>
            </a:xfrm>
            <a:custGeom>
              <a:avLst/>
              <a:pathLst>
                <a:path w="12866" h="166671">
                  <a:moveTo>
                    <a:pt x="0" y="0"/>
                  </a:moveTo>
                  <a:lnTo>
                    <a:pt x="12866" y="1666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10368" y="1681999"/>
              <a:ext cx="12866" cy="166671"/>
            </a:xfrm>
            <a:custGeom>
              <a:avLst/>
              <a:pathLst>
                <a:path w="12866" h="166671">
                  <a:moveTo>
                    <a:pt x="0" y="0"/>
                  </a:moveTo>
                  <a:lnTo>
                    <a:pt x="12866" y="1666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10368" y="1681999"/>
              <a:ext cx="12866" cy="166671"/>
            </a:xfrm>
            <a:custGeom>
              <a:avLst/>
              <a:pathLst>
                <a:path w="12866" h="166671">
                  <a:moveTo>
                    <a:pt x="0" y="0"/>
                  </a:moveTo>
                  <a:lnTo>
                    <a:pt x="12866" y="1666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256068" y="1681999"/>
              <a:ext cx="334332" cy="333826"/>
            </a:xfrm>
            <a:custGeom>
              <a:avLst/>
              <a:pathLst>
                <a:path w="334332" h="333826">
                  <a:moveTo>
                    <a:pt x="154300" y="0"/>
                  </a:moveTo>
                  <a:lnTo>
                    <a:pt x="149020" y="491"/>
                  </a:lnTo>
                  <a:lnTo>
                    <a:pt x="143759" y="1151"/>
                  </a:lnTo>
                  <a:lnTo>
                    <a:pt x="138521" y="1976"/>
                  </a:lnTo>
                  <a:lnTo>
                    <a:pt x="133312" y="2968"/>
                  </a:lnTo>
                  <a:lnTo>
                    <a:pt x="128137" y="4124"/>
                  </a:lnTo>
                  <a:lnTo>
                    <a:pt x="123001" y="5443"/>
                  </a:lnTo>
                  <a:lnTo>
                    <a:pt x="117910" y="6925"/>
                  </a:lnTo>
                  <a:lnTo>
                    <a:pt x="112868" y="8568"/>
                  </a:lnTo>
                  <a:lnTo>
                    <a:pt x="107881" y="10369"/>
                  </a:lnTo>
                  <a:lnTo>
                    <a:pt x="102954" y="12328"/>
                  </a:lnTo>
                  <a:lnTo>
                    <a:pt x="98091" y="14442"/>
                  </a:lnTo>
                  <a:lnTo>
                    <a:pt x="93298" y="16710"/>
                  </a:lnTo>
                  <a:lnTo>
                    <a:pt x="88579" y="19128"/>
                  </a:lnTo>
                  <a:lnTo>
                    <a:pt x="83939" y="21695"/>
                  </a:lnTo>
                  <a:lnTo>
                    <a:pt x="79383" y="24407"/>
                  </a:lnTo>
                  <a:lnTo>
                    <a:pt x="74915" y="27263"/>
                  </a:lnTo>
                  <a:lnTo>
                    <a:pt x="70540" y="30259"/>
                  </a:lnTo>
                  <a:lnTo>
                    <a:pt x="66262" y="33392"/>
                  </a:lnTo>
                  <a:lnTo>
                    <a:pt x="62086" y="36659"/>
                  </a:lnTo>
                  <a:lnTo>
                    <a:pt x="58015" y="40058"/>
                  </a:lnTo>
                  <a:lnTo>
                    <a:pt x="54054" y="43583"/>
                  </a:lnTo>
                  <a:lnTo>
                    <a:pt x="50207" y="47232"/>
                  </a:lnTo>
                  <a:lnTo>
                    <a:pt x="46478" y="51002"/>
                  </a:lnTo>
                  <a:lnTo>
                    <a:pt x="42870" y="54888"/>
                  </a:lnTo>
                  <a:lnTo>
                    <a:pt x="39388" y="58886"/>
                  </a:lnTo>
                  <a:lnTo>
                    <a:pt x="36033" y="62993"/>
                  </a:lnTo>
                  <a:lnTo>
                    <a:pt x="32811" y="67204"/>
                  </a:lnTo>
                  <a:lnTo>
                    <a:pt x="29724" y="71515"/>
                  </a:lnTo>
                  <a:lnTo>
                    <a:pt x="26775" y="75922"/>
                  </a:lnTo>
                  <a:lnTo>
                    <a:pt x="23968" y="80421"/>
                  </a:lnTo>
                  <a:lnTo>
                    <a:pt x="21304" y="85006"/>
                  </a:lnTo>
                  <a:lnTo>
                    <a:pt x="18788" y="89673"/>
                  </a:lnTo>
                  <a:lnTo>
                    <a:pt x="16420" y="94418"/>
                  </a:lnTo>
                  <a:lnTo>
                    <a:pt x="14204" y="99235"/>
                  </a:lnTo>
                  <a:lnTo>
                    <a:pt x="12143" y="104120"/>
                  </a:lnTo>
                  <a:lnTo>
                    <a:pt x="10237" y="109068"/>
                  </a:lnTo>
                  <a:lnTo>
                    <a:pt x="8489" y="114075"/>
                  </a:lnTo>
                  <a:lnTo>
                    <a:pt x="6900" y="119134"/>
                  </a:lnTo>
                  <a:lnTo>
                    <a:pt x="5473" y="124241"/>
                  </a:lnTo>
                  <a:lnTo>
                    <a:pt x="4209" y="129390"/>
                  </a:lnTo>
                  <a:lnTo>
                    <a:pt x="3109" y="134577"/>
                  </a:lnTo>
                  <a:lnTo>
                    <a:pt x="2173" y="139797"/>
                  </a:lnTo>
                  <a:lnTo>
                    <a:pt x="1404" y="145043"/>
                  </a:lnTo>
                  <a:lnTo>
                    <a:pt x="801" y="150311"/>
                  </a:lnTo>
                  <a:lnTo>
                    <a:pt x="366" y="155596"/>
                  </a:lnTo>
                  <a:lnTo>
                    <a:pt x="99" y="160892"/>
                  </a:lnTo>
                  <a:lnTo>
                    <a:pt x="0" y="166193"/>
                  </a:lnTo>
                  <a:lnTo>
                    <a:pt x="68" y="171495"/>
                  </a:lnTo>
                  <a:lnTo>
                    <a:pt x="306" y="176793"/>
                  </a:lnTo>
                  <a:lnTo>
                    <a:pt x="710" y="182080"/>
                  </a:lnTo>
                  <a:lnTo>
                    <a:pt x="1283" y="187351"/>
                  </a:lnTo>
                  <a:lnTo>
                    <a:pt x="2022" y="192602"/>
                  </a:lnTo>
                  <a:lnTo>
                    <a:pt x="2928" y="197826"/>
                  </a:lnTo>
                  <a:lnTo>
                    <a:pt x="3998" y="203020"/>
                  </a:lnTo>
                  <a:lnTo>
                    <a:pt x="5233" y="208176"/>
                  </a:lnTo>
                  <a:lnTo>
                    <a:pt x="6631" y="213291"/>
                  </a:lnTo>
                  <a:lnTo>
                    <a:pt x="8191" y="218359"/>
                  </a:lnTo>
                  <a:lnTo>
                    <a:pt x="9910" y="223376"/>
                  </a:lnTo>
                  <a:lnTo>
                    <a:pt x="11787" y="228335"/>
                  </a:lnTo>
                  <a:lnTo>
                    <a:pt x="13821" y="233231"/>
                  </a:lnTo>
                  <a:lnTo>
                    <a:pt x="16009" y="238061"/>
                  </a:lnTo>
                  <a:lnTo>
                    <a:pt x="18350" y="242820"/>
                  </a:lnTo>
                  <a:lnTo>
                    <a:pt x="20840" y="247501"/>
                  </a:lnTo>
                  <a:lnTo>
                    <a:pt x="23477" y="252101"/>
                  </a:lnTo>
                  <a:lnTo>
                    <a:pt x="26259" y="256616"/>
                  </a:lnTo>
                  <a:lnTo>
                    <a:pt x="29182" y="261039"/>
                  </a:lnTo>
                  <a:lnTo>
                    <a:pt x="32245" y="265368"/>
                  </a:lnTo>
                  <a:lnTo>
                    <a:pt x="35443" y="269598"/>
                  </a:lnTo>
                  <a:lnTo>
                    <a:pt x="38773" y="273724"/>
                  </a:lnTo>
                  <a:lnTo>
                    <a:pt x="42233" y="277742"/>
                  </a:lnTo>
                  <a:lnTo>
                    <a:pt x="45819" y="281648"/>
                  </a:lnTo>
                  <a:lnTo>
                    <a:pt x="49527" y="285439"/>
                  </a:lnTo>
                  <a:lnTo>
                    <a:pt x="53353" y="289110"/>
                  </a:lnTo>
                  <a:lnTo>
                    <a:pt x="57293" y="292659"/>
                  </a:lnTo>
                  <a:lnTo>
                    <a:pt x="61344" y="296080"/>
                  </a:lnTo>
                  <a:lnTo>
                    <a:pt x="65502" y="299371"/>
                  </a:lnTo>
                  <a:lnTo>
                    <a:pt x="69762" y="302529"/>
                  </a:lnTo>
                  <a:lnTo>
                    <a:pt x="74119" y="305550"/>
                  </a:lnTo>
                  <a:lnTo>
                    <a:pt x="78571" y="308431"/>
                  </a:lnTo>
                  <a:lnTo>
                    <a:pt x="83111" y="311169"/>
                  </a:lnTo>
                  <a:lnTo>
                    <a:pt x="87737" y="313762"/>
                  </a:lnTo>
                  <a:lnTo>
                    <a:pt x="92442" y="316208"/>
                  </a:lnTo>
                  <a:lnTo>
                    <a:pt x="97222" y="318502"/>
                  </a:lnTo>
                  <a:lnTo>
                    <a:pt x="102073" y="320644"/>
                  </a:lnTo>
                  <a:lnTo>
                    <a:pt x="106989" y="322631"/>
                  </a:lnTo>
                  <a:lnTo>
                    <a:pt x="111965" y="324462"/>
                  </a:lnTo>
                  <a:lnTo>
                    <a:pt x="116998" y="326133"/>
                  </a:lnTo>
                  <a:lnTo>
                    <a:pt x="122080" y="327644"/>
                  </a:lnTo>
                  <a:lnTo>
                    <a:pt x="127208" y="328993"/>
                  </a:lnTo>
                  <a:lnTo>
                    <a:pt x="132377" y="330178"/>
                  </a:lnTo>
                  <a:lnTo>
                    <a:pt x="137580" y="331200"/>
                  </a:lnTo>
                  <a:lnTo>
                    <a:pt x="142813" y="332055"/>
                  </a:lnTo>
                  <a:lnTo>
                    <a:pt x="148071" y="332744"/>
                  </a:lnTo>
                  <a:lnTo>
                    <a:pt x="153347" y="333266"/>
                  </a:lnTo>
                  <a:lnTo>
                    <a:pt x="158638" y="333621"/>
                  </a:lnTo>
                  <a:lnTo>
                    <a:pt x="163937" y="333807"/>
                  </a:lnTo>
                  <a:lnTo>
                    <a:pt x="169240" y="333826"/>
                  </a:lnTo>
                  <a:lnTo>
                    <a:pt x="174540" y="333676"/>
                  </a:lnTo>
                  <a:lnTo>
                    <a:pt x="179833" y="333358"/>
                  </a:lnTo>
                  <a:lnTo>
                    <a:pt x="185113" y="332872"/>
                  </a:lnTo>
                  <a:lnTo>
                    <a:pt x="190376" y="332219"/>
                  </a:lnTo>
                  <a:lnTo>
                    <a:pt x="195614" y="331400"/>
                  </a:lnTo>
                  <a:lnTo>
                    <a:pt x="200825" y="330415"/>
                  </a:lnTo>
                  <a:lnTo>
                    <a:pt x="206001" y="329265"/>
                  </a:lnTo>
                  <a:lnTo>
                    <a:pt x="211138" y="327952"/>
                  </a:lnTo>
                  <a:lnTo>
                    <a:pt x="216231" y="326476"/>
                  </a:lnTo>
                  <a:lnTo>
                    <a:pt x="221275" y="324839"/>
                  </a:lnTo>
                  <a:lnTo>
                    <a:pt x="226264" y="323044"/>
                  </a:lnTo>
                  <a:lnTo>
                    <a:pt x="231194" y="321091"/>
                  </a:lnTo>
                  <a:lnTo>
                    <a:pt x="236059" y="318982"/>
                  </a:lnTo>
                  <a:lnTo>
                    <a:pt x="240855" y="316721"/>
                  </a:lnTo>
                  <a:lnTo>
                    <a:pt x="245577" y="314308"/>
                  </a:lnTo>
                  <a:lnTo>
                    <a:pt x="250220" y="311747"/>
                  </a:lnTo>
                  <a:lnTo>
                    <a:pt x="254780" y="309040"/>
                  </a:lnTo>
                  <a:lnTo>
                    <a:pt x="259251" y="306189"/>
                  </a:lnTo>
                  <a:lnTo>
                    <a:pt x="263629" y="303199"/>
                  </a:lnTo>
                  <a:lnTo>
                    <a:pt x="267911" y="300071"/>
                  </a:lnTo>
                  <a:lnTo>
                    <a:pt x="272091" y="296808"/>
                  </a:lnTo>
                  <a:lnTo>
                    <a:pt x="276166" y="293415"/>
                  </a:lnTo>
                  <a:lnTo>
                    <a:pt x="280131" y="289894"/>
                  </a:lnTo>
                  <a:lnTo>
                    <a:pt x="283982" y="286250"/>
                  </a:lnTo>
                  <a:lnTo>
                    <a:pt x="287716" y="282484"/>
                  </a:lnTo>
                  <a:lnTo>
                    <a:pt x="291328" y="278603"/>
                  </a:lnTo>
                  <a:lnTo>
                    <a:pt x="294816" y="274609"/>
                  </a:lnTo>
                  <a:lnTo>
                    <a:pt x="298175" y="270506"/>
                  </a:lnTo>
                  <a:lnTo>
                    <a:pt x="301402" y="266299"/>
                  </a:lnTo>
                  <a:lnTo>
                    <a:pt x="304495" y="261991"/>
                  </a:lnTo>
                  <a:lnTo>
                    <a:pt x="307449" y="257588"/>
                  </a:lnTo>
                  <a:lnTo>
                    <a:pt x="310262" y="253093"/>
                  </a:lnTo>
                  <a:lnTo>
                    <a:pt x="312931" y="248511"/>
                  </a:lnTo>
                  <a:lnTo>
                    <a:pt x="315453" y="243847"/>
                  </a:lnTo>
                  <a:lnTo>
                    <a:pt x="317826" y="239105"/>
                  </a:lnTo>
                  <a:lnTo>
                    <a:pt x="320047" y="234290"/>
                  </a:lnTo>
                  <a:lnTo>
                    <a:pt x="322115" y="229407"/>
                  </a:lnTo>
                  <a:lnTo>
                    <a:pt x="324027" y="224461"/>
                  </a:lnTo>
                  <a:lnTo>
                    <a:pt x="325781" y="219457"/>
                  </a:lnTo>
                  <a:lnTo>
                    <a:pt x="327375" y="214400"/>
                  </a:lnTo>
                  <a:lnTo>
                    <a:pt x="328808" y="209295"/>
                  </a:lnTo>
                  <a:lnTo>
                    <a:pt x="330079" y="204147"/>
                  </a:lnTo>
                  <a:lnTo>
                    <a:pt x="331185" y="198961"/>
                  </a:lnTo>
                  <a:lnTo>
                    <a:pt x="332127" y="193743"/>
                  </a:lnTo>
                  <a:lnTo>
                    <a:pt x="332903" y="188497"/>
                  </a:lnTo>
                  <a:lnTo>
                    <a:pt x="333512" y="183230"/>
                  </a:lnTo>
                  <a:lnTo>
                    <a:pt x="333953" y="177946"/>
                  </a:lnTo>
                  <a:lnTo>
                    <a:pt x="334227" y="172650"/>
                  </a:lnTo>
                  <a:lnTo>
                    <a:pt x="334332" y="167349"/>
                  </a:lnTo>
                  <a:lnTo>
                    <a:pt x="334270" y="162047"/>
                  </a:lnTo>
                  <a:lnTo>
                    <a:pt x="334039" y="156749"/>
                  </a:lnTo>
                  <a:lnTo>
                    <a:pt x="333640" y="151462"/>
                  </a:lnTo>
                  <a:lnTo>
                    <a:pt x="333074" y="146189"/>
                  </a:lnTo>
                  <a:lnTo>
                    <a:pt x="332341" y="140938"/>
                  </a:lnTo>
                  <a:lnTo>
                    <a:pt x="331442" y="135712"/>
                  </a:lnTo>
                  <a:lnTo>
                    <a:pt x="330377" y="130518"/>
                  </a:lnTo>
                  <a:lnTo>
                    <a:pt x="329149" y="125359"/>
                  </a:lnTo>
                  <a:lnTo>
                    <a:pt x="327757" y="120243"/>
                  </a:lnTo>
                  <a:lnTo>
                    <a:pt x="326204" y="115173"/>
                  </a:lnTo>
                  <a:lnTo>
                    <a:pt x="324490" y="110155"/>
                  </a:lnTo>
                  <a:lnTo>
                    <a:pt x="322619" y="105194"/>
                  </a:lnTo>
                  <a:lnTo>
                    <a:pt x="320591" y="100294"/>
                  </a:lnTo>
                  <a:lnTo>
                    <a:pt x="318408" y="95462"/>
                  </a:lnTo>
                  <a:lnTo>
                    <a:pt x="316074" y="90701"/>
                  </a:lnTo>
                  <a:lnTo>
                    <a:pt x="313589" y="86016"/>
                  </a:lnTo>
                  <a:lnTo>
                    <a:pt x="310958" y="81413"/>
                  </a:lnTo>
                  <a:lnTo>
                    <a:pt x="308181" y="76895"/>
                  </a:lnTo>
                  <a:lnTo>
                    <a:pt x="305263" y="72468"/>
                  </a:lnTo>
                  <a:lnTo>
                    <a:pt x="302206" y="68135"/>
                  </a:lnTo>
                  <a:lnTo>
                    <a:pt x="299013" y="63902"/>
                  </a:lnTo>
                  <a:lnTo>
                    <a:pt x="295687" y="59772"/>
                  </a:lnTo>
                  <a:lnTo>
                    <a:pt x="292232" y="55750"/>
                  </a:lnTo>
                  <a:lnTo>
                    <a:pt x="288651" y="51839"/>
                  </a:lnTo>
                  <a:lnTo>
                    <a:pt x="284948" y="48044"/>
                  </a:lnTo>
                  <a:lnTo>
                    <a:pt x="281126" y="44368"/>
                  </a:lnTo>
                  <a:lnTo>
                    <a:pt x="277190" y="40815"/>
                  </a:lnTo>
                  <a:lnTo>
                    <a:pt x="273143" y="37389"/>
                  </a:lnTo>
                  <a:lnTo>
                    <a:pt x="268989" y="34093"/>
                  </a:lnTo>
                  <a:lnTo>
                    <a:pt x="264733" y="30930"/>
                  </a:lnTo>
                  <a:lnTo>
                    <a:pt x="260379" y="27904"/>
                  </a:lnTo>
                  <a:lnTo>
                    <a:pt x="255931" y="25017"/>
                  </a:lnTo>
                  <a:lnTo>
                    <a:pt x="251394" y="22273"/>
                  </a:lnTo>
                  <a:lnTo>
                    <a:pt x="246772" y="19675"/>
                  </a:lnTo>
                  <a:lnTo>
                    <a:pt x="242070" y="17224"/>
                  </a:lnTo>
                  <a:lnTo>
                    <a:pt x="237292" y="14924"/>
                  </a:lnTo>
                  <a:lnTo>
                    <a:pt x="232444" y="12776"/>
                  </a:lnTo>
                  <a:lnTo>
                    <a:pt x="227530" y="10783"/>
                  </a:lnTo>
                  <a:lnTo>
                    <a:pt x="222556" y="8947"/>
                  </a:lnTo>
                  <a:lnTo>
                    <a:pt x="217526" y="7269"/>
                  </a:lnTo>
                  <a:lnTo>
                    <a:pt x="212445" y="5752"/>
                  </a:lnTo>
                  <a:lnTo>
                    <a:pt x="207318" y="4397"/>
                  </a:lnTo>
                  <a:lnTo>
                    <a:pt x="202151" y="3205"/>
                  </a:lnTo>
                  <a:lnTo>
                    <a:pt x="167166" y="1666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23235" y="1681503"/>
              <a:ext cx="34985" cy="167167"/>
            </a:xfrm>
            <a:custGeom>
              <a:avLst/>
              <a:pathLst>
                <a:path w="34985" h="167167">
                  <a:moveTo>
                    <a:pt x="34985" y="3701"/>
                  </a:moveTo>
                  <a:lnTo>
                    <a:pt x="28062" y="2372"/>
                  </a:lnTo>
                  <a:lnTo>
                    <a:pt x="21091" y="1335"/>
                  </a:lnTo>
                  <a:lnTo>
                    <a:pt x="14081" y="594"/>
                  </a:lnTo>
                  <a:lnTo>
                    <a:pt x="7047" y="14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853871" y="1322571"/>
              <a:ext cx="167167" cy="319872"/>
            </a:xfrm>
            <a:custGeom>
              <a:avLst/>
              <a:pathLst>
                <a:path w="167167" h="319872">
                  <a:moveTo>
                    <a:pt x="167167" y="0"/>
                  </a:moveTo>
                  <a:lnTo>
                    <a:pt x="161813" y="85"/>
                  </a:lnTo>
                  <a:lnTo>
                    <a:pt x="156465" y="342"/>
                  </a:lnTo>
                  <a:lnTo>
                    <a:pt x="151128" y="771"/>
                  </a:lnTo>
                  <a:lnTo>
                    <a:pt x="145808" y="1370"/>
                  </a:lnTo>
                  <a:lnTo>
                    <a:pt x="140509" y="2139"/>
                  </a:lnTo>
                  <a:lnTo>
                    <a:pt x="135238" y="3077"/>
                  </a:lnTo>
                  <a:lnTo>
                    <a:pt x="129999" y="4184"/>
                  </a:lnTo>
                  <a:lnTo>
                    <a:pt x="124799" y="5458"/>
                  </a:lnTo>
                  <a:lnTo>
                    <a:pt x="119642" y="6897"/>
                  </a:lnTo>
                  <a:lnTo>
                    <a:pt x="114534" y="8502"/>
                  </a:lnTo>
                  <a:lnTo>
                    <a:pt x="109479" y="10269"/>
                  </a:lnTo>
                  <a:lnTo>
                    <a:pt x="104484" y="12196"/>
                  </a:lnTo>
                  <a:lnTo>
                    <a:pt x="99554" y="14283"/>
                  </a:lnTo>
                  <a:lnTo>
                    <a:pt x="94692" y="16527"/>
                  </a:lnTo>
                  <a:lnTo>
                    <a:pt x="89905" y="18925"/>
                  </a:lnTo>
                  <a:lnTo>
                    <a:pt x="85197" y="21476"/>
                  </a:lnTo>
                  <a:lnTo>
                    <a:pt x="80574" y="24175"/>
                  </a:lnTo>
                  <a:lnTo>
                    <a:pt x="76039" y="27022"/>
                  </a:lnTo>
                  <a:lnTo>
                    <a:pt x="71597" y="30012"/>
                  </a:lnTo>
                  <a:lnTo>
                    <a:pt x="67254" y="33143"/>
                  </a:lnTo>
                  <a:lnTo>
                    <a:pt x="63013" y="36411"/>
                  </a:lnTo>
                  <a:lnTo>
                    <a:pt x="58879" y="39814"/>
                  </a:lnTo>
                  <a:lnTo>
                    <a:pt x="54856" y="43347"/>
                  </a:lnTo>
                  <a:lnTo>
                    <a:pt x="50949" y="47007"/>
                  </a:lnTo>
                  <a:lnTo>
                    <a:pt x="47160" y="50791"/>
                  </a:lnTo>
                  <a:lnTo>
                    <a:pt x="43495" y="54694"/>
                  </a:lnTo>
                  <a:lnTo>
                    <a:pt x="39956" y="58712"/>
                  </a:lnTo>
                  <a:lnTo>
                    <a:pt x="36548" y="62842"/>
                  </a:lnTo>
                  <a:lnTo>
                    <a:pt x="33274" y="67078"/>
                  </a:lnTo>
                  <a:lnTo>
                    <a:pt x="30138" y="71417"/>
                  </a:lnTo>
                  <a:lnTo>
                    <a:pt x="27142" y="75855"/>
                  </a:lnTo>
                  <a:lnTo>
                    <a:pt x="24289" y="80386"/>
                  </a:lnTo>
                  <a:lnTo>
                    <a:pt x="21583" y="85006"/>
                  </a:lnTo>
                  <a:lnTo>
                    <a:pt x="19027" y="89710"/>
                  </a:lnTo>
                  <a:lnTo>
                    <a:pt x="16622" y="94494"/>
                  </a:lnTo>
                  <a:lnTo>
                    <a:pt x="14372" y="99353"/>
                  </a:lnTo>
                  <a:lnTo>
                    <a:pt x="12279" y="104281"/>
                  </a:lnTo>
                  <a:lnTo>
                    <a:pt x="10344" y="109273"/>
                  </a:lnTo>
                  <a:lnTo>
                    <a:pt x="8571" y="114325"/>
                  </a:lnTo>
                  <a:lnTo>
                    <a:pt x="6960" y="119431"/>
                  </a:lnTo>
                  <a:lnTo>
                    <a:pt x="5513" y="124586"/>
                  </a:lnTo>
                  <a:lnTo>
                    <a:pt x="4233" y="129785"/>
                  </a:lnTo>
                  <a:lnTo>
                    <a:pt x="3119" y="135022"/>
                  </a:lnTo>
                  <a:lnTo>
                    <a:pt x="2174" y="140292"/>
                  </a:lnTo>
                  <a:lnTo>
                    <a:pt x="1398" y="145590"/>
                  </a:lnTo>
                  <a:lnTo>
                    <a:pt x="792" y="150910"/>
                  </a:lnTo>
                  <a:lnTo>
                    <a:pt x="356" y="156246"/>
                  </a:lnTo>
                  <a:lnTo>
                    <a:pt x="92" y="161594"/>
                  </a:lnTo>
                  <a:lnTo>
                    <a:pt x="0" y="166947"/>
                  </a:lnTo>
                  <a:lnTo>
                    <a:pt x="78" y="172301"/>
                  </a:lnTo>
                  <a:lnTo>
                    <a:pt x="328" y="177649"/>
                  </a:lnTo>
                  <a:lnTo>
                    <a:pt x="750" y="182987"/>
                  </a:lnTo>
                  <a:lnTo>
                    <a:pt x="1342" y="188308"/>
                  </a:lnTo>
                  <a:lnTo>
                    <a:pt x="2104" y="193608"/>
                  </a:lnTo>
                  <a:lnTo>
                    <a:pt x="3035" y="198880"/>
                  </a:lnTo>
                  <a:lnTo>
                    <a:pt x="4135" y="204120"/>
                  </a:lnTo>
                  <a:lnTo>
                    <a:pt x="5402" y="209322"/>
                  </a:lnTo>
                  <a:lnTo>
                    <a:pt x="6835" y="214481"/>
                  </a:lnTo>
                  <a:lnTo>
                    <a:pt x="8432" y="219591"/>
                  </a:lnTo>
                  <a:lnTo>
                    <a:pt x="10193" y="224648"/>
                  </a:lnTo>
                  <a:lnTo>
                    <a:pt x="12114" y="229646"/>
                  </a:lnTo>
                  <a:lnTo>
                    <a:pt x="14194" y="234579"/>
                  </a:lnTo>
                  <a:lnTo>
                    <a:pt x="16432" y="239443"/>
                  </a:lnTo>
                  <a:lnTo>
                    <a:pt x="18824" y="244234"/>
                  </a:lnTo>
                  <a:lnTo>
                    <a:pt x="21368" y="248945"/>
                  </a:lnTo>
                  <a:lnTo>
                    <a:pt x="24061" y="253572"/>
                  </a:lnTo>
                  <a:lnTo>
                    <a:pt x="26902" y="258110"/>
                  </a:lnTo>
                  <a:lnTo>
                    <a:pt x="29886" y="262556"/>
                  </a:lnTo>
                  <a:lnTo>
                    <a:pt x="33012" y="266903"/>
                  </a:lnTo>
                  <a:lnTo>
                    <a:pt x="36274" y="271148"/>
                  </a:lnTo>
                  <a:lnTo>
                    <a:pt x="39671" y="275287"/>
                  </a:lnTo>
                  <a:lnTo>
                    <a:pt x="43199" y="279314"/>
                  </a:lnTo>
                  <a:lnTo>
                    <a:pt x="46854" y="283227"/>
                  </a:lnTo>
                  <a:lnTo>
                    <a:pt x="50633" y="287020"/>
                  </a:lnTo>
                  <a:lnTo>
                    <a:pt x="54531" y="290691"/>
                  </a:lnTo>
                  <a:lnTo>
                    <a:pt x="58545" y="294235"/>
                  </a:lnTo>
                  <a:lnTo>
                    <a:pt x="62670" y="297648"/>
                  </a:lnTo>
                  <a:lnTo>
                    <a:pt x="66902" y="300928"/>
                  </a:lnTo>
                  <a:lnTo>
                    <a:pt x="71237" y="304070"/>
                  </a:lnTo>
                  <a:lnTo>
                    <a:pt x="75670" y="307072"/>
                  </a:lnTo>
                  <a:lnTo>
                    <a:pt x="80198" y="309930"/>
                  </a:lnTo>
                  <a:lnTo>
                    <a:pt x="84814" y="312642"/>
                  </a:lnTo>
                  <a:lnTo>
                    <a:pt x="89515" y="315205"/>
                  </a:lnTo>
                  <a:lnTo>
                    <a:pt x="94296" y="317616"/>
                  </a:lnTo>
                  <a:lnTo>
                    <a:pt x="99152" y="319872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53023" y="1489739"/>
              <a:ext cx="68015" cy="152705"/>
            </a:xfrm>
            <a:custGeom>
              <a:avLst/>
              <a:pathLst>
                <a:path w="68015" h="152705">
                  <a:moveTo>
                    <a:pt x="0" y="152705"/>
                  </a:moveTo>
                  <a:lnTo>
                    <a:pt x="6801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53023" y="1489739"/>
              <a:ext cx="68015" cy="152705"/>
            </a:xfrm>
            <a:custGeom>
              <a:avLst/>
              <a:pathLst>
                <a:path w="68015" h="152705">
                  <a:moveTo>
                    <a:pt x="0" y="152705"/>
                  </a:moveTo>
                  <a:lnTo>
                    <a:pt x="6801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53023" y="1489739"/>
              <a:ext cx="68015" cy="152705"/>
            </a:xfrm>
            <a:custGeom>
              <a:avLst/>
              <a:pathLst>
                <a:path w="68015" h="152705">
                  <a:moveTo>
                    <a:pt x="0" y="152705"/>
                  </a:moveTo>
                  <a:lnTo>
                    <a:pt x="6801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53023" y="1489739"/>
              <a:ext cx="68015" cy="152705"/>
            </a:xfrm>
            <a:custGeom>
              <a:avLst/>
              <a:pathLst>
                <a:path w="68015" h="152705">
                  <a:moveTo>
                    <a:pt x="0" y="152705"/>
                  </a:moveTo>
                  <a:lnTo>
                    <a:pt x="6801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53023" y="1489739"/>
              <a:ext cx="68015" cy="152705"/>
            </a:xfrm>
            <a:custGeom>
              <a:avLst/>
              <a:pathLst>
                <a:path w="68015" h="152705">
                  <a:moveTo>
                    <a:pt x="0" y="152705"/>
                  </a:moveTo>
                  <a:lnTo>
                    <a:pt x="6801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53023" y="1489739"/>
              <a:ext cx="68015" cy="152705"/>
            </a:xfrm>
            <a:custGeom>
              <a:avLst/>
              <a:pathLst>
                <a:path w="68015" h="152705">
                  <a:moveTo>
                    <a:pt x="0" y="152705"/>
                  </a:moveTo>
                  <a:lnTo>
                    <a:pt x="6801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53023" y="1489739"/>
              <a:ext cx="68015" cy="152705"/>
            </a:xfrm>
            <a:custGeom>
              <a:avLst/>
              <a:pathLst>
                <a:path w="68015" h="152705">
                  <a:moveTo>
                    <a:pt x="0" y="152705"/>
                  </a:moveTo>
                  <a:lnTo>
                    <a:pt x="6801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53023" y="1489739"/>
              <a:ext cx="68015" cy="152705"/>
            </a:xfrm>
            <a:custGeom>
              <a:avLst/>
              <a:pathLst>
                <a:path w="68015" h="152705">
                  <a:moveTo>
                    <a:pt x="0" y="152705"/>
                  </a:moveTo>
                  <a:lnTo>
                    <a:pt x="6801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53023" y="1489739"/>
              <a:ext cx="68015" cy="152705"/>
            </a:xfrm>
            <a:custGeom>
              <a:avLst/>
              <a:pathLst>
                <a:path w="68015" h="152705">
                  <a:moveTo>
                    <a:pt x="0" y="152705"/>
                  </a:moveTo>
                  <a:lnTo>
                    <a:pt x="6801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53023" y="1489739"/>
              <a:ext cx="68015" cy="152705"/>
            </a:xfrm>
            <a:custGeom>
              <a:avLst/>
              <a:pathLst>
                <a:path w="68015" h="152705">
                  <a:moveTo>
                    <a:pt x="0" y="152705"/>
                  </a:moveTo>
                  <a:lnTo>
                    <a:pt x="6801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53023" y="1489739"/>
              <a:ext cx="68015" cy="152705"/>
            </a:xfrm>
            <a:custGeom>
              <a:avLst/>
              <a:pathLst>
                <a:path w="68015" h="152705">
                  <a:moveTo>
                    <a:pt x="0" y="152705"/>
                  </a:moveTo>
                  <a:lnTo>
                    <a:pt x="6801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53023" y="1489739"/>
              <a:ext cx="68015" cy="152705"/>
            </a:xfrm>
            <a:custGeom>
              <a:avLst/>
              <a:pathLst>
                <a:path w="68015" h="152705">
                  <a:moveTo>
                    <a:pt x="0" y="152705"/>
                  </a:moveTo>
                  <a:lnTo>
                    <a:pt x="6801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53023" y="1489739"/>
              <a:ext cx="68015" cy="152705"/>
            </a:xfrm>
            <a:custGeom>
              <a:avLst/>
              <a:pathLst>
                <a:path w="68015" h="152705">
                  <a:moveTo>
                    <a:pt x="0" y="152705"/>
                  </a:moveTo>
                  <a:lnTo>
                    <a:pt x="6801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53023" y="1489739"/>
              <a:ext cx="68015" cy="152705"/>
            </a:xfrm>
            <a:custGeom>
              <a:avLst/>
              <a:pathLst>
                <a:path w="68015" h="152705">
                  <a:moveTo>
                    <a:pt x="0" y="152705"/>
                  </a:moveTo>
                  <a:lnTo>
                    <a:pt x="6801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53023" y="1489739"/>
              <a:ext cx="68015" cy="152705"/>
            </a:xfrm>
            <a:custGeom>
              <a:avLst/>
              <a:pathLst>
                <a:path w="68015" h="152705">
                  <a:moveTo>
                    <a:pt x="0" y="152705"/>
                  </a:moveTo>
                  <a:lnTo>
                    <a:pt x="6801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53023" y="1489739"/>
              <a:ext cx="68015" cy="152705"/>
            </a:xfrm>
            <a:custGeom>
              <a:avLst/>
              <a:pathLst>
                <a:path w="68015" h="152705">
                  <a:moveTo>
                    <a:pt x="0" y="152705"/>
                  </a:moveTo>
                  <a:lnTo>
                    <a:pt x="6801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53023" y="1489739"/>
              <a:ext cx="68015" cy="152705"/>
            </a:xfrm>
            <a:custGeom>
              <a:avLst/>
              <a:pathLst>
                <a:path w="68015" h="152705">
                  <a:moveTo>
                    <a:pt x="0" y="152705"/>
                  </a:moveTo>
                  <a:lnTo>
                    <a:pt x="6801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53023" y="1489739"/>
              <a:ext cx="68015" cy="152705"/>
            </a:xfrm>
            <a:custGeom>
              <a:avLst/>
              <a:pathLst>
                <a:path w="68015" h="152705">
                  <a:moveTo>
                    <a:pt x="0" y="152705"/>
                  </a:moveTo>
                  <a:lnTo>
                    <a:pt x="6801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53023" y="1489739"/>
              <a:ext cx="68015" cy="152705"/>
            </a:xfrm>
            <a:custGeom>
              <a:avLst/>
              <a:pathLst>
                <a:path w="68015" h="152705">
                  <a:moveTo>
                    <a:pt x="0" y="152705"/>
                  </a:moveTo>
                  <a:lnTo>
                    <a:pt x="6801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53023" y="1489739"/>
              <a:ext cx="68015" cy="152705"/>
            </a:xfrm>
            <a:custGeom>
              <a:avLst/>
              <a:pathLst>
                <a:path w="68015" h="152705">
                  <a:moveTo>
                    <a:pt x="0" y="152705"/>
                  </a:moveTo>
                  <a:lnTo>
                    <a:pt x="6801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53023" y="1489739"/>
              <a:ext cx="68015" cy="152705"/>
            </a:xfrm>
            <a:custGeom>
              <a:avLst/>
              <a:pathLst>
                <a:path w="68015" h="152705">
                  <a:moveTo>
                    <a:pt x="0" y="152705"/>
                  </a:moveTo>
                  <a:lnTo>
                    <a:pt x="6801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53023" y="1351648"/>
              <a:ext cx="235163" cy="305256"/>
            </a:xfrm>
            <a:custGeom>
              <a:avLst/>
              <a:pathLst>
                <a:path w="235163" h="305256">
                  <a:moveTo>
                    <a:pt x="0" y="290796"/>
                  </a:moveTo>
                  <a:lnTo>
                    <a:pt x="4897" y="292884"/>
                  </a:lnTo>
                  <a:lnTo>
                    <a:pt x="9858" y="294815"/>
                  </a:lnTo>
                  <a:lnTo>
                    <a:pt x="14878" y="296588"/>
                  </a:lnTo>
                  <a:lnTo>
                    <a:pt x="19952" y="298200"/>
                  </a:lnTo>
                  <a:lnTo>
                    <a:pt x="25075" y="299649"/>
                  </a:lnTo>
                  <a:lnTo>
                    <a:pt x="30241" y="300934"/>
                  </a:lnTo>
                  <a:lnTo>
                    <a:pt x="35445" y="302054"/>
                  </a:lnTo>
                  <a:lnTo>
                    <a:pt x="40683" y="303008"/>
                  </a:lnTo>
                  <a:lnTo>
                    <a:pt x="45948" y="303795"/>
                  </a:lnTo>
                  <a:lnTo>
                    <a:pt x="51236" y="304414"/>
                  </a:lnTo>
                  <a:lnTo>
                    <a:pt x="56541" y="304864"/>
                  </a:lnTo>
                  <a:lnTo>
                    <a:pt x="61857" y="305144"/>
                  </a:lnTo>
                  <a:lnTo>
                    <a:pt x="67180" y="305256"/>
                  </a:lnTo>
                  <a:lnTo>
                    <a:pt x="72503" y="305198"/>
                  </a:lnTo>
                  <a:lnTo>
                    <a:pt x="77822" y="304970"/>
                  </a:lnTo>
                  <a:lnTo>
                    <a:pt x="83131" y="304573"/>
                  </a:lnTo>
                  <a:lnTo>
                    <a:pt x="88425" y="304007"/>
                  </a:lnTo>
                  <a:lnTo>
                    <a:pt x="93698" y="303273"/>
                  </a:lnTo>
                  <a:lnTo>
                    <a:pt x="98945" y="302372"/>
                  </a:lnTo>
                  <a:lnTo>
                    <a:pt x="104160" y="301303"/>
                  </a:lnTo>
                  <a:lnTo>
                    <a:pt x="109339" y="300070"/>
                  </a:lnTo>
                  <a:lnTo>
                    <a:pt x="114476" y="298672"/>
                  </a:lnTo>
                  <a:lnTo>
                    <a:pt x="119566" y="297111"/>
                  </a:lnTo>
                  <a:lnTo>
                    <a:pt x="124604" y="295388"/>
                  </a:lnTo>
                  <a:lnTo>
                    <a:pt x="129584" y="293507"/>
                  </a:lnTo>
                  <a:lnTo>
                    <a:pt x="134501" y="291467"/>
                  </a:lnTo>
                  <a:lnTo>
                    <a:pt x="139352" y="289272"/>
                  </a:lnTo>
                  <a:lnTo>
                    <a:pt x="144130" y="286924"/>
                  </a:lnTo>
                  <a:lnTo>
                    <a:pt x="148830" y="284425"/>
                  </a:lnTo>
                  <a:lnTo>
                    <a:pt x="153449" y="281777"/>
                  </a:lnTo>
                  <a:lnTo>
                    <a:pt x="157981" y="278984"/>
                  </a:lnTo>
                  <a:lnTo>
                    <a:pt x="162422" y="276048"/>
                  </a:lnTo>
                  <a:lnTo>
                    <a:pt x="166767" y="272972"/>
                  </a:lnTo>
                  <a:lnTo>
                    <a:pt x="171012" y="269759"/>
                  </a:lnTo>
                  <a:lnTo>
                    <a:pt x="175153" y="266412"/>
                  </a:lnTo>
                  <a:lnTo>
                    <a:pt x="179184" y="262935"/>
                  </a:lnTo>
                  <a:lnTo>
                    <a:pt x="183104" y="259332"/>
                  </a:lnTo>
                  <a:lnTo>
                    <a:pt x="186906" y="255606"/>
                  </a:lnTo>
                  <a:lnTo>
                    <a:pt x="190588" y="251760"/>
                  </a:lnTo>
                  <a:lnTo>
                    <a:pt x="194145" y="247800"/>
                  </a:lnTo>
                  <a:lnTo>
                    <a:pt x="197575" y="243728"/>
                  </a:lnTo>
                  <a:lnTo>
                    <a:pt x="200873" y="239548"/>
                  </a:lnTo>
                  <a:lnTo>
                    <a:pt x="204036" y="235266"/>
                  </a:lnTo>
                  <a:lnTo>
                    <a:pt x="207061" y="230886"/>
                  </a:lnTo>
                  <a:lnTo>
                    <a:pt x="209946" y="226411"/>
                  </a:lnTo>
                  <a:lnTo>
                    <a:pt x="212686" y="221847"/>
                  </a:lnTo>
                  <a:lnTo>
                    <a:pt x="215280" y="217197"/>
                  </a:lnTo>
                  <a:lnTo>
                    <a:pt x="217724" y="212468"/>
                  </a:lnTo>
                  <a:lnTo>
                    <a:pt x="220017" y="207663"/>
                  </a:lnTo>
                  <a:lnTo>
                    <a:pt x="222155" y="202788"/>
                  </a:lnTo>
                  <a:lnTo>
                    <a:pt x="224137" y="197846"/>
                  </a:lnTo>
                  <a:lnTo>
                    <a:pt x="225961" y="192845"/>
                  </a:lnTo>
                  <a:lnTo>
                    <a:pt x="227624" y="187787"/>
                  </a:lnTo>
                  <a:lnTo>
                    <a:pt x="229126" y="182680"/>
                  </a:lnTo>
                  <a:lnTo>
                    <a:pt x="230464" y="177527"/>
                  </a:lnTo>
                  <a:lnTo>
                    <a:pt x="231637" y="172334"/>
                  </a:lnTo>
                  <a:lnTo>
                    <a:pt x="232645" y="167106"/>
                  </a:lnTo>
                  <a:lnTo>
                    <a:pt x="233485" y="161849"/>
                  </a:lnTo>
                  <a:lnTo>
                    <a:pt x="234158" y="156568"/>
                  </a:lnTo>
                  <a:lnTo>
                    <a:pt x="234662" y="151268"/>
                  </a:lnTo>
                  <a:lnTo>
                    <a:pt x="234997" y="145955"/>
                  </a:lnTo>
                  <a:lnTo>
                    <a:pt x="235163" y="140634"/>
                  </a:lnTo>
                  <a:lnTo>
                    <a:pt x="235159" y="135310"/>
                  </a:lnTo>
                  <a:lnTo>
                    <a:pt x="234986" y="129989"/>
                  </a:lnTo>
                  <a:lnTo>
                    <a:pt x="234643" y="124676"/>
                  </a:lnTo>
                  <a:lnTo>
                    <a:pt x="234131" y="119377"/>
                  </a:lnTo>
                  <a:lnTo>
                    <a:pt x="233451" y="114097"/>
                  </a:lnTo>
                  <a:lnTo>
                    <a:pt x="232603" y="108841"/>
                  </a:lnTo>
                  <a:lnTo>
                    <a:pt x="231589" y="103615"/>
                  </a:lnTo>
                  <a:lnTo>
                    <a:pt x="230408" y="98424"/>
                  </a:lnTo>
                  <a:lnTo>
                    <a:pt x="229062" y="93273"/>
                  </a:lnTo>
                  <a:lnTo>
                    <a:pt x="227554" y="88167"/>
                  </a:lnTo>
                  <a:lnTo>
                    <a:pt x="225883" y="83112"/>
                  </a:lnTo>
                  <a:lnTo>
                    <a:pt x="224052" y="78113"/>
                  </a:lnTo>
                  <a:lnTo>
                    <a:pt x="222063" y="73175"/>
                  </a:lnTo>
                  <a:lnTo>
                    <a:pt x="219918" y="68302"/>
                  </a:lnTo>
                  <a:lnTo>
                    <a:pt x="217619" y="63501"/>
                  </a:lnTo>
                  <a:lnTo>
                    <a:pt x="215168" y="58775"/>
                  </a:lnTo>
                  <a:lnTo>
                    <a:pt x="212567" y="54129"/>
                  </a:lnTo>
                  <a:lnTo>
                    <a:pt x="209820" y="49569"/>
                  </a:lnTo>
                  <a:lnTo>
                    <a:pt x="206930" y="45098"/>
                  </a:lnTo>
                  <a:lnTo>
                    <a:pt x="203898" y="40722"/>
                  </a:lnTo>
                  <a:lnTo>
                    <a:pt x="200729" y="36444"/>
                  </a:lnTo>
                  <a:lnTo>
                    <a:pt x="197425" y="32270"/>
                  </a:lnTo>
                  <a:lnTo>
                    <a:pt x="193989" y="28203"/>
                  </a:lnTo>
                  <a:lnTo>
                    <a:pt x="190426" y="24247"/>
                  </a:lnTo>
                  <a:lnTo>
                    <a:pt x="186739" y="20407"/>
                  </a:lnTo>
                  <a:lnTo>
                    <a:pt x="182932" y="16686"/>
                  </a:lnTo>
                  <a:lnTo>
                    <a:pt x="179007" y="13088"/>
                  </a:lnTo>
                  <a:lnTo>
                    <a:pt x="174971" y="9617"/>
                  </a:lnTo>
                  <a:lnTo>
                    <a:pt x="170825" y="6276"/>
                  </a:lnTo>
                  <a:lnTo>
                    <a:pt x="166576" y="3070"/>
                  </a:lnTo>
                  <a:lnTo>
                    <a:pt x="162226" y="0"/>
                  </a:lnTo>
                  <a:lnTo>
                    <a:pt x="68015" y="1380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021039" y="1322571"/>
              <a:ext cx="94211" cy="167167"/>
            </a:xfrm>
            <a:custGeom>
              <a:avLst/>
              <a:pathLst>
                <a:path w="94211" h="167167">
                  <a:moveTo>
                    <a:pt x="94211" y="29076"/>
                  </a:moveTo>
                  <a:lnTo>
                    <a:pt x="89567" y="26019"/>
                  </a:lnTo>
                  <a:lnTo>
                    <a:pt x="84823" y="23119"/>
                  </a:lnTo>
                  <a:lnTo>
                    <a:pt x="79986" y="20378"/>
                  </a:lnTo>
                  <a:lnTo>
                    <a:pt x="75060" y="17799"/>
                  </a:lnTo>
                  <a:lnTo>
                    <a:pt x="70051" y="15385"/>
                  </a:lnTo>
                  <a:lnTo>
                    <a:pt x="64965" y="13140"/>
                  </a:lnTo>
                  <a:lnTo>
                    <a:pt x="59807" y="11064"/>
                  </a:lnTo>
                  <a:lnTo>
                    <a:pt x="54582" y="9162"/>
                  </a:lnTo>
                  <a:lnTo>
                    <a:pt x="49298" y="7434"/>
                  </a:lnTo>
                  <a:lnTo>
                    <a:pt x="43959" y="5883"/>
                  </a:lnTo>
                  <a:lnTo>
                    <a:pt x="38571" y="4510"/>
                  </a:lnTo>
                  <a:lnTo>
                    <a:pt x="33140" y="3317"/>
                  </a:lnTo>
                  <a:lnTo>
                    <a:pt x="27673" y="2306"/>
                  </a:lnTo>
                  <a:lnTo>
                    <a:pt x="22175" y="1477"/>
                  </a:lnTo>
                  <a:lnTo>
                    <a:pt x="16653" y="831"/>
                  </a:lnTo>
                  <a:lnTo>
                    <a:pt x="11112" y="369"/>
                  </a:lnTo>
                  <a:lnTo>
                    <a:pt x="5559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378097" y="1071028"/>
              <a:ext cx="167161" cy="289411"/>
            </a:xfrm>
            <a:custGeom>
              <a:avLst/>
              <a:pathLst>
                <a:path w="167161" h="289411">
                  <a:moveTo>
                    <a:pt x="167161" y="0"/>
                  </a:moveTo>
                  <a:lnTo>
                    <a:pt x="161832" y="84"/>
                  </a:lnTo>
                  <a:lnTo>
                    <a:pt x="156509" y="339"/>
                  </a:lnTo>
                  <a:lnTo>
                    <a:pt x="151197" y="763"/>
                  </a:lnTo>
                  <a:lnTo>
                    <a:pt x="145901" y="1357"/>
                  </a:lnTo>
                  <a:lnTo>
                    <a:pt x="140627" y="2119"/>
                  </a:lnTo>
                  <a:lnTo>
                    <a:pt x="135380" y="3048"/>
                  </a:lnTo>
                  <a:lnTo>
                    <a:pt x="130165" y="4145"/>
                  </a:lnTo>
                  <a:lnTo>
                    <a:pt x="124987" y="5407"/>
                  </a:lnTo>
                  <a:lnTo>
                    <a:pt x="119853" y="6833"/>
                  </a:lnTo>
                  <a:lnTo>
                    <a:pt x="114766" y="8423"/>
                  </a:lnTo>
                  <a:lnTo>
                    <a:pt x="109733" y="10173"/>
                  </a:lnTo>
                  <a:lnTo>
                    <a:pt x="104758" y="12083"/>
                  </a:lnTo>
                  <a:lnTo>
                    <a:pt x="99847" y="14151"/>
                  </a:lnTo>
                  <a:lnTo>
                    <a:pt x="95004" y="16375"/>
                  </a:lnTo>
                  <a:lnTo>
                    <a:pt x="90234" y="18751"/>
                  </a:lnTo>
                  <a:lnTo>
                    <a:pt x="85542" y="21279"/>
                  </a:lnTo>
                  <a:lnTo>
                    <a:pt x="80934" y="23954"/>
                  </a:lnTo>
                  <a:lnTo>
                    <a:pt x="76413" y="26775"/>
                  </a:lnTo>
                  <a:lnTo>
                    <a:pt x="71984" y="29739"/>
                  </a:lnTo>
                  <a:lnTo>
                    <a:pt x="67652" y="32843"/>
                  </a:lnTo>
                  <a:lnTo>
                    <a:pt x="63421" y="36083"/>
                  </a:lnTo>
                  <a:lnTo>
                    <a:pt x="59296" y="39456"/>
                  </a:lnTo>
                  <a:lnTo>
                    <a:pt x="55280" y="42959"/>
                  </a:lnTo>
                  <a:lnTo>
                    <a:pt x="51378" y="46588"/>
                  </a:lnTo>
                  <a:lnTo>
                    <a:pt x="47593" y="50340"/>
                  </a:lnTo>
                  <a:lnTo>
                    <a:pt x="43930" y="54210"/>
                  </a:lnTo>
                  <a:lnTo>
                    <a:pt x="40392" y="58196"/>
                  </a:lnTo>
                  <a:lnTo>
                    <a:pt x="36983" y="62292"/>
                  </a:lnTo>
                  <a:lnTo>
                    <a:pt x="33707" y="66494"/>
                  </a:lnTo>
                  <a:lnTo>
                    <a:pt x="30566" y="70799"/>
                  </a:lnTo>
                  <a:lnTo>
                    <a:pt x="27563" y="75202"/>
                  </a:lnTo>
                  <a:lnTo>
                    <a:pt x="24703" y="79698"/>
                  </a:lnTo>
                  <a:lnTo>
                    <a:pt x="21987" y="84283"/>
                  </a:lnTo>
                  <a:lnTo>
                    <a:pt x="19419" y="88953"/>
                  </a:lnTo>
                  <a:lnTo>
                    <a:pt x="17001" y="93702"/>
                  </a:lnTo>
                  <a:lnTo>
                    <a:pt x="14736" y="98525"/>
                  </a:lnTo>
                  <a:lnTo>
                    <a:pt x="12626" y="103419"/>
                  </a:lnTo>
                  <a:lnTo>
                    <a:pt x="10672" y="108377"/>
                  </a:lnTo>
                  <a:lnTo>
                    <a:pt x="8878" y="113394"/>
                  </a:lnTo>
                  <a:lnTo>
                    <a:pt x="7244" y="118467"/>
                  </a:lnTo>
                  <a:lnTo>
                    <a:pt x="5773" y="123589"/>
                  </a:lnTo>
                  <a:lnTo>
                    <a:pt x="4466" y="128755"/>
                  </a:lnTo>
                  <a:lnTo>
                    <a:pt x="3324" y="133960"/>
                  </a:lnTo>
                  <a:lnTo>
                    <a:pt x="2349" y="139199"/>
                  </a:lnTo>
                  <a:lnTo>
                    <a:pt x="1542" y="144467"/>
                  </a:lnTo>
                  <a:lnTo>
                    <a:pt x="902" y="149757"/>
                  </a:lnTo>
                  <a:lnTo>
                    <a:pt x="432" y="155066"/>
                  </a:lnTo>
                  <a:lnTo>
                    <a:pt x="131" y="160386"/>
                  </a:lnTo>
                  <a:lnTo>
                    <a:pt x="0" y="165714"/>
                  </a:lnTo>
                  <a:lnTo>
                    <a:pt x="38" y="171042"/>
                  </a:lnTo>
                  <a:lnTo>
                    <a:pt x="247" y="176367"/>
                  </a:lnTo>
                  <a:lnTo>
                    <a:pt x="625" y="181683"/>
                  </a:lnTo>
                  <a:lnTo>
                    <a:pt x="1172" y="186984"/>
                  </a:lnTo>
                  <a:lnTo>
                    <a:pt x="1888" y="192264"/>
                  </a:lnTo>
                  <a:lnTo>
                    <a:pt x="2772" y="197520"/>
                  </a:lnTo>
                  <a:lnTo>
                    <a:pt x="3823" y="202744"/>
                  </a:lnTo>
                  <a:lnTo>
                    <a:pt x="5040" y="207932"/>
                  </a:lnTo>
                  <a:lnTo>
                    <a:pt x="6422" y="213079"/>
                  </a:lnTo>
                  <a:lnTo>
                    <a:pt x="7967" y="218179"/>
                  </a:lnTo>
                  <a:lnTo>
                    <a:pt x="9674" y="223227"/>
                  </a:lnTo>
                  <a:lnTo>
                    <a:pt x="11540" y="228219"/>
                  </a:lnTo>
                  <a:lnTo>
                    <a:pt x="13565" y="233148"/>
                  </a:lnTo>
                  <a:lnTo>
                    <a:pt x="15747" y="238010"/>
                  </a:lnTo>
                  <a:lnTo>
                    <a:pt x="18082" y="242800"/>
                  </a:lnTo>
                  <a:lnTo>
                    <a:pt x="20568" y="247514"/>
                  </a:lnTo>
                  <a:lnTo>
                    <a:pt x="23204" y="252145"/>
                  </a:lnTo>
                  <a:lnTo>
                    <a:pt x="25985" y="256691"/>
                  </a:lnTo>
                  <a:lnTo>
                    <a:pt x="28911" y="261145"/>
                  </a:lnTo>
                  <a:lnTo>
                    <a:pt x="31976" y="265504"/>
                  </a:lnTo>
                  <a:lnTo>
                    <a:pt x="35179" y="269763"/>
                  </a:lnTo>
                  <a:lnTo>
                    <a:pt x="38517" y="273917"/>
                  </a:lnTo>
                  <a:lnTo>
                    <a:pt x="41985" y="277964"/>
                  </a:lnTo>
                  <a:lnTo>
                    <a:pt x="45580" y="281897"/>
                  </a:lnTo>
                  <a:lnTo>
                    <a:pt x="49298" y="285714"/>
                  </a:lnTo>
                  <a:lnTo>
                    <a:pt x="53137" y="289411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31234" y="1238196"/>
              <a:ext cx="114023" cy="122243"/>
            </a:xfrm>
            <a:custGeom>
              <a:avLst/>
              <a:pathLst>
                <a:path w="114023" h="122243">
                  <a:moveTo>
                    <a:pt x="0" y="122243"/>
                  </a:moveTo>
                  <a:lnTo>
                    <a:pt x="11402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31234" y="1238196"/>
              <a:ext cx="114023" cy="122243"/>
            </a:xfrm>
            <a:custGeom>
              <a:avLst/>
              <a:pathLst>
                <a:path w="114023" h="122243">
                  <a:moveTo>
                    <a:pt x="0" y="122243"/>
                  </a:moveTo>
                  <a:lnTo>
                    <a:pt x="11402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31234" y="1238196"/>
              <a:ext cx="114023" cy="122243"/>
            </a:xfrm>
            <a:custGeom>
              <a:avLst/>
              <a:pathLst>
                <a:path w="114023" h="122243">
                  <a:moveTo>
                    <a:pt x="0" y="122243"/>
                  </a:moveTo>
                  <a:lnTo>
                    <a:pt x="11402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31234" y="1238196"/>
              <a:ext cx="114023" cy="122243"/>
            </a:xfrm>
            <a:custGeom>
              <a:avLst/>
              <a:pathLst>
                <a:path w="114023" h="122243">
                  <a:moveTo>
                    <a:pt x="0" y="122243"/>
                  </a:moveTo>
                  <a:lnTo>
                    <a:pt x="11402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31234" y="1238196"/>
              <a:ext cx="114023" cy="122243"/>
            </a:xfrm>
            <a:custGeom>
              <a:avLst/>
              <a:pathLst>
                <a:path w="114023" h="122243">
                  <a:moveTo>
                    <a:pt x="0" y="122243"/>
                  </a:moveTo>
                  <a:lnTo>
                    <a:pt x="11402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31234" y="1238196"/>
              <a:ext cx="114023" cy="122243"/>
            </a:xfrm>
            <a:custGeom>
              <a:avLst/>
              <a:pathLst>
                <a:path w="114023" h="122243">
                  <a:moveTo>
                    <a:pt x="0" y="122243"/>
                  </a:moveTo>
                  <a:lnTo>
                    <a:pt x="11402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31234" y="1238196"/>
              <a:ext cx="114023" cy="122243"/>
            </a:xfrm>
            <a:custGeom>
              <a:avLst/>
              <a:pathLst>
                <a:path w="114023" h="122243">
                  <a:moveTo>
                    <a:pt x="0" y="122243"/>
                  </a:moveTo>
                  <a:lnTo>
                    <a:pt x="11402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31234" y="1238196"/>
              <a:ext cx="114023" cy="122243"/>
            </a:xfrm>
            <a:custGeom>
              <a:avLst/>
              <a:pathLst>
                <a:path w="114023" h="122243">
                  <a:moveTo>
                    <a:pt x="0" y="122243"/>
                  </a:moveTo>
                  <a:lnTo>
                    <a:pt x="11402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31234" y="1238196"/>
              <a:ext cx="114023" cy="122243"/>
            </a:xfrm>
            <a:custGeom>
              <a:avLst/>
              <a:pathLst>
                <a:path w="114023" h="122243">
                  <a:moveTo>
                    <a:pt x="0" y="122243"/>
                  </a:moveTo>
                  <a:lnTo>
                    <a:pt x="11402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31234" y="1238196"/>
              <a:ext cx="114023" cy="122243"/>
            </a:xfrm>
            <a:custGeom>
              <a:avLst/>
              <a:pathLst>
                <a:path w="114023" h="122243">
                  <a:moveTo>
                    <a:pt x="0" y="122243"/>
                  </a:moveTo>
                  <a:lnTo>
                    <a:pt x="11402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31234" y="1238196"/>
              <a:ext cx="114023" cy="122243"/>
            </a:xfrm>
            <a:custGeom>
              <a:avLst/>
              <a:pathLst>
                <a:path w="114023" h="122243">
                  <a:moveTo>
                    <a:pt x="0" y="122243"/>
                  </a:moveTo>
                  <a:lnTo>
                    <a:pt x="11402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31234" y="1238196"/>
              <a:ext cx="114023" cy="122243"/>
            </a:xfrm>
            <a:custGeom>
              <a:avLst/>
              <a:pathLst>
                <a:path w="114023" h="122243">
                  <a:moveTo>
                    <a:pt x="0" y="122243"/>
                  </a:moveTo>
                  <a:lnTo>
                    <a:pt x="11402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31234" y="1238196"/>
              <a:ext cx="114023" cy="122243"/>
            </a:xfrm>
            <a:custGeom>
              <a:avLst/>
              <a:pathLst>
                <a:path w="114023" h="122243">
                  <a:moveTo>
                    <a:pt x="0" y="122243"/>
                  </a:moveTo>
                  <a:lnTo>
                    <a:pt x="11402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31234" y="1238196"/>
              <a:ext cx="114023" cy="122243"/>
            </a:xfrm>
            <a:custGeom>
              <a:avLst/>
              <a:pathLst>
                <a:path w="114023" h="122243">
                  <a:moveTo>
                    <a:pt x="0" y="122243"/>
                  </a:moveTo>
                  <a:lnTo>
                    <a:pt x="11402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31234" y="1238196"/>
              <a:ext cx="114023" cy="122243"/>
            </a:xfrm>
            <a:custGeom>
              <a:avLst/>
              <a:pathLst>
                <a:path w="114023" h="122243">
                  <a:moveTo>
                    <a:pt x="0" y="122243"/>
                  </a:moveTo>
                  <a:lnTo>
                    <a:pt x="11402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31234" y="1238196"/>
              <a:ext cx="114023" cy="122243"/>
            </a:xfrm>
            <a:custGeom>
              <a:avLst/>
              <a:pathLst>
                <a:path w="114023" h="122243">
                  <a:moveTo>
                    <a:pt x="0" y="122243"/>
                  </a:moveTo>
                  <a:lnTo>
                    <a:pt x="11402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31234" y="1238196"/>
              <a:ext cx="114023" cy="122243"/>
            </a:xfrm>
            <a:custGeom>
              <a:avLst/>
              <a:pathLst>
                <a:path w="114023" h="122243">
                  <a:moveTo>
                    <a:pt x="0" y="122243"/>
                  </a:moveTo>
                  <a:lnTo>
                    <a:pt x="11402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31234" y="1238196"/>
              <a:ext cx="114023" cy="122243"/>
            </a:xfrm>
            <a:custGeom>
              <a:avLst/>
              <a:pathLst>
                <a:path w="114023" h="122243">
                  <a:moveTo>
                    <a:pt x="0" y="122243"/>
                  </a:moveTo>
                  <a:lnTo>
                    <a:pt x="11402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31234" y="1238196"/>
              <a:ext cx="114023" cy="122243"/>
            </a:xfrm>
            <a:custGeom>
              <a:avLst/>
              <a:pathLst>
                <a:path w="114023" h="122243">
                  <a:moveTo>
                    <a:pt x="0" y="122243"/>
                  </a:moveTo>
                  <a:lnTo>
                    <a:pt x="11402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31234" y="1238196"/>
              <a:ext cx="114023" cy="122243"/>
            </a:xfrm>
            <a:custGeom>
              <a:avLst/>
              <a:pathLst>
                <a:path w="114023" h="122243">
                  <a:moveTo>
                    <a:pt x="0" y="122243"/>
                  </a:moveTo>
                  <a:lnTo>
                    <a:pt x="11402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31234" y="1176581"/>
              <a:ext cx="281185" cy="228771"/>
            </a:xfrm>
            <a:custGeom>
              <a:avLst/>
              <a:pathLst>
                <a:path w="281185" h="228771">
                  <a:moveTo>
                    <a:pt x="0" y="183858"/>
                  </a:moveTo>
                  <a:lnTo>
                    <a:pt x="3985" y="187458"/>
                  </a:lnTo>
                  <a:lnTo>
                    <a:pt x="8085" y="190928"/>
                  </a:lnTo>
                  <a:lnTo>
                    <a:pt x="12294" y="194265"/>
                  </a:lnTo>
                  <a:lnTo>
                    <a:pt x="16607" y="197464"/>
                  </a:lnTo>
                  <a:lnTo>
                    <a:pt x="21022" y="200523"/>
                  </a:lnTo>
                  <a:lnTo>
                    <a:pt x="25532" y="203439"/>
                  </a:lnTo>
                  <a:lnTo>
                    <a:pt x="30134" y="206209"/>
                  </a:lnTo>
                  <a:lnTo>
                    <a:pt x="34822" y="208829"/>
                  </a:lnTo>
                  <a:lnTo>
                    <a:pt x="39592" y="211297"/>
                  </a:lnTo>
                  <a:lnTo>
                    <a:pt x="44439" y="213611"/>
                  </a:lnTo>
                  <a:lnTo>
                    <a:pt x="49358" y="215768"/>
                  </a:lnTo>
                  <a:lnTo>
                    <a:pt x="54343" y="217766"/>
                  </a:lnTo>
                  <a:lnTo>
                    <a:pt x="59390" y="219602"/>
                  </a:lnTo>
                  <a:lnTo>
                    <a:pt x="64493" y="221276"/>
                  </a:lnTo>
                  <a:lnTo>
                    <a:pt x="69648" y="222785"/>
                  </a:lnTo>
                  <a:lnTo>
                    <a:pt x="74848" y="224127"/>
                  </a:lnTo>
                  <a:lnTo>
                    <a:pt x="80089" y="225302"/>
                  </a:lnTo>
                  <a:lnTo>
                    <a:pt x="85365" y="226307"/>
                  </a:lnTo>
                  <a:lnTo>
                    <a:pt x="90670" y="227143"/>
                  </a:lnTo>
                  <a:lnTo>
                    <a:pt x="96000" y="227808"/>
                  </a:lnTo>
                  <a:lnTo>
                    <a:pt x="101348" y="228301"/>
                  </a:lnTo>
                  <a:lnTo>
                    <a:pt x="106709" y="228622"/>
                  </a:lnTo>
                  <a:lnTo>
                    <a:pt x="112078" y="228771"/>
                  </a:lnTo>
                  <a:lnTo>
                    <a:pt x="117449" y="228747"/>
                  </a:lnTo>
                  <a:lnTo>
                    <a:pt x="122816" y="228551"/>
                  </a:lnTo>
                  <a:lnTo>
                    <a:pt x="128174" y="228182"/>
                  </a:lnTo>
                  <a:lnTo>
                    <a:pt x="133518" y="227641"/>
                  </a:lnTo>
                  <a:lnTo>
                    <a:pt x="138841" y="226929"/>
                  </a:lnTo>
                  <a:lnTo>
                    <a:pt x="144139" y="226047"/>
                  </a:lnTo>
                  <a:lnTo>
                    <a:pt x="149406" y="224995"/>
                  </a:lnTo>
                  <a:lnTo>
                    <a:pt x="154636" y="223774"/>
                  </a:lnTo>
                  <a:lnTo>
                    <a:pt x="159824" y="222385"/>
                  </a:lnTo>
                  <a:lnTo>
                    <a:pt x="164965" y="220831"/>
                  </a:lnTo>
                  <a:lnTo>
                    <a:pt x="170054" y="219112"/>
                  </a:lnTo>
                  <a:lnTo>
                    <a:pt x="175084" y="217231"/>
                  </a:lnTo>
                  <a:lnTo>
                    <a:pt x="180052" y="215189"/>
                  </a:lnTo>
                  <a:lnTo>
                    <a:pt x="184951" y="212989"/>
                  </a:lnTo>
                  <a:lnTo>
                    <a:pt x="189777" y="210632"/>
                  </a:lnTo>
                  <a:lnTo>
                    <a:pt x="194525" y="208122"/>
                  </a:lnTo>
                  <a:lnTo>
                    <a:pt x="199190" y="205460"/>
                  </a:lnTo>
                  <a:lnTo>
                    <a:pt x="203767" y="202650"/>
                  </a:lnTo>
                  <a:lnTo>
                    <a:pt x="208251" y="199694"/>
                  </a:lnTo>
                  <a:lnTo>
                    <a:pt x="212639" y="196596"/>
                  </a:lnTo>
                  <a:lnTo>
                    <a:pt x="216924" y="193358"/>
                  </a:lnTo>
                  <a:lnTo>
                    <a:pt x="221103" y="189985"/>
                  </a:lnTo>
                  <a:lnTo>
                    <a:pt x="225171" y="186479"/>
                  </a:lnTo>
                  <a:lnTo>
                    <a:pt x="229125" y="182844"/>
                  </a:lnTo>
                  <a:lnTo>
                    <a:pt x="232960" y="179083"/>
                  </a:lnTo>
                  <a:lnTo>
                    <a:pt x="236672" y="175202"/>
                  </a:lnTo>
                  <a:lnTo>
                    <a:pt x="240258" y="171203"/>
                  </a:lnTo>
                  <a:lnTo>
                    <a:pt x="243713" y="167092"/>
                  </a:lnTo>
                  <a:lnTo>
                    <a:pt x="247035" y="162871"/>
                  </a:lnTo>
                  <a:lnTo>
                    <a:pt x="250219" y="158546"/>
                  </a:lnTo>
                  <a:lnTo>
                    <a:pt x="253262" y="154121"/>
                  </a:lnTo>
                  <a:lnTo>
                    <a:pt x="256162" y="149600"/>
                  </a:lnTo>
                  <a:lnTo>
                    <a:pt x="258915" y="144988"/>
                  </a:lnTo>
                  <a:lnTo>
                    <a:pt x="261519" y="140291"/>
                  </a:lnTo>
                  <a:lnTo>
                    <a:pt x="263970" y="135512"/>
                  </a:lnTo>
                  <a:lnTo>
                    <a:pt x="266267" y="130657"/>
                  </a:lnTo>
                  <a:lnTo>
                    <a:pt x="268406" y="125731"/>
                  </a:lnTo>
                  <a:lnTo>
                    <a:pt x="270386" y="120738"/>
                  </a:lnTo>
                  <a:lnTo>
                    <a:pt x="272205" y="115684"/>
                  </a:lnTo>
                  <a:lnTo>
                    <a:pt x="273860" y="110575"/>
                  </a:lnTo>
                  <a:lnTo>
                    <a:pt x="275350" y="105415"/>
                  </a:lnTo>
                  <a:lnTo>
                    <a:pt x="276674" y="100210"/>
                  </a:lnTo>
                  <a:lnTo>
                    <a:pt x="277830" y="94965"/>
                  </a:lnTo>
                  <a:lnTo>
                    <a:pt x="278817" y="89686"/>
                  </a:lnTo>
                  <a:lnTo>
                    <a:pt x="279634" y="84377"/>
                  </a:lnTo>
                  <a:lnTo>
                    <a:pt x="280279" y="79046"/>
                  </a:lnTo>
                  <a:lnTo>
                    <a:pt x="280753" y="73696"/>
                  </a:lnTo>
                  <a:lnTo>
                    <a:pt x="281056" y="68333"/>
                  </a:lnTo>
                  <a:lnTo>
                    <a:pt x="281185" y="62964"/>
                  </a:lnTo>
                  <a:lnTo>
                    <a:pt x="281142" y="57593"/>
                  </a:lnTo>
                  <a:lnTo>
                    <a:pt x="280927" y="52227"/>
                  </a:lnTo>
                  <a:lnTo>
                    <a:pt x="280539" y="46870"/>
                  </a:lnTo>
                  <a:lnTo>
                    <a:pt x="279980" y="41529"/>
                  </a:lnTo>
                  <a:lnTo>
                    <a:pt x="279249" y="36208"/>
                  </a:lnTo>
                  <a:lnTo>
                    <a:pt x="278347" y="30913"/>
                  </a:lnTo>
                  <a:lnTo>
                    <a:pt x="277276" y="25650"/>
                  </a:lnTo>
                  <a:lnTo>
                    <a:pt x="276037" y="20424"/>
                  </a:lnTo>
                  <a:lnTo>
                    <a:pt x="274630" y="15241"/>
                  </a:lnTo>
                  <a:lnTo>
                    <a:pt x="273057" y="10106"/>
                  </a:lnTo>
                  <a:lnTo>
                    <a:pt x="271320" y="5023"/>
                  </a:lnTo>
                  <a:lnTo>
                    <a:pt x="269421" y="0"/>
                  </a:lnTo>
                  <a:lnTo>
                    <a:pt x="114023" y="616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545258" y="1071028"/>
              <a:ext cx="155398" cy="167167"/>
            </a:xfrm>
            <a:custGeom>
              <a:avLst/>
              <a:pathLst>
                <a:path w="155398" h="167167">
                  <a:moveTo>
                    <a:pt x="155398" y="105552"/>
                  </a:moveTo>
                  <a:lnTo>
                    <a:pt x="153270" y="100436"/>
                  </a:lnTo>
                  <a:lnTo>
                    <a:pt x="150974" y="95393"/>
                  </a:lnTo>
                  <a:lnTo>
                    <a:pt x="148513" y="90429"/>
                  </a:lnTo>
                  <a:lnTo>
                    <a:pt x="145888" y="85549"/>
                  </a:lnTo>
                  <a:lnTo>
                    <a:pt x="143103" y="80759"/>
                  </a:lnTo>
                  <a:lnTo>
                    <a:pt x="140161" y="76063"/>
                  </a:lnTo>
                  <a:lnTo>
                    <a:pt x="137064" y="71468"/>
                  </a:lnTo>
                  <a:lnTo>
                    <a:pt x="133817" y="66978"/>
                  </a:lnTo>
                  <a:lnTo>
                    <a:pt x="130423" y="62599"/>
                  </a:lnTo>
                  <a:lnTo>
                    <a:pt x="126886" y="58334"/>
                  </a:lnTo>
                  <a:lnTo>
                    <a:pt x="123210" y="54188"/>
                  </a:lnTo>
                  <a:lnTo>
                    <a:pt x="119398" y="50167"/>
                  </a:lnTo>
                  <a:lnTo>
                    <a:pt x="115454" y="46274"/>
                  </a:lnTo>
                  <a:lnTo>
                    <a:pt x="111385" y="42514"/>
                  </a:lnTo>
                  <a:lnTo>
                    <a:pt x="107192" y="38891"/>
                  </a:lnTo>
                  <a:lnTo>
                    <a:pt x="102882" y="35409"/>
                  </a:lnTo>
                  <a:lnTo>
                    <a:pt x="98459" y="32072"/>
                  </a:lnTo>
                  <a:lnTo>
                    <a:pt x="93927" y="28883"/>
                  </a:lnTo>
                  <a:lnTo>
                    <a:pt x="89293" y="25846"/>
                  </a:lnTo>
                  <a:lnTo>
                    <a:pt x="84560" y="22964"/>
                  </a:lnTo>
                  <a:lnTo>
                    <a:pt x="79735" y="20241"/>
                  </a:lnTo>
                  <a:lnTo>
                    <a:pt x="74822" y="17679"/>
                  </a:lnTo>
                  <a:lnTo>
                    <a:pt x="69826" y="15282"/>
                  </a:lnTo>
                  <a:lnTo>
                    <a:pt x="64754" y="13051"/>
                  </a:lnTo>
                  <a:lnTo>
                    <a:pt x="59611" y="10989"/>
                  </a:lnTo>
                  <a:lnTo>
                    <a:pt x="54402" y="9100"/>
                  </a:lnTo>
                  <a:lnTo>
                    <a:pt x="49134" y="7383"/>
                  </a:lnTo>
                  <a:lnTo>
                    <a:pt x="43811" y="5843"/>
                  </a:lnTo>
                  <a:lnTo>
                    <a:pt x="38441" y="4479"/>
                  </a:lnTo>
                  <a:lnTo>
                    <a:pt x="33028" y="3295"/>
                  </a:lnTo>
                  <a:lnTo>
                    <a:pt x="27579" y="2290"/>
                  </a:lnTo>
                  <a:lnTo>
                    <a:pt x="22099" y="1467"/>
                  </a:lnTo>
                  <a:lnTo>
                    <a:pt x="16596" y="825"/>
                  </a:lnTo>
                  <a:lnTo>
                    <a:pt x="11074" y="367"/>
                  </a:lnTo>
                  <a:lnTo>
                    <a:pt x="5540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45187" y="941493"/>
              <a:ext cx="78356" cy="167167"/>
            </a:xfrm>
            <a:custGeom>
              <a:avLst/>
              <a:pathLst>
                <a:path w="78356" h="167167">
                  <a:moveTo>
                    <a:pt x="78356" y="0"/>
                  </a:moveTo>
                  <a:lnTo>
                    <a:pt x="72532" y="101"/>
                  </a:lnTo>
                  <a:lnTo>
                    <a:pt x="66715" y="405"/>
                  </a:lnTo>
                  <a:lnTo>
                    <a:pt x="60912" y="912"/>
                  </a:lnTo>
                  <a:lnTo>
                    <a:pt x="55131" y="1621"/>
                  </a:lnTo>
                  <a:lnTo>
                    <a:pt x="49377" y="2530"/>
                  </a:lnTo>
                  <a:lnTo>
                    <a:pt x="43659" y="3640"/>
                  </a:lnTo>
                  <a:lnTo>
                    <a:pt x="37983" y="4948"/>
                  </a:lnTo>
                  <a:lnTo>
                    <a:pt x="32356" y="6453"/>
                  </a:lnTo>
                  <a:lnTo>
                    <a:pt x="26784" y="8153"/>
                  </a:lnTo>
                  <a:lnTo>
                    <a:pt x="21276" y="10047"/>
                  </a:lnTo>
                  <a:lnTo>
                    <a:pt x="15836" y="12131"/>
                  </a:lnTo>
                  <a:lnTo>
                    <a:pt x="10473" y="14403"/>
                  </a:lnTo>
                  <a:lnTo>
                    <a:pt x="5192" y="16861"/>
                  </a:lnTo>
                  <a:lnTo>
                    <a:pt x="0" y="19501"/>
                  </a:lnTo>
                  <a:lnTo>
                    <a:pt x="783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45187" y="960995"/>
              <a:ext cx="78356" cy="147665"/>
            </a:xfrm>
            <a:custGeom>
              <a:avLst/>
              <a:pathLst>
                <a:path w="78356" h="147665">
                  <a:moveTo>
                    <a:pt x="0" y="0"/>
                  </a:moveTo>
                  <a:lnTo>
                    <a:pt x="78356" y="1476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45187" y="960995"/>
              <a:ext cx="78356" cy="147665"/>
            </a:xfrm>
            <a:custGeom>
              <a:avLst/>
              <a:pathLst>
                <a:path w="78356" h="147665">
                  <a:moveTo>
                    <a:pt x="0" y="0"/>
                  </a:moveTo>
                  <a:lnTo>
                    <a:pt x="78356" y="1476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45187" y="960995"/>
              <a:ext cx="78356" cy="147665"/>
            </a:xfrm>
            <a:custGeom>
              <a:avLst/>
              <a:pathLst>
                <a:path w="78356" h="147665">
                  <a:moveTo>
                    <a:pt x="0" y="0"/>
                  </a:moveTo>
                  <a:lnTo>
                    <a:pt x="78356" y="1476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45187" y="960995"/>
              <a:ext cx="78356" cy="147665"/>
            </a:xfrm>
            <a:custGeom>
              <a:avLst/>
              <a:pathLst>
                <a:path w="78356" h="147665">
                  <a:moveTo>
                    <a:pt x="0" y="0"/>
                  </a:moveTo>
                  <a:lnTo>
                    <a:pt x="78356" y="1476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45187" y="960995"/>
              <a:ext cx="78356" cy="147665"/>
            </a:xfrm>
            <a:custGeom>
              <a:avLst/>
              <a:pathLst>
                <a:path w="78356" h="147665">
                  <a:moveTo>
                    <a:pt x="0" y="0"/>
                  </a:moveTo>
                  <a:lnTo>
                    <a:pt x="78356" y="1476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45187" y="960995"/>
              <a:ext cx="78356" cy="147665"/>
            </a:xfrm>
            <a:custGeom>
              <a:avLst/>
              <a:pathLst>
                <a:path w="78356" h="147665">
                  <a:moveTo>
                    <a:pt x="0" y="0"/>
                  </a:moveTo>
                  <a:lnTo>
                    <a:pt x="78356" y="1476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45187" y="960995"/>
              <a:ext cx="78356" cy="147665"/>
            </a:xfrm>
            <a:custGeom>
              <a:avLst/>
              <a:pathLst>
                <a:path w="78356" h="147665">
                  <a:moveTo>
                    <a:pt x="0" y="0"/>
                  </a:moveTo>
                  <a:lnTo>
                    <a:pt x="78356" y="1476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45187" y="960995"/>
              <a:ext cx="78356" cy="147665"/>
            </a:xfrm>
            <a:custGeom>
              <a:avLst/>
              <a:pathLst>
                <a:path w="78356" h="147665">
                  <a:moveTo>
                    <a:pt x="0" y="0"/>
                  </a:moveTo>
                  <a:lnTo>
                    <a:pt x="78356" y="1476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45187" y="960995"/>
              <a:ext cx="78356" cy="147665"/>
            </a:xfrm>
            <a:custGeom>
              <a:avLst/>
              <a:pathLst>
                <a:path w="78356" h="147665">
                  <a:moveTo>
                    <a:pt x="0" y="0"/>
                  </a:moveTo>
                  <a:lnTo>
                    <a:pt x="78356" y="1476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45187" y="960995"/>
              <a:ext cx="78356" cy="147665"/>
            </a:xfrm>
            <a:custGeom>
              <a:avLst/>
              <a:pathLst>
                <a:path w="78356" h="147665">
                  <a:moveTo>
                    <a:pt x="0" y="0"/>
                  </a:moveTo>
                  <a:lnTo>
                    <a:pt x="78356" y="1476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45187" y="960995"/>
              <a:ext cx="78356" cy="147665"/>
            </a:xfrm>
            <a:custGeom>
              <a:avLst/>
              <a:pathLst>
                <a:path w="78356" h="147665">
                  <a:moveTo>
                    <a:pt x="0" y="0"/>
                  </a:moveTo>
                  <a:lnTo>
                    <a:pt x="78356" y="1476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45187" y="960995"/>
              <a:ext cx="78356" cy="147665"/>
            </a:xfrm>
            <a:custGeom>
              <a:avLst/>
              <a:pathLst>
                <a:path w="78356" h="147665">
                  <a:moveTo>
                    <a:pt x="0" y="0"/>
                  </a:moveTo>
                  <a:lnTo>
                    <a:pt x="78356" y="1476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45187" y="960995"/>
              <a:ext cx="78356" cy="147665"/>
            </a:xfrm>
            <a:custGeom>
              <a:avLst/>
              <a:pathLst>
                <a:path w="78356" h="147665">
                  <a:moveTo>
                    <a:pt x="0" y="0"/>
                  </a:moveTo>
                  <a:lnTo>
                    <a:pt x="78356" y="1476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45187" y="960995"/>
              <a:ext cx="78356" cy="147665"/>
            </a:xfrm>
            <a:custGeom>
              <a:avLst/>
              <a:pathLst>
                <a:path w="78356" h="147665">
                  <a:moveTo>
                    <a:pt x="0" y="0"/>
                  </a:moveTo>
                  <a:lnTo>
                    <a:pt x="78356" y="1476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45187" y="960995"/>
              <a:ext cx="78356" cy="147665"/>
            </a:xfrm>
            <a:custGeom>
              <a:avLst/>
              <a:pathLst>
                <a:path w="78356" h="147665">
                  <a:moveTo>
                    <a:pt x="0" y="0"/>
                  </a:moveTo>
                  <a:lnTo>
                    <a:pt x="78356" y="1476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45187" y="960995"/>
              <a:ext cx="78356" cy="147665"/>
            </a:xfrm>
            <a:custGeom>
              <a:avLst/>
              <a:pathLst>
                <a:path w="78356" h="147665">
                  <a:moveTo>
                    <a:pt x="0" y="0"/>
                  </a:moveTo>
                  <a:lnTo>
                    <a:pt x="78356" y="1476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45187" y="960995"/>
              <a:ext cx="78356" cy="147665"/>
            </a:xfrm>
            <a:custGeom>
              <a:avLst/>
              <a:pathLst>
                <a:path w="78356" h="147665">
                  <a:moveTo>
                    <a:pt x="0" y="0"/>
                  </a:moveTo>
                  <a:lnTo>
                    <a:pt x="78356" y="1476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45187" y="960995"/>
              <a:ext cx="78356" cy="147665"/>
            </a:xfrm>
            <a:custGeom>
              <a:avLst/>
              <a:pathLst>
                <a:path w="78356" h="147665">
                  <a:moveTo>
                    <a:pt x="0" y="0"/>
                  </a:moveTo>
                  <a:lnTo>
                    <a:pt x="78356" y="1476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45187" y="960995"/>
              <a:ext cx="78356" cy="147665"/>
            </a:xfrm>
            <a:custGeom>
              <a:avLst/>
              <a:pathLst>
                <a:path w="78356" h="147665">
                  <a:moveTo>
                    <a:pt x="0" y="0"/>
                  </a:moveTo>
                  <a:lnTo>
                    <a:pt x="78356" y="1476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856377" y="960995"/>
              <a:ext cx="334333" cy="314814"/>
            </a:xfrm>
            <a:custGeom>
              <a:avLst/>
              <a:pathLst>
                <a:path w="334333" h="314814">
                  <a:moveTo>
                    <a:pt x="88810" y="0"/>
                  </a:moveTo>
                  <a:lnTo>
                    <a:pt x="84156" y="2565"/>
                  </a:lnTo>
                  <a:lnTo>
                    <a:pt x="79586" y="5277"/>
                  </a:lnTo>
                  <a:lnTo>
                    <a:pt x="75104" y="8132"/>
                  </a:lnTo>
                  <a:lnTo>
                    <a:pt x="70715" y="11129"/>
                  </a:lnTo>
                  <a:lnTo>
                    <a:pt x="66424" y="14264"/>
                  </a:lnTo>
                  <a:lnTo>
                    <a:pt x="62235" y="17534"/>
                  </a:lnTo>
                  <a:lnTo>
                    <a:pt x="58151" y="20935"/>
                  </a:lnTo>
                  <a:lnTo>
                    <a:pt x="54178" y="24464"/>
                  </a:lnTo>
                  <a:lnTo>
                    <a:pt x="50319" y="28118"/>
                  </a:lnTo>
                  <a:lnTo>
                    <a:pt x="46578" y="31892"/>
                  </a:lnTo>
                  <a:lnTo>
                    <a:pt x="42959" y="35784"/>
                  </a:lnTo>
                  <a:lnTo>
                    <a:pt x="39466" y="39788"/>
                  </a:lnTo>
                  <a:lnTo>
                    <a:pt x="36101" y="43902"/>
                  </a:lnTo>
                  <a:lnTo>
                    <a:pt x="32869" y="48120"/>
                  </a:lnTo>
                  <a:lnTo>
                    <a:pt x="29773" y="52439"/>
                  </a:lnTo>
                  <a:lnTo>
                    <a:pt x="26816" y="56855"/>
                  </a:lnTo>
                  <a:lnTo>
                    <a:pt x="24000" y="61362"/>
                  </a:lnTo>
                  <a:lnTo>
                    <a:pt x="21329" y="65956"/>
                  </a:lnTo>
                  <a:lnTo>
                    <a:pt x="18806" y="70633"/>
                  </a:lnTo>
                  <a:lnTo>
                    <a:pt x="16432" y="75388"/>
                  </a:lnTo>
                  <a:lnTo>
                    <a:pt x="14211" y="80215"/>
                  </a:lnTo>
                  <a:lnTo>
                    <a:pt x="12144" y="85111"/>
                  </a:lnTo>
                  <a:lnTo>
                    <a:pt x="10234" y="90070"/>
                  </a:lnTo>
                  <a:lnTo>
                    <a:pt x="8483" y="95088"/>
                  </a:lnTo>
                  <a:lnTo>
                    <a:pt x="6892" y="100158"/>
                  </a:lnTo>
                  <a:lnTo>
                    <a:pt x="5463" y="105277"/>
                  </a:lnTo>
                  <a:lnTo>
                    <a:pt x="4197" y="110438"/>
                  </a:lnTo>
                  <a:lnTo>
                    <a:pt x="3096" y="115637"/>
                  </a:lnTo>
                  <a:lnTo>
                    <a:pt x="2161" y="120868"/>
                  </a:lnTo>
                  <a:lnTo>
                    <a:pt x="1393" y="126127"/>
                  </a:lnTo>
                  <a:lnTo>
                    <a:pt x="792" y="131407"/>
                  </a:lnTo>
                  <a:lnTo>
                    <a:pt x="359" y="136703"/>
                  </a:lnTo>
                  <a:lnTo>
                    <a:pt x="95" y="142011"/>
                  </a:lnTo>
                  <a:lnTo>
                    <a:pt x="0" y="147325"/>
                  </a:lnTo>
                  <a:lnTo>
                    <a:pt x="73" y="152638"/>
                  </a:lnTo>
                  <a:lnTo>
                    <a:pt x="316" y="157947"/>
                  </a:lnTo>
                  <a:lnTo>
                    <a:pt x="727" y="163245"/>
                  </a:lnTo>
                  <a:lnTo>
                    <a:pt x="1306" y="168528"/>
                  </a:lnTo>
                  <a:lnTo>
                    <a:pt x="2053" y="173789"/>
                  </a:lnTo>
                  <a:lnTo>
                    <a:pt x="2967" y="179024"/>
                  </a:lnTo>
                  <a:lnTo>
                    <a:pt x="4047" y="184228"/>
                  </a:lnTo>
                  <a:lnTo>
                    <a:pt x="5291" y="189394"/>
                  </a:lnTo>
                  <a:lnTo>
                    <a:pt x="6699" y="194519"/>
                  </a:lnTo>
                  <a:lnTo>
                    <a:pt x="8270" y="199595"/>
                  </a:lnTo>
                  <a:lnTo>
                    <a:pt x="10001" y="204620"/>
                  </a:lnTo>
                  <a:lnTo>
                    <a:pt x="11890" y="209587"/>
                  </a:lnTo>
                  <a:lnTo>
                    <a:pt x="13937" y="214491"/>
                  </a:lnTo>
                  <a:lnTo>
                    <a:pt x="16139" y="219328"/>
                  </a:lnTo>
                  <a:lnTo>
                    <a:pt x="18493" y="224092"/>
                  </a:lnTo>
                  <a:lnTo>
                    <a:pt x="20997" y="228779"/>
                  </a:lnTo>
                  <a:lnTo>
                    <a:pt x="23649" y="233384"/>
                  </a:lnTo>
                  <a:lnTo>
                    <a:pt x="26447" y="237903"/>
                  </a:lnTo>
                  <a:lnTo>
                    <a:pt x="29386" y="242330"/>
                  </a:lnTo>
                  <a:lnTo>
                    <a:pt x="32465" y="246662"/>
                  </a:lnTo>
                  <a:lnTo>
                    <a:pt x="35679" y="250894"/>
                  </a:lnTo>
                  <a:lnTo>
                    <a:pt x="39027" y="255021"/>
                  </a:lnTo>
                  <a:lnTo>
                    <a:pt x="42504" y="259040"/>
                  </a:lnTo>
                  <a:lnTo>
                    <a:pt x="46107" y="262946"/>
                  </a:lnTo>
                  <a:lnTo>
                    <a:pt x="49833" y="266736"/>
                  </a:lnTo>
                  <a:lnTo>
                    <a:pt x="53677" y="270405"/>
                  </a:lnTo>
                  <a:lnTo>
                    <a:pt x="57636" y="273950"/>
                  </a:lnTo>
                  <a:lnTo>
                    <a:pt x="61705" y="277368"/>
                  </a:lnTo>
                  <a:lnTo>
                    <a:pt x="65881" y="280655"/>
                  </a:lnTo>
                  <a:lnTo>
                    <a:pt x="70159" y="283807"/>
                  </a:lnTo>
                  <a:lnTo>
                    <a:pt x="74536" y="286822"/>
                  </a:lnTo>
                  <a:lnTo>
                    <a:pt x="79006" y="289696"/>
                  </a:lnTo>
                  <a:lnTo>
                    <a:pt x="83565" y="292426"/>
                  </a:lnTo>
                  <a:lnTo>
                    <a:pt x="88209" y="295010"/>
                  </a:lnTo>
                  <a:lnTo>
                    <a:pt x="92932" y="297446"/>
                  </a:lnTo>
                  <a:lnTo>
                    <a:pt x="97730" y="299730"/>
                  </a:lnTo>
                  <a:lnTo>
                    <a:pt x="102599" y="301860"/>
                  </a:lnTo>
                  <a:lnTo>
                    <a:pt x="107533" y="303834"/>
                  </a:lnTo>
                  <a:lnTo>
                    <a:pt x="112527" y="305651"/>
                  </a:lnTo>
                  <a:lnTo>
                    <a:pt x="117576" y="307308"/>
                  </a:lnTo>
                  <a:lnTo>
                    <a:pt x="122676" y="308803"/>
                  </a:lnTo>
                  <a:lnTo>
                    <a:pt x="127820" y="310136"/>
                  </a:lnTo>
                  <a:lnTo>
                    <a:pt x="133004" y="311305"/>
                  </a:lnTo>
                  <a:lnTo>
                    <a:pt x="138223" y="312308"/>
                  </a:lnTo>
                  <a:lnTo>
                    <a:pt x="143471" y="313145"/>
                  </a:lnTo>
                  <a:lnTo>
                    <a:pt x="148743" y="313814"/>
                  </a:lnTo>
                  <a:lnTo>
                    <a:pt x="154033" y="314316"/>
                  </a:lnTo>
                  <a:lnTo>
                    <a:pt x="159337" y="314649"/>
                  </a:lnTo>
                  <a:lnTo>
                    <a:pt x="164649" y="314814"/>
                  </a:lnTo>
                  <a:lnTo>
                    <a:pt x="169963" y="314809"/>
                  </a:lnTo>
                  <a:lnTo>
                    <a:pt x="175274" y="314636"/>
                  </a:lnTo>
                  <a:lnTo>
                    <a:pt x="180578" y="314294"/>
                  </a:lnTo>
                  <a:lnTo>
                    <a:pt x="185867" y="313783"/>
                  </a:lnTo>
                  <a:lnTo>
                    <a:pt x="191138" y="313105"/>
                  </a:lnTo>
                  <a:lnTo>
                    <a:pt x="196385" y="312259"/>
                  </a:lnTo>
                  <a:lnTo>
                    <a:pt x="201602" y="311248"/>
                  </a:lnTo>
                  <a:lnTo>
                    <a:pt x="206784" y="310070"/>
                  </a:lnTo>
                  <a:lnTo>
                    <a:pt x="211926" y="308729"/>
                  </a:lnTo>
                  <a:lnTo>
                    <a:pt x="217023" y="307225"/>
                  </a:lnTo>
                  <a:lnTo>
                    <a:pt x="222070" y="305560"/>
                  </a:lnTo>
                  <a:lnTo>
                    <a:pt x="227061" y="303735"/>
                  </a:lnTo>
                  <a:lnTo>
                    <a:pt x="231991" y="301752"/>
                  </a:lnTo>
                  <a:lnTo>
                    <a:pt x="236856" y="299614"/>
                  </a:lnTo>
                  <a:lnTo>
                    <a:pt x="241651" y="297322"/>
                  </a:lnTo>
                  <a:lnTo>
                    <a:pt x="246370" y="294879"/>
                  </a:lnTo>
                  <a:lnTo>
                    <a:pt x="251009" y="292287"/>
                  </a:lnTo>
                  <a:lnTo>
                    <a:pt x="255564" y="289548"/>
                  </a:lnTo>
                  <a:lnTo>
                    <a:pt x="260029" y="286667"/>
                  </a:lnTo>
                  <a:lnTo>
                    <a:pt x="264401" y="283645"/>
                  </a:lnTo>
                  <a:lnTo>
                    <a:pt x="268674" y="280486"/>
                  </a:lnTo>
                  <a:lnTo>
                    <a:pt x="272844" y="277192"/>
                  </a:lnTo>
                  <a:lnTo>
                    <a:pt x="276908" y="273768"/>
                  </a:lnTo>
                  <a:lnTo>
                    <a:pt x="280861" y="270216"/>
                  </a:lnTo>
                  <a:lnTo>
                    <a:pt x="284699" y="266540"/>
                  </a:lnTo>
                  <a:lnTo>
                    <a:pt x="288418" y="262744"/>
                  </a:lnTo>
                  <a:lnTo>
                    <a:pt x="292014" y="258832"/>
                  </a:lnTo>
                  <a:lnTo>
                    <a:pt x="295485" y="254807"/>
                  </a:lnTo>
                  <a:lnTo>
                    <a:pt x="298826" y="250674"/>
                  </a:lnTo>
                  <a:lnTo>
                    <a:pt x="302033" y="246437"/>
                  </a:lnTo>
                  <a:lnTo>
                    <a:pt x="305105" y="242100"/>
                  </a:lnTo>
                  <a:lnTo>
                    <a:pt x="308037" y="237668"/>
                  </a:lnTo>
                  <a:lnTo>
                    <a:pt x="310826" y="233145"/>
                  </a:lnTo>
                  <a:lnTo>
                    <a:pt x="313471" y="228536"/>
                  </a:lnTo>
                  <a:lnTo>
                    <a:pt x="315968" y="223844"/>
                  </a:lnTo>
                  <a:lnTo>
                    <a:pt x="318314" y="219076"/>
                  </a:lnTo>
                  <a:lnTo>
                    <a:pt x="320507" y="214236"/>
                  </a:lnTo>
                  <a:lnTo>
                    <a:pt x="322546" y="209328"/>
                  </a:lnTo>
                  <a:lnTo>
                    <a:pt x="324427" y="204358"/>
                  </a:lnTo>
                  <a:lnTo>
                    <a:pt x="326150" y="199331"/>
                  </a:lnTo>
                  <a:lnTo>
                    <a:pt x="327712" y="194251"/>
                  </a:lnTo>
                  <a:lnTo>
                    <a:pt x="329111" y="189124"/>
                  </a:lnTo>
                  <a:lnTo>
                    <a:pt x="330347" y="183956"/>
                  </a:lnTo>
                  <a:lnTo>
                    <a:pt x="331418" y="178751"/>
                  </a:lnTo>
                  <a:lnTo>
                    <a:pt x="332323" y="173514"/>
                  </a:lnTo>
                  <a:lnTo>
                    <a:pt x="333062" y="168251"/>
                  </a:lnTo>
                  <a:lnTo>
                    <a:pt x="333632" y="162968"/>
                  </a:lnTo>
                  <a:lnTo>
                    <a:pt x="334034" y="157669"/>
                  </a:lnTo>
                  <a:lnTo>
                    <a:pt x="334268" y="152360"/>
                  </a:lnTo>
                  <a:lnTo>
                    <a:pt x="334333" y="147046"/>
                  </a:lnTo>
                  <a:lnTo>
                    <a:pt x="334229" y="141733"/>
                  </a:lnTo>
                  <a:lnTo>
                    <a:pt x="333956" y="136425"/>
                  </a:lnTo>
                  <a:lnTo>
                    <a:pt x="333514" y="131130"/>
                  </a:lnTo>
                  <a:lnTo>
                    <a:pt x="332905" y="125850"/>
                  </a:lnTo>
                  <a:lnTo>
                    <a:pt x="332127" y="120593"/>
                  </a:lnTo>
                  <a:lnTo>
                    <a:pt x="331184" y="115364"/>
                  </a:lnTo>
                  <a:lnTo>
                    <a:pt x="330074" y="110166"/>
                  </a:lnTo>
                  <a:lnTo>
                    <a:pt x="328800" y="105007"/>
                  </a:lnTo>
                  <a:lnTo>
                    <a:pt x="327362" y="99891"/>
                  </a:lnTo>
                  <a:lnTo>
                    <a:pt x="325763" y="94823"/>
                  </a:lnTo>
                  <a:lnTo>
                    <a:pt x="324003" y="89809"/>
                  </a:lnTo>
                  <a:lnTo>
                    <a:pt x="322085" y="84853"/>
                  </a:lnTo>
                  <a:lnTo>
                    <a:pt x="320010" y="79960"/>
                  </a:lnTo>
                  <a:lnTo>
                    <a:pt x="317780" y="75136"/>
                  </a:lnTo>
                  <a:lnTo>
                    <a:pt x="315399" y="70386"/>
                  </a:lnTo>
                  <a:lnTo>
                    <a:pt x="312868" y="65713"/>
                  </a:lnTo>
                  <a:lnTo>
                    <a:pt x="310189" y="61123"/>
                  </a:lnTo>
                  <a:lnTo>
                    <a:pt x="307366" y="56621"/>
                  </a:lnTo>
                  <a:lnTo>
                    <a:pt x="304401" y="52210"/>
                  </a:lnTo>
                  <a:lnTo>
                    <a:pt x="301298" y="47897"/>
                  </a:lnTo>
                  <a:lnTo>
                    <a:pt x="298059" y="43683"/>
                  </a:lnTo>
                  <a:lnTo>
                    <a:pt x="294687" y="39576"/>
                  </a:lnTo>
                  <a:lnTo>
                    <a:pt x="291187" y="35577"/>
                  </a:lnTo>
                  <a:lnTo>
                    <a:pt x="287562" y="31691"/>
                  </a:lnTo>
                  <a:lnTo>
                    <a:pt x="283815" y="27923"/>
                  </a:lnTo>
                  <a:lnTo>
                    <a:pt x="279950" y="24276"/>
                  </a:lnTo>
                  <a:lnTo>
                    <a:pt x="275970" y="20753"/>
                  </a:lnTo>
                  <a:lnTo>
                    <a:pt x="271881" y="17359"/>
                  </a:lnTo>
                  <a:lnTo>
                    <a:pt x="267687" y="14096"/>
                  </a:lnTo>
                  <a:lnTo>
                    <a:pt x="263390" y="10969"/>
                  </a:lnTo>
                  <a:lnTo>
                    <a:pt x="258997" y="7979"/>
                  </a:lnTo>
                  <a:lnTo>
                    <a:pt x="167167" y="1476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023544" y="941493"/>
              <a:ext cx="91830" cy="167167"/>
            </a:xfrm>
            <a:custGeom>
              <a:avLst/>
              <a:pathLst>
                <a:path w="91830" h="167167">
                  <a:moveTo>
                    <a:pt x="91830" y="27481"/>
                  </a:moveTo>
                  <a:lnTo>
                    <a:pt x="86998" y="24422"/>
                  </a:lnTo>
                  <a:lnTo>
                    <a:pt x="82065" y="21530"/>
                  </a:lnTo>
                  <a:lnTo>
                    <a:pt x="77036" y="18808"/>
                  </a:lnTo>
                  <a:lnTo>
                    <a:pt x="71916" y="16260"/>
                  </a:lnTo>
                  <a:lnTo>
                    <a:pt x="66713" y="13888"/>
                  </a:lnTo>
                  <a:lnTo>
                    <a:pt x="61431" y="11696"/>
                  </a:lnTo>
                  <a:lnTo>
                    <a:pt x="56078" y="9686"/>
                  </a:lnTo>
                  <a:lnTo>
                    <a:pt x="50659" y="7860"/>
                  </a:lnTo>
                  <a:lnTo>
                    <a:pt x="45180" y="6221"/>
                  </a:lnTo>
                  <a:lnTo>
                    <a:pt x="39649" y="4770"/>
                  </a:lnTo>
                  <a:lnTo>
                    <a:pt x="34071" y="3509"/>
                  </a:lnTo>
                  <a:lnTo>
                    <a:pt x="28454" y="2439"/>
                  </a:lnTo>
                  <a:lnTo>
                    <a:pt x="22803" y="1562"/>
                  </a:lnTo>
                  <a:lnTo>
                    <a:pt x="17126" y="879"/>
                  </a:lnTo>
                  <a:lnTo>
                    <a:pt x="11428" y="391"/>
                  </a:lnTo>
                  <a:lnTo>
                    <a:pt x="5717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39179" y="941493"/>
              <a:ext cx="47036" cy="167167"/>
            </a:xfrm>
            <a:custGeom>
              <a:avLst/>
              <a:pathLst>
                <a:path w="47036" h="167167">
                  <a:moveTo>
                    <a:pt x="47036" y="0"/>
                  </a:moveTo>
                  <a:lnTo>
                    <a:pt x="41077" y="106"/>
                  </a:lnTo>
                  <a:lnTo>
                    <a:pt x="35126" y="424"/>
                  </a:lnTo>
                  <a:lnTo>
                    <a:pt x="29190" y="955"/>
                  </a:lnTo>
                  <a:lnTo>
                    <a:pt x="23277" y="1697"/>
                  </a:lnTo>
                  <a:lnTo>
                    <a:pt x="17393" y="2649"/>
                  </a:lnTo>
                  <a:lnTo>
                    <a:pt x="11548" y="3810"/>
                  </a:lnTo>
                  <a:lnTo>
                    <a:pt x="5747" y="5179"/>
                  </a:lnTo>
                  <a:lnTo>
                    <a:pt x="0" y="6753"/>
                  </a:lnTo>
                  <a:lnTo>
                    <a:pt x="4703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9179" y="948247"/>
              <a:ext cx="47036" cy="160413"/>
            </a:xfrm>
            <a:custGeom>
              <a:avLst/>
              <a:pathLst>
                <a:path w="47036" h="160413">
                  <a:moveTo>
                    <a:pt x="0" y="0"/>
                  </a:moveTo>
                  <a:lnTo>
                    <a:pt x="47036" y="16041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9179" y="948247"/>
              <a:ext cx="47036" cy="160413"/>
            </a:xfrm>
            <a:custGeom>
              <a:avLst/>
              <a:pathLst>
                <a:path w="47036" h="160413">
                  <a:moveTo>
                    <a:pt x="0" y="0"/>
                  </a:moveTo>
                  <a:lnTo>
                    <a:pt x="47036" y="16041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9179" y="948247"/>
              <a:ext cx="47036" cy="160413"/>
            </a:xfrm>
            <a:custGeom>
              <a:avLst/>
              <a:pathLst>
                <a:path w="47036" h="160413">
                  <a:moveTo>
                    <a:pt x="0" y="0"/>
                  </a:moveTo>
                  <a:lnTo>
                    <a:pt x="47036" y="16041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9179" y="948247"/>
              <a:ext cx="47036" cy="160413"/>
            </a:xfrm>
            <a:custGeom>
              <a:avLst/>
              <a:pathLst>
                <a:path w="47036" h="160413">
                  <a:moveTo>
                    <a:pt x="0" y="0"/>
                  </a:moveTo>
                  <a:lnTo>
                    <a:pt x="47036" y="16041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9179" y="948247"/>
              <a:ext cx="47036" cy="160413"/>
            </a:xfrm>
            <a:custGeom>
              <a:avLst/>
              <a:pathLst>
                <a:path w="47036" h="160413">
                  <a:moveTo>
                    <a:pt x="0" y="0"/>
                  </a:moveTo>
                  <a:lnTo>
                    <a:pt x="47036" y="1604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9179" y="948247"/>
              <a:ext cx="47036" cy="160413"/>
            </a:xfrm>
            <a:custGeom>
              <a:avLst/>
              <a:pathLst>
                <a:path w="47036" h="160413">
                  <a:moveTo>
                    <a:pt x="0" y="0"/>
                  </a:moveTo>
                  <a:lnTo>
                    <a:pt x="47036" y="1604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9179" y="948247"/>
              <a:ext cx="47036" cy="160413"/>
            </a:xfrm>
            <a:custGeom>
              <a:avLst/>
              <a:pathLst>
                <a:path w="47036" h="160413">
                  <a:moveTo>
                    <a:pt x="0" y="0"/>
                  </a:moveTo>
                  <a:lnTo>
                    <a:pt x="47036" y="1604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9179" y="948247"/>
              <a:ext cx="47036" cy="160413"/>
            </a:xfrm>
            <a:custGeom>
              <a:avLst/>
              <a:pathLst>
                <a:path w="47036" h="160413">
                  <a:moveTo>
                    <a:pt x="0" y="0"/>
                  </a:moveTo>
                  <a:lnTo>
                    <a:pt x="47036" y="1604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9179" y="948247"/>
              <a:ext cx="47036" cy="160413"/>
            </a:xfrm>
            <a:custGeom>
              <a:avLst/>
              <a:pathLst>
                <a:path w="47036" h="160413">
                  <a:moveTo>
                    <a:pt x="0" y="0"/>
                  </a:moveTo>
                  <a:lnTo>
                    <a:pt x="47036" y="16041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9179" y="948247"/>
              <a:ext cx="47036" cy="160413"/>
            </a:xfrm>
            <a:custGeom>
              <a:avLst/>
              <a:pathLst>
                <a:path w="47036" h="160413">
                  <a:moveTo>
                    <a:pt x="0" y="0"/>
                  </a:moveTo>
                  <a:lnTo>
                    <a:pt x="47036" y="1604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9179" y="948247"/>
              <a:ext cx="47036" cy="160413"/>
            </a:xfrm>
            <a:custGeom>
              <a:avLst/>
              <a:pathLst>
                <a:path w="47036" h="160413">
                  <a:moveTo>
                    <a:pt x="0" y="0"/>
                  </a:moveTo>
                  <a:lnTo>
                    <a:pt x="47036" y="1604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9179" y="948247"/>
              <a:ext cx="47036" cy="160413"/>
            </a:xfrm>
            <a:custGeom>
              <a:avLst/>
              <a:pathLst>
                <a:path w="47036" h="160413">
                  <a:moveTo>
                    <a:pt x="0" y="0"/>
                  </a:moveTo>
                  <a:lnTo>
                    <a:pt x="47036" y="16041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9179" y="948247"/>
              <a:ext cx="47036" cy="160413"/>
            </a:xfrm>
            <a:custGeom>
              <a:avLst/>
              <a:pathLst>
                <a:path w="47036" h="160413">
                  <a:moveTo>
                    <a:pt x="0" y="0"/>
                  </a:moveTo>
                  <a:lnTo>
                    <a:pt x="47036" y="1604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9179" y="948247"/>
              <a:ext cx="47036" cy="160413"/>
            </a:xfrm>
            <a:custGeom>
              <a:avLst/>
              <a:pathLst>
                <a:path w="47036" h="160413">
                  <a:moveTo>
                    <a:pt x="0" y="0"/>
                  </a:moveTo>
                  <a:lnTo>
                    <a:pt x="47036" y="1604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39179" y="948247"/>
              <a:ext cx="47036" cy="160413"/>
            </a:xfrm>
            <a:custGeom>
              <a:avLst/>
              <a:pathLst>
                <a:path w="47036" h="160413">
                  <a:moveTo>
                    <a:pt x="0" y="0"/>
                  </a:moveTo>
                  <a:lnTo>
                    <a:pt x="47036" y="1604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39179" y="948247"/>
              <a:ext cx="47036" cy="160413"/>
            </a:xfrm>
            <a:custGeom>
              <a:avLst/>
              <a:pathLst>
                <a:path w="47036" h="160413">
                  <a:moveTo>
                    <a:pt x="0" y="0"/>
                  </a:moveTo>
                  <a:lnTo>
                    <a:pt x="47036" y="1604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39179" y="948247"/>
              <a:ext cx="47036" cy="160413"/>
            </a:xfrm>
            <a:custGeom>
              <a:avLst/>
              <a:pathLst>
                <a:path w="47036" h="160413">
                  <a:moveTo>
                    <a:pt x="0" y="0"/>
                  </a:moveTo>
                  <a:lnTo>
                    <a:pt x="47036" y="16041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439179" y="948247"/>
              <a:ext cx="47036" cy="160413"/>
            </a:xfrm>
            <a:custGeom>
              <a:avLst/>
              <a:pathLst>
                <a:path w="47036" h="160413">
                  <a:moveTo>
                    <a:pt x="0" y="0"/>
                  </a:moveTo>
                  <a:lnTo>
                    <a:pt x="47036" y="16041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319058" y="948247"/>
              <a:ext cx="167156" cy="301826"/>
            </a:xfrm>
            <a:custGeom>
              <a:avLst/>
              <a:pathLst>
                <a:path w="167156" h="301826">
                  <a:moveTo>
                    <a:pt x="120120" y="0"/>
                  </a:moveTo>
                  <a:lnTo>
                    <a:pt x="115034" y="1579"/>
                  </a:lnTo>
                  <a:lnTo>
                    <a:pt x="110001" y="3320"/>
                  </a:lnTo>
                  <a:lnTo>
                    <a:pt x="105026" y="5221"/>
                  </a:lnTo>
                  <a:lnTo>
                    <a:pt x="100114" y="7278"/>
                  </a:lnTo>
                  <a:lnTo>
                    <a:pt x="95270" y="9492"/>
                  </a:lnTo>
                  <a:lnTo>
                    <a:pt x="90499" y="11858"/>
                  </a:lnTo>
                  <a:lnTo>
                    <a:pt x="85806" y="14375"/>
                  </a:lnTo>
                  <a:lnTo>
                    <a:pt x="81195" y="17041"/>
                  </a:lnTo>
                  <a:lnTo>
                    <a:pt x="76672" y="19852"/>
                  </a:lnTo>
                  <a:lnTo>
                    <a:pt x="72240" y="22805"/>
                  </a:lnTo>
                  <a:lnTo>
                    <a:pt x="67905" y="25899"/>
                  </a:lnTo>
                  <a:lnTo>
                    <a:pt x="63670" y="29129"/>
                  </a:lnTo>
                  <a:lnTo>
                    <a:pt x="59541" y="32492"/>
                  </a:lnTo>
                  <a:lnTo>
                    <a:pt x="55521" y="35985"/>
                  </a:lnTo>
                  <a:lnTo>
                    <a:pt x="51614" y="39604"/>
                  </a:lnTo>
                  <a:lnTo>
                    <a:pt x="47824" y="43346"/>
                  </a:lnTo>
                  <a:lnTo>
                    <a:pt x="44156" y="47206"/>
                  </a:lnTo>
                  <a:lnTo>
                    <a:pt x="40612" y="51182"/>
                  </a:lnTo>
                  <a:lnTo>
                    <a:pt x="37197" y="55268"/>
                  </a:lnTo>
                  <a:lnTo>
                    <a:pt x="33913" y="59461"/>
                  </a:lnTo>
                  <a:lnTo>
                    <a:pt x="30765" y="63757"/>
                  </a:lnTo>
                  <a:lnTo>
                    <a:pt x="27756" y="68151"/>
                  </a:lnTo>
                  <a:lnTo>
                    <a:pt x="24887" y="72638"/>
                  </a:lnTo>
                  <a:lnTo>
                    <a:pt x="22164" y="77214"/>
                  </a:lnTo>
                  <a:lnTo>
                    <a:pt x="19587" y="81875"/>
                  </a:lnTo>
                  <a:lnTo>
                    <a:pt x="17160" y="86616"/>
                  </a:lnTo>
                  <a:lnTo>
                    <a:pt x="14886" y="91431"/>
                  </a:lnTo>
                  <a:lnTo>
                    <a:pt x="12765" y="96317"/>
                  </a:lnTo>
                  <a:lnTo>
                    <a:pt x="10802" y="101267"/>
                  </a:lnTo>
                  <a:lnTo>
                    <a:pt x="8997" y="106278"/>
                  </a:lnTo>
                  <a:lnTo>
                    <a:pt x="7353" y="111343"/>
                  </a:lnTo>
                  <a:lnTo>
                    <a:pt x="5871" y="116458"/>
                  </a:lnTo>
                  <a:lnTo>
                    <a:pt x="4553" y="121618"/>
                  </a:lnTo>
                  <a:lnTo>
                    <a:pt x="3400" y="126818"/>
                  </a:lnTo>
                  <a:lnTo>
                    <a:pt x="2413" y="132051"/>
                  </a:lnTo>
                  <a:lnTo>
                    <a:pt x="1593" y="137313"/>
                  </a:lnTo>
                  <a:lnTo>
                    <a:pt x="941" y="142599"/>
                  </a:lnTo>
                  <a:lnTo>
                    <a:pt x="458" y="147902"/>
                  </a:lnTo>
                  <a:lnTo>
                    <a:pt x="144" y="153219"/>
                  </a:lnTo>
                  <a:lnTo>
                    <a:pt x="0" y="158542"/>
                  </a:lnTo>
                  <a:lnTo>
                    <a:pt x="25" y="163868"/>
                  </a:lnTo>
                  <a:lnTo>
                    <a:pt x="220" y="169190"/>
                  </a:lnTo>
                  <a:lnTo>
                    <a:pt x="584" y="174503"/>
                  </a:lnTo>
                  <a:lnTo>
                    <a:pt x="1117" y="179802"/>
                  </a:lnTo>
                  <a:lnTo>
                    <a:pt x="1819" y="185081"/>
                  </a:lnTo>
                  <a:lnTo>
                    <a:pt x="2689" y="190336"/>
                  </a:lnTo>
                  <a:lnTo>
                    <a:pt x="3725" y="195559"/>
                  </a:lnTo>
                  <a:lnTo>
                    <a:pt x="4928" y="200747"/>
                  </a:lnTo>
                  <a:lnTo>
                    <a:pt x="6295" y="205895"/>
                  </a:lnTo>
                  <a:lnTo>
                    <a:pt x="7826" y="210996"/>
                  </a:lnTo>
                  <a:lnTo>
                    <a:pt x="9518" y="216045"/>
                  </a:lnTo>
                  <a:lnTo>
                    <a:pt x="11370" y="221039"/>
                  </a:lnTo>
                  <a:lnTo>
                    <a:pt x="13380" y="225970"/>
                  </a:lnTo>
                  <a:lnTo>
                    <a:pt x="15546" y="230835"/>
                  </a:lnTo>
                  <a:lnTo>
                    <a:pt x="17866" y="235629"/>
                  </a:lnTo>
                  <a:lnTo>
                    <a:pt x="20338" y="240346"/>
                  </a:lnTo>
                  <a:lnTo>
                    <a:pt x="22959" y="244983"/>
                  </a:lnTo>
                  <a:lnTo>
                    <a:pt x="25726" y="249533"/>
                  </a:lnTo>
                  <a:lnTo>
                    <a:pt x="28637" y="253993"/>
                  </a:lnTo>
                  <a:lnTo>
                    <a:pt x="31688" y="258358"/>
                  </a:lnTo>
                  <a:lnTo>
                    <a:pt x="34876" y="262623"/>
                  </a:lnTo>
                  <a:lnTo>
                    <a:pt x="38199" y="266785"/>
                  </a:lnTo>
                  <a:lnTo>
                    <a:pt x="41653" y="270839"/>
                  </a:lnTo>
                  <a:lnTo>
                    <a:pt x="45234" y="274781"/>
                  </a:lnTo>
                  <a:lnTo>
                    <a:pt x="48939" y="278606"/>
                  </a:lnTo>
                  <a:lnTo>
                    <a:pt x="52764" y="282312"/>
                  </a:lnTo>
                  <a:lnTo>
                    <a:pt x="56705" y="285894"/>
                  </a:lnTo>
                  <a:lnTo>
                    <a:pt x="60758" y="289349"/>
                  </a:lnTo>
                  <a:lnTo>
                    <a:pt x="64920" y="292673"/>
                  </a:lnTo>
                  <a:lnTo>
                    <a:pt x="69184" y="295862"/>
                  </a:lnTo>
                  <a:lnTo>
                    <a:pt x="73549" y="298914"/>
                  </a:lnTo>
                  <a:lnTo>
                    <a:pt x="78008" y="301826"/>
                  </a:lnTo>
                  <a:lnTo>
                    <a:pt x="167156" y="1604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397067" y="941493"/>
              <a:ext cx="256312" cy="334322"/>
            </a:xfrm>
            <a:custGeom>
              <a:avLst/>
              <a:pathLst>
                <a:path w="256312" h="334322">
                  <a:moveTo>
                    <a:pt x="0" y="308580"/>
                  </a:moveTo>
                  <a:lnTo>
                    <a:pt x="4560" y="311354"/>
                  </a:lnTo>
                  <a:lnTo>
                    <a:pt x="9206" y="313981"/>
                  </a:lnTo>
                  <a:lnTo>
                    <a:pt x="13934" y="316458"/>
                  </a:lnTo>
                  <a:lnTo>
                    <a:pt x="18739" y="318783"/>
                  </a:lnTo>
                  <a:lnTo>
                    <a:pt x="23615" y="320954"/>
                  </a:lnTo>
                  <a:lnTo>
                    <a:pt x="28558" y="322968"/>
                  </a:lnTo>
                  <a:lnTo>
                    <a:pt x="33564" y="324823"/>
                  </a:lnTo>
                  <a:lnTo>
                    <a:pt x="38625" y="326517"/>
                  </a:lnTo>
                  <a:lnTo>
                    <a:pt x="43738" y="328049"/>
                  </a:lnTo>
                  <a:lnTo>
                    <a:pt x="48898" y="329416"/>
                  </a:lnTo>
                  <a:lnTo>
                    <a:pt x="54098" y="330619"/>
                  </a:lnTo>
                  <a:lnTo>
                    <a:pt x="59335" y="331654"/>
                  </a:lnTo>
                  <a:lnTo>
                    <a:pt x="64601" y="332522"/>
                  </a:lnTo>
                  <a:lnTo>
                    <a:pt x="69893" y="333222"/>
                  </a:lnTo>
                  <a:lnTo>
                    <a:pt x="75204" y="333752"/>
                  </a:lnTo>
                  <a:lnTo>
                    <a:pt x="80530" y="334112"/>
                  </a:lnTo>
                  <a:lnTo>
                    <a:pt x="85864" y="334302"/>
                  </a:lnTo>
                  <a:lnTo>
                    <a:pt x="91202" y="334322"/>
                  </a:lnTo>
                  <a:lnTo>
                    <a:pt x="96538" y="334171"/>
                  </a:lnTo>
                  <a:lnTo>
                    <a:pt x="101866" y="333850"/>
                  </a:lnTo>
                  <a:lnTo>
                    <a:pt x="107181" y="333359"/>
                  </a:lnTo>
                  <a:lnTo>
                    <a:pt x="112477" y="332698"/>
                  </a:lnTo>
                  <a:lnTo>
                    <a:pt x="117750" y="331869"/>
                  </a:lnTo>
                  <a:lnTo>
                    <a:pt x="122994" y="330872"/>
                  </a:lnTo>
                  <a:lnTo>
                    <a:pt x="128203" y="329708"/>
                  </a:lnTo>
                  <a:lnTo>
                    <a:pt x="133373" y="328378"/>
                  </a:lnTo>
                  <a:lnTo>
                    <a:pt x="138497" y="326884"/>
                  </a:lnTo>
                  <a:lnTo>
                    <a:pt x="143571" y="325227"/>
                  </a:lnTo>
                  <a:lnTo>
                    <a:pt x="148590" y="323409"/>
                  </a:lnTo>
                  <a:lnTo>
                    <a:pt x="153547" y="321432"/>
                  </a:lnTo>
                  <a:lnTo>
                    <a:pt x="158440" y="319297"/>
                  </a:lnTo>
                  <a:lnTo>
                    <a:pt x="163261" y="317007"/>
                  </a:lnTo>
                  <a:lnTo>
                    <a:pt x="168007" y="314565"/>
                  </a:lnTo>
                  <a:lnTo>
                    <a:pt x="172673" y="311972"/>
                  </a:lnTo>
                  <a:lnTo>
                    <a:pt x="177254" y="309231"/>
                  </a:lnTo>
                  <a:lnTo>
                    <a:pt x="181744" y="306346"/>
                  </a:lnTo>
                  <a:lnTo>
                    <a:pt x="186141" y="303319"/>
                  </a:lnTo>
                  <a:lnTo>
                    <a:pt x="190438" y="300153"/>
                  </a:lnTo>
                  <a:lnTo>
                    <a:pt x="194632" y="296851"/>
                  </a:lnTo>
                  <a:lnTo>
                    <a:pt x="198719" y="293418"/>
                  </a:lnTo>
                  <a:lnTo>
                    <a:pt x="202693" y="289855"/>
                  </a:lnTo>
                  <a:lnTo>
                    <a:pt x="206553" y="286167"/>
                  </a:lnTo>
                  <a:lnTo>
                    <a:pt x="210292" y="282358"/>
                  </a:lnTo>
                  <a:lnTo>
                    <a:pt x="213908" y="278432"/>
                  </a:lnTo>
                  <a:lnTo>
                    <a:pt x="217396" y="274392"/>
                  </a:lnTo>
                  <a:lnTo>
                    <a:pt x="220754" y="270243"/>
                  </a:lnTo>
                  <a:lnTo>
                    <a:pt x="223978" y="265989"/>
                  </a:lnTo>
                  <a:lnTo>
                    <a:pt x="227064" y="261634"/>
                  </a:lnTo>
                  <a:lnTo>
                    <a:pt x="230010" y="257182"/>
                  </a:lnTo>
                  <a:lnTo>
                    <a:pt x="232812" y="252639"/>
                  </a:lnTo>
                  <a:lnTo>
                    <a:pt x="235468" y="248009"/>
                  </a:lnTo>
                  <a:lnTo>
                    <a:pt x="237974" y="243296"/>
                  </a:lnTo>
                  <a:lnTo>
                    <a:pt x="240329" y="238506"/>
                  </a:lnTo>
                  <a:lnTo>
                    <a:pt x="242529" y="233643"/>
                  </a:lnTo>
                  <a:lnTo>
                    <a:pt x="244573" y="228712"/>
                  </a:lnTo>
                  <a:lnTo>
                    <a:pt x="246459" y="223719"/>
                  </a:lnTo>
                  <a:lnTo>
                    <a:pt x="248184" y="218668"/>
                  </a:lnTo>
                  <a:lnTo>
                    <a:pt x="249748" y="213564"/>
                  </a:lnTo>
                  <a:lnTo>
                    <a:pt x="251147" y="208413"/>
                  </a:lnTo>
                  <a:lnTo>
                    <a:pt x="252381" y="203220"/>
                  </a:lnTo>
                  <a:lnTo>
                    <a:pt x="253449" y="197990"/>
                  </a:lnTo>
                  <a:lnTo>
                    <a:pt x="254349" y="192729"/>
                  </a:lnTo>
                  <a:lnTo>
                    <a:pt x="255081" y="187442"/>
                  </a:lnTo>
                  <a:lnTo>
                    <a:pt x="255644" y="182134"/>
                  </a:lnTo>
                  <a:lnTo>
                    <a:pt x="256037" y="176810"/>
                  </a:lnTo>
                  <a:lnTo>
                    <a:pt x="256260" y="171477"/>
                  </a:lnTo>
                  <a:lnTo>
                    <a:pt x="256312" y="166140"/>
                  </a:lnTo>
                  <a:lnTo>
                    <a:pt x="256194" y="160803"/>
                  </a:lnTo>
                  <a:lnTo>
                    <a:pt x="255906" y="155474"/>
                  </a:lnTo>
                  <a:lnTo>
                    <a:pt x="255447" y="150156"/>
                  </a:lnTo>
                  <a:lnTo>
                    <a:pt x="254820" y="144855"/>
                  </a:lnTo>
                  <a:lnTo>
                    <a:pt x="254023" y="139577"/>
                  </a:lnTo>
                  <a:lnTo>
                    <a:pt x="253058" y="134327"/>
                  </a:lnTo>
                  <a:lnTo>
                    <a:pt x="251926" y="129111"/>
                  </a:lnTo>
                  <a:lnTo>
                    <a:pt x="250628" y="123933"/>
                  </a:lnTo>
                  <a:lnTo>
                    <a:pt x="249165" y="118800"/>
                  </a:lnTo>
                  <a:lnTo>
                    <a:pt x="247540" y="113716"/>
                  </a:lnTo>
                  <a:lnTo>
                    <a:pt x="245752" y="108686"/>
                  </a:lnTo>
                  <a:lnTo>
                    <a:pt x="243805" y="103716"/>
                  </a:lnTo>
                  <a:lnTo>
                    <a:pt x="241701" y="98811"/>
                  </a:lnTo>
                  <a:lnTo>
                    <a:pt x="239441" y="93975"/>
                  </a:lnTo>
                  <a:lnTo>
                    <a:pt x="237027" y="89214"/>
                  </a:lnTo>
                  <a:lnTo>
                    <a:pt x="234463" y="84533"/>
                  </a:lnTo>
                  <a:lnTo>
                    <a:pt x="231751" y="79936"/>
                  </a:lnTo>
                  <a:lnTo>
                    <a:pt x="228893" y="75427"/>
                  </a:lnTo>
                  <a:lnTo>
                    <a:pt x="225893" y="71013"/>
                  </a:lnTo>
                  <a:lnTo>
                    <a:pt x="222754" y="66696"/>
                  </a:lnTo>
                  <a:lnTo>
                    <a:pt x="219478" y="62482"/>
                  </a:lnTo>
                  <a:lnTo>
                    <a:pt x="216069" y="58374"/>
                  </a:lnTo>
                  <a:lnTo>
                    <a:pt x="212531" y="54377"/>
                  </a:lnTo>
                  <a:lnTo>
                    <a:pt x="208867" y="50496"/>
                  </a:lnTo>
                  <a:lnTo>
                    <a:pt x="205081" y="46733"/>
                  </a:lnTo>
                  <a:lnTo>
                    <a:pt x="201177" y="43093"/>
                  </a:lnTo>
                  <a:lnTo>
                    <a:pt x="197159" y="39580"/>
                  </a:lnTo>
                  <a:lnTo>
                    <a:pt x="193031" y="36196"/>
                  </a:lnTo>
                  <a:lnTo>
                    <a:pt x="188796" y="32946"/>
                  </a:lnTo>
                  <a:lnTo>
                    <a:pt x="184460" y="29833"/>
                  </a:lnTo>
                  <a:lnTo>
                    <a:pt x="180027" y="26860"/>
                  </a:lnTo>
                  <a:lnTo>
                    <a:pt x="175501" y="24031"/>
                  </a:lnTo>
                  <a:lnTo>
                    <a:pt x="170887" y="21347"/>
                  </a:lnTo>
                  <a:lnTo>
                    <a:pt x="166190" y="18811"/>
                  </a:lnTo>
                  <a:lnTo>
                    <a:pt x="161415" y="16427"/>
                  </a:lnTo>
                  <a:lnTo>
                    <a:pt x="156565" y="14197"/>
                  </a:lnTo>
                  <a:lnTo>
                    <a:pt x="151647" y="12122"/>
                  </a:lnTo>
                  <a:lnTo>
                    <a:pt x="146665" y="10206"/>
                  </a:lnTo>
                  <a:lnTo>
                    <a:pt x="141625" y="8450"/>
                  </a:lnTo>
                  <a:lnTo>
                    <a:pt x="136531" y="6855"/>
                  </a:lnTo>
                  <a:lnTo>
                    <a:pt x="131388" y="5424"/>
                  </a:lnTo>
                  <a:lnTo>
                    <a:pt x="126203" y="4158"/>
                  </a:lnTo>
                  <a:lnTo>
                    <a:pt x="120980" y="3058"/>
                  </a:lnTo>
                  <a:lnTo>
                    <a:pt x="115724" y="2126"/>
                  </a:lnTo>
                  <a:lnTo>
                    <a:pt x="110442" y="1361"/>
                  </a:lnTo>
                  <a:lnTo>
                    <a:pt x="105137" y="766"/>
                  </a:lnTo>
                  <a:lnTo>
                    <a:pt x="99816" y="340"/>
                  </a:lnTo>
                  <a:lnTo>
                    <a:pt x="94485" y="85"/>
                  </a:lnTo>
                  <a:lnTo>
                    <a:pt x="89148" y="0"/>
                  </a:lnTo>
                  <a:lnTo>
                    <a:pt x="8914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7335" y="1071028"/>
              <a:ext cx="167165" cy="177294"/>
            </a:xfrm>
            <a:custGeom>
              <a:avLst/>
              <a:pathLst>
                <a:path w="167165" h="177294">
                  <a:moveTo>
                    <a:pt x="167165" y="0"/>
                  </a:moveTo>
                  <a:lnTo>
                    <a:pt x="161712" y="88"/>
                  </a:lnTo>
                  <a:lnTo>
                    <a:pt x="156264" y="355"/>
                  </a:lnTo>
                  <a:lnTo>
                    <a:pt x="150828" y="800"/>
                  </a:lnTo>
                  <a:lnTo>
                    <a:pt x="145409" y="1421"/>
                  </a:lnTo>
                  <a:lnTo>
                    <a:pt x="140014" y="2219"/>
                  </a:lnTo>
                  <a:lnTo>
                    <a:pt x="134647" y="3193"/>
                  </a:lnTo>
                  <a:lnTo>
                    <a:pt x="129315" y="4341"/>
                  </a:lnTo>
                  <a:lnTo>
                    <a:pt x="124024" y="5662"/>
                  </a:lnTo>
                  <a:lnTo>
                    <a:pt x="118778" y="7156"/>
                  </a:lnTo>
                  <a:lnTo>
                    <a:pt x="113584" y="8819"/>
                  </a:lnTo>
                  <a:lnTo>
                    <a:pt x="108447" y="10651"/>
                  </a:lnTo>
                  <a:lnTo>
                    <a:pt x="103372" y="12650"/>
                  </a:lnTo>
                  <a:lnTo>
                    <a:pt x="98365" y="14814"/>
                  </a:lnTo>
                  <a:lnTo>
                    <a:pt x="93432" y="17139"/>
                  </a:lnTo>
                  <a:lnTo>
                    <a:pt x="88577" y="19624"/>
                  </a:lnTo>
                  <a:lnTo>
                    <a:pt x="83805" y="22267"/>
                  </a:lnTo>
                  <a:lnTo>
                    <a:pt x="79123" y="25063"/>
                  </a:lnTo>
                  <a:lnTo>
                    <a:pt x="74534" y="28011"/>
                  </a:lnTo>
                  <a:lnTo>
                    <a:pt x="70043" y="31107"/>
                  </a:lnTo>
                  <a:lnTo>
                    <a:pt x="65656" y="34348"/>
                  </a:lnTo>
                  <a:lnTo>
                    <a:pt x="61378" y="37730"/>
                  </a:lnTo>
                  <a:lnTo>
                    <a:pt x="57211" y="41250"/>
                  </a:lnTo>
                  <a:lnTo>
                    <a:pt x="53162" y="44904"/>
                  </a:lnTo>
                  <a:lnTo>
                    <a:pt x="49234" y="48688"/>
                  </a:lnTo>
                  <a:lnTo>
                    <a:pt x="45432" y="52598"/>
                  </a:lnTo>
                  <a:lnTo>
                    <a:pt x="41759" y="56630"/>
                  </a:lnTo>
                  <a:lnTo>
                    <a:pt x="38220" y="60780"/>
                  </a:lnTo>
                  <a:lnTo>
                    <a:pt x="34818" y="65043"/>
                  </a:lnTo>
                  <a:lnTo>
                    <a:pt x="31557" y="69415"/>
                  </a:lnTo>
                  <a:lnTo>
                    <a:pt x="28440" y="73891"/>
                  </a:lnTo>
                  <a:lnTo>
                    <a:pt x="25471" y="78466"/>
                  </a:lnTo>
                  <a:lnTo>
                    <a:pt x="22653" y="83136"/>
                  </a:lnTo>
                  <a:lnTo>
                    <a:pt x="19989" y="87895"/>
                  </a:lnTo>
                  <a:lnTo>
                    <a:pt x="17481" y="92739"/>
                  </a:lnTo>
                  <a:lnTo>
                    <a:pt x="15133" y="97661"/>
                  </a:lnTo>
                  <a:lnTo>
                    <a:pt x="12946" y="102658"/>
                  </a:lnTo>
                  <a:lnTo>
                    <a:pt x="10924" y="107723"/>
                  </a:lnTo>
                  <a:lnTo>
                    <a:pt x="9068" y="112852"/>
                  </a:lnTo>
                  <a:lnTo>
                    <a:pt x="7380" y="118038"/>
                  </a:lnTo>
                  <a:lnTo>
                    <a:pt x="5862" y="123277"/>
                  </a:lnTo>
                  <a:lnTo>
                    <a:pt x="4516" y="128563"/>
                  </a:lnTo>
                  <a:lnTo>
                    <a:pt x="3343" y="133889"/>
                  </a:lnTo>
                  <a:lnTo>
                    <a:pt x="2345" y="139251"/>
                  </a:lnTo>
                  <a:lnTo>
                    <a:pt x="1522" y="144643"/>
                  </a:lnTo>
                  <a:lnTo>
                    <a:pt x="875" y="150059"/>
                  </a:lnTo>
                  <a:lnTo>
                    <a:pt x="406" y="155493"/>
                  </a:lnTo>
                  <a:lnTo>
                    <a:pt x="114" y="160939"/>
                  </a:lnTo>
                  <a:lnTo>
                    <a:pt x="0" y="166392"/>
                  </a:lnTo>
                  <a:lnTo>
                    <a:pt x="63" y="171846"/>
                  </a:lnTo>
                  <a:lnTo>
                    <a:pt x="305" y="177294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641" y="1238196"/>
              <a:ext cx="166860" cy="10127"/>
            </a:xfrm>
            <a:custGeom>
              <a:avLst/>
              <a:pathLst>
                <a:path w="166860" h="10127">
                  <a:moveTo>
                    <a:pt x="0" y="10127"/>
                  </a:moveTo>
                  <a:lnTo>
                    <a:pt x="16686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641" y="1238196"/>
              <a:ext cx="166860" cy="10127"/>
            </a:xfrm>
            <a:custGeom>
              <a:avLst/>
              <a:pathLst>
                <a:path w="166860" h="10127">
                  <a:moveTo>
                    <a:pt x="0" y="10127"/>
                  </a:moveTo>
                  <a:lnTo>
                    <a:pt x="16686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641" y="1238196"/>
              <a:ext cx="166860" cy="10127"/>
            </a:xfrm>
            <a:custGeom>
              <a:avLst/>
              <a:pathLst>
                <a:path w="166860" h="10127">
                  <a:moveTo>
                    <a:pt x="0" y="10127"/>
                  </a:moveTo>
                  <a:lnTo>
                    <a:pt x="16686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641" y="1238196"/>
              <a:ext cx="166860" cy="10127"/>
            </a:xfrm>
            <a:custGeom>
              <a:avLst/>
              <a:pathLst>
                <a:path w="166860" h="10127">
                  <a:moveTo>
                    <a:pt x="0" y="10127"/>
                  </a:moveTo>
                  <a:lnTo>
                    <a:pt x="16686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641" y="1238196"/>
              <a:ext cx="166860" cy="10127"/>
            </a:xfrm>
            <a:custGeom>
              <a:avLst/>
              <a:pathLst>
                <a:path w="166860" h="10127">
                  <a:moveTo>
                    <a:pt x="0" y="10127"/>
                  </a:moveTo>
                  <a:lnTo>
                    <a:pt x="16686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641" y="1238196"/>
              <a:ext cx="166860" cy="10127"/>
            </a:xfrm>
            <a:custGeom>
              <a:avLst/>
              <a:pathLst>
                <a:path w="166860" h="10127">
                  <a:moveTo>
                    <a:pt x="0" y="10127"/>
                  </a:moveTo>
                  <a:lnTo>
                    <a:pt x="16686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641" y="1238196"/>
              <a:ext cx="166860" cy="10127"/>
            </a:xfrm>
            <a:custGeom>
              <a:avLst/>
              <a:pathLst>
                <a:path w="166860" h="10127">
                  <a:moveTo>
                    <a:pt x="0" y="10127"/>
                  </a:moveTo>
                  <a:lnTo>
                    <a:pt x="16686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641" y="1238196"/>
              <a:ext cx="166860" cy="10127"/>
            </a:xfrm>
            <a:custGeom>
              <a:avLst/>
              <a:pathLst>
                <a:path w="166860" h="10127">
                  <a:moveTo>
                    <a:pt x="0" y="10127"/>
                  </a:moveTo>
                  <a:lnTo>
                    <a:pt x="16686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641" y="1238196"/>
              <a:ext cx="166860" cy="10127"/>
            </a:xfrm>
            <a:custGeom>
              <a:avLst/>
              <a:pathLst>
                <a:path w="166860" h="10127">
                  <a:moveTo>
                    <a:pt x="0" y="10127"/>
                  </a:moveTo>
                  <a:lnTo>
                    <a:pt x="16686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641" y="1238196"/>
              <a:ext cx="166860" cy="10127"/>
            </a:xfrm>
            <a:custGeom>
              <a:avLst/>
              <a:pathLst>
                <a:path w="166860" h="10127">
                  <a:moveTo>
                    <a:pt x="0" y="10127"/>
                  </a:moveTo>
                  <a:lnTo>
                    <a:pt x="16686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641" y="1238196"/>
              <a:ext cx="166860" cy="10127"/>
            </a:xfrm>
            <a:custGeom>
              <a:avLst/>
              <a:pathLst>
                <a:path w="166860" h="10127">
                  <a:moveTo>
                    <a:pt x="0" y="10127"/>
                  </a:moveTo>
                  <a:lnTo>
                    <a:pt x="16686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7641" y="1238196"/>
              <a:ext cx="166860" cy="10127"/>
            </a:xfrm>
            <a:custGeom>
              <a:avLst/>
              <a:pathLst>
                <a:path w="166860" h="10127">
                  <a:moveTo>
                    <a:pt x="0" y="10127"/>
                  </a:moveTo>
                  <a:lnTo>
                    <a:pt x="16686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7641" y="1238196"/>
              <a:ext cx="166860" cy="10127"/>
            </a:xfrm>
            <a:custGeom>
              <a:avLst/>
              <a:pathLst>
                <a:path w="166860" h="10127">
                  <a:moveTo>
                    <a:pt x="0" y="10127"/>
                  </a:moveTo>
                  <a:lnTo>
                    <a:pt x="16686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7641" y="1238196"/>
              <a:ext cx="166860" cy="10127"/>
            </a:xfrm>
            <a:custGeom>
              <a:avLst/>
              <a:pathLst>
                <a:path w="166860" h="10127">
                  <a:moveTo>
                    <a:pt x="0" y="10127"/>
                  </a:moveTo>
                  <a:lnTo>
                    <a:pt x="16686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7641" y="1238196"/>
              <a:ext cx="166860" cy="10127"/>
            </a:xfrm>
            <a:custGeom>
              <a:avLst/>
              <a:pathLst>
                <a:path w="166860" h="10127">
                  <a:moveTo>
                    <a:pt x="0" y="10127"/>
                  </a:moveTo>
                  <a:lnTo>
                    <a:pt x="16686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7641" y="1238196"/>
              <a:ext cx="166860" cy="10127"/>
            </a:xfrm>
            <a:custGeom>
              <a:avLst/>
              <a:pathLst>
                <a:path w="166860" h="10127">
                  <a:moveTo>
                    <a:pt x="0" y="10127"/>
                  </a:moveTo>
                  <a:lnTo>
                    <a:pt x="16686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7641" y="1238196"/>
              <a:ext cx="166860" cy="10127"/>
            </a:xfrm>
            <a:custGeom>
              <a:avLst/>
              <a:pathLst>
                <a:path w="166860" h="10127">
                  <a:moveTo>
                    <a:pt x="0" y="10127"/>
                  </a:moveTo>
                  <a:lnTo>
                    <a:pt x="16686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797641" y="1072638"/>
              <a:ext cx="334027" cy="332705"/>
            </a:xfrm>
            <a:custGeom>
              <a:avLst/>
              <a:pathLst>
                <a:path w="334027" h="332705">
                  <a:moveTo>
                    <a:pt x="0" y="175685"/>
                  </a:moveTo>
                  <a:lnTo>
                    <a:pt x="406" y="180982"/>
                  </a:lnTo>
                  <a:lnTo>
                    <a:pt x="980" y="186263"/>
                  </a:lnTo>
                  <a:lnTo>
                    <a:pt x="1721" y="191524"/>
                  </a:lnTo>
                  <a:lnTo>
                    <a:pt x="2630" y="196758"/>
                  </a:lnTo>
                  <a:lnTo>
                    <a:pt x="3704" y="201961"/>
                  </a:lnTo>
                  <a:lnTo>
                    <a:pt x="4943" y="207127"/>
                  </a:lnTo>
                  <a:lnTo>
                    <a:pt x="6346" y="212251"/>
                  </a:lnTo>
                  <a:lnTo>
                    <a:pt x="7911" y="217328"/>
                  </a:lnTo>
                  <a:lnTo>
                    <a:pt x="9636" y="222352"/>
                  </a:lnTo>
                  <a:lnTo>
                    <a:pt x="11520" y="227320"/>
                  </a:lnTo>
                  <a:lnTo>
                    <a:pt x="13561" y="232224"/>
                  </a:lnTo>
                  <a:lnTo>
                    <a:pt x="15757" y="237062"/>
                  </a:lnTo>
                  <a:lnTo>
                    <a:pt x="18105" y="241827"/>
                  </a:lnTo>
                  <a:lnTo>
                    <a:pt x="20604" y="246515"/>
                  </a:lnTo>
                  <a:lnTo>
                    <a:pt x="23250" y="251122"/>
                  </a:lnTo>
                  <a:lnTo>
                    <a:pt x="26042" y="255642"/>
                  </a:lnTo>
                  <a:lnTo>
                    <a:pt x="28975" y="260071"/>
                  </a:lnTo>
                  <a:lnTo>
                    <a:pt x="32048" y="264405"/>
                  </a:lnTo>
                  <a:lnTo>
                    <a:pt x="35257" y="268639"/>
                  </a:lnTo>
                  <a:lnTo>
                    <a:pt x="38599" y="272768"/>
                  </a:lnTo>
                  <a:lnTo>
                    <a:pt x="42071" y="276790"/>
                  </a:lnTo>
                  <a:lnTo>
                    <a:pt x="45668" y="280699"/>
                  </a:lnTo>
                  <a:lnTo>
                    <a:pt x="49388" y="284492"/>
                  </a:lnTo>
                  <a:lnTo>
                    <a:pt x="53226" y="288164"/>
                  </a:lnTo>
                  <a:lnTo>
                    <a:pt x="57180" y="291713"/>
                  </a:lnTo>
                  <a:lnTo>
                    <a:pt x="61244" y="295135"/>
                  </a:lnTo>
                  <a:lnTo>
                    <a:pt x="65414" y="298425"/>
                  </a:lnTo>
                  <a:lnTo>
                    <a:pt x="69688" y="301582"/>
                  </a:lnTo>
                  <a:lnTo>
                    <a:pt x="74059" y="304601"/>
                  </a:lnTo>
                  <a:lnTo>
                    <a:pt x="78524" y="307479"/>
                  </a:lnTo>
                  <a:lnTo>
                    <a:pt x="83078" y="310214"/>
                  </a:lnTo>
                  <a:lnTo>
                    <a:pt x="87717" y="312804"/>
                  </a:lnTo>
                  <a:lnTo>
                    <a:pt x="92436" y="315244"/>
                  </a:lnTo>
                  <a:lnTo>
                    <a:pt x="97230" y="317533"/>
                  </a:lnTo>
                  <a:lnTo>
                    <a:pt x="102094" y="319669"/>
                  </a:lnTo>
                  <a:lnTo>
                    <a:pt x="107024" y="321649"/>
                  </a:lnTo>
                  <a:lnTo>
                    <a:pt x="112014" y="323472"/>
                  </a:lnTo>
                  <a:lnTo>
                    <a:pt x="117060" y="325135"/>
                  </a:lnTo>
                  <a:lnTo>
                    <a:pt x="122155" y="326637"/>
                  </a:lnTo>
                  <a:lnTo>
                    <a:pt x="127296" y="327976"/>
                  </a:lnTo>
                  <a:lnTo>
                    <a:pt x="132477" y="329151"/>
                  </a:lnTo>
                  <a:lnTo>
                    <a:pt x="137693" y="330161"/>
                  </a:lnTo>
                  <a:lnTo>
                    <a:pt x="142938" y="331005"/>
                  </a:lnTo>
                  <a:lnTo>
                    <a:pt x="148207" y="331681"/>
                  </a:lnTo>
                  <a:lnTo>
                    <a:pt x="153495" y="332190"/>
                  </a:lnTo>
                  <a:lnTo>
                    <a:pt x="158797" y="332531"/>
                  </a:lnTo>
                  <a:lnTo>
                    <a:pt x="164107" y="332702"/>
                  </a:lnTo>
                  <a:lnTo>
                    <a:pt x="169419" y="332705"/>
                  </a:lnTo>
                  <a:lnTo>
                    <a:pt x="174729" y="332540"/>
                  </a:lnTo>
                  <a:lnTo>
                    <a:pt x="180031" y="332205"/>
                  </a:lnTo>
                  <a:lnTo>
                    <a:pt x="185320" y="331703"/>
                  </a:lnTo>
                  <a:lnTo>
                    <a:pt x="190590" y="331032"/>
                  </a:lnTo>
                  <a:lnTo>
                    <a:pt x="195836" y="330195"/>
                  </a:lnTo>
                  <a:lnTo>
                    <a:pt x="201053" y="329191"/>
                  </a:lnTo>
                  <a:lnTo>
                    <a:pt x="206235" y="328022"/>
                  </a:lnTo>
                  <a:lnTo>
                    <a:pt x="211378" y="326688"/>
                  </a:lnTo>
                  <a:lnTo>
                    <a:pt x="216475" y="325192"/>
                  </a:lnTo>
                  <a:lnTo>
                    <a:pt x="221523" y="323535"/>
                  </a:lnTo>
                  <a:lnTo>
                    <a:pt x="226515" y="321719"/>
                  </a:lnTo>
                  <a:lnTo>
                    <a:pt x="231447" y="319744"/>
                  </a:lnTo>
                  <a:lnTo>
                    <a:pt x="236314" y="317614"/>
                  </a:lnTo>
                  <a:lnTo>
                    <a:pt x="241110" y="315330"/>
                  </a:lnTo>
                  <a:lnTo>
                    <a:pt x="245832" y="312895"/>
                  </a:lnTo>
                  <a:lnTo>
                    <a:pt x="250474" y="310312"/>
                  </a:lnTo>
                  <a:lnTo>
                    <a:pt x="255031" y="307582"/>
                  </a:lnTo>
                  <a:lnTo>
                    <a:pt x="259499" y="304708"/>
                  </a:lnTo>
                  <a:lnTo>
                    <a:pt x="263874" y="301694"/>
                  </a:lnTo>
                  <a:lnTo>
                    <a:pt x="268151" y="298543"/>
                  </a:lnTo>
                  <a:lnTo>
                    <a:pt x="272326" y="295257"/>
                  </a:lnTo>
                  <a:lnTo>
                    <a:pt x="276394" y="291840"/>
                  </a:lnTo>
                  <a:lnTo>
                    <a:pt x="280351" y="288296"/>
                  </a:lnTo>
                  <a:lnTo>
                    <a:pt x="284194" y="284628"/>
                  </a:lnTo>
                  <a:lnTo>
                    <a:pt x="287918" y="280839"/>
                  </a:lnTo>
                  <a:lnTo>
                    <a:pt x="291520" y="276934"/>
                  </a:lnTo>
                  <a:lnTo>
                    <a:pt x="294996" y="272917"/>
                  </a:lnTo>
                  <a:lnTo>
                    <a:pt x="298343" y="268791"/>
                  </a:lnTo>
                  <a:lnTo>
                    <a:pt x="301557" y="264561"/>
                  </a:lnTo>
                  <a:lnTo>
                    <a:pt x="304635" y="260231"/>
                  </a:lnTo>
                  <a:lnTo>
                    <a:pt x="307573" y="255805"/>
                  </a:lnTo>
                  <a:lnTo>
                    <a:pt x="310370" y="251288"/>
                  </a:lnTo>
                  <a:lnTo>
                    <a:pt x="313022" y="246685"/>
                  </a:lnTo>
                  <a:lnTo>
                    <a:pt x="315526" y="242000"/>
                  </a:lnTo>
                  <a:lnTo>
                    <a:pt x="317880" y="237237"/>
                  </a:lnTo>
                  <a:lnTo>
                    <a:pt x="320081" y="232402"/>
                  </a:lnTo>
                  <a:lnTo>
                    <a:pt x="322128" y="227500"/>
                  </a:lnTo>
                  <a:lnTo>
                    <a:pt x="324018" y="222535"/>
                  </a:lnTo>
                  <a:lnTo>
                    <a:pt x="325749" y="217512"/>
                  </a:lnTo>
                  <a:lnTo>
                    <a:pt x="327319" y="212437"/>
                  </a:lnTo>
                  <a:lnTo>
                    <a:pt x="328728" y="207315"/>
                  </a:lnTo>
                  <a:lnTo>
                    <a:pt x="329973" y="202150"/>
                  </a:lnTo>
                  <a:lnTo>
                    <a:pt x="331054" y="196949"/>
                  </a:lnTo>
                  <a:lnTo>
                    <a:pt x="331968" y="191715"/>
                  </a:lnTo>
                  <a:lnTo>
                    <a:pt x="332716" y="186456"/>
                  </a:lnTo>
                  <a:lnTo>
                    <a:pt x="333296" y="181175"/>
                  </a:lnTo>
                  <a:lnTo>
                    <a:pt x="333708" y="175879"/>
                  </a:lnTo>
                  <a:lnTo>
                    <a:pt x="333952" y="170572"/>
                  </a:lnTo>
                  <a:lnTo>
                    <a:pt x="334027" y="165260"/>
                  </a:lnTo>
                  <a:lnTo>
                    <a:pt x="333933" y="159948"/>
                  </a:lnTo>
                  <a:lnTo>
                    <a:pt x="333671" y="154642"/>
                  </a:lnTo>
                  <a:lnTo>
                    <a:pt x="333239" y="149347"/>
                  </a:lnTo>
                  <a:lnTo>
                    <a:pt x="332640" y="144068"/>
                  </a:lnTo>
                  <a:lnTo>
                    <a:pt x="331874" y="138811"/>
                  </a:lnTo>
                  <a:lnTo>
                    <a:pt x="330941" y="133581"/>
                  </a:lnTo>
                  <a:lnTo>
                    <a:pt x="329842" y="128384"/>
                  </a:lnTo>
                  <a:lnTo>
                    <a:pt x="328578" y="123224"/>
                  </a:lnTo>
                  <a:lnTo>
                    <a:pt x="327151" y="118106"/>
                  </a:lnTo>
                  <a:lnTo>
                    <a:pt x="325563" y="113037"/>
                  </a:lnTo>
                  <a:lnTo>
                    <a:pt x="323814" y="108021"/>
                  </a:lnTo>
                  <a:lnTo>
                    <a:pt x="321906" y="103062"/>
                  </a:lnTo>
                  <a:lnTo>
                    <a:pt x="319842" y="98167"/>
                  </a:lnTo>
                  <a:lnTo>
                    <a:pt x="317623" y="93340"/>
                  </a:lnTo>
                  <a:lnTo>
                    <a:pt x="315252" y="88586"/>
                  </a:lnTo>
                  <a:lnTo>
                    <a:pt x="312732" y="83910"/>
                  </a:lnTo>
                  <a:lnTo>
                    <a:pt x="310064" y="79316"/>
                  </a:lnTo>
                  <a:lnTo>
                    <a:pt x="307251" y="74809"/>
                  </a:lnTo>
                  <a:lnTo>
                    <a:pt x="304296" y="70394"/>
                  </a:lnTo>
                  <a:lnTo>
                    <a:pt x="301203" y="66075"/>
                  </a:lnTo>
                  <a:lnTo>
                    <a:pt x="297974" y="61856"/>
                  </a:lnTo>
                  <a:lnTo>
                    <a:pt x="294613" y="57742"/>
                  </a:lnTo>
                  <a:lnTo>
                    <a:pt x="291122" y="53737"/>
                  </a:lnTo>
                  <a:lnTo>
                    <a:pt x="287506" y="49845"/>
                  </a:lnTo>
                  <a:lnTo>
                    <a:pt x="283769" y="46070"/>
                  </a:lnTo>
                  <a:lnTo>
                    <a:pt x="279913" y="42415"/>
                  </a:lnTo>
                  <a:lnTo>
                    <a:pt x="275943" y="38885"/>
                  </a:lnTo>
                  <a:lnTo>
                    <a:pt x="271863" y="35483"/>
                  </a:lnTo>
                  <a:lnTo>
                    <a:pt x="267676" y="32212"/>
                  </a:lnTo>
                  <a:lnTo>
                    <a:pt x="263388" y="29076"/>
                  </a:lnTo>
                  <a:lnTo>
                    <a:pt x="259003" y="26078"/>
                  </a:lnTo>
                  <a:lnTo>
                    <a:pt x="254524" y="23220"/>
                  </a:lnTo>
                  <a:lnTo>
                    <a:pt x="249957" y="20507"/>
                  </a:lnTo>
                  <a:lnTo>
                    <a:pt x="245306" y="17939"/>
                  </a:lnTo>
                  <a:lnTo>
                    <a:pt x="240576" y="15521"/>
                  </a:lnTo>
                  <a:lnTo>
                    <a:pt x="235771" y="13255"/>
                  </a:lnTo>
                  <a:lnTo>
                    <a:pt x="230897" y="11142"/>
                  </a:lnTo>
                  <a:lnTo>
                    <a:pt x="225958" y="9185"/>
                  </a:lnTo>
                  <a:lnTo>
                    <a:pt x="220959" y="7386"/>
                  </a:lnTo>
                  <a:lnTo>
                    <a:pt x="215906" y="5747"/>
                  </a:lnTo>
                  <a:lnTo>
                    <a:pt x="210803" y="4269"/>
                  </a:lnTo>
                  <a:lnTo>
                    <a:pt x="205656" y="2954"/>
                  </a:lnTo>
                  <a:lnTo>
                    <a:pt x="200469" y="1804"/>
                  </a:lnTo>
                  <a:lnTo>
                    <a:pt x="195249" y="818"/>
                  </a:lnTo>
                  <a:lnTo>
                    <a:pt x="190000" y="0"/>
                  </a:lnTo>
                  <a:lnTo>
                    <a:pt x="166860" y="1655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964501" y="1071028"/>
              <a:ext cx="23139" cy="167167"/>
            </a:xfrm>
            <a:custGeom>
              <a:avLst/>
              <a:pathLst>
                <a:path w="23139" h="167167">
                  <a:moveTo>
                    <a:pt x="23139" y="1609"/>
                  </a:moveTo>
                  <a:lnTo>
                    <a:pt x="15454" y="715"/>
                  </a:lnTo>
                  <a:lnTo>
                    <a:pt x="7735" y="17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22443" y="1322571"/>
              <a:ext cx="66277" cy="167167"/>
            </a:xfrm>
            <a:custGeom>
              <a:avLst/>
              <a:pathLst>
                <a:path w="66277" h="167167">
                  <a:moveTo>
                    <a:pt x="66277" y="0"/>
                  </a:moveTo>
                  <a:lnTo>
                    <a:pt x="60083" y="114"/>
                  </a:lnTo>
                  <a:lnTo>
                    <a:pt x="53898" y="459"/>
                  </a:lnTo>
                  <a:lnTo>
                    <a:pt x="47729" y="1032"/>
                  </a:lnTo>
                  <a:lnTo>
                    <a:pt x="41586" y="1833"/>
                  </a:lnTo>
                  <a:lnTo>
                    <a:pt x="35477" y="2861"/>
                  </a:lnTo>
                  <a:lnTo>
                    <a:pt x="29410" y="4115"/>
                  </a:lnTo>
                  <a:lnTo>
                    <a:pt x="23394" y="5593"/>
                  </a:lnTo>
                  <a:lnTo>
                    <a:pt x="17437" y="7293"/>
                  </a:lnTo>
                  <a:lnTo>
                    <a:pt x="11546" y="9213"/>
                  </a:lnTo>
                  <a:lnTo>
                    <a:pt x="5731" y="11349"/>
                  </a:lnTo>
                  <a:lnTo>
                    <a:pt x="0" y="13700"/>
                  </a:lnTo>
                  <a:lnTo>
                    <a:pt x="6627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22443" y="1336271"/>
              <a:ext cx="66277" cy="153467"/>
            </a:xfrm>
            <a:custGeom>
              <a:avLst/>
              <a:pathLst>
                <a:path w="66277" h="153467">
                  <a:moveTo>
                    <a:pt x="0" y="0"/>
                  </a:moveTo>
                  <a:lnTo>
                    <a:pt x="66277" y="1534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22443" y="1336271"/>
              <a:ext cx="66277" cy="153467"/>
            </a:xfrm>
            <a:custGeom>
              <a:avLst/>
              <a:pathLst>
                <a:path w="66277" h="153467">
                  <a:moveTo>
                    <a:pt x="0" y="0"/>
                  </a:moveTo>
                  <a:lnTo>
                    <a:pt x="66277" y="1534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22443" y="1336271"/>
              <a:ext cx="66277" cy="153467"/>
            </a:xfrm>
            <a:custGeom>
              <a:avLst/>
              <a:pathLst>
                <a:path w="66277" h="153467">
                  <a:moveTo>
                    <a:pt x="0" y="0"/>
                  </a:moveTo>
                  <a:lnTo>
                    <a:pt x="66277" y="1534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22443" y="1336271"/>
              <a:ext cx="66277" cy="153467"/>
            </a:xfrm>
            <a:custGeom>
              <a:avLst/>
              <a:pathLst>
                <a:path w="66277" h="153467">
                  <a:moveTo>
                    <a:pt x="0" y="0"/>
                  </a:moveTo>
                  <a:lnTo>
                    <a:pt x="66277" y="1534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22443" y="1336271"/>
              <a:ext cx="66277" cy="153467"/>
            </a:xfrm>
            <a:custGeom>
              <a:avLst/>
              <a:pathLst>
                <a:path w="66277" h="153467">
                  <a:moveTo>
                    <a:pt x="0" y="0"/>
                  </a:moveTo>
                  <a:lnTo>
                    <a:pt x="66277" y="1534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22443" y="1336271"/>
              <a:ext cx="66277" cy="153467"/>
            </a:xfrm>
            <a:custGeom>
              <a:avLst/>
              <a:pathLst>
                <a:path w="66277" h="153467">
                  <a:moveTo>
                    <a:pt x="0" y="0"/>
                  </a:moveTo>
                  <a:lnTo>
                    <a:pt x="66277" y="1534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22443" y="1336271"/>
              <a:ext cx="66277" cy="153467"/>
            </a:xfrm>
            <a:custGeom>
              <a:avLst/>
              <a:pathLst>
                <a:path w="66277" h="153467">
                  <a:moveTo>
                    <a:pt x="0" y="0"/>
                  </a:moveTo>
                  <a:lnTo>
                    <a:pt x="66277" y="1534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22443" y="1336271"/>
              <a:ext cx="66277" cy="153467"/>
            </a:xfrm>
            <a:custGeom>
              <a:avLst/>
              <a:pathLst>
                <a:path w="66277" h="153467">
                  <a:moveTo>
                    <a:pt x="0" y="0"/>
                  </a:moveTo>
                  <a:lnTo>
                    <a:pt x="66277" y="1534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22443" y="1336271"/>
              <a:ext cx="66277" cy="153467"/>
            </a:xfrm>
            <a:custGeom>
              <a:avLst/>
              <a:pathLst>
                <a:path w="66277" h="153467">
                  <a:moveTo>
                    <a:pt x="0" y="0"/>
                  </a:moveTo>
                  <a:lnTo>
                    <a:pt x="66277" y="1534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22443" y="1336271"/>
              <a:ext cx="66277" cy="153467"/>
            </a:xfrm>
            <a:custGeom>
              <a:avLst/>
              <a:pathLst>
                <a:path w="66277" h="153467">
                  <a:moveTo>
                    <a:pt x="0" y="0"/>
                  </a:moveTo>
                  <a:lnTo>
                    <a:pt x="66277" y="1534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22443" y="1336271"/>
              <a:ext cx="66277" cy="153467"/>
            </a:xfrm>
            <a:custGeom>
              <a:avLst/>
              <a:pathLst>
                <a:path w="66277" h="153467">
                  <a:moveTo>
                    <a:pt x="0" y="0"/>
                  </a:moveTo>
                  <a:lnTo>
                    <a:pt x="66277" y="1534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22443" y="1336271"/>
              <a:ext cx="66277" cy="153467"/>
            </a:xfrm>
            <a:custGeom>
              <a:avLst/>
              <a:pathLst>
                <a:path w="66277" h="153467">
                  <a:moveTo>
                    <a:pt x="0" y="0"/>
                  </a:moveTo>
                  <a:lnTo>
                    <a:pt x="66277" y="1534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22443" y="1336271"/>
              <a:ext cx="66277" cy="153467"/>
            </a:xfrm>
            <a:custGeom>
              <a:avLst/>
              <a:pathLst>
                <a:path w="66277" h="153467">
                  <a:moveTo>
                    <a:pt x="0" y="0"/>
                  </a:moveTo>
                  <a:lnTo>
                    <a:pt x="66277" y="1534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22443" y="1336271"/>
              <a:ext cx="66277" cy="153467"/>
            </a:xfrm>
            <a:custGeom>
              <a:avLst/>
              <a:pathLst>
                <a:path w="66277" h="153467">
                  <a:moveTo>
                    <a:pt x="0" y="0"/>
                  </a:moveTo>
                  <a:lnTo>
                    <a:pt x="66277" y="1534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22443" y="1336271"/>
              <a:ext cx="66277" cy="153467"/>
            </a:xfrm>
            <a:custGeom>
              <a:avLst/>
              <a:pathLst>
                <a:path w="66277" h="153467">
                  <a:moveTo>
                    <a:pt x="0" y="0"/>
                  </a:moveTo>
                  <a:lnTo>
                    <a:pt x="66277" y="1534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22443" y="1336271"/>
              <a:ext cx="66277" cy="153467"/>
            </a:xfrm>
            <a:custGeom>
              <a:avLst/>
              <a:pathLst>
                <a:path w="66277" h="153467">
                  <a:moveTo>
                    <a:pt x="0" y="0"/>
                  </a:moveTo>
                  <a:lnTo>
                    <a:pt x="66277" y="1534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321561" y="1336271"/>
              <a:ext cx="334322" cy="320630"/>
            </a:xfrm>
            <a:custGeom>
              <a:avLst/>
              <a:pathLst>
                <a:path w="334322" h="320630">
                  <a:moveTo>
                    <a:pt x="100881" y="0"/>
                  </a:moveTo>
                  <a:lnTo>
                    <a:pt x="96050" y="2177"/>
                  </a:lnTo>
                  <a:lnTo>
                    <a:pt x="91290" y="4508"/>
                  </a:lnTo>
                  <a:lnTo>
                    <a:pt x="86606" y="6987"/>
                  </a:lnTo>
                  <a:lnTo>
                    <a:pt x="82004" y="9614"/>
                  </a:lnTo>
                  <a:lnTo>
                    <a:pt x="77487" y="12386"/>
                  </a:lnTo>
                  <a:lnTo>
                    <a:pt x="73060" y="15299"/>
                  </a:lnTo>
                  <a:lnTo>
                    <a:pt x="68728" y="18351"/>
                  </a:lnTo>
                  <a:lnTo>
                    <a:pt x="64494" y="21539"/>
                  </a:lnTo>
                  <a:lnTo>
                    <a:pt x="60364" y="24860"/>
                  </a:lnTo>
                  <a:lnTo>
                    <a:pt x="56341" y="28310"/>
                  </a:lnTo>
                  <a:lnTo>
                    <a:pt x="52429" y="31885"/>
                  </a:lnTo>
                  <a:lnTo>
                    <a:pt x="48633" y="35583"/>
                  </a:lnTo>
                  <a:lnTo>
                    <a:pt x="44956" y="39399"/>
                  </a:lnTo>
                  <a:lnTo>
                    <a:pt x="41402" y="43330"/>
                  </a:lnTo>
                  <a:lnTo>
                    <a:pt x="37974" y="47372"/>
                  </a:lnTo>
                  <a:lnTo>
                    <a:pt x="34676" y="51520"/>
                  </a:lnTo>
                  <a:lnTo>
                    <a:pt x="31511" y="55771"/>
                  </a:lnTo>
                  <a:lnTo>
                    <a:pt x="28482" y="60119"/>
                  </a:lnTo>
                  <a:lnTo>
                    <a:pt x="25593" y="64562"/>
                  </a:lnTo>
                  <a:lnTo>
                    <a:pt x="22846" y="69094"/>
                  </a:lnTo>
                  <a:lnTo>
                    <a:pt x="20244" y="73711"/>
                  </a:lnTo>
                  <a:lnTo>
                    <a:pt x="17790" y="78408"/>
                  </a:lnTo>
                  <a:lnTo>
                    <a:pt x="15486" y="83180"/>
                  </a:lnTo>
                  <a:lnTo>
                    <a:pt x="13334" y="88023"/>
                  </a:lnTo>
                  <a:lnTo>
                    <a:pt x="11337" y="92932"/>
                  </a:lnTo>
                  <a:lnTo>
                    <a:pt x="9496" y="97902"/>
                  </a:lnTo>
                  <a:lnTo>
                    <a:pt x="7814" y="102927"/>
                  </a:lnTo>
                  <a:lnTo>
                    <a:pt x="6292" y="108004"/>
                  </a:lnTo>
                  <a:lnTo>
                    <a:pt x="4932" y="113126"/>
                  </a:lnTo>
                  <a:lnTo>
                    <a:pt x="3735" y="118288"/>
                  </a:lnTo>
                  <a:lnTo>
                    <a:pt x="2702" y="123486"/>
                  </a:lnTo>
                  <a:lnTo>
                    <a:pt x="1834" y="128714"/>
                  </a:lnTo>
                  <a:lnTo>
                    <a:pt x="1133" y="133967"/>
                  </a:lnTo>
                  <a:lnTo>
                    <a:pt x="598" y="139240"/>
                  </a:lnTo>
                  <a:lnTo>
                    <a:pt x="231" y="144526"/>
                  </a:lnTo>
                  <a:lnTo>
                    <a:pt x="31" y="149822"/>
                  </a:lnTo>
                  <a:lnTo>
                    <a:pt x="0" y="155122"/>
                  </a:lnTo>
                  <a:lnTo>
                    <a:pt x="136" y="160419"/>
                  </a:lnTo>
                  <a:lnTo>
                    <a:pt x="440" y="165710"/>
                  </a:lnTo>
                  <a:lnTo>
                    <a:pt x="912" y="170989"/>
                  </a:lnTo>
                  <a:lnTo>
                    <a:pt x="1551" y="176250"/>
                  </a:lnTo>
                  <a:lnTo>
                    <a:pt x="2356" y="181488"/>
                  </a:lnTo>
                  <a:lnTo>
                    <a:pt x="3327" y="186697"/>
                  </a:lnTo>
                  <a:lnTo>
                    <a:pt x="4463" y="191874"/>
                  </a:lnTo>
                  <a:lnTo>
                    <a:pt x="5762" y="197012"/>
                  </a:lnTo>
                  <a:lnTo>
                    <a:pt x="7224" y="202106"/>
                  </a:lnTo>
                  <a:lnTo>
                    <a:pt x="8846" y="207151"/>
                  </a:lnTo>
                  <a:lnTo>
                    <a:pt x="10627" y="212142"/>
                  </a:lnTo>
                  <a:lnTo>
                    <a:pt x="12566" y="217074"/>
                  </a:lnTo>
                  <a:lnTo>
                    <a:pt x="14660" y="221943"/>
                  </a:lnTo>
                  <a:lnTo>
                    <a:pt x="16907" y="226742"/>
                  </a:lnTo>
                  <a:lnTo>
                    <a:pt x="19305" y="231468"/>
                  </a:lnTo>
                  <a:lnTo>
                    <a:pt x="21852" y="236116"/>
                  </a:lnTo>
                  <a:lnTo>
                    <a:pt x="24544" y="240680"/>
                  </a:lnTo>
                  <a:lnTo>
                    <a:pt x="27381" y="245157"/>
                  </a:lnTo>
                  <a:lnTo>
                    <a:pt x="30357" y="249541"/>
                  </a:lnTo>
                  <a:lnTo>
                    <a:pt x="33471" y="253829"/>
                  </a:lnTo>
                  <a:lnTo>
                    <a:pt x="36720" y="258017"/>
                  </a:lnTo>
                  <a:lnTo>
                    <a:pt x="40099" y="262099"/>
                  </a:lnTo>
                  <a:lnTo>
                    <a:pt x="43607" y="266072"/>
                  </a:lnTo>
                  <a:lnTo>
                    <a:pt x="47238" y="269931"/>
                  </a:lnTo>
                  <a:lnTo>
                    <a:pt x="50990" y="273674"/>
                  </a:lnTo>
                  <a:lnTo>
                    <a:pt x="54859" y="277296"/>
                  </a:lnTo>
                  <a:lnTo>
                    <a:pt x="58840" y="280794"/>
                  </a:lnTo>
                  <a:lnTo>
                    <a:pt x="62931" y="284163"/>
                  </a:lnTo>
                  <a:lnTo>
                    <a:pt x="67126" y="287401"/>
                  </a:lnTo>
                  <a:lnTo>
                    <a:pt x="71422" y="290505"/>
                  </a:lnTo>
                  <a:lnTo>
                    <a:pt x="75814" y="293471"/>
                  </a:lnTo>
                  <a:lnTo>
                    <a:pt x="80297" y="296296"/>
                  </a:lnTo>
                  <a:lnTo>
                    <a:pt x="84868" y="298977"/>
                  </a:lnTo>
                  <a:lnTo>
                    <a:pt x="89522" y="301513"/>
                  </a:lnTo>
                  <a:lnTo>
                    <a:pt x="94254" y="303899"/>
                  </a:lnTo>
                  <a:lnTo>
                    <a:pt x="99059" y="306134"/>
                  </a:lnTo>
                  <a:lnTo>
                    <a:pt x="103932" y="308216"/>
                  </a:lnTo>
                  <a:lnTo>
                    <a:pt x="108869" y="310143"/>
                  </a:lnTo>
                  <a:lnTo>
                    <a:pt x="113865" y="311912"/>
                  </a:lnTo>
                  <a:lnTo>
                    <a:pt x="118914" y="313521"/>
                  </a:lnTo>
                  <a:lnTo>
                    <a:pt x="124012" y="314970"/>
                  </a:lnTo>
                  <a:lnTo>
                    <a:pt x="129153" y="316257"/>
                  </a:lnTo>
                  <a:lnTo>
                    <a:pt x="134332" y="317380"/>
                  </a:lnTo>
                  <a:lnTo>
                    <a:pt x="139544" y="318338"/>
                  </a:lnTo>
                  <a:lnTo>
                    <a:pt x="144784" y="319130"/>
                  </a:lnTo>
                  <a:lnTo>
                    <a:pt x="150047" y="319756"/>
                  </a:lnTo>
                  <a:lnTo>
                    <a:pt x="155326" y="320215"/>
                  </a:lnTo>
                  <a:lnTo>
                    <a:pt x="160618" y="320506"/>
                  </a:lnTo>
                  <a:lnTo>
                    <a:pt x="165916" y="320630"/>
                  </a:lnTo>
                  <a:lnTo>
                    <a:pt x="171215" y="320585"/>
                  </a:lnTo>
                  <a:lnTo>
                    <a:pt x="176510" y="320373"/>
                  </a:lnTo>
                  <a:lnTo>
                    <a:pt x="181796" y="319992"/>
                  </a:lnTo>
                  <a:lnTo>
                    <a:pt x="187068" y="319445"/>
                  </a:lnTo>
                  <a:lnTo>
                    <a:pt x="192319" y="318730"/>
                  </a:lnTo>
                  <a:lnTo>
                    <a:pt x="197545" y="317850"/>
                  </a:lnTo>
                  <a:lnTo>
                    <a:pt x="202740" y="316804"/>
                  </a:lnTo>
                  <a:lnTo>
                    <a:pt x="207899" y="315594"/>
                  </a:lnTo>
                  <a:lnTo>
                    <a:pt x="213018" y="314221"/>
                  </a:lnTo>
                  <a:lnTo>
                    <a:pt x="218091" y="312687"/>
                  </a:lnTo>
                  <a:lnTo>
                    <a:pt x="223112" y="310992"/>
                  </a:lnTo>
                  <a:lnTo>
                    <a:pt x="228077" y="309139"/>
                  </a:lnTo>
                  <a:lnTo>
                    <a:pt x="232981" y="307130"/>
                  </a:lnTo>
                  <a:lnTo>
                    <a:pt x="237819" y="304966"/>
                  </a:lnTo>
                  <a:lnTo>
                    <a:pt x="242585" y="302651"/>
                  </a:lnTo>
                  <a:lnTo>
                    <a:pt x="247276" y="300185"/>
                  </a:lnTo>
                  <a:lnTo>
                    <a:pt x="251887" y="297571"/>
                  </a:lnTo>
                  <a:lnTo>
                    <a:pt x="256412" y="294813"/>
                  </a:lnTo>
                  <a:lnTo>
                    <a:pt x="260848" y="291913"/>
                  </a:lnTo>
                  <a:lnTo>
                    <a:pt x="265189" y="288874"/>
                  </a:lnTo>
                  <a:lnTo>
                    <a:pt x="269432" y="285698"/>
                  </a:lnTo>
                  <a:lnTo>
                    <a:pt x="273572" y="282390"/>
                  </a:lnTo>
                  <a:lnTo>
                    <a:pt x="277605" y="278952"/>
                  </a:lnTo>
                  <a:lnTo>
                    <a:pt x="281527" y="275388"/>
                  </a:lnTo>
                  <a:lnTo>
                    <a:pt x="285334" y="271702"/>
                  </a:lnTo>
                  <a:lnTo>
                    <a:pt x="289023" y="267896"/>
                  </a:lnTo>
                  <a:lnTo>
                    <a:pt x="292589" y="263976"/>
                  </a:lnTo>
                  <a:lnTo>
                    <a:pt x="296029" y="259945"/>
                  </a:lnTo>
                  <a:lnTo>
                    <a:pt x="299339" y="255806"/>
                  </a:lnTo>
                  <a:lnTo>
                    <a:pt x="302517" y="251565"/>
                  </a:lnTo>
                  <a:lnTo>
                    <a:pt x="305558" y="247225"/>
                  </a:lnTo>
                  <a:lnTo>
                    <a:pt x="308460" y="242791"/>
                  </a:lnTo>
                  <a:lnTo>
                    <a:pt x="311221" y="238267"/>
                  </a:lnTo>
                  <a:lnTo>
                    <a:pt x="313836" y="233658"/>
                  </a:lnTo>
                  <a:lnTo>
                    <a:pt x="316305" y="228968"/>
                  </a:lnTo>
                  <a:lnTo>
                    <a:pt x="318623" y="224203"/>
                  </a:lnTo>
                  <a:lnTo>
                    <a:pt x="320789" y="219366"/>
                  </a:lnTo>
                  <a:lnTo>
                    <a:pt x="322801" y="214463"/>
                  </a:lnTo>
                  <a:lnTo>
                    <a:pt x="324656" y="209499"/>
                  </a:lnTo>
                  <a:lnTo>
                    <a:pt x="326353" y="204479"/>
                  </a:lnTo>
                  <a:lnTo>
                    <a:pt x="327890" y="199407"/>
                  </a:lnTo>
                  <a:lnTo>
                    <a:pt x="329265" y="194289"/>
                  </a:lnTo>
                  <a:lnTo>
                    <a:pt x="330478" y="189130"/>
                  </a:lnTo>
                  <a:lnTo>
                    <a:pt x="331526" y="183935"/>
                  </a:lnTo>
                  <a:lnTo>
                    <a:pt x="332409" y="178710"/>
                  </a:lnTo>
                  <a:lnTo>
                    <a:pt x="333126" y="173459"/>
                  </a:lnTo>
                  <a:lnTo>
                    <a:pt x="333677" y="168188"/>
                  </a:lnTo>
                  <a:lnTo>
                    <a:pt x="334060" y="162902"/>
                  </a:lnTo>
                  <a:lnTo>
                    <a:pt x="334275" y="157607"/>
                  </a:lnTo>
                  <a:lnTo>
                    <a:pt x="334322" y="152308"/>
                  </a:lnTo>
                  <a:lnTo>
                    <a:pt x="334201" y="147010"/>
                  </a:lnTo>
                  <a:lnTo>
                    <a:pt x="333913" y="141718"/>
                  </a:lnTo>
                  <a:lnTo>
                    <a:pt x="333457" y="136438"/>
                  </a:lnTo>
                  <a:lnTo>
                    <a:pt x="332833" y="131175"/>
                  </a:lnTo>
                  <a:lnTo>
                    <a:pt x="332043" y="125935"/>
                  </a:lnTo>
                  <a:lnTo>
                    <a:pt x="331088" y="120722"/>
                  </a:lnTo>
                  <a:lnTo>
                    <a:pt x="329968" y="115542"/>
                  </a:lnTo>
                  <a:lnTo>
                    <a:pt x="328684" y="110401"/>
                  </a:lnTo>
                  <a:lnTo>
                    <a:pt x="327237" y="105302"/>
                  </a:lnTo>
                  <a:lnTo>
                    <a:pt x="325630" y="100252"/>
                  </a:lnTo>
                  <a:lnTo>
                    <a:pt x="323864" y="95256"/>
                  </a:lnTo>
                  <a:lnTo>
                    <a:pt x="321940" y="90318"/>
                  </a:lnTo>
                  <a:lnTo>
                    <a:pt x="319860" y="85443"/>
                  </a:lnTo>
                  <a:lnTo>
                    <a:pt x="317627" y="80637"/>
                  </a:lnTo>
                  <a:lnTo>
                    <a:pt x="315243" y="75904"/>
                  </a:lnTo>
                  <a:lnTo>
                    <a:pt x="312710" y="71249"/>
                  </a:lnTo>
                  <a:lnTo>
                    <a:pt x="310031" y="66677"/>
                  </a:lnTo>
                  <a:lnTo>
                    <a:pt x="307208" y="62192"/>
                  </a:lnTo>
                  <a:lnTo>
                    <a:pt x="304244" y="57798"/>
                  </a:lnTo>
                  <a:lnTo>
                    <a:pt x="301143" y="53501"/>
                  </a:lnTo>
                  <a:lnTo>
                    <a:pt x="297907" y="49304"/>
                  </a:lnTo>
                  <a:lnTo>
                    <a:pt x="294540" y="45212"/>
                  </a:lnTo>
                  <a:lnTo>
                    <a:pt x="291044" y="41229"/>
                  </a:lnTo>
                  <a:lnTo>
                    <a:pt x="287424" y="37358"/>
                  </a:lnTo>
                  <a:lnTo>
                    <a:pt x="283683" y="33605"/>
                  </a:lnTo>
                  <a:lnTo>
                    <a:pt x="279825" y="29971"/>
                  </a:lnTo>
                  <a:lnTo>
                    <a:pt x="275854" y="26462"/>
                  </a:lnTo>
                  <a:lnTo>
                    <a:pt x="167159" y="1534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88720" y="1322571"/>
              <a:ext cx="108695" cy="167167"/>
            </a:xfrm>
            <a:custGeom>
              <a:avLst/>
              <a:pathLst>
                <a:path w="108695" h="167167">
                  <a:moveTo>
                    <a:pt x="108695" y="40162"/>
                  </a:moveTo>
                  <a:lnTo>
                    <a:pt x="104353" y="36571"/>
                  </a:lnTo>
                  <a:lnTo>
                    <a:pt x="99892" y="33128"/>
                  </a:lnTo>
                  <a:lnTo>
                    <a:pt x="95318" y="29838"/>
                  </a:lnTo>
                  <a:lnTo>
                    <a:pt x="90636" y="26703"/>
                  </a:lnTo>
                  <a:lnTo>
                    <a:pt x="85850" y="23729"/>
                  </a:lnTo>
                  <a:lnTo>
                    <a:pt x="80968" y="20917"/>
                  </a:lnTo>
                  <a:lnTo>
                    <a:pt x="75993" y="18271"/>
                  </a:lnTo>
                  <a:lnTo>
                    <a:pt x="70931" y="15794"/>
                  </a:lnTo>
                  <a:lnTo>
                    <a:pt x="65790" y="13490"/>
                  </a:lnTo>
                  <a:lnTo>
                    <a:pt x="60573" y="11360"/>
                  </a:lnTo>
                  <a:lnTo>
                    <a:pt x="55288" y="9407"/>
                  </a:lnTo>
                  <a:lnTo>
                    <a:pt x="49939" y="7633"/>
                  </a:lnTo>
                  <a:lnTo>
                    <a:pt x="44534" y="6041"/>
                  </a:lnTo>
                  <a:lnTo>
                    <a:pt x="39079" y="4632"/>
                  </a:lnTo>
                  <a:lnTo>
                    <a:pt x="33579" y="3407"/>
                  </a:lnTo>
                  <a:lnTo>
                    <a:pt x="28041" y="2368"/>
                  </a:lnTo>
                  <a:lnTo>
                    <a:pt x="22471" y="1517"/>
                  </a:lnTo>
                  <a:lnTo>
                    <a:pt x="16875" y="854"/>
                  </a:lnTo>
                  <a:lnTo>
                    <a:pt x="11261" y="379"/>
                  </a:lnTo>
                  <a:lnTo>
                    <a:pt x="5633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2810" y="1681503"/>
              <a:ext cx="3714" cy="167167"/>
            </a:xfrm>
            <a:custGeom>
              <a:avLst/>
              <a:pathLst>
                <a:path w="3714" h="167167">
                  <a:moveTo>
                    <a:pt x="3714" y="0"/>
                  </a:moveTo>
                  <a:lnTo>
                    <a:pt x="0" y="41"/>
                  </a:lnTo>
                  <a:lnTo>
                    <a:pt x="371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2810" y="1681544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2810" y="1681544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2810" y="1681544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2810" y="1681544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2810" y="1681544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2810" y="1681544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2810" y="1681544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82810" y="1681544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82810" y="1681544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82810" y="1681544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82810" y="1681544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82810" y="1681544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82810" y="1681544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82810" y="1681544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82810" y="1681544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964474" y="1681544"/>
              <a:ext cx="122050" cy="167126"/>
            </a:xfrm>
            <a:custGeom>
              <a:avLst/>
              <a:pathLst>
                <a:path w="122050" h="167126">
                  <a:moveTo>
                    <a:pt x="118336" y="0"/>
                  </a:moveTo>
                  <a:lnTo>
                    <a:pt x="112795" y="215"/>
                  </a:lnTo>
                  <a:lnTo>
                    <a:pt x="107263" y="614"/>
                  </a:lnTo>
                  <a:lnTo>
                    <a:pt x="101748" y="1196"/>
                  </a:lnTo>
                  <a:lnTo>
                    <a:pt x="96255" y="1961"/>
                  </a:lnTo>
                  <a:lnTo>
                    <a:pt x="90790" y="2907"/>
                  </a:lnTo>
                  <a:lnTo>
                    <a:pt x="85360" y="4034"/>
                  </a:lnTo>
                  <a:lnTo>
                    <a:pt x="79970" y="5341"/>
                  </a:lnTo>
                  <a:lnTo>
                    <a:pt x="74626" y="6826"/>
                  </a:lnTo>
                  <a:lnTo>
                    <a:pt x="69335" y="8488"/>
                  </a:lnTo>
                  <a:lnTo>
                    <a:pt x="64102" y="10323"/>
                  </a:lnTo>
                  <a:lnTo>
                    <a:pt x="58932" y="12332"/>
                  </a:lnTo>
                  <a:lnTo>
                    <a:pt x="53832" y="14511"/>
                  </a:lnTo>
                  <a:lnTo>
                    <a:pt x="48807" y="16858"/>
                  </a:lnTo>
                  <a:lnTo>
                    <a:pt x="43863" y="19370"/>
                  </a:lnTo>
                  <a:lnTo>
                    <a:pt x="39005" y="22045"/>
                  </a:lnTo>
                  <a:lnTo>
                    <a:pt x="34238" y="24880"/>
                  </a:lnTo>
                  <a:lnTo>
                    <a:pt x="29568" y="27871"/>
                  </a:lnTo>
                  <a:lnTo>
                    <a:pt x="24999" y="31015"/>
                  </a:lnTo>
                  <a:lnTo>
                    <a:pt x="20538" y="34310"/>
                  </a:lnTo>
                  <a:lnTo>
                    <a:pt x="16188" y="37750"/>
                  </a:lnTo>
                  <a:lnTo>
                    <a:pt x="11955" y="41333"/>
                  </a:lnTo>
                  <a:lnTo>
                    <a:pt x="7842" y="45054"/>
                  </a:lnTo>
                  <a:lnTo>
                    <a:pt x="3856" y="48910"/>
                  </a:lnTo>
                  <a:lnTo>
                    <a:pt x="0" y="52896"/>
                  </a:lnTo>
                  <a:lnTo>
                    <a:pt x="122050" y="1671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919366" y="1681503"/>
              <a:ext cx="334309" cy="334333"/>
            </a:xfrm>
            <a:custGeom>
              <a:avLst/>
              <a:pathLst>
                <a:path w="334309" h="334333">
                  <a:moveTo>
                    <a:pt x="45107" y="52937"/>
                  </a:moveTo>
                  <a:lnTo>
                    <a:pt x="41540" y="56872"/>
                  </a:lnTo>
                  <a:lnTo>
                    <a:pt x="38100" y="60918"/>
                  </a:lnTo>
                  <a:lnTo>
                    <a:pt x="34790" y="65071"/>
                  </a:lnTo>
                  <a:lnTo>
                    <a:pt x="31614" y="69327"/>
                  </a:lnTo>
                  <a:lnTo>
                    <a:pt x="28574" y="73682"/>
                  </a:lnTo>
                  <a:lnTo>
                    <a:pt x="25674" y="78132"/>
                  </a:lnTo>
                  <a:lnTo>
                    <a:pt x="22917" y="82671"/>
                  </a:lnTo>
                  <a:lnTo>
                    <a:pt x="20306" y="87296"/>
                  </a:lnTo>
                  <a:lnTo>
                    <a:pt x="17843" y="92001"/>
                  </a:lnTo>
                  <a:lnTo>
                    <a:pt x="15531" y="96782"/>
                  </a:lnTo>
                  <a:lnTo>
                    <a:pt x="13371" y="101634"/>
                  </a:lnTo>
                  <a:lnTo>
                    <a:pt x="11367" y="106553"/>
                  </a:lnTo>
                  <a:lnTo>
                    <a:pt x="9520" y="111532"/>
                  </a:lnTo>
                  <a:lnTo>
                    <a:pt x="7833" y="116568"/>
                  </a:lnTo>
                  <a:lnTo>
                    <a:pt x="6306" y="121654"/>
                  </a:lnTo>
                  <a:lnTo>
                    <a:pt x="4941" y="126787"/>
                  </a:lnTo>
                  <a:lnTo>
                    <a:pt x="3740" y="131960"/>
                  </a:lnTo>
                  <a:lnTo>
                    <a:pt x="2704" y="137169"/>
                  </a:lnTo>
                  <a:lnTo>
                    <a:pt x="1834" y="142409"/>
                  </a:lnTo>
                  <a:lnTo>
                    <a:pt x="1131" y="147673"/>
                  </a:lnTo>
                  <a:lnTo>
                    <a:pt x="596" y="152957"/>
                  </a:lnTo>
                  <a:lnTo>
                    <a:pt x="229" y="158255"/>
                  </a:lnTo>
                  <a:lnTo>
                    <a:pt x="30" y="163562"/>
                  </a:lnTo>
                  <a:lnTo>
                    <a:pt x="0" y="168873"/>
                  </a:lnTo>
                  <a:lnTo>
                    <a:pt x="138" y="174182"/>
                  </a:lnTo>
                  <a:lnTo>
                    <a:pt x="445" y="179484"/>
                  </a:lnTo>
                  <a:lnTo>
                    <a:pt x="921" y="184774"/>
                  </a:lnTo>
                  <a:lnTo>
                    <a:pt x="1564" y="190046"/>
                  </a:lnTo>
                  <a:lnTo>
                    <a:pt x="2374" y="195294"/>
                  </a:lnTo>
                  <a:lnTo>
                    <a:pt x="3351" y="200515"/>
                  </a:lnTo>
                  <a:lnTo>
                    <a:pt x="4493" y="205701"/>
                  </a:lnTo>
                  <a:lnTo>
                    <a:pt x="5799" y="210849"/>
                  </a:lnTo>
                  <a:lnTo>
                    <a:pt x="7268" y="215953"/>
                  </a:lnTo>
                  <a:lnTo>
                    <a:pt x="8898" y="221007"/>
                  </a:lnTo>
                  <a:lnTo>
                    <a:pt x="10689" y="226008"/>
                  </a:lnTo>
                  <a:lnTo>
                    <a:pt x="12637" y="230948"/>
                  </a:lnTo>
                  <a:lnTo>
                    <a:pt x="14741" y="235825"/>
                  </a:lnTo>
                  <a:lnTo>
                    <a:pt x="16999" y="240632"/>
                  </a:lnTo>
                  <a:lnTo>
                    <a:pt x="19408" y="245365"/>
                  </a:lnTo>
                  <a:lnTo>
                    <a:pt x="21967" y="250019"/>
                  </a:lnTo>
                  <a:lnTo>
                    <a:pt x="24672" y="254589"/>
                  </a:lnTo>
                  <a:lnTo>
                    <a:pt x="27521" y="259071"/>
                  </a:lnTo>
                  <a:lnTo>
                    <a:pt x="30511" y="263460"/>
                  </a:lnTo>
                  <a:lnTo>
                    <a:pt x="33639" y="267753"/>
                  </a:lnTo>
                  <a:lnTo>
                    <a:pt x="36901" y="271943"/>
                  </a:lnTo>
                  <a:lnTo>
                    <a:pt x="40295" y="276028"/>
                  </a:lnTo>
                  <a:lnTo>
                    <a:pt x="43817" y="280003"/>
                  </a:lnTo>
                  <a:lnTo>
                    <a:pt x="47464" y="283864"/>
                  </a:lnTo>
                  <a:lnTo>
                    <a:pt x="51232" y="287608"/>
                  </a:lnTo>
                  <a:lnTo>
                    <a:pt x="55116" y="291229"/>
                  </a:lnTo>
                  <a:lnTo>
                    <a:pt x="59114" y="294726"/>
                  </a:lnTo>
                  <a:lnTo>
                    <a:pt x="63220" y="298094"/>
                  </a:lnTo>
                  <a:lnTo>
                    <a:pt x="67432" y="301329"/>
                  </a:lnTo>
                  <a:lnTo>
                    <a:pt x="71744" y="304430"/>
                  </a:lnTo>
                  <a:lnTo>
                    <a:pt x="76152" y="307391"/>
                  </a:lnTo>
                  <a:lnTo>
                    <a:pt x="80653" y="310211"/>
                  </a:lnTo>
                  <a:lnTo>
                    <a:pt x="85240" y="312887"/>
                  </a:lnTo>
                  <a:lnTo>
                    <a:pt x="89910" y="315416"/>
                  </a:lnTo>
                  <a:lnTo>
                    <a:pt x="94659" y="317795"/>
                  </a:lnTo>
                  <a:lnTo>
                    <a:pt x="99480" y="320022"/>
                  </a:lnTo>
                  <a:lnTo>
                    <a:pt x="104370" y="322095"/>
                  </a:lnTo>
                  <a:lnTo>
                    <a:pt x="109323" y="324011"/>
                  </a:lnTo>
                  <a:lnTo>
                    <a:pt x="114335" y="325769"/>
                  </a:lnTo>
                  <a:lnTo>
                    <a:pt x="119399" y="327367"/>
                  </a:lnTo>
                  <a:lnTo>
                    <a:pt x="124513" y="328803"/>
                  </a:lnTo>
                  <a:lnTo>
                    <a:pt x="129669" y="330076"/>
                  </a:lnTo>
                  <a:lnTo>
                    <a:pt x="134863" y="331185"/>
                  </a:lnTo>
                  <a:lnTo>
                    <a:pt x="140089" y="332128"/>
                  </a:lnTo>
                  <a:lnTo>
                    <a:pt x="145343" y="332905"/>
                  </a:lnTo>
                  <a:lnTo>
                    <a:pt x="150619" y="333514"/>
                  </a:lnTo>
                  <a:lnTo>
                    <a:pt x="155911" y="333956"/>
                  </a:lnTo>
                  <a:lnTo>
                    <a:pt x="161215" y="334229"/>
                  </a:lnTo>
                  <a:lnTo>
                    <a:pt x="166525" y="334333"/>
                  </a:lnTo>
                  <a:lnTo>
                    <a:pt x="171836" y="334269"/>
                  </a:lnTo>
                  <a:lnTo>
                    <a:pt x="177142" y="334036"/>
                  </a:lnTo>
                  <a:lnTo>
                    <a:pt x="182437" y="333635"/>
                  </a:lnTo>
                  <a:lnTo>
                    <a:pt x="187718" y="333065"/>
                  </a:lnTo>
                  <a:lnTo>
                    <a:pt x="192977" y="332328"/>
                  </a:lnTo>
                  <a:lnTo>
                    <a:pt x="198211" y="331425"/>
                  </a:lnTo>
                  <a:lnTo>
                    <a:pt x="203413" y="330356"/>
                  </a:lnTo>
                  <a:lnTo>
                    <a:pt x="208578" y="329122"/>
                  </a:lnTo>
                  <a:lnTo>
                    <a:pt x="213702" y="327724"/>
                  </a:lnTo>
                  <a:lnTo>
                    <a:pt x="218779" y="326165"/>
                  </a:lnTo>
                  <a:lnTo>
                    <a:pt x="223804" y="324445"/>
                  </a:lnTo>
                  <a:lnTo>
                    <a:pt x="228771" y="322566"/>
                  </a:lnTo>
                  <a:lnTo>
                    <a:pt x="233677" y="320530"/>
                  </a:lnTo>
                  <a:lnTo>
                    <a:pt x="238515" y="318340"/>
                  </a:lnTo>
                  <a:lnTo>
                    <a:pt x="243281" y="315997"/>
                  </a:lnTo>
                  <a:lnTo>
                    <a:pt x="247970" y="313503"/>
                  </a:lnTo>
                  <a:lnTo>
                    <a:pt x="252578" y="310862"/>
                  </a:lnTo>
                  <a:lnTo>
                    <a:pt x="257100" y="308076"/>
                  </a:lnTo>
                  <a:lnTo>
                    <a:pt x="261530" y="305148"/>
                  </a:lnTo>
                  <a:lnTo>
                    <a:pt x="265866" y="302081"/>
                  </a:lnTo>
                  <a:lnTo>
                    <a:pt x="270102" y="298877"/>
                  </a:lnTo>
                  <a:lnTo>
                    <a:pt x="274234" y="295541"/>
                  </a:lnTo>
                  <a:lnTo>
                    <a:pt x="278258" y="292074"/>
                  </a:lnTo>
                  <a:lnTo>
                    <a:pt x="282169" y="288482"/>
                  </a:lnTo>
                  <a:lnTo>
                    <a:pt x="285965" y="284767"/>
                  </a:lnTo>
                  <a:lnTo>
                    <a:pt x="289641" y="280934"/>
                  </a:lnTo>
                  <a:lnTo>
                    <a:pt x="293193" y="276986"/>
                  </a:lnTo>
                  <a:lnTo>
                    <a:pt x="296618" y="272927"/>
                  </a:lnTo>
                  <a:lnTo>
                    <a:pt x="299912" y="268761"/>
                  </a:lnTo>
                  <a:lnTo>
                    <a:pt x="303072" y="264493"/>
                  </a:lnTo>
                  <a:lnTo>
                    <a:pt x="306095" y="260126"/>
                  </a:lnTo>
                  <a:lnTo>
                    <a:pt x="308978" y="255666"/>
                  </a:lnTo>
                  <a:lnTo>
                    <a:pt x="311718" y="251116"/>
                  </a:lnTo>
                  <a:lnTo>
                    <a:pt x="314312" y="246481"/>
                  </a:lnTo>
                  <a:lnTo>
                    <a:pt x="316757" y="241767"/>
                  </a:lnTo>
                  <a:lnTo>
                    <a:pt x="319051" y="236977"/>
                  </a:lnTo>
                  <a:lnTo>
                    <a:pt x="321192" y="232117"/>
                  </a:lnTo>
                  <a:lnTo>
                    <a:pt x="323178" y="227191"/>
                  </a:lnTo>
                  <a:lnTo>
                    <a:pt x="325006" y="222204"/>
                  </a:lnTo>
                  <a:lnTo>
                    <a:pt x="326674" y="217162"/>
                  </a:lnTo>
                  <a:lnTo>
                    <a:pt x="328182" y="212070"/>
                  </a:lnTo>
                  <a:lnTo>
                    <a:pt x="329527" y="206932"/>
                  </a:lnTo>
                  <a:lnTo>
                    <a:pt x="330708" y="201754"/>
                  </a:lnTo>
                  <a:lnTo>
                    <a:pt x="331725" y="196542"/>
                  </a:lnTo>
                  <a:lnTo>
                    <a:pt x="332575" y="191299"/>
                  </a:lnTo>
                  <a:lnTo>
                    <a:pt x="333258" y="186032"/>
                  </a:lnTo>
                  <a:lnTo>
                    <a:pt x="333773" y="180746"/>
                  </a:lnTo>
                  <a:lnTo>
                    <a:pt x="334120" y="175447"/>
                  </a:lnTo>
                  <a:lnTo>
                    <a:pt x="334299" y="170139"/>
                  </a:lnTo>
                  <a:lnTo>
                    <a:pt x="334309" y="164828"/>
                  </a:lnTo>
                  <a:lnTo>
                    <a:pt x="334151" y="159519"/>
                  </a:lnTo>
                  <a:lnTo>
                    <a:pt x="333823" y="154219"/>
                  </a:lnTo>
                  <a:lnTo>
                    <a:pt x="333328" y="148931"/>
                  </a:lnTo>
                  <a:lnTo>
                    <a:pt x="332665" y="143661"/>
                  </a:lnTo>
                  <a:lnTo>
                    <a:pt x="331835" y="138416"/>
                  </a:lnTo>
                  <a:lnTo>
                    <a:pt x="330838" y="133199"/>
                  </a:lnTo>
                  <a:lnTo>
                    <a:pt x="329677" y="128017"/>
                  </a:lnTo>
                  <a:lnTo>
                    <a:pt x="328351" y="122874"/>
                  </a:lnTo>
                  <a:lnTo>
                    <a:pt x="326863" y="117776"/>
                  </a:lnTo>
                  <a:lnTo>
                    <a:pt x="325213" y="112728"/>
                  </a:lnTo>
                  <a:lnTo>
                    <a:pt x="323404" y="107734"/>
                  </a:lnTo>
                  <a:lnTo>
                    <a:pt x="321437" y="102801"/>
                  </a:lnTo>
                  <a:lnTo>
                    <a:pt x="319315" y="97933"/>
                  </a:lnTo>
                  <a:lnTo>
                    <a:pt x="317038" y="93134"/>
                  </a:lnTo>
                  <a:lnTo>
                    <a:pt x="314611" y="88410"/>
                  </a:lnTo>
                  <a:lnTo>
                    <a:pt x="312035" y="83766"/>
                  </a:lnTo>
                  <a:lnTo>
                    <a:pt x="309312" y="79206"/>
                  </a:lnTo>
                  <a:lnTo>
                    <a:pt x="306447" y="74735"/>
                  </a:lnTo>
                  <a:lnTo>
                    <a:pt x="303440" y="70357"/>
                  </a:lnTo>
                  <a:lnTo>
                    <a:pt x="300296" y="66076"/>
                  </a:lnTo>
                  <a:lnTo>
                    <a:pt x="297017" y="61898"/>
                  </a:lnTo>
                  <a:lnTo>
                    <a:pt x="293608" y="57826"/>
                  </a:lnTo>
                  <a:lnTo>
                    <a:pt x="290071" y="53864"/>
                  </a:lnTo>
                  <a:lnTo>
                    <a:pt x="286410" y="50017"/>
                  </a:lnTo>
                  <a:lnTo>
                    <a:pt x="282628" y="46288"/>
                  </a:lnTo>
                  <a:lnTo>
                    <a:pt x="278730" y="42681"/>
                  </a:lnTo>
                  <a:lnTo>
                    <a:pt x="274719" y="39200"/>
                  </a:lnTo>
                  <a:lnTo>
                    <a:pt x="270600" y="35848"/>
                  </a:lnTo>
                  <a:lnTo>
                    <a:pt x="266376" y="32628"/>
                  </a:lnTo>
                  <a:lnTo>
                    <a:pt x="262052" y="29544"/>
                  </a:lnTo>
                  <a:lnTo>
                    <a:pt x="257633" y="26599"/>
                  </a:lnTo>
                  <a:lnTo>
                    <a:pt x="253122" y="23796"/>
                  </a:lnTo>
                  <a:lnTo>
                    <a:pt x="248524" y="21138"/>
                  </a:lnTo>
                  <a:lnTo>
                    <a:pt x="243844" y="18627"/>
                  </a:lnTo>
                  <a:lnTo>
                    <a:pt x="239087" y="16266"/>
                  </a:lnTo>
                  <a:lnTo>
                    <a:pt x="234257" y="14057"/>
                  </a:lnTo>
                  <a:lnTo>
                    <a:pt x="229359" y="12003"/>
                  </a:lnTo>
                  <a:lnTo>
                    <a:pt x="224399" y="10105"/>
                  </a:lnTo>
                  <a:lnTo>
                    <a:pt x="219381" y="8366"/>
                  </a:lnTo>
                  <a:lnTo>
                    <a:pt x="214310" y="6787"/>
                  </a:lnTo>
                  <a:lnTo>
                    <a:pt x="209192" y="5370"/>
                  </a:lnTo>
                  <a:lnTo>
                    <a:pt x="204031" y="4117"/>
                  </a:lnTo>
                  <a:lnTo>
                    <a:pt x="198833" y="3028"/>
                  </a:lnTo>
                  <a:lnTo>
                    <a:pt x="193602" y="2104"/>
                  </a:lnTo>
                  <a:lnTo>
                    <a:pt x="188346" y="1348"/>
                  </a:lnTo>
                  <a:lnTo>
                    <a:pt x="183068" y="758"/>
                  </a:lnTo>
                  <a:lnTo>
                    <a:pt x="177773" y="337"/>
                  </a:lnTo>
                  <a:lnTo>
                    <a:pt x="172469" y="84"/>
                  </a:lnTo>
                  <a:lnTo>
                    <a:pt x="167158" y="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48873" y="2126963"/>
              <a:ext cx="32414" cy="167167"/>
            </a:xfrm>
            <a:custGeom>
              <a:avLst/>
              <a:pathLst>
                <a:path w="32414" h="167167">
                  <a:moveTo>
                    <a:pt x="32414" y="0"/>
                  </a:moveTo>
                  <a:lnTo>
                    <a:pt x="25892" y="127"/>
                  </a:lnTo>
                  <a:lnTo>
                    <a:pt x="19379" y="509"/>
                  </a:lnTo>
                  <a:lnTo>
                    <a:pt x="12886" y="1144"/>
                  </a:lnTo>
                  <a:lnTo>
                    <a:pt x="6423" y="2032"/>
                  </a:lnTo>
                  <a:lnTo>
                    <a:pt x="0" y="3172"/>
                  </a:lnTo>
                  <a:lnTo>
                    <a:pt x="3241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48873" y="2130136"/>
              <a:ext cx="32414" cy="163994"/>
            </a:xfrm>
            <a:custGeom>
              <a:avLst/>
              <a:pathLst>
                <a:path w="32414" h="163994">
                  <a:moveTo>
                    <a:pt x="0" y="0"/>
                  </a:moveTo>
                  <a:lnTo>
                    <a:pt x="32414" y="163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48873" y="2130136"/>
              <a:ext cx="32414" cy="163994"/>
            </a:xfrm>
            <a:custGeom>
              <a:avLst/>
              <a:pathLst>
                <a:path w="32414" h="163994">
                  <a:moveTo>
                    <a:pt x="0" y="0"/>
                  </a:moveTo>
                  <a:lnTo>
                    <a:pt x="32414" y="163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48873" y="2130136"/>
              <a:ext cx="32414" cy="163994"/>
            </a:xfrm>
            <a:custGeom>
              <a:avLst/>
              <a:pathLst>
                <a:path w="32414" h="163994">
                  <a:moveTo>
                    <a:pt x="0" y="0"/>
                  </a:moveTo>
                  <a:lnTo>
                    <a:pt x="32414" y="163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48873" y="2130136"/>
              <a:ext cx="32414" cy="163994"/>
            </a:xfrm>
            <a:custGeom>
              <a:avLst/>
              <a:pathLst>
                <a:path w="32414" h="163994">
                  <a:moveTo>
                    <a:pt x="0" y="0"/>
                  </a:moveTo>
                  <a:lnTo>
                    <a:pt x="32414" y="163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48873" y="2130136"/>
              <a:ext cx="32414" cy="163994"/>
            </a:xfrm>
            <a:custGeom>
              <a:avLst/>
              <a:pathLst>
                <a:path w="32414" h="163994">
                  <a:moveTo>
                    <a:pt x="0" y="0"/>
                  </a:moveTo>
                  <a:lnTo>
                    <a:pt x="32414" y="16399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48873" y="2130136"/>
              <a:ext cx="32414" cy="163994"/>
            </a:xfrm>
            <a:custGeom>
              <a:avLst/>
              <a:pathLst>
                <a:path w="32414" h="163994">
                  <a:moveTo>
                    <a:pt x="0" y="0"/>
                  </a:moveTo>
                  <a:lnTo>
                    <a:pt x="32414" y="1639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48873" y="2130136"/>
              <a:ext cx="32414" cy="163994"/>
            </a:xfrm>
            <a:custGeom>
              <a:avLst/>
              <a:pathLst>
                <a:path w="32414" h="163994">
                  <a:moveTo>
                    <a:pt x="0" y="0"/>
                  </a:moveTo>
                  <a:lnTo>
                    <a:pt x="32414" y="1639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48873" y="2130136"/>
              <a:ext cx="32414" cy="163994"/>
            </a:xfrm>
            <a:custGeom>
              <a:avLst/>
              <a:pathLst>
                <a:path w="32414" h="163994">
                  <a:moveTo>
                    <a:pt x="0" y="0"/>
                  </a:moveTo>
                  <a:lnTo>
                    <a:pt x="32414" y="16399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48873" y="2130136"/>
              <a:ext cx="32414" cy="163994"/>
            </a:xfrm>
            <a:custGeom>
              <a:avLst/>
              <a:pathLst>
                <a:path w="32414" h="163994">
                  <a:moveTo>
                    <a:pt x="0" y="0"/>
                  </a:moveTo>
                  <a:lnTo>
                    <a:pt x="32414" y="163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48873" y="2130136"/>
              <a:ext cx="32414" cy="163994"/>
            </a:xfrm>
            <a:custGeom>
              <a:avLst/>
              <a:pathLst>
                <a:path w="32414" h="163994">
                  <a:moveTo>
                    <a:pt x="0" y="0"/>
                  </a:moveTo>
                  <a:lnTo>
                    <a:pt x="32414" y="163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48873" y="2130136"/>
              <a:ext cx="32414" cy="163994"/>
            </a:xfrm>
            <a:custGeom>
              <a:avLst/>
              <a:pathLst>
                <a:path w="32414" h="163994">
                  <a:moveTo>
                    <a:pt x="0" y="0"/>
                  </a:moveTo>
                  <a:lnTo>
                    <a:pt x="32414" y="163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48873" y="2130136"/>
              <a:ext cx="32414" cy="163994"/>
            </a:xfrm>
            <a:custGeom>
              <a:avLst/>
              <a:pathLst>
                <a:path w="32414" h="163994">
                  <a:moveTo>
                    <a:pt x="0" y="0"/>
                  </a:moveTo>
                  <a:lnTo>
                    <a:pt x="32414" y="163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48873" y="2130136"/>
              <a:ext cx="32414" cy="163994"/>
            </a:xfrm>
            <a:custGeom>
              <a:avLst/>
              <a:pathLst>
                <a:path w="32414" h="163994">
                  <a:moveTo>
                    <a:pt x="0" y="0"/>
                  </a:moveTo>
                  <a:lnTo>
                    <a:pt x="32414" y="1639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48873" y="2130136"/>
              <a:ext cx="32414" cy="163994"/>
            </a:xfrm>
            <a:custGeom>
              <a:avLst/>
              <a:pathLst>
                <a:path w="32414" h="163994">
                  <a:moveTo>
                    <a:pt x="0" y="0"/>
                  </a:moveTo>
                  <a:lnTo>
                    <a:pt x="32414" y="1639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614138" y="2130136"/>
              <a:ext cx="334316" cy="331157"/>
            </a:xfrm>
            <a:custGeom>
              <a:avLst/>
              <a:pathLst>
                <a:path w="334316" h="331157">
                  <a:moveTo>
                    <a:pt x="134734" y="0"/>
                  </a:moveTo>
                  <a:lnTo>
                    <a:pt x="129569" y="1106"/>
                  </a:lnTo>
                  <a:lnTo>
                    <a:pt x="124441" y="2374"/>
                  </a:lnTo>
                  <a:lnTo>
                    <a:pt x="119356" y="3804"/>
                  </a:lnTo>
                  <a:lnTo>
                    <a:pt x="114319" y="5394"/>
                  </a:lnTo>
                  <a:lnTo>
                    <a:pt x="109334" y="7143"/>
                  </a:lnTo>
                  <a:lnTo>
                    <a:pt x="104407" y="9048"/>
                  </a:lnTo>
                  <a:lnTo>
                    <a:pt x="99543" y="11107"/>
                  </a:lnTo>
                  <a:lnTo>
                    <a:pt x="94746" y="13320"/>
                  </a:lnTo>
                  <a:lnTo>
                    <a:pt x="90022" y="15682"/>
                  </a:lnTo>
                  <a:lnTo>
                    <a:pt x="85374" y="18193"/>
                  </a:lnTo>
                  <a:lnTo>
                    <a:pt x="80808" y="20850"/>
                  </a:lnTo>
                  <a:lnTo>
                    <a:pt x="76329" y="23649"/>
                  </a:lnTo>
                  <a:lnTo>
                    <a:pt x="71940" y="26589"/>
                  </a:lnTo>
                  <a:lnTo>
                    <a:pt x="67646" y="29665"/>
                  </a:lnTo>
                  <a:lnTo>
                    <a:pt x="63452" y="32876"/>
                  </a:lnTo>
                  <a:lnTo>
                    <a:pt x="59361" y="36218"/>
                  </a:lnTo>
                  <a:lnTo>
                    <a:pt x="55377" y="39688"/>
                  </a:lnTo>
                  <a:lnTo>
                    <a:pt x="51506" y="43281"/>
                  </a:lnTo>
                  <a:lnTo>
                    <a:pt x="47750" y="46995"/>
                  </a:lnTo>
                  <a:lnTo>
                    <a:pt x="44113" y="50826"/>
                  </a:lnTo>
                  <a:lnTo>
                    <a:pt x="40598" y="54770"/>
                  </a:lnTo>
                  <a:lnTo>
                    <a:pt x="37211" y="58823"/>
                  </a:lnTo>
                  <a:lnTo>
                    <a:pt x="33953" y="62981"/>
                  </a:lnTo>
                  <a:lnTo>
                    <a:pt x="30827" y="67239"/>
                  </a:lnTo>
                  <a:lnTo>
                    <a:pt x="27839" y="71595"/>
                  </a:lnTo>
                  <a:lnTo>
                    <a:pt x="24989" y="76042"/>
                  </a:lnTo>
                  <a:lnTo>
                    <a:pt x="22281" y="80578"/>
                  </a:lnTo>
                  <a:lnTo>
                    <a:pt x="19718" y="85197"/>
                  </a:lnTo>
                  <a:lnTo>
                    <a:pt x="17302" y="89894"/>
                  </a:lnTo>
                  <a:lnTo>
                    <a:pt x="15035" y="94666"/>
                  </a:lnTo>
                  <a:lnTo>
                    <a:pt x="12921" y="99506"/>
                  </a:lnTo>
                  <a:lnTo>
                    <a:pt x="10960" y="104411"/>
                  </a:lnTo>
                  <a:lnTo>
                    <a:pt x="9156" y="109376"/>
                  </a:lnTo>
                  <a:lnTo>
                    <a:pt x="7509" y="114395"/>
                  </a:lnTo>
                  <a:lnTo>
                    <a:pt x="6021" y="119464"/>
                  </a:lnTo>
                  <a:lnTo>
                    <a:pt x="4695" y="124577"/>
                  </a:lnTo>
                  <a:lnTo>
                    <a:pt x="3531" y="129729"/>
                  </a:lnTo>
                  <a:lnTo>
                    <a:pt x="2530" y="134916"/>
                  </a:lnTo>
                  <a:lnTo>
                    <a:pt x="1693" y="140131"/>
                  </a:lnTo>
                  <a:lnTo>
                    <a:pt x="1022" y="145371"/>
                  </a:lnTo>
                  <a:lnTo>
                    <a:pt x="516" y="150629"/>
                  </a:lnTo>
                  <a:lnTo>
                    <a:pt x="177" y="155901"/>
                  </a:lnTo>
                  <a:lnTo>
                    <a:pt x="5" y="161180"/>
                  </a:lnTo>
                  <a:lnTo>
                    <a:pt x="0" y="166462"/>
                  </a:lnTo>
                  <a:lnTo>
                    <a:pt x="161" y="171742"/>
                  </a:lnTo>
                  <a:lnTo>
                    <a:pt x="489" y="177014"/>
                  </a:lnTo>
                  <a:lnTo>
                    <a:pt x="984" y="182274"/>
                  </a:lnTo>
                  <a:lnTo>
                    <a:pt x="1644" y="187514"/>
                  </a:lnTo>
                  <a:lnTo>
                    <a:pt x="2470" y="192732"/>
                  </a:lnTo>
                  <a:lnTo>
                    <a:pt x="3460" y="197921"/>
                  </a:lnTo>
                  <a:lnTo>
                    <a:pt x="4614" y="203075"/>
                  </a:lnTo>
                  <a:lnTo>
                    <a:pt x="5930" y="208191"/>
                  </a:lnTo>
                  <a:lnTo>
                    <a:pt x="7407" y="213263"/>
                  </a:lnTo>
                  <a:lnTo>
                    <a:pt x="9043" y="218285"/>
                  </a:lnTo>
                  <a:lnTo>
                    <a:pt x="10837" y="223254"/>
                  </a:lnTo>
                  <a:lnTo>
                    <a:pt x="12788" y="228163"/>
                  </a:lnTo>
                  <a:lnTo>
                    <a:pt x="14892" y="233008"/>
                  </a:lnTo>
                  <a:lnTo>
                    <a:pt x="17149" y="237784"/>
                  </a:lnTo>
                  <a:lnTo>
                    <a:pt x="19555" y="242486"/>
                  </a:lnTo>
                  <a:lnTo>
                    <a:pt x="22109" y="247110"/>
                  </a:lnTo>
                  <a:lnTo>
                    <a:pt x="24807" y="251652"/>
                  </a:lnTo>
                  <a:lnTo>
                    <a:pt x="27648" y="256105"/>
                  </a:lnTo>
                  <a:lnTo>
                    <a:pt x="30628" y="260467"/>
                  </a:lnTo>
                  <a:lnTo>
                    <a:pt x="33744" y="264732"/>
                  </a:lnTo>
                  <a:lnTo>
                    <a:pt x="36993" y="268897"/>
                  </a:lnTo>
                  <a:lnTo>
                    <a:pt x="40373" y="272956"/>
                  </a:lnTo>
                  <a:lnTo>
                    <a:pt x="43879" y="276908"/>
                  </a:lnTo>
                  <a:lnTo>
                    <a:pt x="47508" y="280746"/>
                  </a:lnTo>
                  <a:lnTo>
                    <a:pt x="51256" y="284468"/>
                  </a:lnTo>
                  <a:lnTo>
                    <a:pt x="55121" y="288069"/>
                  </a:lnTo>
                  <a:lnTo>
                    <a:pt x="59097" y="291547"/>
                  </a:lnTo>
                  <a:lnTo>
                    <a:pt x="63181" y="294897"/>
                  </a:lnTo>
                  <a:lnTo>
                    <a:pt x="67368" y="298117"/>
                  </a:lnTo>
                  <a:lnTo>
                    <a:pt x="71656" y="301202"/>
                  </a:lnTo>
                  <a:lnTo>
                    <a:pt x="76039" y="304151"/>
                  </a:lnTo>
                  <a:lnTo>
                    <a:pt x="80512" y="306960"/>
                  </a:lnTo>
                  <a:lnTo>
                    <a:pt x="85073" y="309625"/>
                  </a:lnTo>
                  <a:lnTo>
                    <a:pt x="89715" y="312146"/>
                  </a:lnTo>
                  <a:lnTo>
                    <a:pt x="94435" y="314519"/>
                  </a:lnTo>
                  <a:lnTo>
                    <a:pt x="99227" y="316741"/>
                  </a:lnTo>
                  <a:lnTo>
                    <a:pt x="104087" y="318811"/>
                  </a:lnTo>
                  <a:lnTo>
                    <a:pt x="109010" y="320726"/>
                  </a:lnTo>
                  <a:lnTo>
                    <a:pt x="113991" y="322484"/>
                  </a:lnTo>
                  <a:lnTo>
                    <a:pt x="119025" y="324085"/>
                  </a:lnTo>
                  <a:lnTo>
                    <a:pt x="124107" y="325525"/>
                  </a:lnTo>
                  <a:lnTo>
                    <a:pt x="129232" y="326805"/>
                  </a:lnTo>
                  <a:lnTo>
                    <a:pt x="134395" y="327921"/>
                  </a:lnTo>
                  <a:lnTo>
                    <a:pt x="139591" y="328874"/>
                  </a:lnTo>
                  <a:lnTo>
                    <a:pt x="144814" y="329663"/>
                  </a:lnTo>
                  <a:lnTo>
                    <a:pt x="150059" y="330286"/>
                  </a:lnTo>
                  <a:lnTo>
                    <a:pt x="155322" y="330743"/>
                  </a:lnTo>
                  <a:lnTo>
                    <a:pt x="160596" y="331033"/>
                  </a:lnTo>
                  <a:lnTo>
                    <a:pt x="165877" y="331157"/>
                  </a:lnTo>
                  <a:lnTo>
                    <a:pt x="171159" y="331113"/>
                  </a:lnTo>
                  <a:lnTo>
                    <a:pt x="176437" y="330903"/>
                  </a:lnTo>
                  <a:lnTo>
                    <a:pt x="181706" y="330527"/>
                  </a:lnTo>
                  <a:lnTo>
                    <a:pt x="186961" y="329983"/>
                  </a:lnTo>
                  <a:lnTo>
                    <a:pt x="192195" y="329275"/>
                  </a:lnTo>
                  <a:lnTo>
                    <a:pt x="197405" y="328401"/>
                  </a:lnTo>
                  <a:lnTo>
                    <a:pt x="202584" y="327363"/>
                  </a:lnTo>
                  <a:lnTo>
                    <a:pt x="207728" y="326162"/>
                  </a:lnTo>
                  <a:lnTo>
                    <a:pt x="212831" y="324798"/>
                  </a:lnTo>
                  <a:lnTo>
                    <a:pt x="217889" y="323275"/>
                  </a:lnTo>
                  <a:lnTo>
                    <a:pt x="222897" y="321592"/>
                  </a:lnTo>
                  <a:lnTo>
                    <a:pt x="227848" y="319752"/>
                  </a:lnTo>
                  <a:lnTo>
                    <a:pt x="232739" y="317757"/>
                  </a:lnTo>
                  <a:lnTo>
                    <a:pt x="237564" y="315607"/>
                  </a:lnTo>
                  <a:lnTo>
                    <a:pt x="242319" y="313307"/>
                  </a:lnTo>
                  <a:lnTo>
                    <a:pt x="246999" y="310857"/>
                  </a:lnTo>
                  <a:lnTo>
                    <a:pt x="251600" y="308261"/>
                  </a:lnTo>
                  <a:lnTo>
                    <a:pt x="256116" y="305521"/>
                  </a:lnTo>
                  <a:lnTo>
                    <a:pt x="260543" y="302639"/>
                  </a:lnTo>
                  <a:lnTo>
                    <a:pt x="264877" y="299619"/>
                  </a:lnTo>
                  <a:lnTo>
                    <a:pt x="269113" y="296464"/>
                  </a:lnTo>
                  <a:lnTo>
                    <a:pt x="273248" y="293176"/>
                  </a:lnTo>
                  <a:lnTo>
                    <a:pt x="277276" y="289759"/>
                  </a:lnTo>
                  <a:lnTo>
                    <a:pt x="281195" y="286217"/>
                  </a:lnTo>
                  <a:lnTo>
                    <a:pt x="284999" y="282553"/>
                  </a:lnTo>
                  <a:lnTo>
                    <a:pt x="288687" y="278770"/>
                  </a:lnTo>
                  <a:lnTo>
                    <a:pt x="292252" y="274873"/>
                  </a:lnTo>
                  <a:lnTo>
                    <a:pt x="295693" y="270865"/>
                  </a:lnTo>
                  <a:lnTo>
                    <a:pt x="299005" y="266750"/>
                  </a:lnTo>
                  <a:lnTo>
                    <a:pt x="302186" y="262533"/>
                  </a:lnTo>
                  <a:lnTo>
                    <a:pt x="305232" y="258217"/>
                  </a:lnTo>
                  <a:lnTo>
                    <a:pt x="308140" y="253807"/>
                  </a:lnTo>
                  <a:lnTo>
                    <a:pt x="310907" y="249308"/>
                  </a:lnTo>
                  <a:lnTo>
                    <a:pt x="313531" y="244723"/>
                  </a:lnTo>
                  <a:lnTo>
                    <a:pt x="316009" y="240058"/>
                  </a:lnTo>
                  <a:lnTo>
                    <a:pt x="318338" y="235316"/>
                  </a:lnTo>
                  <a:lnTo>
                    <a:pt x="320516" y="230504"/>
                  </a:lnTo>
                  <a:lnTo>
                    <a:pt x="322540" y="225625"/>
                  </a:lnTo>
                  <a:lnTo>
                    <a:pt x="324410" y="220685"/>
                  </a:lnTo>
                  <a:lnTo>
                    <a:pt x="326123" y="215688"/>
                  </a:lnTo>
                  <a:lnTo>
                    <a:pt x="327677" y="210639"/>
                  </a:lnTo>
                  <a:lnTo>
                    <a:pt x="329070" y="205544"/>
                  </a:lnTo>
                  <a:lnTo>
                    <a:pt x="330302" y="200407"/>
                  </a:lnTo>
                  <a:lnTo>
                    <a:pt x="331371" y="195234"/>
                  </a:lnTo>
                  <a:lnTo>
                    <a:pt x="332276" y="190030"/>
                  </a:lnTo>
                  <a:lnTo>
                    <a:pt x="333016" y="184800"/>
                  </a:lnTo>
                  <a:lnTo>
                    <a:pt x="333591" y="179549"/>
                  </a:lnTo>
                  <a:lnTo>
                    <a:pt x="333999" y="174282"/>
                  </a:lnTo>
                  <a:lnTo>
                    <a:pt x="334241" y="169005"/>
                  </a:lnTo>
                  <a:lnTo>
                    <a:pt x="334316" y="163723"/>
                  </a:lnTo>
                  <a:lnTo>
                    <a:pt x="334224" y="158442"/>
                  </a:lnTo>
                  <a:lnTo>
                    <a:pt x="333965" y="153166"/>
                  </a:lnTo>
                  <a:lnTo>
                    <a:pt x="333540" y="147901"/>
                  </a:lnTo>
                  <a:lnTo>
                    <a:pt x="332948" y="142652"/>
                  </a:lnTo>
                  <a:lnTo>
                    <a:pt x="332191" y="137424"/>
                  </a:lnTo>
                  <a:lnTo>
                    <a:pt x="331269" y="132223"/>
                  </a:lnTo>
                  <a:lnTo>
                    <a:pt x="330183" y="127053"/>
                  </a:lnTo>
                  <a:lnTo>
                    <a:pt x="328935" y="121920"/>
                  </a:lnTo>
                  <a:lnTo>
                    <a:pt x="327525" y="116830"/>
                  </a:lnTo>
                  <a:lnTo>
                    <a:pt x="325954" y="111786"/>
                  </a:lnTo>
                  <a:lnTo>
                    <a:pt x="324226" y="106795"/>
                  </a:lnTo>
                  <a:lnTo>
                    <a:pt x="322340" y="101860"/>
                  </a:lnTo>
                  <a:lnTo>
                    <a:pt x="320299" y="96988"/>
                  </a:lnTo>
                  <a:lnTo>
                    <a:pt x="318106" y="92183"/>
                  </a:lnTo>
                  <a:lnTo>
                    <a:pt x="315762" y="87449"/>
                  </a:lnTo>
                  <a:lnTo>
                    <a:pt x="313269" y="82792"/>
                  </a:lnTo>
                  <a:lnTo>
                    <a:pt x="310630" y="78216"/>
                  </a:lnTo>
                  <a:lnTo>
                    <a:pt x="307849" y="73725"/>
                  </a:lnTo>
                  <a:lnTo>
                    <a:pt x="304926" y="69325"/>
                  </a:lnTo>
                  <a:lnTo>
                    <a:pt x="301866" y="65019"/>
                  </a:lnTo>
                  <a:lnTo>
                    <a:pt x="298672" y="60812"/>
                  </a:lnTo>
                  <a:lnTo>
                    <a:pt x="295346" y="56708"/>
                  </a:lnTo>
                  <a:lnTo>
                    <a:pt x="291893" y="52711"/>
                  </a:lnTo>
                  <a:lnTo>
                    <a:pt x="288314" y="48825"/>
                  </a:lnTo>
                  <a:lnTo>
                    <a:pt x="284615" y="45054"/>
                  </a:lnTo>
                  <a:lnTo>
                    <a:pt x="280798" y="41402"/>
                  </a:lnTo>
                  <a:lnTo>
                    <a:pt x="276868" y="37873"/>
                  </a:lnTo>
                  <a:lnTo>
                    <a:pt x="272829" y="34469"/>
                  </a:lnTo>
                  <a:lnTo>
                    <a:pt x="268684" y="31195"/>
                  </a:lnTo>
                  <a:lnTo>
                    <a:pt x="264437" y="28053"/>
                  </a:lnTo>
                  <a:lnTo>
                    <a:pt x="260093" y="25047"/>
                  </a:lnTo>
                  <a:lnTo>
                    <a:pt x="255657" y="22180"/>
                  </a:lnTo>
                  <a:lnTo>
                    <a:pt x="251132" y="19454"/>
                  </a:lnTo>
                  <a:lnTo>
                    <a:pt x="246523" y="16873"/>
                  </a:lnTo>
                  <a:lnTo>
                    <a:pt x="241835" y="14439"/>
                  </a:lnTo>
                  <a:lnTo>
                    <a:pt x="237073" y="12154"/>
                  </a:lnTo>
                  <a:lnTo>
                    <a:pt x="232241" y="10020"/>
                  </a:lnTo>
                  <a:lnTo>
                    <a:pt x="227343" y="8040"/>
                  </a:lnTo>
                  <a:lnTo>
                    <a:pt x="222386" y="6216"/>
                  </a:lnTo>
                  <a:lnTo>
                    <a:pt x="217373" y="4550"/>
                  </a:lnTo>
                  <a:lnTo>
                    <a:pt x="212311" y="3043"/>
                  </a:lnTo>
                  <a:lnTo>
                    <a:pt x="207203" y="1696"/>
                  </a:lnTo>
                  <a:lnTo>
                    <a:pt x="202055" y="512"/>
                  </a:lnTo>
                  <a:lnTo>
                    <a:pt x="167149" y="1639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781287" y="2126963"/>
              <a:ext cx="34906" cy="167167"/>
            </a:xfrm>
            <a:custGeom>
              <a:avLst/>
              <a:pathLst>
                <a:path w="34906" h="167167">
                  <a:moveTo>
                    <a:pt x="34906" y="3684"/>
                  </a:moveTo>
                  <a:lnTo>
                    <a:pt x="27999" y="2361"/>
                  </a:lnTo>
                  <a:lnTo>
                    <a:pt x="21042" y="1329"/>
                  </a:lnTo>
                  <a:lnTo>
                    <a:pt x="14049" y="591"/>
                  </a:lnTo>
                  <a:lnTo>
                    <a:pt x="7030" y="14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4653" y="2633064"/>
              <a:ext cx="6094" cy="167167"/>
            </a:xfrm>
            <a:custGeom>
              <a:avLst/>
              <a:pathLst>
                <a:path w="6094" h="167167">
                  <a:moveTo>
                    <a:pt x="6094" y="0"/>
                  </a:moveTo>
                  <a:lnTo>
                    <a:pt x="0" y="111"/>
                  </a:lnTo>
                  <a:lnTo>
                    <a:pt x="609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4653" y="2633175"/>
              <a:ext cx="6094" cy="167056"/>
            </a:xfrm>
            <a:custGeom>
              <a:avLst/>
              <a:pathLst>
                <a:path w="6094" h="167056">
                  <a:moveTo>
                    <a:pt x="0" y="0"/>
                  </a:moveTo>
                  <a:lnTo>
                    <a:pt x="6094" y="1670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4653" y="2633175"/>
              <a:ext cx="6094" cy="167056"/>
            </a:xfrm>
            <a:custGeom>
              <a:avLst/>
              <a:pathLst>
                <a:path w="6094" h="167056">
                  <a:moveTo>
                    <a:pt x="0" y="0"/>
                  </a:moveTo>
                  <a:lnTo>
                    <a:pt x="6094" y="1670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4653" y="2633175"/>
              <a:ext cx="6094" cy="167056"/>
            </a:xfrm>
            <a:custGeom>
              <a:avLst/>
              <a:pathLst>
                <a:path w="6094" h="167056">
                  <a:moveTo>
                    <a:pt x="0" y="0"/>
                  </a:moveTo>
                  <a:lnTo>
                    <a:pt x="6094" y="1670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4653" y="2633175"/>
              <a:ext cx="6094" cy="167056"/>
            </a:xfrm>
            <a:custGeom>
              <a:avLst/>
              <a:pathLst>
                <a:path w="6094" h="167056">
                  <a:moveTo>
                    <a:pt x="0" y="0"/>
                  </a:moveTo>
                  <a:lnTo>
                    <a:pt x="6094" y="16705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4653" y="2633175"/>
              <a:ext cx="6094" cy="167056"/>
            </a:xfrm>
            <a:custGeom>
              <a:avLst/>
              <a:pathLst>
                <a:path w="6094" h="167056">
                  <a:moveTo>
                    <a:pt x="0" y="0"/>
                  </a:moveTo>
                  <a:lnTo>
                    <a:pt x="6094" y="1670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4653" y="2633175"/>
              <a:ext cx="6094" cy="167056"/>
            </a:xfrm>
            <a:custGeom>
              <a:avLst/>
              <a:pathLst>
                <a:path w="6094" h="167056">
                  <a:moveTo>
                    <a:pt x="0" y="0"/>
                  </a:moveTo>
                  <a:lnTo>
                    <a:pt x="6094" y="1670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4653" y="2633175"/>
              <a:ext cx="6094" cy="167056"/>
            </a:xfrm>
            <a:custGeom>
              <a:avLst/>
              <a:pathLst>
                <a:path w="6094" h="167056">
                  <a:moveTo>
                    <a:pt x="0" y="0"/>
                  </a:moveTo>
                  <a:lnTo>
                    <a:pt x="6094" y="1670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4653" y="2633175"/>
              <a:ext cx="6094" cy="167056"/>
            </a:xfrm>
            <a:custGeom>
              <a:avLst/>
              <a:pathLst>
                <a:path w="6094" h="167056">
                  <a:moveTo>
                    <a:pt x="0" y="0"/>
                  </a:moveTo>
                  <a:lnTo>
                    <a:pt x="6094" y="167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4653" y="2633175"/>
              <a:ext cx="6094" cy="167056"/>
            </a:xfrm>
            <a:custGeom>
              <a:avLst/>
              <a:pathLst>
                <a:path w="6094" h="167056">
                  <a:moveTo>
                    <a:pt x="0" y="0"/>
                  </a:moveTo>
                  <a:lnTo>
                    <a:pt x="6094" y="167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4653" y="2633175"/>
              <a:ext cx="6094" cy="167056"/>
            </a:xfrm>
            <a:custGeom>
              <a:avLst/>
              <a:pathLst>
                <a:path w="6094" h="167056">
                  <a:moveTo>
                    <a:pt x="0" y="0"/>
                  </a:moveTo>
                  <a:lnTo>
                    <a:pt x="6094" y="167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4653" y="2633175"/>
              <a:ext cx="6094" cy="167056"/>
            </a:xfrm>
            <a:custGeom>
              <a:avLst/>
              <a:pathLst>
                <a:path w="6094" h="167056">
                  <a:moveTo>
                    <a:pt x="0" y="0"/>
                  </a:moveTo>
                  <a:lnTo>
                    <a:pt x="6094" y="167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4653" y="2633175"/>
              <a:ext cx="6094" cy="167056"/>
            </a:xfrm>
            <a:custGeom>
              <a:avLst/>
              <a:pathLst>
                <a:path w="6094" h="167056">
                  <a:moveTo>
                    <a:pt x="0" y="0"/>
                  </a:moveTo>
                  <a:lnTo>
                    <a:pt x="6094" y="1670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4653" y="2633175"/>
              <a:ext cx="6094" cy="167056"/>
            </a:xfrm>
            <a:custGeom>
              <a:avLst/>
              <a:pathLst>
                <a:path w="6094" h="167056">
                  <a:moveTo>
                    <a:pt x="0" y="0"/>
                  </a:moveTo>
                  <a:lnTo>
                    <a:pt x="6094" y="1670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423595" y="2633175"/>
              <a:ext cx="334303" cy="334223"/>
            </a:xfrm>
            <a:custGeom>
              <a:avLst/>
              <a:pathLst>
                <a:path w="334303" h="334223">
                  <a:moveTo>
                    <a:pt x="161057" y="0"/>
                  </a:moveTo>
                  <a:lnTo>
                    <a:pt x="155767" y="276"/>
                  </a:lnTo>
                  <a:lnTo>
                    <a:pt x="150489" y="721"/>
                  </a:lnTo>
                  <a:lnTo>
                    <a:pt x="145227" y="1332"/>
                  </a:lnTo>
                  <a:lnTo>
                    <a:pt x="139987" y="2110"/>
                  </a:lnTo>
                  <a:lnTo>
                    <a:pt x="134775" y="3054"/>
                  </a:lnTo>
                  <a:lnTo>
                    <a:pt x="129595" y="4162"/>
                  </a:lnTo>
                  <a:lnTo>
                    <a:pt x="124452" y="5434"/>
                  </a:lnTo>
                  <a:lnTo>
                    <a:pt x="119353" y="6868"/>
                  </a:lnTo>
                  <a:lnTo>
                    <a:pt x="114301" y="8463"/>
                  </a:lnTo>
                  <a:lnTo>
                    <a:pt x="109303" y="10217"/>
                  </a:lnTo>
                  <a:lnTo>
                    <a:pt x="104363" y="12129"/>
                  </a:lnTo>
                  <a:lnTo>
                    <a:pt x="99485" y="14196"/>
                  </a:lnTo>
                  <a:lnTo>
                    <a:pt x="94676" y="16417"/>
                  </a:lnTo>
                  <a:lnTo>
                    <a:pt x="89940" y="18789"/>
                  </a:lnTo>
                  <a:lnTo>
                    <a:pt x="85281" y="21309"/>
                  </a:lnTo>
                  <a:lnTo>
                    <a:pt x="80704" y="23977"/>
                  </a:lnTo>
                  <a:lnTo>
                    <a:pt x="76214" y="26788"/>
                  </a:lnTo>
                  <a:lnTo>
                    <a:pt x="71815" y="29739"/>
                  </a:lnTo>
                  <a:lnTo>
                    <a:pt x="67512" y="32829"/>
                  </a:lnTo>
                  <a:lnTo>
                    <a:pt x="63310" y="36053"/>
                  </a:lnTo>
                  <a:lnTo>
                    <a:pt x="59211" y="39409"/>
                  </a:lnTo>
                  <a:lnTo>
                    <a:pt x="55221" y="42893"/>
                  </a:lnTo>
                  <a:lnTo>
                    <a:pt x="51343" y="46502"/>
                  </a:lnTo>
                  <a:lnTo>
                    <a:pt x="47582" y="50232"/>
                  </a:lnTo>
                  <a:lnTo>
                    <a:pt x="43940" y="54079"/>
                  </a:lnTo>
                  <a:lnTo>
                    <a:pt x="40422" y="58040"/>
                  </a:lnTo>
                  <a:lnTo>
                    <a:pt x="37032" y="62110"/>
                  </a:lnTo>
                  <a:lnTo>
                    <a:pt x="33772" y="66285"/>
                  </a:lnTo>
                  <a:lnTo>
                    <a:pt x="30646" y="70562"/>
                  </a:lnTo>
                  <a:lnTo>
                    <a:pt x="27657" y="74936"/>
                  </a:lnTo>
                  <a:lnTo>
                    <a:pt x="24809" y="79402"/>
                  </a:lnTo>
                  <a:lnTo>
                    <a:pt x="22103" y="83956"/>
                  </a:lnTo>
                  <a:lnTo>
                    <a:pt x="19543" y="88593"/>
                  </a:lnTo>
                  <a:lnTo>
                    <a:pt x="17131" y="93310"/>
                  </a:lnTo>
                  <a:lnTo>
                    <a:pt x="14870" y="98100"/>
                  </a:lnTo>
                  <a:lnTo>
                    <a:pt x="12761" y="102959"/>
                  </a:lnTo>
                  <a:lnTo>
                    <a:pt x="10808" y="107883"/>
                  </a:lnTo>
                  <a:lnTo>
                    <a:pt x="9012" y="112867"/>
                  </a:lnTo>
                  <a:lnTo>
                    <a:pt x="7374" y="117905"/>
                  </a:lnTo>
                  <a:lnTo>
                    <a:pt x="5897" y="122992"/>
                  </a:lnTo>
                  <a:lnTo>
                    <a:pt x="4582" y="128123"/>
                  </a:lnTo>
                  <a:lnTo>
                    <a:pt x="3430" y="133294"/>
                  </a:lnTo>
                  <a:lnTo>
                    <a:pt x="2442" y="138498"/>
                  </a:lnTo>
                  <a:lnTo>
                    <a:pt x="1620" y="143731"/>
                  </a:lnTo>
                  <a:lnTo>
                    <a:pt x="964" y="148988"/>
                  </a:lnTo>
                  <a:lnTo>
                    <a:pt x="475" y="154262"/>
                  </a:lnTo>
                  <a:lnTo>
                    <a:pt x="153" y="159550"/>
                  </a:lnTo>
                  <a:lnTo>
                    <a:pt x="0" y="164845"/>
                  </a:lnTo>
                  <a:lnTo>
                    <a:pt x="13" y="170142"/>
                  </a:lnTo>
                  <a:lnTo>
                    <a:pt x="195" y="175436"/>
                  </a:lnTo>
                  <a:lnTo>
                    <a:pt x="544" y="180722"/>
                  </a:lnTo>
                  <a:lnTo>
                    <a:pt x="1061" y="185994"/>
                  </a:lnTo>
                  <a:lnTo>
                    <a:pt x="1744" y="191247"/>
                  </a:lnTo>
                  <a:lnTo>
                    <a:pt x="2594" y="196475"/>
                  </a:lnTo>
                  <a:lnTo>
                    <a:pt x="3609" y="201674"/>
                  </a:lnTo>
                  <a:lnTo>
                    <a:pt x="4788" y="206839"/>
                  </a:lnTo>
                  <a:lnTo>
                    <a:pt x="6130" y="211963"/>
                  </a:lnTo>
                  <a:lnTo>
                    <a:pt x="7633" y="217043"/>
                  </a:lnTo>
                  <a:lnTo>
                    <a:pt x="9297" y="222072"/>
                  </a:lnTo>
                  <a:lnTo>
                    <a:pt x="11120" y="227046"/>
                  </a:lnTo>
                  <a:lnTo>
                    <a:pt x="13099" y="231959"/>
                  </a:lnTo>
                  <a:lnTo>
                    <a:pt x="15233" y="236808"/>
                  </a:lnTo>
                  <a:lnTo>
                    <a:pt x="17519" y="241586"/>
                  </a:lnTo>
                  <a:lnTo>
                    <a:pt x="19955" y="246290"/>
                  </a:lnTo>
                  <a:lnTo>
                    <a:pt x="22540" y="250914"/>
                  </a:lnTo>
                  <a:lnTo>
                    <a:pt x="25269" y="255454"/>
                  </a:lnTo>
                  <a:lnTo>
                    <a:pt x="28141" y="259905"/>
                  </a:lnTo>
                  <a:lnTo>
                    <a:pt x="31153" y="264263"/>
                  </a:lnTo>
                  <a:lnTo>
                    <a:pt x="34301" y="268523"/>
                  </a:lnTo>
                  <a:lnTo>
                    <a:pt x="37583" y="272681"/>
                  </a:lnTo>
                  <a:lnTo>
                    <a:pt x="40995" y="276734"/>
                  </a:lnTo>
                  <a:lnTo>
                    <a:pt x="44533" y="280676"/>
                  </a:lnTo>
                  <a:lnTo>
                    <a:pt x="48195" y="284504"/>
                  </a:lnTo>
                  <a:lnTo>
                    <a:pt x="51976" y="288214"/>
                  </a:lnTo>
                  <a:lnTo>
                    <a:pt x="55872" y="291802"/>
                  </a:lnTo>
                  <a:lnTo>
                    <a:pt x="59881" y="295266"/>
                  </a:lnTo>
                  <a:lnTo>
                    <a:pt x="63997" y="298600"/>
                  </a:lnTo>
                  <a:lnTo>
                    <a:pt x="68216" y="301802"/>
                  </a:lnTo>
                  <a:lnTo>
                    <a:pt x="72535" y="304869"/>
                  </a:lnTo>
                  <a:lnTo>
                    <a:pt x="76949" y="307798"/>
                  </a:lnTo>
                  <a:lnTo>
                    <a:pt x="81454" y="310585"/>
                  </a:lnTo>
                  <a:lnTo>
                    <a:pt x="86045" y="313229"/>
                  </a:lnTo>
                  <a:lnTo>
                    <a:pt x="90717" y="315725"/>
                  </a:lnTo>
                  <a:lnTo>
                    <a:pt x="95466" y="318072"/>
                  </a:lnTo>
                  <a:lnTo>
                    <a:pt x="100286" y="320268"/>
                  </a:lnTo>
                  <a:lnTo>
                    <a:pt x="105174" y="322309"/>
                  </a:lnTo>
                  <a:lnTo>
                    <a:pt x="110125" y="324195"/>
                  </a:lnTo>
                  <a:lnTo>
                    <a:pt x="115132" y="325923"/>
                  </a:lnTo>
                  <a:lnTo>
                    <a:pt x="120192" y="327492"/>
                  </a:lnTo>
                  <a:lnTo>
                    <a:pt x="125299" y="328899"/>
                  </a:lnTo>
                  <a:lnTo>
                    <a:pt x="130448" y="330144"/>
                  </a:lnTo>
                  <a:lnTo>
                    <a:pt x="135633" y="331225"/>
                  </a:lnTo>
                  <a:lnTo>
                    <a:pt x="140851" y="332141"/>
                  </a:lnTo>
                  <a:lnTo>
                    <a:pt x="146095" y="332892"/>
                  </a:lnTo>
                  <a:lnTo>
                    <a:pt x="151360" y="333476"/>
                  </a:lnTo>
                  <a:lnTo>
                    <a:pt x="156640" y="333892"/>
                  </a:lnTo>
                  <a:lnTo>
                    <a:pt x="161932" y="334142"/>
                  </a:lnTo>
                  <a:lnTo>
                    <a:pt x="167228" y="334223"/>
                  </a:lnTo>
                  <a:lnTo>
                    <a:pt x="172525" y="334137"/>
                  </a:lnTo>
                  <a:lnTo>
                    <a:pt x="177816" y="333883"/>
                  </a:lnTo>
                  <a:lnTo>
                    <a:pt x="183097" y="333461"/>
                  </a:lnTo>
                  <a:lnTo>
                    <a:pt x="188361" y="332872"/>
                  </a:lnTo>
                  <a:lnTo>
                    <a:pt x="193604" y="332117"/>
                  </a:lnTo>
                  <a:lnTo>
                    <a:pt x="198821" y="331196"/>
                  </a:lnTo>
                  <a:lnTo>
                    <a:pt x="204005" y="330110"/>
                  </a:lnTo>
                  <a:lnTo>
                    <a:pt x="209153" y="328861"/>
                  </a:lnTo>
                  <a:lnTo>
                    <a:pt x="214259" y="327449"/>
                  </a:lnTo>
                  <a:lnTo>
                    <a:pt x="219317" y="325876"/>
                  </a:lnTo>
                  <a:lnTo>
                    <a:pt x="224323" y="324143"/>
                  </a:lnTo>
                  <a:lnTo>
                    <a:pt x="229272" y="322253"/>
                  </a:lnTo>
                  <a:lnTo>
                    <a:pt x="234158" y="320207"/>
                  </a:lnTo>
                  <a:lnTo>
                    <a:pt x="238976" y="318007"/>
                  </a:lnTo>
                  <a:lnTo>
                    <a:pt x="243723" y="315655"/>
                  </a:lnTo>
                  <a:lnTo>
                    <a:pt x="248393" y="313155"/>
                  </a:lnTo>
                  <a:lnTo>
                    <a:pt x="252981" y="310507"/>
                  </a:lnTo>
                  <a:lnTo>
                    <a:pt x="257483" y="307716"/>
                  </a:lnTo>
                  <a:lnTo>
                    <a:pt x="261895" y="304783"/>
                  </a:lnTo>
                  <a:lnTo>
                    <a:pt x="266211" y="301712"/>
                  </a:lnTo>
                  <a:lnTo>
                    <a:pt x="270428" y="298506"/>
                  </a:lnTo>
                  <a:lnTo>
                    <a:pt x="274541" y="295168"/>
                  </a:lnTo>
                  <a:lnTo>
                    <a:pt x="278546" y="291701"/>
                  </a:lnTo>
                  <a:lnTo>
                    <a:pt x="282439" y="288109"/>
                  </a:lnTo>
                  <a:lnTo>
                    <a:pt x="286217" y="284395"/>
                  </a:lnTo>
                  <a:lnTo>
                    <a:pt x="289875" y="280564"/>
                  </a:lnTo>
                  <a:lnTo>
                    <a:pt x="293410" y="276619"/>
                  </a:lnTo>
                  <a:lnTo>
                    <a:pt x="296818" y="272563"/>
                  </a:lnTo>
                  <a:lnTo>
                    <a:pt x="300096" y="268402"/>
                  </a:lnTo>
                  <a:lnTo>
                    <a:pt x="303240" y="264139"/>
                  </a:lnTo>
                  <a:lnTo>
                    <a:pt x="306248" y="259778"/>
                  </a:lnTo>
                  <a:lnTo>
                    <a:pt x="309116" y="255325"/>
                  </a:lnTo>
                  <a:lnTo>
                    <a:pt x="311841" y="250782"/>
                  </a:lnTo>
                  <a:lnTo>
                    <a:pt x="314421" y="246156"/>
                  </a:lnTo>
                  <a:lnTo>
                    <a:pt x="316854" y="241450"/>
                  </a:lnTo>
                  <a:lnTo>
                    <a:pt x="319136" y="236669"/>
                  </a:lnTo>
                  <a:lnTo>
                    <a:pt x="321265" y="231819"/>
                  </a:lnTo>
                  <a:lnTo>
                    <a:pt x="323239" y="226904"/>
                  </a:lnTo>
                  <a:lnTo>
                    <a:pt x="325057" y="221928"/>
                  </a:lnTo>
                  <a:lnTo>
                    <a:pt x="326717" y="216897"/>
                  </a:lnTo>
                  <a:lnTo>
                    <a:pt x="328216" y="211817"/>
                  </a:lnTo>
                  <a:lnTo>
                    <a:pt x="329553" y="206691"/>
                  </a:lnTo>
                  <a:lnTo>
                    <a:pt x="330727" y="201526"/>
                  </a:lnTo>
                  <a:lnTo>
                    <a:pt x="331737" y="196325"/>
                  </a:lnTo>
                  <a:lnTo>
                    <a:pt x="332582" y="191096"/>
                  </a:lnTo>
                  <a:lnTo>
                    <a:pt x="333261" y="185842"/>
                  </a:lnTo>
                  <a:lnTo>
                    <a:pt x="333773" y="180570"/>
                  </a:lnTo>
                  <a:lnTo>
                    <a:pt x="334117" y="175284"/>
                  </a:lnTo>
                  <a:lnTo>
                    <a:pt x="334294" y="169990"/>
                  </a:lnTo>
                  <a:lnTo>
                    <a:pt x="334303" y="164692"/>
                  </a:lnTo>
                  <a:lnTo>
                    <a:pt x="334144" y="159398"/>
                  </a:lnTo>
                  <a:lnTo>
                    <a:pt x="333818" y="154110"/>
                  </a:lnTo>
                  <a:lnTo>
                    <a:pt x="333324" y="148836"/>
                  </a:lnTo>
                  <a:lnTo>
                    <a:pt x="332663" y="143580"/>
                  </a:lnTo>
                  <a:lnTo>
                    <a:pt x="331836" y="138348"/>
                  </a:lnTo>
                  <a:lnTo>
                    <a:pt x="330844" y="133145"/>
                  </a:lnTo>
                  <a:lnTo>
                    <a:pt x="329687" y="127975"/>
                  </a:lnTo>
                  <a:lnTo>
                    <a:pt x="328368" y="122845"/>
                  </a:lnTo>
                  <a:lnTo>
                    <a:pt x="326886" y="117759"/>
                  </a:lnTo>
                  <a:lnTo>
                    <a:pt x="325244" y="112723"/>
                  </a:lnTo>
                  <a:lnTo>
                    <a:pt x="323443" y="107741"/>
                  </a:lnTo>
                  <a:lnTo>
                    <a:pt x="321485" y="102819"/>
                  </a:lnTo>
                  <a:lnTo>
                    <a:pt x="319372" y="97961"/>
                  </a:lnTo>
                  <a:lnTo>
                    <a:pt x="317107" y="93173"/>
                  </a:lnTo>
                  <a:lnTo>
                    <a:pt x="314690" y="88459"/>
                  </a:lnTo>
                  <a:lnTo>
                    <a:pt x="312126" y="83824"/>
                  </a:lnTo>
                  <a:lnTo>
                    <a:pt x="309416" y="79272"/>
                  </a:lnTo>
                  <a:lnTo>
                    <a:pt x="306563" y="74809"/>
                  </a:lnTo>
                  <a:lnTo>
                    <a:pt x="303570" y="70438"/>
                  </a:lnTo>
                  <a:lnTo>
                    <a:pt x="300441" y="66164"/>
                  </a:lnTo>
                  <a:lnTo>
                    <a:pt x="297177" y="61992"/>
                  </a:lnTo>
                  <a:lnTo>
                    <a:pt x="293783" y="57925"/>
                  </a:lnTo>
                  <a:lnTo>
                    <a:pt x="290262" y="53967"/>
                  </a:lnTo>
                  <a:lnTo>
                    <a:pt x="286617" y="50123"/>
                  </a:lnTo>
                  <a:lnTo>
                    <a:pt x="282852" y="46397"/>
                  </a:lnTo>
                  <a:lnTo>
                    <a:pt x="278971" y="42792"/>
                  </a:lnTo>
                  <a:lnTo>
                    <a:pt x="274977" y="39311"/>
                  </a:lnTo>
                  <a:lnTo>
                    <a:pt x="270876" y="35959"/>
                  </a:lnTo>
                  <a:lnTo>
                    <a:pt x="266670" y="32738"/>
                  </a:lnTo>
                  <a:lnTo>
                    <a:pt x="262364" y="29653"/>
                  </a:lnTo>
                  <a:lnTo>
                    <a:pt x="257963" y="26705"/>
                  </a:lnTo>
                  <a:lnTo>
                    <a:pt x="253470" y="23898"/>
                  </a:lnTo>
                  <a:lnTo>
                    <a:pt x="248891" y="21235"/>
                  </a:lnTo>
                  <a:lnTo>
                    <a:pt x="244230" y="18718"/>
                  </a:lnTo>
                  <a:lnTo>
                    <a:pt x="239491" y="16351"/>
                  </a:lnTo>
                  <a:lnTo>
                    <a:pt x="167152" y="1670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90748" y="2633064"/>
              <a:ext cx="72338" cy="167167"/>
            </a:xfrm>
            <a:custGeom>
              <a:avLst/>
              <a:pathLst>
                <a:path w="72338" h="167167">
                  <a:moveTo>
                    <a:pt x="72338" y="16462"/>
                  </a:moveTo>
                  <a:lnTo>
                    <a:pt x="67109" y="14061"/>
                  </a:lnTo>
                  <a:lnTo>
                    <a:pt x="61799" y="11842"/>
                  </a:lnTo>
                  <a:lnTo>
                    <a:pt x="56417" y="9807"/>
                  </a:lnTo>
                  <a:lnTo>
                    <a:pt x="50967" y="7959"/>
                  </a:lnTo>
                  <a:lnTo>
                    <a:pt x="45457" y="6299"/>
                  </a:lnTo>
                  <a:lnTo>
                    <a:pt x="39894" y="4830"/>
                  </a:lnTo>
                  <a:lnTo>
                    <a:pt x="34283" y="3553"/>
                  </a:lnTo>
                  <a:lnTo>
                    <a:pt x="28631" y="2470"/>
                  </a:lnTo>
                  <a:lnTo>
                    <a:pt x="22946" y="1582"/>
                  </a:lnTo>
                  <a:lnTo>
                    <a:pt x="17233" y="890"/>
                  </a:lnTo>
                  <a:lnTo>
                    <a:pt x="11500" y="396"/>
                  </a:lnTo>
                  <a:lnTo>
                    <a:pt x="5753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499686" y="3170392"/>
              <a:ext cx="26294" cy="167167"/>
            </a:xfrm>
            <a:custGeom>
              <a:avLst/>
              <a:pathLst>
                <a:path w="26294" h="167167">
                  <a:moveTo>
                    <a:pt x="26294" y="0"/>
                  </a:moveTo>
                  <a:lnTo>
                    <a:pt x="19695" y="130"/>
                  </a:lnTo>
                  <a:lnTo>
                    <a:pt x="13106" y="521"/>
                  </a:lnTo>
                  <a:lnTo>
                    <a:pt x="6537" y="1171"/>
                  </a:lnTo>
                  <a:lnTo>
                    <a:pt x="0" y="2080"/>
                  </a:lnTo>
                  <a:lnTo>
                    <a:pt x="2629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499686" y="3172473"/>
              <a:ext cx="26294" cy="165086"/>
            </a:xfrm>
            <a:custGeom>
              <a:avLst/>
              <a:pathLst>
                <a:path w="26294" h="165086">
                  <a:moveTo>
                    <a:pt x="0" y="0"/>
                  </a:moveTo>
                  <a:lnTo>
                    <a:pt x="26294" y="1650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499686" y="3172473"/>
              <a:ext cx="26294" cy="165086"/>
            </a:xfrm>
            <a:custGeom>
              <a:avLst/>
              <a:pathLst>
                <a:path w="26294" h="165086">
                  <a:moveTo>
                    <a:pt x="0" y="0"/>
                  </a:moveTo>
                  <a:lnTo>
                    <a:pt x="26294" y="1650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499686" y="3172473"/>
              <a:ext cx="26294" cy="165086"/>
            </a:xfrm>
            <a:custGeom>
              <a:avLst/>
              <a:pathLst>
                <a:path w="26294" h="165086">
                  <a:moveTo>
                    <a:pt x="0" y="0"/>
                  </a:moveTo>
                  <a:lnTo>
                    <a:pt x="26294" y="16508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499686" y="3172473"/>
              <a:ext cx="26294" cy="165086"/>
            </a:xfrm>
            <a:custGeom>
              <a:avLst/>
              <a:pathLst>
                <a:path w="26294" h="165086">
                  <a:moveTo>
                    <a:pt x="0" y="0"/>
                  </a:moveTo>
                  <a:lnTo>
                    <a:pt x="26294" y="1650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499686" y="3172473"/>
              <a:ext cx="26294" cy="165086"/>
            </a:xfrm>
            <a:custGeom>
              <a:avLst/>
              <a:pathLst>
                <a:path w="26294" h="165086">
                  <a:moveTo>
                    <a:pt x="0" y="0"/>
                  </a:moveTo>
                  <a:lnTo>
                    <a:pt x="26294" y="1650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499686" y="3172473"/>
              <a:ext cx="26294" cy="165086"/>
            </a:xfrm>
            <a:custGeom>
              <a:avLst/>
              <a:pathLst>
                <a:path w="26294" h="165086">
                  <a:moveTo>
                    <a:pt x="0" y="0"/>
                  </a:moveTo>
                  <a:lnTo>
                    <a:pt x="26294" y="16508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499686" y="3172473"/>
              <a:ext cx="26294" cy="165086"/>
            </a:xfrm>
            <a:custGeom>
              <a:avLst/>
              <a:pathLst>
                <a:path w="26294" h="165086">
                  <a:moveTo>
                    <a:pt x="0" y="0"/>
                  </a:moveTo>
                  <a:lnTo>
                    <a:pt x="26294" y="1650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499686" y="3172473"/>
              <a:ext cx="26294" cy="165086"/>
            </a:xfrm>
            <a:custGeom>
              <a:avLst/>
              <a:pathLst>
                <a:path w="26294" h="165086">
                  <a:moveTo>
                    <a:pt x="0" y="0"/>
                  </a:moveTo>
                  <a:lnTo>
                    <a:pt x="26294" y="1650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499686" y="3172473"/>
              <a:ext cx="26294" cy="165086"/>
            </a:xfrm>
            <a:custGeom>
              <a:avLst/>
              <a:pathLst>
                <a:path w="26294" h="165086">
                  <a:moveTo>
                    <a:pt x="0" y="0"/>
                  </a:moveTo>
                  <a:lnTo>
                    <a:pt x="26294" y="1650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499686" y="3172473"/>
              <a:ext cx="26294" cy="165086"/>
            </a:xfrm>
            <a:custGeom>
              <a:avLst/>
              <a:pathLst>
                <a:path w="26294" h="165086">
                  <a:moveTo>
                    <a:pt x="0" y="0"/>
                  </a:moveTo>
                  <a:lnTo>
                    <a:pt x="26294" y="1650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499686" y="3172473"/>
              <a:ext cx="26294" cy="165086"/>
            </a:xfrm>
            <a:custGeom>
              <a:avLst/>
              <a:pathLst>
                <a:path w="26294" h="165086">
                  <a:moveTo>
                    <a:pt x="0" y="0"/>
                  </a:moveTo>
                  <a:lnTo>
                    <a:pt x="26294" y="1650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499686" y="3172473"/>
              <a:ext cx="26294" cy="165086"/>
            </a:xfrm>
            <a:custGeom>
              <a:avLst/>
              <a:pathLst>
                <a:path w="26294" h="165086">
                  <a:moveTo>
                    <a:pt x="0" y="0"/>
                  </a:moveTo>
                  <a:lnTo>
                    <a:pt x="26294" y="1650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358831" y="3172473"/>
              <a:ext cx="334307" cy="332253"/>
            </a:xfrm>
            <a:custGeom>
              <a:avLst/>
              <a:pathLst>
                <a:path w="334307" h="332253">
                  <a:moveTo>
                    <a:pt x="140855" y="0"/>
                  </a:moveTo>
                  <a:lnTo>
                    <a:pt x="135623" y="918"/>
                  </a:lnTo>
                  <a:lnTo>
                    <a:pt x="130423" y="2003"/>
                  </a:lnTo>
                  <a:lnTo>
                    <a:pt x="125260" y="3252"/>
                  </a:lnTo>
                  <a:lnTo>
                    <a:pt x="120139" y="4665"/>
                  </a:lnTo>
                  <a:lnTo>
                    <a:pt x="115066" y="6239"/>
                  </a:lnTo>
                  <a:lnTo>
                    <a:pt x="110046" y="7974"/>
                  </a:lnTo>
                  <a:lnTo>
                    <a:pt x="105083" y="9868"/>
                  </a:lnTo>
                  <a:lnTo>
                    <a:pt x="100183" y="11918"/>
                  </a:lnTo>
                  <a:lnTo>
                    <a:pt x="95350" y="14123"/>
                  </a:lnTo>
                  <a:lnTo>
                    <a:pt x="90590" y="16480"/>
                  </a:lnTo>
                  <a:lnTo>
                    <a:pt x="85907" y="18988"/>
                  </a:lnTo>
                  <a:lnTo>
                    <a:pt x="81307" y="21643"/>
                  </a:lnTo>
                  <a:lnTo>
                    <a:pt x="76792" y="24442"/>
                  </a:lnTo>
                  <a:lnTo>
                    <a:pt x="72370" y="27384"/>
                  </a:lnTo>
                  <a:lnTo>
                    <a:pt x="68042" y="30465"/>
                  </a:lnTo>
                  <a:lnTo>
                    <a:pt x="63815" y="33682"/>
                  </a:lnTo>
                  <a:lnTo>
                    <a:pt x="59693" y="37031"/>
                  </a:lnTo>
                  <a:lnTo>
                    <a:pt x="55678" y="40510"/>
                  </a:lnTo>
                  <a:lnTo>
                    <a:pt x="51777" y="44114"/>
                  </a:lnTo>
                  <a:lnTo>
                    <a:pt x="47991" y="47841"/>
                  </a:lnTo>
                  <a:lnTo>
                    <a:pt x="44326" y="51686"/>
                  </a:lnTo>
                  <a:lnTo>
                    <a:pt x="40786" y="55645"/>
                  </a:lnTo>
                  <a:lnTo>
                    <a:pt x="37372" y="59715"/>
                  </a:lnTo>
                  <a:lnTo>
                    <a:pt x="34090" y="63892"/>
                  </a:lnTo>
                  <a:lnTo>
                    <a:pt x="30942" y="68170"/>
                  </a:lnTo>
                  <a:lnTo>
                    <a:pt x="27932" y="72547"/>
                  </a:lnTo>
                  <a:lnTo>
                    <a:pt x="25062" y="77017"/>
                  </a:lnTo>
                  <a:lnTo>
                    <a:pt x="22335" y="81576"/>
                  </a:lnTo>
                  <a:lnTo>
                    <a:pt x="19755" y="86219"/>
                  </a:lnTo>
                  <a:lnTo>
                    <a:pt x="17324" y="90941"/>
                  </a:lnTo>
                  <a:lnTo>
                    <a:pt x="15044" y="95739"/>
                  </a:lnTo>
                  <a:lnTo>
                    <a:pt x="12917" y="100607"/>
                  </a:lnTo>
                  <a:lnTo>
                    <a:pt x="10947" y="105539"/>
                  </a:lnTo>
                  <a:lnTo>
                    <a:pt x="9134" y="110532"/>
                  </a:lnTo>
                  <a:lnTo>
                    <a:pt x="7480" y="115580"/>
                  </a:lnTo>
                  <a:lnTo>
                    <a:pt x="5988" y="120678"/>
                  </a:lnTo>
                  <a:lnTo>
                    <a:pt x="4658" y="125821"/>
                  </a:lnTo>
                  <a:lnTo>
                    <a:pt x="3493" y="131003"/>
                  </a:lnTo>
                  <a:lnTo>
                    <a:pt x="2493" y="136220"/>
                  </a:lnTo>
                  <a:lnTo>
                    <a:pt x="1659" y="141466"/>
                  </a:lnTo>
                  <a:lnTo>
                    <a:pt x="992" y="146736"/>
                  </a:lnTo>
                  <a:lnTo>
                    <a:pt x="493" y="152024"/>
                  </a:lnTo>
                  <a:lnTo>
                    <a:pt x="162" y="157326"/>
                  </a:lnTo>
                  <a:lnTo>
                    <a:pt x="0" y="162635"/>
                  </a:lnTo>
                  <a:lnTo>
                    <a:pt x="6" y="167947"/>
                  </a:lnTo>
                  <a:lnTo>
                    <a:pt x="181" y="173256"/>
                  </a:lnTo>
                  <a:lnTo>
                    <a:pt x="525" y="178557"/>
                  </a:lnTo>
                  <a:lnTo>
                    <a:pt x="1037" y="183844"/>
                  </a:lnTo>
                  <a:lnTo>
                    <a:pt x="1717" y="189112"/>
                  </a:lnTo>
                  <a:lnTo>
                    <a:pt x="2564" y="194356"/>
                  </a:lnTo>
                  <a:lnTo>
                    <a:pt x="3577" y="199570"/>
                  </a:lnTo>
                  <a:lnTo>
                    <a:pt x="4755" y="204750"/>
                  </a:lnTo>
                  <a:lnTo>
                    <a:pt x="6097" y="209889"/>
                  </a:lnTo>
                  <a:lnTo>
                    <a:pt x="7602" y="214984"/>
                  </a:lnTo>
                  <a:lnTo>
                    <a:pt x="9268" y="220027"/>
                  </a:lnTo>
                  <a:lnTo>
                    <a:pt x="11093" y="225016"/>
                  </a:lnTo>
                  <a:lnTo>
                    <a:pt x="13076" y="229944"/>
                  </a:lnTo>
                  <a:lnTo>
                    <a:pt x="15215" y="234806"/>
                  </a:lnTo>
                  <a:lnTo>
                    <a:pt x="17506" y="239598"/>
                  </a:lnTo>
                  <a:lnTo>
                    <a:pt x="19949" y="244315"/>
                  </a:lnTo>
                  <a:lnTo>
                    <a:pt x="22541" y="248952"/>
                  </a:lnTo>
                  <a:lnTo>
                    <a:pt x="25278" y="253504"/>
                  </a:lnTo>
                  <a:lnTo>
                    <a:pt x="28159" y="257967"/>
                  </a:lnTo>
                  <a:lnTo>
                    <a:pt x="31180" y="262336"/>
                  </a:lnTo>
                  <a:lnTo>
                    <a:pt x="34339" y="266606"/>
                  </a:lnTo>
                  <a:lnTo>
                    <a:pt x="37631" y="270775"/>
                  </a:lnTo>
                  <a:lnTo>
                    <a:pt x="41055" y="274836"/>
                  </a:lnTo>
                  <a:lnTo>
                    <a:pt x="44605" y="278787"/>
                  </a:lnTo>
                  <a:lnTo>
                    <a:pt x="48279" y="282623"/>
                  </a:lnTo>
                  <a:lnTo>
                    <a:pt x="52074" y="286341"/>
                  </a:lnTo>
                  <a:lnTo>
                    <a:pt x="55984" y="289935"/>
                  </a:lnTo>
                  <a:lnTo>
                    <a:pt x="60007" y="293404"/>
                  </a:lnTo>
                  <a:lnTo>
                    <a:pt x="64138" y="296744"/>
                  </a:lnTo>
                  <a:lnTo>
                    <a:pt x="68373" y="299950"/>
                  </a:lnTo>
                  <a:lnTo>
                    <a:pt x="72708" y="303020"/>
                  </a:lnTo>
                  <a:lnTo>
                    <a:pt x="77138" y="305951"/>
                  </a:lnTo>
                  <a:lnTo>
                    <a:pt x="81659" y="308740"/>
                  </a:lnTo>
                  <a:lnTo>
                    <a:pt x="86266" y="311383"/>
                  </a:lnTo>
                  <a:lnTo>
                    <a:pt x="90955" y="313879"/>
                  </a:lnTo>
                  <a:lnTo>
                    <a:pt x="95721" y="316225"/>
                  </a:lnTo>
                  <a:lnTo>
                    <a:pt x="100559" y="318418"/>
                  </a:lnTo>
                  <a:lnTo>
                    <a:pt x="105464" y="320456"/>
                  </a:lnTo>
                  <a:lnTo>
                    <a:pt x="110432" y="322338"/>
                  </a:lnTo>
                  <a:lnTo>
                    <a:pt x="115456" y="324060"/>
                  </a:lnTo>
                  <a:lnTo>
                    <a:pt x="120533" y="325622"/>
                  </a:lnTo>
                  <a:lnTo>
                    <a:pt x="125657" y="327022"/>
                  </a:lnTo>
                  <a:lnTo>
                    <a:pt x="130823" y="328259"/>
                  </a:lnTo>
                  <a:lnTo>
                    <a:pt x="136026" y="329331"/>
                  </a:lnTo>
                  <a:lnTo>
                    <a:pt x="141260" y="330237"/>
                  </a:lnTo>
                  <a:lnTo>
                    <a:pt x="146520" y="330976"/>
                  </a:lnTo>
                  <a:lnTo>
                    <a:pt x="151801" y="331547"/>
                  </a:lnTo>
                  <a:lnTo>
                    <a:pt x="157098" y="331951"/>
                  </a:lnTo>
                  <a:lnTo>
                    <a:pt x="162404" y="332186"/>
                  </a:lnTo>
                  <a:lnTo>
                    <a:pt x="167716" y="332253"/>
                  </a:lnTo>
                  <a:lnTo>
                    <a:pt x="173027" y="332150"/>
                  </a:lnTo>
                  <a:lnTo>
                    <a:pt x="178331" y="331879"/>
                  </a:lnTo>
                  <a:lnTo>
                    <a:pt x="183625" y="331440"/>
                  </a:lnTo>
                  <a:lnTo>
                    <a:pt x="188902" y="330832"/>
                  </a:lnTo>
                  <a:lnTo>
                    <a:pt x="194157" y="330057"/>
                  </a:lnTo>
                  <a:lnTo>
                    <a:pt x="199385" y="329116"/>
                  </a:lnTo>
                  <a:lnTo>
                    <a:pt x="204580" y="328009"/>
                  </a:lnTo>
                  <a:lnTo>
                    <a:pt x="209738" y="326737"/>
                  </a:lnTo>
                  <a:lnTo>
                    <a:pt x="214852" y="325303"/>
                  </a:lnTo>
                  <a:lnTo>
                    <a:pt x="219918" y="323706"/>
                  </a:lnTo>
                  <a:lnTo>
                    <a:pt x="224931" y="321950"/>
                  </a:lnTo>
                  <a:lnTo>
                    <a:pt x="229886" y="320035"/>
                  </a:lnTo>
                  <a:lnTo>
                    <a:pt x="234777" y="317963"/>
                  </a:lnTo>
                  <a:lnTo>
                    <a:pt x="239600" y="315737"/>
                  </a:lnTo>
                  <a:lnTo>
                    <a:pt x="244350" y="313359"/>
                  </a:lnTo>
                  <a:lnTo>
                    <a:pt x="249022" y="310832"/>
                  </a:lnTo>
                  <a:lnTo>
                    <a:pt x="253611" y="308157"/>
                  </a:lnTo>
                  <a:lnTo>
                    <a:pt x="258113" y="305338"/>
                  </a:lnTo>
                  <a:lnTo>
                    <a:pt x="262523" y="302377"/>
                  </a:lnTo>
                  <a:lnTo>
                    <a:pt x="266837" y="299277"/>
                  </a:lnTo>
                  <a:lnTo>
                    <a:pt x="271050" y="296042"/>
                  </a:lnTo>
                  <a:lnTo>
                    <a:pt x="275158" y="292675"/>
                  </a:lnTo>
                  <a:lnTo>
                    <a:pt x="279157" y="289179"/>
                  </a:lnTo>
                  <a:lnTo>
                    <a:pt x="283044" y="285558"/>
                  </a:lnTo>
                  <a:lnTo>
                    <a:pt x="286813" y="281815"/>
                  </a:lnTo>
                  <a:lnTo>
                    <a:pt x="290461" y="277954"/>
                  </a:lnTo>
                  <a:lnTo>
                    <a:pt x="293985" y="273979"/>
                  </a:lnTo>
                  <a:lnTo>
                    <a:pt x="297380" y="269894"/>
                  </a:lnTo>
                  <a:lnTo>
                    <a:pt x="300644" y="265704"/>
                  </a:lnTo>
                  <a:lnTo>
                    <a:pt x="303774" y="261412"/>
                  </a:lnTo>
                  <a:lnTo>
                    <a:pt x="306765" y="257022"/>
                  </a:lnTo>
                  <a:lnTo>
                    <a:pt x="309616" y="252540"/>
                  </a:lnTo>
                  <a:lnTo>
                    <a:pt x="312322" y="247969"/>
                  </a:lnTo>
                  <a:lnTo>
                    <a:pt x="314882" y="243315"/>
                  </a:lnTo>
                  <a:lnTo>
                    <a:pt x="317293" y="238582"/>
                  </a:lnTo>
                  <a:lnTo>
                    <a:pt x="319553" y="233774"/>
                  </a:lnTo>
                  <a:lnTo>
                    <a:pt x="321658" y="228898"/>
                  </a:lnTo>
                  <a:lnTo>
                    <a:pt x="323607" y="223956"/>
                  </a:lnTo>
                  <a:lnTo>
                    <a:pt x="325399" y="218956"/>
                  </a:lnTo>
                  <a:lnTo>
                    <a:pt x="327030" y="213901"/>
                  </a:lnTo>
                  <a:lnTo>
                    <a:pt x="328501" y="208796"/>
                  </a:lnTo>
                  <a:lnTo>
                    <a:pt x="329808" y="203648"/>
                  </a:lnTo>
                  <a:lnTo>
                    <a:pt x="330951" y="198460"/>
                  </a:lnTo>
                  <a:lnTo>
                    <a:pt x="331929" y="193239"/>
                  </a:lnTo>
                  <a:lnTo>
                    <a:pt x="332740" y="187990"/>
                  </a:lnTo>
                  <a:lnTo>
                    <a:pt x="333384" y="182717"/>
                  </a:lnTo>
                  <a:lnTo>
                    <a:pt x="333860" y="177427"/>
                  </a:lnTo>
                  <a:lnTo>
                    <a:pt x="334168" y="172124"/>
                  </a:lnTo>
                  <a:lnTo>
                    <a:pt x="334307" y="166814"/>
                  </a:lnTo>
                  <a:lnTo>
                    <a:pt x="334278" y="161502"/>
                  </a:lnTo>
                  <a:lnTo>
                    <a:pt x="334080" y="156194"/>
                  </a:lnTo>
                  <a:lnTo>
                    <a:pt x="333713" y="150895"/>
                  </a:lnTo>
                  <a:lnTo>
                    <a:pt x="333178" y="145610"/>
                  </a:lnTo>
                  <a:lnTo>
                    <a:pt x="332475" y="140345"/>
                  </a:lnTo>
                  <a:lnTo>
                    <a:pt x="331606" y="135105"/>
                  </a:lnTo>
                  <a:lnTo>
                    <a:pt x="330570" y="129895"/>
                  </a:lnTo>
                  <a:lnTo>
                    <a:pt x="329370" y="124720"/>
                  </a:lnTo>
                  <a:lnTo>
                    <a:pt x="328005" y="119587"/>
                  </a:lnTo>
                  <a:lnTo>
                    <a:pt x="326478" y="114499"/>
                  </a:lnTo>
                  <a:lnTo>
                    <a:pt x="324791" y="109462"/>
                  </a:lnTo>
                  <a:lnTo>
                    <a:pt x="322944" y="104482"/>
                  </a:lnTo>
                  <a:lnTo>
                    <a:pt x="320940" y="99563"/>
                  </a:lnTo>
                  <a:lnTo>
                    <a:pt x="318780" y="94709"/>
                  </a:lnTo>
                  <a:lnTo>
                    <a:pt x="316468" y="89927"/>
                  </a:lnTo>
                  <a:lnTo>
                    <a:pt x="314005" y="85221"/>
                  </a:lnTo>
                  <a:lnTo>
                    <a:pt x="311393" y="80596"/>
                  </a:lnTo>
                  <a:lnTo>
                    <a:pt x="308636" y="76056"/>
                  </a:lnTo>
                  <a:lnTo>
                    <a:pt x="305736" y="71605"/>
                  </a:lnTo>
                  <a:lnTo>
                    <a:pt x="302696" y="67249"/>
                  </a:lnTo>
                  <a:lnTo>
                    <a:pt x="299519" y="62992"/>
                  </a:lnTo>
                  <a:lnTo>
                    <a:pt x="296208" y="58838"/>
                  </a:lnTo>
                  <a:lnTo>
                    <a:pt x="292768" y="54791"/>
                  </a:lnTo>
                  <a:lnTo>
                    <a:pt x="289200" y="50856"/>
                  </a:lnTo>
                  <a:lnTo>
                    <a:pt x="167149" y="1650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25980" y="3170392"/>
              <a:ext cx="122050" cy="167167"/>
            </a:xfrm>
            <a:custGeom>
              <a:avLst/>
              <a:pathLst>
                <a:path w="122050" h="167167">
                  <a:moveTo>
                    <a:pt x="122050" y="52937"/>
                  </a:moveTo>
                  <a:lnTo>
                    <a:pt x="118246" y="49003"/>
                  </a:lnTo>
                  <a:lnTo>
                    <a:pt x="114315" y="45196"/>
                  </a:lnTo>
                  <a:lnTo>
                    <a:pt x="110261" y="41519"/>
                  </a:lnTo>
                  <a:lnTo>
                    <a:pt x="106089" y="37977"/>
                  </a:lnTo>
                  <a:lnTo>
                    <a:pt x="101803" y="34574"/>
                  </a:lnTo>
                  <a:lnTo>
                    <a:pt x="97408" y="31312"/>
                  </a:lnTo>
                  <a:lnTo>
                    <a:pt x="92909" y="28197"/>
                  </a:lnTo>
                  <a:lnTo>
                    <a:pt x="88310" y="25230"/>
                  </a:lnTo>
                  <a:lnTo>
                    <a:pt x="83617" y="22415"/>
                  </a:lnTo>
                  <a:lnTo>
                    <a:pt x="78834" y="19756"/>
                  </a:lnTo>
                  <a:lnTo>
                    <a:pt x="73966" y="17254"/>
                  </a:lnTo>
                  <a:lnTo>
                    <a:pt x="69019" y="14913"/>
                  </a:lnTo>
                  <a:lnTo>
                    <a:pt x="63999" y="12735"/>
                  </a:lnTo>
                  <a:lnTo>
                    <a:pt x="58909" y="10723"/>
                  </a:lnTo>
                  <a:lnTo>
                    <a:pt x="53757" y="8879"/>
                  </a:lnTo>
                  <a:lnTo>
                    <a:pt x="48547" y="7204"/>
                  </a:lnTo>
                  <a:lnTo>
                    <a:pt x="43284" y="5701"/>
                  </a:lnTo>
                  <a:lnTo>
                    <a:pt x="37976" y="4370"/>
                  </a:lnTo>
                  <a:lnTo>
                    <a:pt x="32627" y="3214"/>
                  </a:lnTo>
                  <a:lnTo>
                    <a:pt x="27242" y="2234"/>
                  </a:lnTo>
                  <a:lnTo>
                    <a:pt x="21829" y="1431"/>
                  </a:lnTo>
                  <a:lnTo>
                    <a:pt x="16392" y="805"/>
                  </a:lnTo>
                  <a:lnTo>
                    <a:pt x="10938" y="358"/>
                  </a:lnTo>
                  <a:lnTo>
                    <a:pt x="5471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4290" y="3707720"/>
              <a:ext cx="6458" cy="167167"/>
            </a:xfrm>
            <a:custGeom>
              <a:avLst/>
              <a:pathLst>
                <a:path w="6458" h="167167">
                  <a:moveTo>
                    <a:pt x="6458" y="0"/>
                  </a:moveTo>
                  <a:lnTo>
                    <a:pt x="0" y="124"/>
                  </a:lnTo>
                  <a:lnTo>
                    <a:pt x="64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4290" y="3707845"/>
              <a:ext cx="6458" cy="167042"/>
            </a:xfrm>
            <a:custGeom>
              <a:avLst/>
              <a:pathLst>
                <a:path w="6458" h="167042">
                  <a:moveTo>
                    <a:pt x="0" y="0"/>
                  </a:moveTo>
                  <a:lnTo>
                    <a:pt x="6458" y="167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4290" y="3707845"/>
              <a:ext cx="6458" cy="167042"/>
            </a:xfrm>
            <a:custGeom>
              <a:avLst/>
              <a:pathLst>
                <a:path w="6458" h="167042">
                  <a:moveTo>
                    <a:pt x="0" y="0"/>
                  </a:moveTo>
                  <a:lnTo>
                    <a:pt x="6458" y="1670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4290" y="3707845"/>
              <a:ext cx="6458" cy="167042"/>
            </a:xfrm>
            <a:custGeom>
              <a:avLst/>
              <a:pathLst>
                <a:path w="6458" h="167042">
                  <a:moveTo>
                    <a:pt x="0" y="0"/>
                  </a:moveTo>
                  <a:lnTo>
                    <a:pt x="6458" y="1670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4290" y="3707845"/>
              <a:ext cx="6458" cy="167042"/>
            </a:xfrm>
            <a:custGeom>
              <a:avLst/>
              <a:pathLst>
                <a:path w="6458" h="167042">
                  <a:moveTo>
                    <a:pt x="0" y="0"/>
                  </a:moveTo>
                  <a:lnTo>
                    <a:pt x="6458" y="1670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4290" y="3707845"/>
              <a:ext cx="6458" cy="167042"/>
            </a:xfrm>
            <a:custGeom>
              <a:avLst/>
              <a:pathLst>
                <a:path w="6458" h="167042">
                  <a:moveTo>
                    <a:pt x="0" y="0"/>
                  </a:moveTo>
                  <a:lnTo>
                    <a:pt x="6458" y="1670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4290" y="3707845"/>
              <a:ext cx="6458" cy="167042"/>
            </a:xfrm>
            <a:custGeom>
              <a:avLst/>
              <a:pathLst>
                <a:path w="6458" h="167042">
                  <a:moveTo>
                    <a:pt x="0" y="0"/>
                  </a:moveTo>
                  <a:lnTo>
                    <a:pt x="6458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4290" y="3707845"/>
              <a:ext cx="6458" cy="167042"/>
            </a:xfrm>
            <a:custGeom>
              <a:avLst/>
              <a:pathLst>
                <a:path w="6458" h="167042">
                  <a:moveTo>
                    <a:pt x="0" y="0"/>
                  </a:moveTo>
                  <a:lnTo>
                    <a:pt x="6458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4290" y="3707845"/>
              <a:ext cx="6458" cy="167042"/>
            </a:xfrm>
            <a:custGeom>
              <a:avLst/>
              <a:pathLst>
                <a:path w="6458" h="167042">
                  <a:moveTo>
                    <a:pt x="0" y="0"/>
                  </a:moveTo>
                  <a:lnTo>
                    <a:pt x="6458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4290" y="3707845"/>
              <a:ext cx="6458" cy="167042"/>
            </a:xfrm>
            <a:custGeom>
              <a:avLst/>
              <a:pathLst>
                <a:path w="6458" h="167042">
                  <a:moveTo>
                    <a:pt x="0" y="0"/>
                  </a:moveTo>
                  <a:lnTo>
                    <a:pt x="6458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4290" y="3707845"/>
              <a:ext cx="6458" cy="167042"/>
            </a:xfrm>
            <a:custGeom>
              <a:avLst/>
              <a:pathLst>
                <a:path w="6458" h="167042">
                  <a:moveTo>
                    <a:pt x="0" y="0"/>
                  </a:moveTo>
                  <a:lnTo>
                    <a:pt x="6458" y="1670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4290" y="3707845"/>
              <a:ext cx="6458" cy="167042"/>
            </a:xfrm>
            <a:custGeom>
              <a:avLst/>
              <a:pathLst>
                <a:path w="6458" h="167042">
                  <a:moveTo>
                    <a:pt x="0" y="0"/>
                  </a:moveTo>
                  <a:lnTo>
                    <a:pt x="6458" y="1670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423597" y="3707845"/>
              <a:ext cx="334314" cy="334209"/>
            </a:xfrm>
            <a:custGeom>
              <a:avLst/>
              <a:pathLst>
                <a:path w="334314" h="334209">
                  <a:moveTo>
                    <a:pt x="160692" y="0"/>
                  </a:moveTo>
                  <a:lnTo>
                    <a:pt x="155413" y="287"/>
                  </a:lnTo>
                  <a:lnTo>
                    <a:pt x="150146" y="742"/>
                  </a:lnTo>
                  <a:lnTo>
                    <a:pt x="144896" y="1363"/>
                  </a:lnTo>
                  <a:lnTo>
                    <a:pt x="139668" y="2149"/>
                  </a:lnTo>
                  <a:lnTo>
                    <a:pt x="134467" y="3101"/>
                  </a:lnTo>
                  <a:lnTo>
                    <a:pt x="129299" y="4216"/>
                  </a:lnTo>
                  <a:lnTo>
                    <a:pt x="124169" y="5495"/>
                  </a:lnTo>
                  <a:lnTo>
                    <a:pt x="119082" y="6935"/>
                  </a:lnTo>
                  <a:lnTo>
                    <a:pt x="114043" y="8535"/>
                  </a:lnTo>
                  <a:lnTo>
                    <a:pt x="109057" y="10293"/>
                  </a:lnTo>
                  <a:lnTo>
                    <a:pt x="104130" y="12209"/>
                  </a:lnTo>
                  <a:lnTo>
                    <a:pt x="99265" y="14279"/>
                  </a:lnTo>
                  <a:lnTo>
                    <a:pt x="94468" y="16502"/>
                  </a:lnTo>
                  <a:lnTo>
                    <a:pt x="89744" y="18876"/>
                  </a:lnTo>
                  <a:lnTo>
                    <a:pt x="85097" y="21398"/>
                  </a:lnTo>
                  <a:lnTo>
                    <a:pt x="80533" y="24065"/>
                  </a:lnTo>
                  <a:lnTo>
                    <a:pt x="76055" y="26876"/>
                  </a:lnTo>
                  <a:lnTo>
                    <a:pt x="71668" y="29827"/>
                  </a:lnTo>
                  <a:lnTo>
                    <a:pt x="67377" y="32915"/>
                  </a:lnTo>
                  <a:lnTo>
                    <a:pt x="63185" y="36137"/>
                  </a:lnTo>
                  <a:lnTo>
                    <a:pt x="59098" y="39490"/>
                  </a:lnTo>
                  <a:lnTo>
                    <a:pt x="55118" y="42971"/>
                  </a:lnTo>
                  <a:lnTo>
                    <a:pt x="51251" y="46576"/>
                  </a:lnTo>
                  <a:lnTo>
                    <a:pt x="47499" y="50301"/>
                  </a:lnTo>
                  <a:lnTo>
                    <a:pt x="43867" y="54143"/>
                  </a:lnTo>
                  <a:lnTo>
                    <a:pt x="40359" y="58098"/>
                  </a:lnTo>
                  <a:lnTo>
                    <a:pt x="36977" y="62162"/>
                  </a:lnTo>
                  <a:lnTo>
                    <a:pt x="33726" y="66331"/>
                  </a:lnTo>
                  <a:lnTo>
                    <a:pt x="30608" y="70600"/>
                  </a:lnTo>
                  <a:lnTo>
                    <a:pt x="27626" y="74966"/>
                  </a:lnTo>
                  <a:lnTo>
                    <a:pt x="24784" y="79424"/>
                  </a:lnTo>
                  <a:lnTo>
                    <a:pt x="22085" y="83970"/>
                  </a:lnTo>
                  <a:lnTo>
                    <a:pt x="19531" y="88599"/>
                  </a:lnTo>
                  <a:lnTo>
                    <a:pt x="17124" y="93306"/>
                  </a:lnTo>
                  <a:lnTo>
                    <a:pt x="14867" y="98088"/>
                  </a:lnTo>
                  <a:lnTo>
                    <a:pt x="12763" y="102938"/>
                  </a:lnTo>
                  <a:lnTo>
                    <a:pt x="10813" y="107852"/>
                  </a:lnTo>
                  <a:lnTo>
                    <a:pt x="9019" y="112825"/>
                  </a:lnTo>
                  <a:lnTo>
                    <a:pt x="7384" y="117853"/>
                  </a:lnTo>
                  <a:lnTo>
                    <a:pt x="5908" y="122930"/>
                  </a:lnTo>
                  <a:lnTo>
                    <a:pt x="4594" y="128051"/>
                  </a:lnTo>
                  <a:lnTo>
                    <a:pt x="3442" y="133210"/>
                  </a:lnTo>
                  <a:lnTo>
                    <a:pt x="2454" y="138404"/>
                  </a:lnTo>
                  <a:lnTo>
                    <a:pt x="1631" y="143627"/>
                  </a:lnTo>
                  <a:lnTo>
                    <a:pt x="973" y="148872"/>
                  </a:lnTo>
                  <a:lnTo>
                    <a:pt x="482" y="154137"/>
                  </a:lnTo>
                  <a:lnTo>
                    <a:pt x="157" y="159413"/>
                  </a:lnTo>
                  <a:lnTo>
                    <a:pt x="0" y="164698"/>
                  </a:lnTo>
                  <a:lnTo>
                    <a:pt x="9" y="169985"/>
                  </a:lnTo>
                  <a:lnTo>
                    <a:pt x="186" y="175269"/>
                  </a:lnTo>
                  <a:lnTo>
                    <a:pt x="529" y="180545"/>
                  </a:lnTo>
                  <a:lnTo>
                    <a:pt x="1040" y="185807"/>
                  </a:lnTo>
                  <a:lnTo>
                    <a:pt x="1716" y="191050"/>
                  </a:lnTo>
                  <a:lnTo>
                    <a:pt x="2558" y="196270"/>
                  </a:lnTo>
                  <a:lnTo>
                    <a:pt x="3565" y="201460"/>
                  </a:lnTo>
                  <a:lnTo>
                    <a:pt x="4735" y="206616"/>
                  </a:lnTo>
                  <a:lnTo>
                    <a:pt x="6067" y="211732"/>
                  </a:lnTo>
                  <a:lnTo>
                    <a:pt x="7561" y="216803"/>
                  </a:lnTo>
                  <a:lnTo>
                    <a:pt x="9214" y="221825"/>
                  </a:lnTo>
                  <a:lnTo>
                    <a:pt x="11026" y="226792"/>
                  </a:lnTo>
                  <a:lnTo>
                    <a:pt x="12993" y="231699"/>
                  </a:lnTo>
                  <a:lnTo>
                    <a:pt x="15115" y="236542"/>
                  </a:lnTo>
                  <a:lnTo>
                    <a:pt x="17389" y="241315"/>
                  </a:lnTo>
                  <a:lnTo>
                    <a:pt x="19812" y="246013"/>
                  </a:lnTo>
                  <a:lnTo>
                    <a:pt x="22383" y="250633"/>
                  </a:lnTo>
                  <a:lnTo>
                    <a:pt x="25099" y="255169"/>
                  </a:lnTo>
                  <a:lnTo>
                    <a:pt x="27957" y="259617"/>
                  </a:lnTo>
                  <a:lnTo>
                    <a:pt x="30954" y="263972"/>
                  </a:lnTo>
                  <a:lnTo>
                    <a:pt x="34087" y="268231"/>
                  </a:lnTo>
                  <a:lnTo>
                    <a:pt x="37354" y="272388"/>
                  </a:lnTo>
                  <a:lnTo>
                    <a:pt x="40750" y="276440"/>
                  </a:lnTo>
                  <a:lnTo>
                    <a:pt x="44273" y="280382"/>
                  </a:lnTo>
                  <a:lnTo>
                    <a:pt x="47918" y="284211"/>
                  </a:lnTo>
                  <a:lnTo>
                    <a:pt x="51683" y="287923"/>
                  </a:lnTo>
                  <a:lnTo>
                    <a:pt x="55563" y="291514"/>
                  </a:lnTo>
                  <a:lnTo>
                    <a:pt x="59555" y="294980"/>
                  </a:lnTo>
                  <a:lnTo>
                    <a:pt x="63655" y="298319"/>
                  </a:lnTo>
                  <a:lnTo>
                    <a:pt x="67858" y="301526"/>
                  </a:lnTo>
                  <a:lnTo>
                    <a:pt x="72160" y="304599"/>
                  </a:lnTo>
                  <a:lnTo>
                    <a:pt x="76557" y="307534"/>
                  </a:lnTo>
                  <a:lnTo>
                    <a:pt x="81045" y="310328"/>
                  </a:lnTo>
                  <a:lnTo>
                    <a:pt x="85620" y="312979"/>
                  </a:lnTo>
                  <a:lnTo>
                    <a:pt x="90275" y="315485"/>
                  </a:lnTo>
                  <a:lnTo>
                    <a:pt x="95008" y="317841"/>
                  </a:lnTo>
                  <a:lnTo>
                    <a:pt x="99812" y="320047"/>
                  </a:lnTo>
                  <a:lnTo>
                    <a:pt x="104685" y="322100"/>
                  </a:lnTo>
                  <a:lnTo>
                    <a:pt x="109619" y="323998"/>
                  </a:lnTo>
                  <a:lnTo>
                    <a:pt x="114611" y="325739"/>
                  </a:lnTo>
                  <a:lnTo>
                    <a:pt x="119656" y="327321"/>
                  </a:lnTo>
                  <a:lnTo>
                    <a:pt x="124748" y="328742"/>
                  </a:lnTo>
                  <a:lnTo>
                    <a:pt x="129883" y="330002"/>
                  </a:lnTo>
                  <a:lnTo>
                    <a:pt x="135054" y="331099"/>
                  </a:lnTo>
                  <a:lnTo>
                    <a:pt x="140258" y="332032"/>
                  </a:lnTo>
                  <a:lnTo>
                    <a:pt x="145489" y="332800"/>
                  </a:lnTo>
                  <a:lnTo>
                    <a:pt x="150742" y="333402"/>
                  </a:lnTo>
                  <a:lnTo>
                    <a:pt x="156011" y="333838"/>
                  </a:lnTo>
                  <a:lnTo>
                    <a:pt x="161291" y="334107"/>
                  </a:lnTo>
                  <a:lnTo>
                    <a:pt x="166577" y="334209"/>
                  </a:lnTo>
                  <a:lnTo>
                    <a:pt x="171863" y="334143"/>
                  </a:lnTo>
                  <a:lnTo>
                    <a:pt x="177145" y="333911"/>
                  </a:lnTo>
                  <a:lnTo>
                    <a:pt x="182417" y="333511"/>
                  </a:lnTo>
                  <a:lnTo>
                    <a:pt x="187673" y="332945"/>
                  </a:lnTo>
                  <a:lnTo>
                    <a:pt x="192909" y="332213"/>
                  </a:lnTo>
                  <a:lnTo>
                    <a:pt x="198119" y="331316"/>
                  </a:lnTo>
                  <a:lnTo>
                    <a:pt x="203299" y="330254"/>
                  </a:lnTo>
                  <a:lnTo>
                    <a:pt x="208442" y="329030"/>
                  </a:lnTo>
                  <a:lnTo>
                    <a:pt x="213544" y="327643"/>
                  </a:lnTo>
                  <a:lnTo>
                    <a:pt x="218599" y="326096"/>
                  </a:lnTo>
                  <a:lnTo>
                    <a:pt x="223603" y="324389"/>
                  </a:lnTo>
                  <a:lnTo>
                    <a:pt x="228550" y="322525"/>
                  </a:lnTo>
                  <a:lnTo>
                    <a:pt x="233436" y="320506"/>
                  </a:lnTo>
                  <a:lnTo>
                    <a:pt x="238256" y="318333"/>
                  </a:lnTo>
                  <a:lnTo>
                    <a:pt x="243005" y="316009"/>
                  </a:lnTo>
                  <a:lnTo>
                    <a:pt x="247678" y="313536"/>
                  </a:lnTo>
                  <a:lnTo>
                    <a:pt x="252270" y="310916"/>
                  </a:lnTo>
                  <a:lnTo>
                    <a:pt x="256777" y="308152"/>
                  </a:lnTo>
                  <a:lnTo>
                    <a:pt x="261194" y="305248"/>
                  </a:lnTo>
                  <a:lnTo>
                    <a:pt x="265518" y="302205"/>
                  </a:lnTo>
                  <a:lnTo>
                    <a:pt x="269743" y="299026"/>
                  </a:lnTo>
                  <a:lnTo>
                    <a:pt x="273865" y="295716"/>
                  </a:lnTo>
                  <a:lnTo>
                    <a:pt x="277881" y="292277"/>
                  </a:lnTo>
                  <a:lnTo>
                    <a:pt x="281785" y="288713"/>
                  </a:lnTo>
                  <a:lnTo>
                    <a:pt x="285576" y="285027"/>
                  </a:lnTo>
                  <a:lnTo>
                    <a:pt x="289247" y="281223"/>
                  </a:lnTo>
                  <a:lnTo>
                    <a:pt x="292797" y="277305"/>
                  </a:lnTo>
                  <a:lnTo>
                    <a:pt x="296221" y="273277"/>
                  </a:lnTo>
                  <a:lnTo>
                    <a:pt x="299516" y="269142"/>
                  </a:lnTo>
                  <a:lnTo>
                    <a:pt x="302678" y="264905"/>
                  </a:lnTo>
                  <a:lnTo>
                    <a:pt x="305705" y="260571"/>
                  </a:lnTo>
                  <a:lnTo>
                    <a:pt x="308593" y="256142"/>
                  </a:lnTo>
                  <a:lnTo>
                    <a:pt x="311340" y="251625"/>
                  </a:lnTo>
                  <a:lnTo>
                    <a:pt x="313943" y="247023"/>
                  </a:lnTo>
                  <a:lnTo>
                    <a:pt x="316399" y="242341"/>
                  </a:lnTo>
                  <a:lnTo>
                    <a:pt x="318705" y="237584"/>
                  </a:lnTo>
                  <a:lnTo>
                    <a:pt x="320860" y="232756"/>
                  </a:lnTo>
                  <a:lnTo>
                    <a:pt x="322861" y="227863"/>
                  </a:lnTo>
                  <a:lnTo>
                    <a:pt x="324707" y="222908"/>
                  </a:lnTo>
                  <a:lnTo>
                    <a:pt x="326394" y="217898"/>
                  </a:lnTo>
                  <a:lnTo>
                    <a:pt x="327923" y="212837"/>
                  </a:lnTo>
                  <a:lnTo>
                    <a:pt x="329291" y="207730"/>
                  </a:lnTo>
                  <a:lnTo>
                    <a:pt x="330496" y="202582"/>
                  </a:lnTo>
                  <a:lnTo>
                    <a:pt x="331538" y="197399"/>
                  </a:lnTo>
                  <a:lnTo>
                    <a:pt x="332416" y="192186"/>
                  </a:lnTo>
                  <a:lnTo>
                    <a:pt x="333129" y="186947"/>
                  </a:lnTo>
                  <a:lnTo>
                    <a:pt x="333675" y="181688"/>
                  </a:lnTo>
                  <a:lnTo>
                    <a:pt x="334055" y="176415"/>
                  </a:lnTo>
                  <a:lnTo>
                    <a:pt x="334268" y="171132"/>
                  </a:lnTo>
                  <a:lnTo>
                    <a:pt x="334314" y="165846"/>
                  </a:lnTo>
                  <a:lnTo>
                    <a:pt x="334192" y="160560"/>
                  </a:lnTo>
                  <a:lnTo>
                    <a:pt x="333904" y="155281"/>
                  </a:lnTo>
                  <a:lnTo>
                    <a:pt x="333448" y="150014"/>
                  </a:lnTo>
                  <a:lnTo>
                    <a:pt x="332827" y="144764"/>
                  </a:lnTo>
                  <a:lnTo>
                    <a:pt x="332039" y="139536"/>
                  </a:lnTo>
                  <a:lnTo>
                    <a:pt x="331087" y="134335"/>
                  </a:lnTo>
                  <a:lnTo>
                    <a:pt x="329971" y="129168"/>
                  </a:lnTo>
                  <a:lnTo>
                    <a:pt x="328692" y="124038"/>
                  </a:lnTo>
                  <a:lnTo>
                    <a:pt x="327251" y="118951"/>
                  </a:lnTo>
                  <a:lnTo>
                    <a:pt x="325650" y="113912"/>
                  </a:lnTo>
                  <a:lnTo>
                    <a:pt x="323891" y="108927"/>
                  </a:lnTo>
                  <a:lnTo>
                    <a:pt x="321975" y="103999"/>
                  </a:lnTo>
                  <a:lnTo>
                    <a:pt x="319904" y="99135"/>
                  </a:lnTo>
                  <a:lnTo>
                    <a:pt x="317680" y="94338"/>
                  </a:lnTo>
                  <a:lnTo>
                    <a:pt x="315306" y="89615"/>
                  </a:lnTo>
                  <a:lnTo>
                    <a:pt x="312783" y="84968"/>
                  </a:lnTo>
                  <a:lnTo>
                    <a:pt x="310115" y="80404"/>
                  </a:lnTo>
                  <a:lnTo>
                    <a:pt x="307304" y="75926"/>
                  </a:lnTo>
                  <a:lnTo>
                    <a:pt x="304352" y="71540"/>
                  </a:lnTo>
                  <a:lnTo>
                    <a:pt x="301264" y="67249"/>
                  </a:lnTo>
                  <a:lnTo>
                    <a:pt x="298041" y="63058"/>
                  </a:lnTo>
                  <a:lnTo>
                    <a:pt x="294687" y="58971"/>
                  </a:lnTo>
                  <a:lnTo>
                    <a:pt x="291206" y="54992"/>
                  </a:lnTo>
                  <a:lnTo>
                    <a:pt x="287601" y="51125"/>
                  </a:lnTo>
                  <a:lnTo>
                    <a:pt x="283875" y="47374"/>
                  </a:lnTo>
                  <a:lnTo>
                    <a:pt x="280032" y="43743"/>
                  </a:lnTo>
                  <a:lnTo>
                    <a:pt x="276077" y="40235"/>
                  </a:lnTo>
                  <a:lnTo>
                    <a:pt x="272012" y="36854"/>
                  </a:lnTo>
                  <a:lnTo>
                    <a:pt x="267843" y="33603"/>
                  </a:lnTo>
                  <a:lnTo>
                    <a:pt x="263573" y="30486"/>
                  </a:lnTo>
                  <a:lnTo>
                    <a:pt x="259206" y="27505"/>
                  </a:lnTo>
                  <a:lnTo>
                    <a:pt x="254748" y="24664"/>
                  </a:lnTo>
                  <a:lnTo>
                    <a:pt x="250202" y="21965"/>
                  </a:lnTo>
                  <a:lnTo>
                    <a:pt x="245572" y="19411"/>
                  </a:lnTo>
                  <a:lnTo>
                    <a:pt x="240865" y="17005"/>
                  </a:lnTo>
                  <a:lnTo>
                    <a:pt x="236083" y="14749"/>
                  </a:lnTo>
                  <a:lnTo>
                    <a:pt x="231233" y="12645"/>
                  </a:lnTo>
                  <a:lnTo>
                    <a:pt x="226319" y="10696"/>
                  </a:lnTo>
                  <a:lnTo>
                    <a:pt x="167151" y="1670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90748" y="3707720"/>
              <a:ext cx="59168" cy="167167"/>
            </a:xfrm>
            <a:custGeom>
              <a:avLst/>
              <a:pathLst>
                <a:path w="59168" h="167167">
                  <a:moveTo>
                    <a:pt x="59168" y="10821"/>
                  </a:moveTo>
                  <a:lnTo>
                    <a:pt x="53474" y="8783"/>
                  </a:lnTo>
                  <a:lnTo>
                    <a:pt x="47710" y="6952"/>
                  </a:lnTo>
                  <a:lnTo>
                    <a:pt x="41884" y="5332"/>
                  </a:lnTo>
                  <a:lnTo>
                    <a:pt x="36002" y="3923"/>
                  </a:lnTo>
                  <a:lnTo>
                    <a:pt x="30074" y="2727"/>
                  </a:lnTo>
                  <a:lnTo>
                    <a:pt x="24107" y="1747"/>
                  </a:lnTo>
                  <a:lnTo>
                    <a:pt x="18108" y="983"/>
                  </a:lnTo>
                  <a:lnTo>
                    <a:pt x="12085" y="437"/>
                  </a:lnTo>
                  <a:lnTo>
                    <a:pt x="6046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4829" y="4213821"/>
              <a:ext cx="6458" cy="167167"/>
            </a:xfrm>
            <a:custGeom>
              <a:avLst/>
              <a:pathLst>
                <a:path w="6458" h="167167">
                  <a:moveTo>
                    <a:pt x="6458" y="0"/>
                  </a:moveTo>
                  <a:lnTo>
                    <a:pt x="0" y="124"/>
                  </a:lnTo>
                  <a:lnTo>
                    <a:pt x="64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4829" y="4213946"/>
              <a:ext cx="6458" cy="167042"/>
            </a:xfrm>
            <a:custGeom>
              <a:avLst/>
              <a:pathLst>
                <a:path w="6458" h="167042">
                  <a:moveTo>
                    <a:pt x="0" y="0"/>
                  </a:moveTo>
                  <a:lnTo>
                    <a:pt x="6458" y="1670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4829" y="4213946"/>
              <a:ext cx="6458" cy="167042"/>
            </a:xfrm>
            <a:custGeom>
              <a:avLst/>
              <a:pathLst>
                <a:path w="6458" h="167042">
                  <a:moveTo>
                    <a:pt x="0" y="0"/>
                  </a:moveTo>
                  <a:lnTo>
                    <a:pt x="6458" y="1670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4829" y="4213946"/>
              <a:ext cx="6458" cy="167042"/>
            </a:xfrm>
            <a:custGeom>
              <a:avLst/>
              <a:pathLst>
                <a:path w="6458" h="167042">
                  <a:moveTo>
                    <a:pt x="0" y="0"/>
                  </a:moveTo>
                  <a:lnTo>
                    <a:pt x="6458" y="1670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4829" y="4213946"/>
              <a:ext cx="6458" cy="167042"/>
            </a:xfrm>
            <a:custGeom>
              <a:avLst/>
              <a:pathLst>
                <a:path w="6458" h="167042">
                  <a:moveTo>
                    <a:pt x="0" y="0"/>
                  </a:moveTo>
                  <a:lnTo>
                    <a:pt x="6458" y="1670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4829" y="4213946"/>
              <a:ext cx="6458" cy="167042"/>
            </a:xfrm>
            <a:custGeom>
              <a:avLst/>
              <a:pathLst>
                <a:path w="6458" h="167042">
                  <a:moveTo>
                    <a:pt x="0" y="0"/>
                  </a:moveTo>
                  <a:lnTo>
                    <a:pt x="6458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4829" y="4213946"/>
              <a:ext cx="6458" cy="167042"/>
            </a:xfrm>
            <a:custGeom>
              <a:avLst/>
              <a:pathLst>
                <a:path w="6458" h="167042">
                  <a:moveTo>
                    <a:pt x="0" y="0"/>
                  </a:moveTo>
                  <a:lnTo>
                    <a:pt x="6458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4829" y="4213946"/>
              <a:ext cx="6458" cy="167042"/>
            </a:xfrm>
            <a:custGeom>
              <a:avLst/>
              <a:pathLst>
                <a:path w="6458" h="167042">
                  <a:moveTo>
                    <a:pt x="0" y="0"/>
                  </a:moveTo>
                  <a:lnTo>
                    <a:pt x="6458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4829" y="4213946"/>
              <a:ext cx="6458" cy="167042"/>
            </a:xfrm>
            <a:custGeom>
              <a:avLst/>
              <a:pathLst>
                <a:path w="6458" h="167042">
                  <a:moveTo>
                    <a:pt x="0" y="0"/>
                  </a:moveTo>
                  <a:lnTo>
                    <a:pt x="6458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4829" y="4213946"/>
              <a:ext cx="6458" cy="167042"/>
            </a:xfrm>
            <a:custGeom>
              <a:avLst/>
              <a:pathLst>
                <a:path w="6458" h="167042">
                  <a:moveTo>
                    <a:pt x="0" y="0"/>
                  </a:moveTo>
                  <a:lnTo>
                    <a:pt x="6458" y="1670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4829" y="4213946"/>
              <a:ext cx="6458" cy="167042"/>
            </a:xfrm>
            <a:custGeom>
              <a:avLst/>
              <a:pathLst>
                <a:path w="6458" h="167042">
                  <a:moveTo>
                    <a:pt x="0" y="0"/>
                  </a:moveTo>
                  <a:lnTo>
                    <a:pt x="6458" y="1670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614136" y="4213946"/>
              <a:ext cx="334314" cy="334209"/>
            </a:xfrm>
            <a:custGeom>
              <a:avLst/>
              <a:pathLst>
                <a:path w="334314" h="334209">
                  <a:moveTo>
                    <a:pt x="160692" y="0"/>
                  </a:moveTo>
                  <a:lnTo>
                    <a:pt x="155413" y="287"/>
                  </a:lnTo>
                  <a:lnTo>
                    <a:pt x="150146" y="742"/>
                  </a:lnTo>
                  <a:lnTo>
                    <a:pt x="144896" y="1363"/>
                  </a:lnTo>
                  <a:lnTo>
                    <a:pt x="139668" y="2149"/>
                  </a:lnTo>
                  <a:lnTo>
                    <a:pt x="134467" y="3101"/>
                  </a:lnTo>
                  <a:lnTo>
                    <a:pt x="129299" y="4216"/>
                  </a:lnTo>
                  <a:lnTo>
                    <a:pt x="124169" y="5495"/>
                  </a:lnTo>
                  <a:lnTo>
                    <a:pt x="119082" y="6935"/>
                  </a:lnTo>
                  <a:lnTo>
                    <a:pt x="114043" y="8535"/>
                  </a:lnTo>
                  <a:lnTo>
                    <a:pt x="109057" y="10293"/>
                  </a:lnTo>
                  <a:lnTo>
                    <a:pt x="104130" y="12209"/>
                  </a:lnTo>
                  <a:lnTo>
                    <a:pt x="99265" y="14279"/>
                  </a:lnTo>
                  <a:lnTo>
                    <a:pt x="94468" y="16502"/>
                  </a:lnTo>
                  <a:lnTo>
                    <a:pt x="89744" y="18876"/>
                  </a:lnTo>
                  <a:lnTo>
                    <a:pt x="85097" y="21398"/>
                  </a:lnTo>
                  <a:lnTo>
                    <a:pt x="80533" y="24065"/>
                  </a:lnTo>
                  <a:lnTo>
                    <a:pt x="76055" y="26876"/>
                  </a:lnTo>
                  <a:lnTo>
                    <a:pt x="71668" y="29827"/>
                  </a:lnTo>
                  <a:lnTo>
                    <a:pt x="67377" y="32915"/>
                  </a:lnTo>
                  <a:lnTo>
                    <a:pt x="63185" y="36137"/>
                  </a:lnTo>
                  <a:lnTo>
                    <a:pt x="59098" y="39490"/>
                  </a:lnTo>
                  <a:lnTo>
                    <a:pt x="55118" y="42971"/>
                  </a:lnTo>
                  <a:lnTo>
                    <a:pt x="51251" y="46576"/>
                  </a:lnTo>
                  <a:lnTo>
                    <a:pt x="47499" y="50301"/>
                  </a:lnTo>
                  <a:lnTo>
                    <a:pt x="43867" y="54143"/>
                  </a:lnTo>
                  <a:lnTo>
                    <a:pt x="40359" y="58098"/>
                  </a:lnTo>
                  <a:lnTo>
                    <a:pt x="36977" y="62162"/>
                  </a:lnTo>
                  <a:lnTo>
                    <a:pt x="33726" y="66331"/>
                  </a:lnTo>
                  <a:lnTo>
                    <a:pt x="30608" y="70600"/>
                  </a:lnTo>
                  <a:lnTo>
                    <a:pt x="27626" y="74966"/>
                  </a:lnTo>
                  <a:lnTo>
                    <a:pt x="24784" y="79424"/>
                  </a:lnTo>
                  <a:lnTo>
                    <a:pt x="22085" y="83970"/>
                  </a:lnTo>
                  <a:lnTo>
                    <a:pt x="19531" y="88599"/>
                  </a:lnTo>
                  <a:lnTo>
                    <a:pt x="17124" y="93306"/>
                  </a:lnTo>
                  <a:lnTo>
                    <a:pt x="14867" y="98088"/>
                  </a:lnTo>
                  <a:lnTo>
                    <a:pt x="12763" y="102938"/>
                  </a:lnTo>
                  <a:lnTo>
                    <a:pt x="10813" y="107852"/>
                  </a:lnTo>
                  <a:lnTo>
                    <a:pt x="9019" y="112825"/>
                  </a:lnTo>
                  <a:lnTo>
                    <a:pt x="7384" y="117853"/>
                  </a:lnTo>
                  <a:lnTo>
                    <a:pt x="5908" y="122930"/>
                  </a:lnTo>
                  <a:lnTo>
                    <a:pt x="4594" y="128051"/>
                  </a:lnTo>
                  <a:lnTo>
                    <a:pt x="3442" y="133210"/>
                  </a:lnTo>
                  <a:lnTo>
                    <a:pt x="2454" y="138404"/>
                  </a:lnTo>
                  <a:lnTo>
                    <a:pt x="1631" y="143627"/>
                  </a:lnTo>
                  <a:lnTo>
                    <a:pt x="973" y="148872"/>
                  </a:lnTo>
                  <a:lnTo>
                    <a:pt x="482" y="154137"/>
                  </a:lnTo>
                  <a:lnTo>
                    <a:pt x="157" y="159413"/>
                  </a:lnTo>
                  <a:lnTo>
                    <a:pt x="0" y="164698"/>
                  </a:lnTo>
                  <a:lnTo>
                    <a:pt x="9" y="169985"/>
                  </a:lnTo>
                  <a:lnTo>
                    <a:pt x="186" y="175269"/>
                  </a:lnTo>
                  <a:lnTo>
                    <a:pt x="529" y="180545"/>
                  </a:lnTo>
                  <a:lnTo>
                    <a:pt x="1040" y="185807"/>
                  </a:lnTo>
                  <a:lnTo>
                    <a:pt x="1716" y="191050"/>
                  </a:lnTo>
                  <a:lnTo>
                    <a:pt x="2558" y="196270"/>
                  </a:lnTo>
                  <a:lnTo>
                    <a:pt x="3565" y="201460"/>
                  </a:lnTo>
                  <a:lnTo>
                    <a:pt x="4735" y="206616"/>
                  </a:lnTo>
                  <a:lnTo>
                    <a:pt x="6067" y="211732"/>
                  </a:lnTo>
                  <a:lnTo>
                    <a:pt x="7561" y="216803"/>
                  </a:lnTo>
                  <a:lnTo>
                    <a:pt x="9214" y="221825"/>
                  </a:lnTo>
                  <a:lnTo>
                    <a:pt x="11026" y="226792"/>
                  </a:lnTo>
                  <a:lnTo>
                    <a:pt x="12993" y="231699"/>
                  </a:lnTo>
                  <a:lnTo>
                    <a:pt x="15115" y="236542"/>
                  </a:lnTo>
                  <a:lnTo>
                    <a:pt x="17389" y="241315"/>
                  </a:lnTo>
                  <a:lnTo>
                    <a:pt x="19812" y="246013"/>
                  </a:lnTo>
                  <a:lnTo>
                    <a:pt x="22383" y="250633"/>
                  </a:lnTo>
                  <a:lnTo>
                    <a:pt x="25099" y="255169"/>
                  </a:lnTo>
                  <a:lnTo>
                    <a:pt x="27957" y="259617"/>
                  </a:lnTo>
                  <a:lnTo>
                    <a:pt x="30954" y="263972"/>
                  </a:lnTo>
                  <a:lnTo>
                    <a:pt x="34087" y="268231"/>
                  </a:lnTo>
                  <a:lnTo>
                    <a:pt x="37354" y="272388"/>
                  </a:lnTo>
                  <a:lnTo>
                    <a:pt x="40750" y="276440"/>
                  </a:lnTo>
                  <a:lnTo>
                    <a:pt x="44273" y="280382"/>
                  </a:lnTo>
                  <a:lnTo>
                    <a:pt x="47918" y="284211"/>
                  </a:lnTo>
                  <a:lnTo>
                    <a:pt x="51683" y="287923"/>
                  </a:lnTo>
                  <a:lnTo>
                    <a:pt x="55563" y="291514"/>
                  </a:lnTo>
                  <a:lnTo>
                    <a:pt x="59555" y="294980"/>
                  </a:lnTo>
                  <a:lnTo>
                    <a:pt x="63655" y="298319"/>
                  </a:lnTo>
                  <a:lnTo>
                    <a:pt x="67858" y="301526"/>
                  </a:lnTo>
                  <a:lnTo>
                    <a:pt x="72160" y="304599"/>
                  </a:lnTo>
                  <a:lnTo>
                    <a:pt x="76557" y="307534"/>
                  </a:lnTo>
                  <a:lnTo>
                    <a:pt x="81045" y="310328"/>
                  </a:lnTo>
                  <a:lnTo>
                    <a:pt x="85620" y="312979"/>
                  </a:lnTo>
                  <a:lnTo>
                    <a:pt x="90275" y="315485"/>
                  </a:lnTo>
                  <a:lnTo>
                    <a:pt x="95008" y="317841"/>
                  </a:lnTo>
                  <a:lnTo>
                    <a:pt x="99812" y="320047"/>
                  </a:lnTo>
                  <a:lnTo>
                    <a:pt x="104685" y="322100"/>
                  </a:lnTo>
                  <a:lnTo>
                    <a:pt x="109619" y="323998"/>
                  </a:lnTo>
                  <a:lnTo>
                    <a:pt x="114611" y="325739"/>
                  </a:lnTo>
                  <a:lnTo>
                    <a:pt x="119656" y="327321"/>
                  </a:lnTo>
                  <a:lnTo>
                    <a:pt x="124748" y="328742"/>
                  </a:lnTo>
                  <a:lnTo>
                    <a:pt x="129883" y="330002"/>
                  </a:lnTo>
                  <a:lnTo>
                    <a:pt x="135054" y="331099"/>
                  </a:lnTo>
                  <a:lnTo>
                    <a:pt x="140258" y="332032"/>
                  </a:lnTo>
                  <a:lnTo>
                    <a:pt x="145489" y="332800"/>
                  </a:lnTo>
                  <a:lnTo>
                    <a:pt x="150742" y="333402"/>
                  </a:lnTo>
                  <a:lnTo>
                    <a:pt x="156011" y="333838"/>
                  </a:lnTo>
                  <a:lnTo>
                    <a:pt x="161291" y="334107"/>
                  </a:lnTo>
                  <a:lnTo>
                    <a:pt x="166577" y="334209"/>
                  </a:lnTo>
                  <a:lnTo>
                    <a:pt x="171863" y="334143"/>
                  </a:lnTo>
                  <a:lnTo>
                    <a:pt x="177145" y="333911"/>
                  </a:lnTo>
                  <a:lnTo>
                    <a:pt x="182417" y="333511"/>
                  </a:lnTo>
                  <a:lnTo>
                    <a:pt x="187673" y="332945"/>
                  </a:lnTo>
                  <a:lnTo>
                    <a:pt x="192909" y="332213"/>
                  </a:lnTo>
                  <a:lnTo>
                    <a:pt x="198119" y="331316"/>
                  </a:lnTo>
                  <a:lnTo>
                    <a:pt x="203299" y="330254"/>
                  </a:lnTo>
                  <a:lnTo>
                    <a:pt x="208442" y="329030"/>
                  </a:lnTo>
                  <a:lnTo>
                    <a:pt x="213544" y="327643"/>
                  </a:lnTo>
                  <a:lnTo>
                    <a:pt x="218599" y="326096"/>
                  </a:lnTo>
                  <a:lnTo>
                    <a:pt x="223603" y="324389"/>
                  </a:lnTo>
                  <a:lnTo>
                    <a:pt x="228550" y="322525"/>
                  </a:lnTo>
                  <a:lnTo>
                    <a:pt x="233436" y="320506"/>
                  </a:lnTo>
                  <a:lnTo>
                    <a:pt x="238256" y="318333"/>
                  </a:lnTo>
                  <a:lnTo>
                    <a:pt x="243005" y="316009"/>
                  </a:lnTo>
                  <a:lnTo>
                    <a:pt x="247678" y="313536"/>
                  </a:lnTo>
                  <a:lnTo>
                    <a:pt x="252270" y="310916"/>
                  </a:lnTo>
                  <a:lnTo>
                    <a:pt x="256777" y="308152"/>
                  </a:lnTo>
                  <a:lnTo>
                    <a:pt x="261194" y="305248"/>
                  </a:lnTo>
                  <a:lnTo>
                    <a:pt x="265518" y="302205"/>
                  </a:lnTo>
                  <a:lnTo>
                    <a:pt x="269743" y="299026"/>
                  </a:lnTo>
                  <a:lnTo>
                    <a:pt x="273865" y="295716"/>
                  </a:lnTo>
                  <a:lnTo>
                    <a:pt x="277881" y="292277"/>
                  </a:lnTo>
                  <a:lnTo>
                    <a:pt x="281785" y="288713"/>
                  </a:lnTo>
                  <a:lnTo>
                    <a:pt x="285576" y="285027"/>
                  </a:lnTo>
                  <a:lnTo>
                    <a:pt x="289247" y="281223"/>
                  </a:lnTo>
                  <a:lnTo>
                    <a:pt x="292797" y="277305"/>
                  </a:lnTo>
                  <a:lnTo>
                    <a:pt x="296221" y="273277"/>
                  </a:lnTo>
                  <a:lnTo>
                    <a:pt x="299516" y="269142"/>
                  </a:lnTo>
                  <a:lnTo>
                    <a:pt x="302678" y="264905"/>
                  </a:lnTo>
                  <a:lnTo>
                    <a:pt x="305705" y="260571"/>
                  </a:lnTo>
                  <a:lnTo>
                    <a:pt x="308593" y="256142"/>
                  </a:lnTo>
                  <a:lnTo>
                    <a:pt x="311340" y="251625"/>
                  </a:lnTo>
                  <a:lnTo>
                    <a:pt x="313943" y="247023"/>
                  </a:lnTo>
                  <a:lnTo>
                    <a:pt x="316399" y="242341"/>
                  </a:lnTo>
                  <a:lnTo>
                    <a:pt x="318705" y="237584"/>
                  </a:lnTo>
                  <a:lnTo>
                    <a:pt x="320860" y="232756"/>
                  </a:lnTo>
                  <a:lnTo>
                    <a:pt x="322861" y="227863"/>
                  </a:lnTo>
                  <a:lnTo>
                    <a:pt x="324707" y="222908"/>
                  </a:lnTo>
                  <a:lnTo>
                    <a:pt x="326394" y="217898"/>
                  </a:lnTo>
                  <a:lnTo>
                    <a:pt x="327923" y="212837"/>
                  </a:lnTo>
                  <a:lnTo>
                    <a:pt x="329291" y="207730"/>
                  </a:lnTo>
                  <a:lnTo>
                    <a:pt x="330496" y="202582"/>
                  </a:lnTo>
                  <a:lnTo>
                    <a:pt x="331538" y="197399"/>
                  </a:lnTo>
                  <a:lnTo>
                    <a:pt x="332416" y="192186"/>
                  </a:lnTo>
                  <a:lnTo>
                    <a:pt x="333129" y="186947"/>
                  </a:lnTo>
                  <a:lnTo>
                    <a:pt x="333675" y="181688"/>
                  </a:lnTo>
                  <a:lnTo>
                    <a:pt x="334055" y="176415"/>
                  </a:lnTo>
                  <a:lnTo>
                    <a:pt x="334268" y="171132"/>
                  </a:lnTo>
                  <a:lnTo>
                    <a:pt x="334314" y="165846"/>
                  </a:lnTo>
                  <a:lnTo>
                    <a:pt x="334192" y="160560"/>
                  </a:lnTo>
                  <a:lnTo>
                    <a:pt x="333904" y="155281"/>
                  </a:lnTo>
                  <a:lnTo>
                    <a:pt x="333448" y="150014"/>
                  </a:lnTo>
                  <a:lnTo>
                    <a:pt x="332827" y="144764"/>
                  </a:lnTo>
                  <a:lnTo>
                    <a:pt x="332039" y="139536"/>
                  </a:lnTo>
                  <a:lnTo>
                    <a:pt x="331087" y="134335"/>
                  </a:lnTo>
                  <a:lnTo>
                    <a:pt x="329971" y="129168"/>
                  </a:lnTo>
                  <a:lnTo>
                    <a:pt x="328692" y="124038"/>
                  </a:lnTo>
                  <a:lnTo>
                    <a:pt x="327251" y="118951"/>
                  </a:lnTo>
                  <a:lnTo>
                    <a:pt x="325650" y="113912"/>
                  </a:lnTo>
                  <a:lnTo>
                    <a:pt x="323891" y="108927"/>
                  </a:lnTo>
                  <a:lnTo>
                    <a:pt x="321975" y="103999"/>
                  </a:lnTo>
                  <a:lnTo>
                    <a:pt x="319904" y="99135"/>
                  </a:lnTo>
                  <a:lnTo>
                    <a:pt x="317680" y="94338"/>
                  </a:lnTo>
                  <a:lnTo>
                    <a:pt x="315306" y="89615"/>
                  </a:lnTo>
                  <a:lnTo>
                    <a:pt x="312783" y="84968"/>
                  </a:lnTo>
                  <a:lnTo>
                    <a:pt x="310115" y="80404"/>
                  </a:lnTo>
                  <a:lnTo>
                    <a:pt x="307304" y="75926"/>
                  </a:lnTo>
                  <a:lnTo>
                    <a:pt x="304352" y="71540"/>
                  </a:lnTo>
                  <a:lnTo>
                    <a:pt x="301264" y="67249"/>
                  </a:lnTo>
                  <a:lnTo>
                    <a:pt x="298041" y="63058"/>
                  </a:lnTo>
                  <a:lnTo>
                    <a:pt x="294687" y="58971"/>
                  </a:lnTo>
                  <a:lnTo>
                    <a:pt x="291206" y="54992"/>
                  </a:lnTo>
                  <a:lnTo>
                    <a:pt x="287601" y="51125"/>
                  </a:lnTo>
                  <a:lnTo>
                    <a:pt x="283875" y="47374"/>
                  </a:lnTo>
                  <a:lnTo>
                    <a:pt x="280032" y="43743"/>
                  </a:lnTo>
                  <a:lnTo>
                    <a:pt x="276077" y="40235"/>
                  </a:lnTo>
                  <a:lnTo>
                    <a:pt x="272012" y="36854"/>
                  </a:lnTo>
                  <a:lnTo>
                    <a:pt x="267843" y="33603"/>
                  </a:lnTo>
                  <a:lnTo>
                    <a:pt x="263573" y="30486"/>
                  </a:lnTo>
                  <a:lnTo>
                    <a:pt x="259206" y="27505"/>
                  </a:lnTo>
                  <a:lnTo>
                    <a:pt x="254748" y="24664"/>
                  </a:lnTo>
                  <a:lnTo>
                    <a:pt x="250202" y="21965"/>
                  </a:lnTo>
                  <a:lnTo>
                    <a:pt x="245572" y="19411"/>
                  </a:lnTo>
                  <a:lnTo>
                    <a:pt x="240865" y="17005"/>
                  </a:lnTo>
                  <a:lnTo>
                    <a:pt x="236083" y="14749"/>
                  </a:lnTo>
                  <a:lnTo>
                    <a:pt x="231233" y="12645"/>
                  </a:lnTo>
                  <a:lnTo>
                    <a:pt x="226319" y="10696"/>
                  </a:lnTo>
                  <a:lnTo>
                    <a:pt x="167151" y="1670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81287" y="4213821"/>
              <a:ext cx="59168" cy="167167"/>
            </a:xfrm>
            <a:custGeom>
              <a:avLst/>
              <a:pathLst>
                <a:path w="59168" h="167167">
                  <a:moveTo>
                    <a:pt x="59168" y="10821"/>
                  </a:moveTo>
                  <a:lnTo>
                    <a:pt x="53474" y="8783"/>
                  </a:lnTo>
                  <a:lnTo>
                    <a:pt x="47710" y="6952"/>
                  </a:lnTo>
                  <a:lnTo>
                    <a:pt x="41884" y="5332"/>
                  </a:lnTo>
                  <a:lnTo>
                    <a:pt x="36002" y="3923"/>
                  </a:lnTo>
                  <a:lnTo>
                    <a:pt x="30074" y="2727"/>
                  </a:lnTo>
                  <a:lnTo>
                    <a:pt x="24107" y="1747"/>
                  </a:lnTo>
                  <a:lnTo>
                    <a:pt x="18108" y="983"/>
                  </a:lnTo>
                  <a:lnTo>
                    <a:pt x="12085" y="437"/>
                  </a:lnTo>
                  <a:lnTo>
                    <a:pt x="6046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4627" y="4659281"/>
              <a:ext cx="1897" cy="167167"/>
            </a:xfrm>
            <a:custGeom>
              <a:avLst/>
              <a:pathLst>
                <a:path w="1897" h="167167">
                  <a:moveTo>
                    <a:pt x="1897" y="0"/>
                  </a:moveTo>
                  <a:lnTo>
                    <a:pt x="0" y="10"/>
                  </a:lnTo>
                  <a:lnTo>
                    <a:pt x="189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4627" y="4659292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4627" y="4659292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4627" y="4659292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4627" y="4659292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4627" y="4659292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4627" y="4659292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4627" y="4659292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4627" y="4659292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4627" y="4659292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920798" y="4659292"/>
              <a:ext cx="165726" cy="167156"/>
            </a:xfrm>
            <a:custGeom>
              <a:avLst/>
              <a:pathLst>
                <a:path w="165726" h="167156">
                  <a:moveTo>
                    <a:pt x="163829" y="0"/>
                  </a:moveTo>
                  <a:lnTo>
                    <a:pt x="158405" y="149"/>
                  </a:lnTo>
                  <a:lnTo>
                    <a:pt x="152990" y="475"/>
                  </a:lnTo>
                  <a:lnTo>
                    <a:pt x="147588" y="976"/>
                  </a:lnTo>
                  <a:lnTo>
                    <a:pt x="142205" y="1652"/>
                  </a:lnTo>
                  <a:lnTo>
                    <a:pt x="136846" y="2502"/>
                  </a:lnTo>
                  <a:lnTo>
                    <a:pt x="131519" y="3526"/>
                  </a:lnTo>
                  <a:lnTo>
                    <a:pt x="126227" y="4722"/>
                  </a:lnTo>
                  <a:lnTo>
                    <a:pt x="120977" y="6090"/>
                  </a:lnTo>
                  <a:lnTo>
                    <a:pt x="115773" y="7627"/>
                  </a:lnTo>
                  <a:lnTo>
                    <a:pt x="110623" y="9332"/>
                  </a:lnTo>
                  <a:lnTo>
                    <a:pt x="105531" y="11203"/>
                  </a:lnTo>
                  <a:lnTo>
                    <a:pt x="100502" y="13238"/>
                  </a:lnTo>
                  <a:lnTo>
                    <a:pt x="95541" y="15436"/>
                  </a:lnTo>
                  <a:lnTo>
                    <a:pt x="90655" y="17793"/>
                  </a:lnTo>
                  <a:lnTo>
                    <a:pt x="85847" y="20308"/>
                  </a:lnTo>
                  <a:lnTo>
                    <a:pt x="81124" y="22978"/>
                  </a:lnTo>
                  <a:lnTo>
                    <a:pt x="76490" y="25799"/>
                  </a:lnTo>
                  <a:lnTo>
                    <a:pt x="71950" y="28769"/>
                  </a:lnTo>
                  <a:lnTo>
                    <a:pt x="67509" y="31885"/>
                  </a:lnTo>
                  <a:lnTo>
                    <a:pt x="63171" y="35143"/>
                  </a:lnTo>
                  <a:lnTo>
                    <a:pt x="58941" y="38541"/>
                  </a:lnTo>
                  <a:lnTo>
                    <a:pt x="54824" y="42074"/>
                  </a:lnTo>
                  <a:lnTo>
                    <a:pt x="50823" y="45739"/>
                  </a:lnTo>
                  <a:lnTo>
                    <a:pt x="46944" y="49531"/>
                  </a:lnTo>
                  <a:lnTo>
                    <a:pt x="43189" y="53448"/>
                  </a:lnTo>
                  <a:lnTo>
                    <a:pt x="39564" y="57484"/>
                  </a:lnTo>
                  <a:lnTo>
                    <a:pt x="36071" y="61636"/>
                  </a:lnTo>
                  <a:lnTo>
                    <a:pt x="32716" y="65898"/>
                  </a:lnTo>
                  <a:lnTo>
                    <a:pt x="29500" y="70268"/>
                  </a:lnTo>
                  <a:lnTo>
                    <a:pt x="26427" y="74740"/>
                  </a:lnTo>
                  <a:lnTo>
                    <a:pt x="23502" y="79309"/>
                  </a:lnTo>
                  <a:lnTo>
                    <a:pt x="20726" y="83970"/>
                  </a:lnTo>
                  <a:lnTo>
                    <a:pt x="18103" y="88719"/>
                  </a:lnTo>
                  <a:lnTo>
                    <a:pt x="15636" y="93551"/>
                  </a:lnTo>
                  <a:lnTo>
                    <a:pt x="13326" y="98460"/>
                  </a:lnTo>
                  <a:lnTo>
                    <a:pt x="11177" y="103442"/>
                  </a:lnTo>
                  <a:lnTo>
                    <a:pt x="9191" y="108490"/>
                  </a:lnTo>
                  <a:lnTo>
                    <a:pt x="7370" y="113601"/>
                  </a:lnTo>
                  <a:lnTo>
                    <a:pt x="5715" y="118768"/>
                  </a:lnTo>
                  <a:lnTo>
                    <a:pt x="4229" y="123986"/>
                  </a:lnTo>
                  <a:lnTo>
                    <a:pt x="2913" y="129249"/>
                  </a:lnTo>
                  <a:lnTo>
                    <a:pt x="1769" y="134552"/>
                  </a:lnTo>
                  <a:lnTo>
                    <a:pt x="797" y="139890"/>
                  </a:lnTo>
                  <a:lnTo>
                    <a:pt x="0" y="145256"/>
                  </a:lnTo>
                  <a:lnTo>
                    <a:pt x="165726" y="1671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919359" y="4659281"/>
              <a:ext cx="334320" cy="334330"/>
            </a:xfrm>
            <a:custGeom>
              <a:avLst/>
              <a:pathLst>
                <a:path w="334320" h="334330">
                  <a:moveTo>
                    <a:pt x="1438" y="145267"/>
                  </a:moveTo>
                  <a:lnTo>
                    <a:pt x="828" y="150524"/>
                  </a:lnTo>
                  <a:lnTo>
                    <a:pt x="385" y="155797"/>
                  </a:lnTo>
                  <a:lnTo>
                    <a:pt x="108" y="161082"/>
                  </a:lnTo>
                  <a:lnTo>
                    <a:pt x="0" y="166373"/>
                  </a:lnTo>
                  <a:lnTo>
                    <a:pt x="58" y="171665"/>
                  </a:lnTo>
                  <a:lnTo>
                    <a:pt x="284" y="176952"/>
                  </a:lnTo>
                  <a:lnTo>
                    <a:pt x="678" y="182230"/>
                  </a:lnTo>
                  <a:lnTo>
                    <a:pt x="1238" y="187492"/>
                  </a:lnTo>
                  <a:lnTo>
                    <a:pt x="1964" y="192734"/>
                  </a:lnTo>
                  <a:lnTo>
                    <a:pt x="2856" y="197950"/>
                  </a:lnTo>
                  <a:lnTo>
                    <a:pt x="3913" y="203136"/>
                  </a:lnTo>
                  <a:lnTo>
                    <a:pt x="5133" y="208285"/>
                  </a:lnTo>
                  <a:lnTo>
                    <a:pt x="6516" y="213393"/>
                  </a:lnTo>
                  <a:lnTo>
                    <a:pt x="8060" y="218455"/>
                  </a:lnTo>
                  <a:lnTo>
                    <a:pt x="9763" y="223466"/>
                  </a:lnTo>
                  <a:lnTo>
                    <a:pt x="11624" y="228420"/>
                  </a:lnTo>
                  <a:lnTo>
                    <a:pt x="13641" y="233313"/>
                  </a:lnTo>
                  <a:lnTo>
                    <a:pt x="15811" y="238139"/>
                  </a:lnTo>
                  <a:lnTo>
                    <a:pt x="18134" y="242894"/>
                  </a:lnTo>
                  <a:lnTo>
                    <a:pt x="20606" y="247574"/>
                  </a:lnTo>
                  <a:lnTo>
                    <a:pt x="23224" y="252173"/>
                  </a:lnTo>
                  <a:lnTo>
                    <a:pt x="25987" y="256686"/>
                  </a:lnTo>
                  <a:lnTo>
                    <a:pt x="28891" y="261110"/>
                  </a:lnTo>
                  <a:lnTo>
                    <a:pt x="31934" y="265440"/>
                  </a:lnTo>
                  <a:lnTo>
                    <a:pt x="35113" y="269671"/>
                  </a:lnTo>
                  <a:lnTo>
                    <a:pt x="38423" y="273800"/>
                  </a:lnTo>
                  <a:lnTo>
                    <a:pt x="41863" y="277821"/>
                  </a:lnTo>
                  <a:lnTo>
                    <a:pt x="45429" y="281732"/>
                  </a:lnTo>
                  <a:lnTo>
                    <a:pt x="49116" y="285528"/>
                  </a:lnTo>
                  <a:lnTo>
                    <a:pt x="52922" y="289205"/>
                  </a:lnTo>
                  <a:lnTo>
                    <a:pt x="56842" y="292760"/>
                  </a:lnTo>
                  <a:lnTo>
                    <a:pt x="60873" y="296190"/>
                  </a:lnTo>
                  <a:lnTo>
                    <a:pt x="65010" y="299489"/>
                  </a:lnTo>
                  <a:lnTo>
                    <a:pt x="69249" y="302657"/>
                  </a:lnTo>
                  <a:lnTo>
                    <a:pt x="73587" y="305688"/>
                  </a:lnTo>
                  <a:lnTo>
                    <a:pt x="78019" y="308581"/>
                  </a:lnTo>
                  <a:lnTo>
                    <a:pt x="82540" y="311332"/>
                  </a:lnTo>
                  <a:lnTo>
                    <a:pt x="87145" y="313938"/>
                  </a:lnTo>
                  <a:lnTo>
                    <a:pt x="91831" y="316398"/>
                  </a:lnTo>
                  <a:lnTo>
                    <a:pt x="96593" y="318707"/>
                  </a:lnTo>
                  <a:lnTo>
                    <a:pt x="101425" y="320865"/>
                  </a:lnTo>
                  <a:lnTo>
                    <a:pt x="106323" y="322869"/>
                  </a:lnTo>
                  <a:lnTo>
                    <a:pt x="111282" y="324717"/>
                  </a:lnTo>
                  <a:lnTo>
                    <a:pt x="116297" y="326407"/>
                  </a:lnTo>
                  <a:lnTo>
                    <a:pt x="121363" y="327937"/>
                  </a:lnTo>
                  <a:lnTo>
                    <a:pt x="126475" y="329307"/>
                  </a:lnTo>
                  <a:lnTo>
                    <a:pt x="131627" y="330513"/>
                  </a:lnTo>
                  <a:lnTo>
                    <a:pt x="136815" y="331556"/>
                  </a:lnTo>
                  <a:lnTo>
                    <a:pt x="142034" y="332435"/>
                  </a:lnTo>
                  <a:lnTo>
                    <a:pt x="147278" y="333147"/>
                  </a:lnTo>
                  <a:lnTo>
                    <a:pt x="152542" y="333694"/>
                  </a:lnTo>
                  <a:lnTo>
                    <a:pt x="157820" y="334073"/>
                  </a:lnTo>
                  <a:lnTo>
                    <a:pt x="163108" y="334285"/>
                  </a:lnTo>
                  <a:lnTo>
                    <a:pt x="168400" y="334330"/>
                  </a:lnTo>
                  <a:lnTo>
                    <a:pt x="173691" y="334207"/>
                  </a:lnTo>
                  <a:lnTo>
                    <a:pt x="178975" y="333917"/>
                  </a:lnTo>
                  <a:lnTo>
                    <a:pt x="184247" y="333459"/>
                  </a:lnTo>
                  <a:lnTo>
                    <a:pt x="189502" y="332835"/>
                  </a:lnTo>
                  <a:lnTo>
                    <a:pt x="194735" y="332045"/>
                  </a:lnTo>
                  <a:lnTo>
                    <a:pt x="199940" y="331090"/>
                  </a:lnTo>
                  <a:lnTo>
                    <a:pt x="205112" y="329970"/>
                  </a:lnTo>
                  <a:lnTo>
                    <a:pt x="210247" y="328688"/>
                  </a:lnTo>
                  <a:lnTo>
                    <a:pt x="215338" y="327243"/>
                  </a:lnTo>
                  <a:lnTo>
                    <a:pt x="220380" y="325638"/>
                  </a:lnTo>
                  <a:lnTo>
                    <a:pt x="225370" y="323874"/>
                  </a:lnTo>
                  <a:lnTo>
                    <a:pt x="230301" y="321953"/>
                  </a:lnTo>
                  <a:lnTo>
                    <a:pt x="235169" y="319877"/>
                  </a:lnTo>
                  <a:lnTo>
                    <a:pt x="239969" y="317648"/>
                  </a:lnTo>
                  <a:lnTo>
                    <a:pt x="244695" y="315268"/>
                  </a:lnTo>
                  <a:lnTo>
                    <a:pt x="249344" y="312740"/>
                  </a:lnTo>
                  <a:lnTo>
                    <a:pt x="253911" y="310066"/>
                  </a:lnTo>
                  <a:lnTo>
                    <a:pt x="258391" y="307248"/>
                  </a:lnTo>
                  <a:lnTo>
                    <a:pt x="262779" y="304291"/>
                  </a:lnTo>
                  <a:lnTo>
                    <a:pt x="267072" y="301195"/>
                  </a:lnTo>
                  <a:lnTo>
                    <a:pt x="271264" y="297966"/>
                  </a:lnTo>
                  <a:lnTo>
                    <a:pt x="275352" y="294605"/>
                  </a:lnTo>
                  <a:lnTo>
                    <a:pt x="279332" y="291117"/>
                  </a:lnTo>
                  <a:lnTo>
                    <a:pt x="283199" y="287504"/>
                  </a:lnTo>
                  <a:lnTo>
                    <a:pt x="286950" y="283771"/>
                  </a:lnTo>
                  <a:lnTo>
                    <a:pt x="290581" y="279921"/>
                  </a:lnTo>
                  <a:lnTo>
                    <a:pt x="294088" y="275958"/>
                  </a:lnTo>
                  <a:lnTo>
                    <a:pt x="297468" y="271886"/>
                  </a:lnTo>
                  <a:lnTo>
                    <a:pt x="300718" y="267709"/>
                  </a:lnTo>
                  <a:lnTo>
                    <a:pt x="303833" y="263431"/>
                  </a:lnTo>
                  <a:lnTo>
                    <a:pt x="306812" y="259057"/>
                  </a:lnTo>
                  <a:lnTo>
                    <a:pt x="309650" y="254591"/>
                  </a:lnTo>
                  <a:lnTo>
                    <a:pt x="312346" y="250037"/>
                  </a:lnTo>
                  <a:lnTo>
                    <a:pt x="314897" y="245400"/>
                  </a:lnTo>
                  <a:lnTo>
                    <a:pt x="317299" y="240684"/>
                  </a:lnTo>
                  <a:lnTo>
                    <a:pt x="319551" y="235895"/>
                  </a:lnTo>
                  <a:lnTo>
                    <a:pt x="321650" y="231037"/>
                  </a:lnTo>
                  <a:lnTo>
                    <a:pt x="323594" y="226115"/>
                  </a:lnTo>
                  <a:lnTo>
                    <a:pt x="325382" y="221134"/>
                  </a:lnTo>
                  <a:lnTo>
                    <a:pt x="327011" y="216099"/>
                  </a:lnTo>
                  <a:lnTo>
                    <a:pt x="328479" y="211015"/>
                  </a:lnTo>
                  <a:lnTo>
                    <a:pt x="329786" y="205887"/>
                  </a:lnTo>
                  <a:lnTo>
                    <a:pt x="330931" y="200720"/>
                  </a:lnTo>
                  <a:lnTo>
                    <a:pt x="331911" y="195519"/>
                  </a:lnTo>
                  <a:lnTo>
                    <a:pt x="332725" y="190290"/>
                  </a:lnTo>
                  <a:lnTo>
                    <a:pt x="333374" y="185038"/>
                  </a:lnTo>
                  <a:lnTo>
                    <a:pt x="333857" y="179768"/>
                  </a:lnTo>
                  <a:lnTo>
                    <a:pt x="334172" y="174486"/>
                  </a:lnTo>
                  <a:lnTo>
                    <a:pt x="334320" y="169196"/>
                  </a:lnTo>
                  <a:lnTo>
                    <a:pt x="334301" y="163904"/>
                  </a:lnTo>
                  <a:lnTo>
                    <a:pt x="334114" y="158615"/>
                  </a:lnTo>
                  <a:lnTo>
                    <a:pt x="333759" y="153335"/>
                  </a:lnTo>
                  <a:lnTo>
                    <a:pt x="333238" y="148068"/>
                  </a:lnTo>
                  <a:lnTo>
                    <a:pt x="332550" y="142821"/>
                  </a:lnTo>
                  <a:lnTo>
                    <a:pt x="331697" y="137598"/>
                  </a:lnTo>
                  <a:lnTo>
                    <a:pt x="330678" y="132405"/>
                  </a:lnTo>
                  <a:lnTo>
                    <a:pt x="329496" y="127247"/>
                  </a:lnTo>
                  <a:lnTo>
                    <a:pt x="328151" y="122128"/>
                  </a:lnTo>
                  <a:lnTo>
                    <a:pt x="326645" y="117055"/>
                  </a:lnTo>
                  <a:lnTo>
                    <a:pt x="324979" y="112032"/>
                  </a:lnTo>
                  <a:lnTo>
                    <a:pt x="323154" y="107065"/>
                  </a:lnTo>
                  <a:lnTo>
                    <a:pt x="321174" y="102157"/>
                  </a:lnTo>
                  <a:lnTo>
                    <a:pt x="319039" y="97315"/>
                  </a:lnTo>
                  <a:lnTo>
                    <a:pt x="316752" y="92543"/>
                  </a:lnTo>
                  <a:lnTo>
                    <a:pt x="314315" y="87845"/>
                  </a:lnTo>
                  <a:lnTo>
                    <a:pt x="311730" y="83227"/>
                  </a:lnTo>
                  <a:lnTo>
                    <a:pt x="309001" y="78693"/>
                  </a:lnTo>
                  <a:lnTo>
                    <a:pt x="306129" y="74248"/>
                  </a:lnTo>
                  <a:lnTo>
                    <a:pt x="303118" y="69896"/>
                  </a:lnTo>
                  <a:lnTo>
                    <a:pt x="299971" y="65641"/>
                  </a:lnTo>
                  <a:lnTo>
                    <a:pt x="296691" y="61488"/>
                  </a:lnTo>
                  <a:lnTo>
                    <a:pt x="293281" y="57441"/>
                  </a:lnTo>
                  <a:lnTo>
                    <a:pt x="289745" y="53504"/>
                  </a:lnTo>
                  <a:lnTo>
                    <a:pt x="286085" y="49681"/>
                  </a:lnTo>
                  <a:lnTo>
                    <a:pt x="282307" y="45976"/>
                  </a:lnTo>
                  <a:lnTo>
                    <a:pt x="278413" y="42392"/>
                  </a:lnTo>
                  <a:lnTo>
                    <a:pt x="274408" y="38933"/>
                  </a:lnTo>
                  <a:lnTo>
                    <a:pt x="270295" y="35603"/>
                  </a:lnTo>
                  <a:lnTo>
                    <a:pt x="266079" y="32404"/>
                  </a:lnTo>
                  <a:lnTo>
                    <a:pt x="261764" y="29341"/>
                  </a:lnTo>
                  <a:lnTo>
                    <a:pt x="257354" y="26415"/>
                  </a:lnTo>
                  <a:lnTo>
                    <a:pt x="252853" y="23631"/>
                  </a:lnTo>
                  <a:lnTo>
                    <a:pt x="248267" y="20991"/>
                  </a:lnTo>
                  <a:lnTo>
                    <a:pt x="243599" y="18497"/>
                  </a:lnTo>
                  <a:lnTo>
                    <a:pt x="238855" y="16152"/>
                  </a:lnTo>
                  <a:lnTo>
                    <a:pt x="234039" y="13958"/>
                  </a:lnTo>
                  <a:lnTo>
                    <a:pt x="229156" y="11918"/>
                  </a:lnTo>
                  <a:lnTo>
                    <a:pt x="224211" y="10034"/>
                  </a:lnTo>
                  <a:lnTo>
                    <a:pt x="219208" y="8307"/>
                  </a:lnTo>
                  <a:lnTo>
                    <a:pt x="214154" y="6739"/>
                  </a:lnTo>
                  <a:lnTo>
                    <a:pt x="209052" y="5332"/>
                  </a:lnTo>
                  <a:lnTo>
                    <a:pt x="203909" y="4088"/>
                  </a:lnTo>
                  <a:lnTo>
                    <a:pt x="198728" y="3006"/>
                  </a:lnTo>
                  <a:lnTo>
                    <a:pt x="193516" y="2089"/>
                  </a:lnTo>
                  <a:lnTo>
                    <a:pt x="188278" y="1338"/>
                  </a:lnTo>
                  <a:lnTo>
                    <a:pt x="183018" y="753"/>
                  </a:lnTo>
                  <a:lnTo>
                    <a:pt x="177743" y="334"/>
                  </a:lnTo>
                  <a:lnTo>
                    <a:pt x="172456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438" y="5018213"/>
              <a:ext cx="282" cy="167167"/>
            </a:xfrm>
            <a:custGeom>
              <a:avLst/>
              <a:pathLst>
                <a:path w="282" h="167167">
                  <a:moveTo>
                    <a:pt x="282" y="0"/>
                  </a:moveTo>
                  <a:lnTo>
                    <a:pt x="0" y="0"/>
                  </a:lnTo>
                  <a:lnTo>
                    <a:pt x="28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438" y="5018213"/>
              <a:ext cx="282" cy="167167"/>
            </a:xfrm>
            <a:custGeom>
              <a:avLst/>
              <a:pathLst>
                <a:path w="282" h="167167">
                  <a:moveTo>
                    <a:pt x="0" y="0"/>
                  </a:moveTo>
                  <a:lnTo>
                    <a:pt x="28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438" y="5018213"/>
              <a:ext cx="282" cy="167167"/>
            </a:xfrm>
            <a:custGeom>
              <a:avLst/>
              <a:pathLst>
                <a:path w="282" h="167167">
                  <a:moveTo>
                    <a:pt x="0" y="0"/>
                  </a:moveTo>
                  <a:lnTo>
                    <a:pt x="28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438" y="5018213"/>
              <a:ext cx="282" cy="167167"/>
            </a:xfrm>
            <a:custGeom>
              <a:avLst/>
              <a:pathLst>
                <a:path w="282" h="167167">
                  <a:moveTo>
                    <a:pt x="0" y="0"/>
                  </a:moveTo>
                  <a:lnTo>
                    <a:pt x="28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438" y="5018213"/>
              <a:ext cx="282" cy="167167"/>
            </a:xfrm>
            <a:custGeom>
              <a:avLst/>
              <a:pathLst>
                <a:path w="282" h="167167">
                  <a:moveTo>
                    <a:pt x="0" y="0"/>
                  </a:moveTo>
                  <a:lnTo>
                    <a:pt x="28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438" y="5018213"/>
              <a:ext cx="282" cy="167167"/>
            </a:xfrm>
            <a:custGeom>
              <a:avLst/>
              <a:pathLst>
                <a:path w="282" h="167167">
                  <a:moveTo>
                    <a:pt x="0" y="0"/>
                  </a:moveTo>
                  <a:lnTo>
                    <a:pt x="28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438" y="5018213"/>
              <a:ext cx="282" cy="167167"/>
            </a:xfrm>
            <a:custGeom>
              <a:avLst/>
              <a:pathLst>
                <a:path w="282" h="167167">
                  <a:moveTo>
                    <a:pt x="0" y="0"/>
                  </a:moveTo>
                  <a:lnTo>
                    <a:pt x="28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438" y="5018213"/>
              <a:ext cx="282" cy="167167"/>
            </a:xfrm>
            <a:custGeom>
              <a:avLst/>
              <a:pathLst>
                <a:path w="282" h="167167">
                  <a:moveTo>
                    <a:pt x="0" y="0"/>
                  </a:moveTo>
                  <a:lnTo>
                    <a:pt x="28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438" y="5018213"/>
              <a:ext cx="282" cy="167167"/>
            </a:xfrm>
            <a:custGeom>
              <a:avLst/>
              <a:pathLst>
                <a:path w="282" h="167167">
                  <a:moveTo>
                    <a:pt x="0" y="0"/>
                  </a:moveTo>
                  <a:lnTo>
                    <a:pt x="28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321568" y="5018213"/>
              <a:ext cx="334309" cy="334333"/>
            </a:xfrm>
            <a:custGeom>
              <a:avLst/>
              <a:pathLst>
                <a:path w="334309" h="334333">
                  <a:moveTo>
                    <a:pt x="166870" y="0"/>
                  </a:moveTo>
                  <a:lnTo>
                    <a:pt x="161563" y="93"/>
                  </a:lnTo>
                  <a:lnTo>
                    <a:pt x="156262" y="354"/>
                  </a:lnTo>
                  <a:lnTo>
                    <a:pt x="150971" y="784"/>
                  </a:lnTo>
                  <a:lnTo>
                    <a:pt x="145698" y="1382"/>
                  </a:lnTo>
                  <a:lnTo>
                    <a:pt x="140445" y="2146"/>
                  </a:lnTo>
                  <a:lnTo>
                    <a:pt x="135220" y="3077"/>
                  </a:lnTo>
                  <a:lnTo>
                    <a:pt x="130027" y="4174"/>
                  </a:lnTo>
                  <a:lnTo>
                    <a:pt x="124871" y="5435"/>
                  </a:lnTo>
                  <a:lnTo>
                    <a:pt x="119758" y="6858"/>
                  </a:lnTo>
                  <a:lnTo>
                    <a:pt x="114693" y="8444"/>
                  </a:lnTo>
                  <a:lnTo>
                    <a:pt x="109680" y="10189"/>
                  </a:lnTo>
                  <a:lnTo>
                    <a:pt x="104726" y="12093"/>
                  </a:lnTo>
                  <a:lnTo>
                    <a:pt x="99834" y="14153"/>
                  </a:lnTo>
                  <a:lnTo>
                    <a:pt x="95011" y="16367"/>
                  </a:lnTo>
                  <a:lnTo>
                    <a:pt x="90260" y="18733"/>
                  </a:lnTo>
                  <a:lnTo>
                    <a:pt x="85586" y="21249"/>
                  </a:lnTo>
                  <a:lnTo>
                    <a:pt x="80995" y="23912"/>
                  </a:lnTo>
                  <a:lnTo>
                    <a:pt x="76490" y="26720"/>
                  </a:lnTo>
                  <a:lnTo>
                    <a:pt x="72077" y="29669"/>
                  </a:lnTo>
                  <a:lnTo>
                    <a:pt x="67760" y="32756"/>
                  </a:lnTo>
                  <a:lnTo>
                    <a:pt x="63543" y="35979"/>
                  </a:lnTo>
                  <a:lnTo>
                    <a:pt x="59431" y="39335"/>
                  </a:lnTo>
                  <a:lnTo>
                    <a:pt x="55427" y="42819"/>
                  </a:lnTo>
                  <a:lnTo>
                    <a:pt x="51536" y="46428"/>
                  </a:lnTo>
                  <a:lnTo>
                    <a:pt x="47761" y="50160"/>
                  </a:lnTo>
                  <a:lnTo>
                    <a:pt x="44107" y="54009"/>
                  </a:lnTo>
                  <a:lnTo>
                    <a:pt x="40576" y="57972"/>
                  </a:lnTo>
                  <a:lnTo>
                    <a:pt x="37174" y="62045"/>
                  </a:lnTo>
                  <a:lnTo>
                    <a:pt x="33902" y="66225"/>
                  </a:lnTo>
                  <a:lnTo>
                    <a:pt x="30764" y="70506"/>
                  </a:lnTo>
                  <a:lnTo>
                    <a:pt x="27765" y="74884"/>
                  </a:lnTo>
                  <a:lnTo>
                    <a:pt x="24905" y="79356"/>
                  </a:lnTo>
                  <a:lnTo>
                    <a:pt x="22189" y="83916"/>
                  </a:lnTo>
                  <a:lnTo>
                    <a:pt x="19619" y="88560"/>
                  </a:lnTo>
                  <a:lnTo>
                    <a:pt x="17198" y="93283"/>
                  </a:lnTo>
                  <a:lnTo>
                    <a:pt x="14928" y="98081"/>
                  </a:lnTo>
                  <a:lnTo>
                    <a:pt x="12812" y="102948"/>
                  </a:lnTo>
                  <a:lnTo>
                    <a:pt x="10851" y="107881"/>
                  </a:lnTo>
                  <a:lnTo>
                    <a:pt x="9048" y="112872"/>
                  </a:lnTo>
                  <a:lnTo>
                    <a:pt x="7404" y="117919"/>
                  </a:lnTo>
                  <a:lnTo>
                    <a:pt x="5921" y="123015"/>
                  </a:lnTo>
                  <a:lnTo>
                    <a:pt x="4600" y="128156"/>
                  </a:lnTo>
                  <a:lnTo>
                    <a:pt x="3444" y="133336"/>
                  </a:lnTo>
                  <a:lnTo>
                    <a:pt x="2452" y="138550"/>
                  </a:lnTo>
                  <a:lnTo>
                    <a:pt x="1627" y="143793"/>
                  </a:lnTo>
                  <a:lnTo>
                    <a:pt x="968" y="149060"/>
                  </a:lnTo>
                  <a:lnTo>
                    <a:pt x="477" y="154345"/>
                  </a:lnTo>
                  <a:lnTo>
                    <a:pt x="154" y="159643"/>
                  </a:lnTo>
                  <a:lnTo>
                    <a:pt x="0" y="164948"/>
                  </a:lnTo>
                  <a:lnTo>
                    <a:pt x="13" y="170256"/>
                  </a:lnTo>
                  <a:lnTo>
                    <a:pt x="196" y="175560"/>
                  </a:lnTo>
                  <a:lnTo>
                    <a:pt x="546" y="180856"/>
                  </a:lnTo>
                  <a:lnTo>
                    <a:pt x="1065" y="186138"/>
                  </a:lnTo>
                  <a:lnTo>
                    <a:pt x="1751" y="191401"/>
                  </a:lnTo>
                  <a:lnTo>
                    <a:pt x="2604" y="196640"/>
                  </a:lnTo>
                  <a:lnTo>
                    <a:pt x="3622" y="201849"/>
                  </a:lnTo>
                  <a:lnTo>
                    <a:pt x="4806" y="207023"/>
                  </a:lnTo>
                  <a:lnTo>
                    <a:pt x="6153" y="212157"/>
                  </a:lnTo>
                  <a:lnTo>
                    <a:pt x="7662" y="217245"/>
                  </a:lnTo>
                  <a:lnTo>
                    <a:pt x="9332" y="222283"/>
                  </a:lnTo>
                  <a:lnTo>
                    <a:pt x="11162" y="227266"/>
                  </a:lnTo>
                  <a:lnTo>
                    <a:pt x="13148" y="232188"/>
                  </a:lnTo>
                  <a:lnTo>
                    <a:pt x="15290" y="237044"/>
                  </a:lnTo>
                  <a:lnTo>
                    <a:pt x="17585" y="241830"/>
                  </a:lnTo>
                  <a:lnTo>
                    <a:pt x="20031" y="246540"/>
                  </a:lnTo>
                  <a:lnTo>
                    <a:pt x="22625" y="251171"/>
                  </a:lnTo>
                  <a:lnTo>
                    <a:pt x="25364" y="255717"/>
                  </a:lnTo>
                  <a:lnTo>
                    <a:pt x="28247" y="260173"/>
                  </a:lnTo>
                  <a:lnTo>
                    <a:pt x="31270" y="264536"/>
                  </a:lnTo>
                  <a:lnTo>
                    <a:pt x="34429" y="268801"/>
                  </a:lnTo>
                  <a:lnTo>
                    <a:pt x="37723" y="272963"/>
                  </a:lnTo>
                  <a:lnTo>
                    <a:pt x="41146" y="277019"/>
                  </a:lnTo>
                  <a:lnTo>
                    <a:pt x="44697" y="280964"/>
                  </a:lnTo>
                  <a:lnTo>
                    <a:pt x="48372" y="284794"/>
                  </a:lnTo>
                  <a:lnTo>
                    <a:pt x="52166" y="288505"/>
                  </a:lnTo>
                  <a:lnTo>
                    <a:pt x="56076" y="292095"/>
                  </a:lnTo>
                  <a:lnTo>
                    <a:pt x="60098" y="295558"/>
                  </a:lnTo>
                  <a:lnTo>
                    <a:pt x="64228" y="298892"/>
                  </a:lnTo>
                  <a:lnTo>
                    <a:pt x="68461" y="302093"/>
                  </a:lnTo>
                  <a:lnTo>
                    <a:pt x="72795" y="305158"/>
                  </a:lnTo>
                  <a:lnTo>
                    <a:pt x="77223" y="308084"/>
                  </a:lnTo>
                  <a:lnTo>
                    <a:pt x="81742" y="310868"/>
                  </a:lnTo>
                  <a:lnTo>
                    <a:pt x="86347" y="313507"/>
                  </a:lnTo>
                  <a:lnTo>
                    <a:pt x="91033" y="315998"/>
                  </a:lnTo>
                  <a:lnTo>
                    <a:pt x="95797" y="318340"/>
                  </a:lnTo>
                  <a:lnTo>
                    <a:pt x="100632" y="320529"/>
                  </a:lnTo>
                  <a:lnTo>
                    <a:pt x="105534" y="322563"/>
                  </a:lnTo>
                  <a:lnTo>
                    <a:pt x="110498" y="324441"/>
                  </a:lnTo>
                  <a:lnTo>
                    <a:pt x="115520" y="326161"/>
                  </a:lnTo>
                  <a:lnTo>
                    <a:pt x="120593" y="327720"/>
                  </a:lnTo>
                  <a:lnTo>
                    <a:pt x="125714" y="329117"/>
                  </a:lnTo>
                  <a:lnTo>
                    <a:pt x="130876" y="330351"/>
                  </a:lnTo>
                  <a:lnTo>
                    <a:pt x="136075" y="331420"/>
                  </a:lnTo>
                  <a:lnTo>
                    <a:pt x="141305" y="332324"/>
                  </a:lnTo>
                  <a:lnTo>
                    <a:pt x="146561" y="333061"/>
                  </a:lnTo>
                  <a:lnTo>
                    <a:pt x="151838" y="333631"/>
                  </a:lnTo>
                  <a:lnTo>
                    <a:pt x="157130" y="334033"/>
                  </a:lnTo>
                  <a:lnTo>
                    <a:pt x="162433" y="334268"/>
                  </a:lnTo>
                  <a:lnTo>
                    <a:pt x="167740" y="334333"/>
                  </a:lnTo>
                  <a:lnTo>
                    <a:pt x="173047" y="334230"/>
                  </a:lnTo>
                  <a:lnTo>
                    <a:pt x="178347" y="333959"/>
                  </a:lnTo>
                  <a:lnTo>
                    <a:pt x="183637" y="333519"/>
                  </a:lnTo>
                  <a:lnTo>
                    <a:pt x="188909" y="332912"/>
                  </a:lnTo>
                  <a:lnTo>
                    <a:pt x="194160" y="332138"/>
                  </a:lnTo>
                  <a:lnTo>
                    <a:pt x="199384" y="331197"/>
                  </a:lnTo>
                  <a:lnTo>
                    <a:pt x="204575" y="330091"/>
                  </a:lnTo>
                  <a:lnTo>
                    <a:pt x="209728" y="328821"/>
                  </a:lnTo>
                  <a:lnTo>
                    <a:pt x="214839" y="327388"/>
                  </a:lnTo>
                  <a:lnTo>
                    <a:pt x="219901" y="325794"/>
                  </a:lnTo>
                  <a:lnTo>
                    <a:pt x="224911" y="324039"/>
                  </a:lnTo>
                  <a:lnTo>
                    <a:pt x="229862" y="322126"/>
                  </a:lnTo>
                  <a:lnTo>
                    <a:pt x="234749" y="320057"/>
                  </a:lnTo>
                  <a:lnTo>
                    <a:pt x="239569" y="317834"/>
                  </a:lnTo>
                  <a:lnTo>
                    <a:pt x="244316" y="315460"/>
                  </a:lnTo>
                  <a:lnTo>
                    <a:pt x="248985" y="312935"/>
                  </a:lnTo>
                  <a:lnTo>
                    <a:pt x="253571" y="310264"/>
                  </a:lnTo>
                  <a:lnTo>
                    <a:pt x="258070" y="307448"/>
                  </a:lnTo>
                  <a:lnTo>
                    <a:pt x="262478" y="304491"/>
                  </a:lnTo>
                  <a:lnTo>
                    <a:pt x="266789" y="301396"/>
                  </a:lnTo>
                  <a:lnTo>
                    <a:pt x="271000" y="298165"/>
                  </a:lnTo>
                  <a:lnTo>
                    <a:pt x="275107" y="294802"/>
                  </a:lnTo>
                  <a:lnTo>
                    <a:pt x="279104" y="291311"/>
                  </a:lnTo>
                  <a:lnTo>
                    <a:pt x="282989" y="287694"/>
                  </a:lnTo>
                  <a:lnTo>
                    <a:pt x="286757" y="283956"/>
                  </a:lnTo>
                  <a:lnTo>
                    <a:pt x="290404" y="280100"/>
                  </a:lnTo>
                  <a:lnTo>
                    <a:pt x="293927" y="276130"/>
                  </a:lnTo>
                  <a:lnTo>
                    <a:pt x="297323" y="272051"/>
                  </a:lnTo>
                  <a:lnTo>
                    <a:pt x="300587" y="267865"/>
                  </a:lnTo>
                  <a:lnTo>
                    <a:pt x="303716" y="263578"/>
                  </a:lnTo>
                  <a:lnTo>
                    <a:pt x="306708" y="259194"/>
                  </a:lnTo>
                  <a:lnTo>
                    <a:pt x="309559" y="254718"/>
                  </a:lnTo>
                  <a:lnTo>
                    <a:pt x="312267" y="250153"/>
                  </a:lnTo>
                  <a:lnTo>
                    <a:pt x="314828" y="245504"/>
                  </a:lnTo>
                  <a:lnTo>
                    <a:pt x="317241" y="240776"/>
                  </a:lnTo>
                  <a:lnTo>
                    <a:pt x="319502" y="235974"/>
                  </a:lnTo>
                  <a:lnTo>
                    <a:pt x="321610" y="231103"/>
                  </a:lnTo>
                  <a:lnTo>
                    <a:pt x="323561" y="226168"/>
                  </a:lnTo>
                  <a:lnTo>
                    <a:pt x="325356" y="221172"/>
                  </a:lnTo>
                  <a:lnTo>
                    <a:pt x="326990" y="216123"/>
                  </a:lnTo>
                  <a:lnTo>
                    <a:pt x="328464" y="211024"/>
                  </a:lnTo>
                  <a:lnTo>
                    <a:pt x="329775" y="205881"/>
                  </a:lnTo>
                  <a:lnTo>
                    <a:pt x="330922" y="200698"/>
                  </a:lnTo>
                  <a:lnTo>
                    <a:pt x="331904" y="195482"/>
                  </a:lnTo>
                  <a:lnTo>
                    <a:pt x="332720" y="190238"/>
                  </a:lnTo>
                  <a:lnTo>
                    <a:pt x="333369" y="184970"/>
                  </a:lnTo>
                  <a:lnTo>
                    <a:pt x="333850" y="179684"/>
                  </a:lnTo>
                  <a:lnTo>
                    <a:pt x="334164" y="174386"/>
                  </a:lnTo>
                  <a:lnTo>
                    <a:pt x="334309" y="169080"/>
                  </a:lnTo>
                  <a:lnTo>
                    <a:pt x="334285" y="163773"/>
                  </a:lnTo>
                  <a:lnTo>
                    <a:pt x="334093" y="158469"/>
                  </a:lnTo>
                  <a:lnTo>
                    <a:pt x="333733" y="153173"/>
                  </a:lnTo>
                  <a:lnTo>
                    <a:pt x="333205" y="147892"/>
                  </a:lnTo>
                  <a:lnTo>
                    <a:pt x="332509" y="142630"/>
                  </a:lnTo>
                  <a:lnTo>
                    <a:pt x="331647" y="137393"/>
                  </a:lnTo>
                  <a:lnTo>
                    <a:pt x="330619" y="132186"/>
                  </a:lnTo>
                  <a:lnTo>
                    <a:pt x="329426" y="127014"/>
                  </a:lnTo>
                  <a:lnTo>
                    <a:pt x="328069" y="121883"/>
                  </a:lnTo>
                  <a:lnTo>
                    <a:pt x="326551" y="116797"/>
                  </a:lnTo>
                  <a:lnTo>
                    <a:pt x="324871" y="111762"/>
                  </a:lnTo>
                  <a:lnTo>
                    <a:pt x="323033" y="106783"/>
                  </a:lnTo>
                  <a:lnTo>
                    <a:pt x="321037" y="101865"/>
                  </a:lnTo>
                  <a:lnTo>
                    <a:pt x="318887" y="97012"/>
                  </a:lnTo>
                  <a:lnTo>
                    <a:pt x="316583" y="92231"/>
                  </a:lnTo>
                  <a:lnTo>
                    <a:pt x="314129" y="87525"/>
                  </a:lnTo>
                  <a:lnTo>
                    <a:pt x="311526" y="82899"/>
                  </a:lnTo>
                  <a:lnTo>
                    <a:pt x="308778" y="78358"/>
                  </a:lnTo>
                  <a:lnTo>
                    <a:pt x="305888" y="73907"/>
                  </a:lnTo>
                  <a:lnTo>
                    <a:pt x="302857" y="69549"/>
                  </a:lnTo>
                  <a:lnTo>
                    <a:pt x="299690" y="65290"/>
                  </a:lnTo>
                  <a:lnTo>
                    <a:pt x="296389" y="61134"/>
                  </a:lnTo>
                  <a:lnTo>
                    <a:pt x="292957" y="57085"/>
                  </a:lnTo>
                  <a:lnTo>
                    <a:pt x="289399" y="53146"/>
                  </a:lnTo>
                  <a:lnTo>
                    <a:pt x="285718" y="49323"/>
                  </a:lnTo>
                  <a:lnTo>
                    <a:pt x="281917" y="45618"/>
                  </a:lnTo>
                  <a:lnTo>
                    <a:pt x="278000" y="42036"/>
                  </a:lnTo>
                  <a:lnTo>
                    <a:pt x="273972" y="38580"/>
                  </a:lnTo>
                  <a:lnTo>
                    <a:pt x="269836" y="35254"/>
                  </a:lnTo>
                  <a:lnTo>
                    <a:pt x="265597" y="32061"/>
                  </a:lnTo>
                  <a:lnTo>
                    <a:pt x="261258" y="29003"/>
                  </a:lnTo>
                  <a:lnTo>
                    <a:pt x="256824" y="26086"/>
                  </a:lnTo>
                  <a:lnTo>
                    <a:pt x="252300" y="23310"/>
                  </a:lnTo>
                  <a:lnTo>
                    <a:pt x="247690" y="20679"/>
                  </a:lnTo>
                  <a:lnTo>
                    <a:pt x="242999" y="18196"/>
                  </a:lnTo>
                  <a:lnTo>
                    <a:pt x="238232" y="15864"/>
                  </a:lnTo>
                  <a:lnTo>
                    <a:pt x="233393" y="13683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488720" y="5018213"/>
              <a:ext cx="66240" cy="167167"/>
            </a:xfrm>
            <a:custGeom>
              <a:avLst/>
              <a:pathLst>
                <a:path w="66240" h="167167">
                  <a:moveTo>
                    <a:pt x="66240" y="13684"/>
                  </a:moveTo>
                  <a:lnTo>
                    <a:pt x="60511" y="11336"/>
                  </a:lnTo>
                  <a:lnTo>
                    <a:pt x="54699" y="9202"/>
                  </a:lnTo>
                  <a:lnTo>
                    <a:pt x="48812" y="7285"/>
                  </a:lnTo>
                  <a:lnTo>
                    <a:pt x="42858" y="5587"/>
                  </a:lnTo>
                  <a:lnTo>
                    <a:pt x="36845" y="4111"/>
                  </a:lnTo>
                  <a:lnTo>
                    <a:pt x="30782" y="2858"/>
                  </a:lnTo>
                  <a:lnTo>
                    <a:pt x="24676" y="1831"/>
                  </a:lnTo>
                  <a:lnTo>
                    <a:pt x="18537" y="1030"/>
                  </a:lnTo>
                  <a:lnTo>
                    <a:pt x="12372" y="458"/>
                  </a:lnTo>
                  <a:lnTo>
                    <a:pt x="6190" y="11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797900" y="5269756"/>
              <a:ext cx="166600" cy="167167"/>
            </a:xfrm>
            <a:custGeom>
              <a:avLst/>
              <a:pathLst>
                <a:path w="166600" h="167167">
                  <a:moveTo>
                    <a:pt x="166560" y="0"/>
                  </a:moveTo>
                  <a:lnTo>
                    <a:pt x="161153" y="88"/>
                  </a:lnTo>
                  <a:lnTo>
                    <a:pt x="155751" y="352"/>
                  </a:lnTo>
                  <a:lnTo>
                    <a:pt x="150361" y="790"/>
                  </a:lnTo>
                  <a:lnTo>
                    <a:pt x="144988" y="1403"/>
                  </a:lnTo>
                  <a:lnTo>
                    <a:pt x="139637" y="2188"/>
                  </a:lnTo>
                  <a:lnTo>
                    <a:pt x="134315" y="3147"/>
                  </a:lnTo>
                  <a:lnTo>
                    <a:pt x="129026" y="4277"/>
                  </a:lnTo>
                  <a:lnTo>
                    <a:pt x="123777" y="5578"/>
                  </a:lnTo>
                  <a:lnTo>
                    <a:pt x="118572" y="7047"/>
                  </a:lnTo>
                  <a:lnTo>
                    <a:pt x="113418" y="8685"/>
                  </a:lnTo>
                  <a:lnTo>
                    <a:pt x="108320" y="10488"/>
                  </a:lnTo>
                  <a:lnTo>
                    <a:pt x="103282" y="12455"/>
                  </a:lnTo>
                  <a:lnTo>
                    <a:pt x="98311" y="14584"/>
                  </a:lnTo>
                  <a:lnTo>
                    <a:pt x="93411" y="16873"/>
                  </a:lnTo>
                  <a:lnTo>
                    <a:pt x="88588" y="19319"/>
                  </a:lnTo>
                  <a:lnTo>
                    <a:pt x="83846" y="21920"/>
                  </a:lnTo>
                  <a:lnTo>
                    <a:pt x="79192" y="24673"/>
                  </a:lnTo>
                  <a:lnTo>
                    <a:pt x="74628" y="27574"/>
                  </a:lnTo>
                  <a:lnTo>
                    <a:pt x="70161" y="30622"/>
                  </a:lnTo>
                  <a:lnTo>
                    <a:pt x="65795" y="33813"/>
                  </a:lnTo>
                  <a:lnTo>
                    <a:pt x="61534" y="37144"/>
                  </a:lnTo>
                  <a:lnTo>
                    <a:pt x="57383" y="40610"/>
                  </a:lnTo>
                  <a:lnTo>
                    <a:pt x="53347" y="44210"/>
                  </a:lnTo>
                  <a:lnTo>
                    <a:pt x="49429" y="47937"/>
                  </a:lnTo>
                  <a:lnTo>
                    <a:pt x="45633" y="51790"/>
                  </a:lnTo>
                  <a:lnTo>
                    <a:pt x="41964" y="55763"/>
                  </a:lnTo>
                  <a:lnTo>
                    <a:pt x="38426" y="59853"/>
                  </a:lnTo>
                  <a:lnTo>
                    <a:pt x="35022" y="64055"/>
                  </a:lnTo>
                  <a:lnTo>
                    <a:pt x="31756" y="68365"/>
                  </a:lnTo>
                  <a:lnTo>
                    <a:pt x="28630" y="72778"/>
                  </a:lnTo>
                  <a:lnTo>
                    <a:pt x="25649" y="77291"/>
                  </a:lnTo>
                  <a:lnTo>
                    <a:pt x="22816" y="81897"/>
                  </a:lnTo>
                  <a:lnTo>
                    <a:pt x="20133" y="86593"/>
                  </a:lnTo>
                  <a:lnTo>
                    <a:pt x="17603" y="91372"/>
                  </a:lnTo>
                  <a:lnTo>
                    <a:pt x="15230" y="96232"/>
                  </a:lnTo>
                  <a:lnTo>
                    <a:pt x="13014" y="101165"/>
                  </a:lnTo>
                  <a:lnTo>
                    <a:pt x="10960" y="106168"/>
                  </a:lnTo>
                  <a:lnTo>
                    <a:pt x="9068" y="111234"/>
                  </a:lnTo>
                  <a:lnTo>
                    <a:pt x="7341" y="116359"/>
                  </a:lnTo>
                  <a:lnTo>
                    <a:pt x="5781" y="121537"/>
                  </a:lnTo>
                  <a:lnTo>
                    <a:pt x="4389" y="126763"/>
                  </a:lnTo>
                  <a:lnTo>
                    <a:pt x="3167" y="132031"/>
                  </a:lnTo>
                  <a:lnTo>
                    <a:pt x="2116" y="137336"/>
                  </a:lnTo>
                  <a:lnTo>
                    <a:pt x="1237" y="142672"/>
                  </a:lnTo>
                  <a:lnTo>
                    <a:pt x="531" y="148034"/>
                  </a:lnTo>
                  <a:lnTo>
                    <a:pt x="0" y="153415"/>
                  </a:lnTo>
                  <a:lnTo>
                    <a:pt x="16660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797347" y="5269756"/>
              <a:ext cx="334302" cy="334334"/>
            </a:xfrm>
            <a:custGeom>
              <a:avLst/>
              <a:pathLst>
                <a:path w="334302" h="334334">
                  <a:moveTo>
                    <a:pt x="552" y="153415"/>
                  </a:moveTo>
                  <a:lnTo>
                    <a:pt x="200" y="158711"/>
                  </a:lnTo>
                  <a:lnTo>
                    <a:pt x="15" y="164016"/>
                  </a:lnTo>
                  <a:lnTo>
                    <a:pt x="0" y="169324"/>
                  </a:lnTo>
                  <a:lnTo>
                    <a:pt x="152" y="174630"/>
                  </a:lnTo>
                  <a:lnTo>
                    <a:pt x="473" y="179928"/>
                  </a:lnTo>
                  <a:lnTo>
                    <a:pt x="963" y="185213"/>
                  </a:lnTo>
                  <a:lnTo>
                    <a:pt x="1619" y="190480"/>
                  </a:lnTo>
                  <a:lnTo>
                    <a:pt x="2443" y="195724"/>
                  </a:lnTo>
                  <a:lnTo>
                    <a:pt x="3432" y="200939"/>
                  </a:lnTo>
                  <a:lnTo>
                    <a:pt x="4587" y="206119"/>
                  </a:lnTo>
                  <a:lnTo>
                    <a:pt x="5906" y="211261"/>
                  </a:lnTo>
                  <a:lnTo>
                    <a:pt x="7387" y="216358"/>
                  </a:lnTo>
                  <a:lnTo>
                    <a:pt x="9029" y="221405"/>
                  </a:lnTo>
                  <a:lnTo>
                    <a:pt x="10831" y="226398"/>
                  </a:lnTo>
                  <a:lnTo>
                    <a:pt x="12790" y="231331"/>
                  </a:lnTo>
                  <a:lnTo>
                    <a:pt x="14905" y="236200"/>
                  </a:lnTo>
                  <a:lnTo>
                    <a:pt x="17173" y="240998"/>
                  </a:lnTo>
                  <a:lnTo>
                    <a:pt x="19593" y="245723"/>
                  </a:lnTo>
                  <a:lnTo>
                    <a:pt x="22161" y="250368"/>
                  </a:lnTo>
                  <a:lnTo>
                    <a:pt x="24876" y="254929"/>
                  </a:lnTo>
                  <a:lnTo>
                    <a:pt x="27734" y="259402"/>
                  </a:lnTo>
                  <a:lnTo>
                    <a:pt x="30733" y="263782"/>
                  </a:lnTo>
                  <a:lnTo>
                    <a:pt x="33869" y="268064"/>
                  </a:lnTo>
                  <a:lnTo>
                    <a:pt x="37139" y="272245"/>
                  </a:lnTo>
                  <a:lnTo>
                    <a:pt x="40541" y="276319"/>
                  </a:lnTo>
                  <a:lnTo>
                    <a:pt x="44070" y="280284"/>
                  </a:lnTo>
                  <a:lnTo>
                    <a:pt x="47723" y="284135"/>
                  </a:lnTo>
                  <a:lnTo>
                    <a:pt x="51497" y="287867"/>
                  </a:lnTo>
                  <a:lnTo>
                    <a:pt x="55387" y="291478"/>
                  </a:lnTo>
                  <a:lnTo>
                    <a:pt x="59390" y="294964"/>
                  </a:lnTo>
                  <a:lnTo>
                    <a:pt x="63502" y="298321"/>
                  </a:lnTo>
                  <a:lnTo>
                    <a:pt x="67718" y="301545"/>
                  </a:lnTo>
                  <a:lnTo>
                    <a:pt x="72034" y="304635"/>
                  </a:lnTo>
                  <a:lnTo>
                    <a:pt x="76446" y="307585"/>
                  </a:lnTo>
                  <a:lnTo>
                    <a:pt x="80950" y="310394"/>
                  </a:lnTo>
                  <a:lnTo>
                    <a:pt x="85541" y="313059"/>
                  </a:lnTo>
                  <a:lnTo>
                    <a:pt x="90214" y="315576"/>
                  </a:lnTo>
                  <a:lnTo>
                    <a:pt x="94964" y="317944"/>
                  </a:lnTo>
                  <a:lnTo>
                    <a:pt x="99787" y="320160"/>
                  </a:lnTo>
                  <a:lnTo>
                    <a:pt x="104678" y="322221"/>
                  </a:lnTo>
                  <a:lnTo>
                    <a:pt x="109633" y="324127"/>
                  </a:lnTo>
                  <a:lnTo>
                    <a:pt x="114645" y="325874"/>
                  </a:lnTo>
                  <a:lnTo>
                    <a:pt x="119710" y="327461"/>
                  </a:lnTo>
                  <a:lnTo>
                    <a:pt x="124823" y="328886"/>
                  </a:lnTo>
                  <a:lnTo>
                    <a:pt x="129978" y="330149"/>
                  </a:lnTo>
                  <a:lnTo>
                    <a:pt x="135171" y="331247"/>
                  </a:lnTo>
                  <a:lnTo>
                    <a:pt x="140397" y="332179"/>
                  </a:lnTo>
                  <a:lnTo>
                    <a:pt x="145649" y="332946"/>
                  </a:lnTo>
                  <a:lnTo>
                    <a:pt x="150923" y="333545"/>
                  </a:lnTo>
                  <a:lnTo>
                    <a:pt x="156213" y="333976"/>
                  </a:lnTo>
                  <a:lnTo>
                    <a:pt x="161515" y="334239"/>
                  </a:lnTo>
                  <a:lnTo>
                    <a:pt x="166822" y="334334"/>
                  </a:lnTo>
                  <a:lnTo>
                    <a:pt x="172129" y="334260"/>
                  </a:lnTo>
                  <a:lnTo>
                    <a:pt x="177431" y="334018"/>
                  </a:lnTo>
                  <a:lnTo>
                    <a:pt x="182723" y="333608"/>
                  </a:lnTo>
                  <a:lnTo>
                    <a:pt x="188000" y="333029"/>
                  </a:lnTo>
                  <a:lnTo>
                    <a:pt x="193255" y="332284"/>
                  </a:lnTo>
                  <a:lnTo>
                    <a:pt x="198484" y="331372"/>
                  </a:lnTo>
                  <a:lnTo>
                    <a:pt x="203681" y="330295"/>
                  </a:lnTo>
                  <a:lnTo>
                    <a:pt x="208842" y="329053"/>
                  </a:lnTo>
                  <a:lnTo>
                    <a:pt x="213961" y="327648"/>
                  </a:lnTo>
                  <a:lnTo>
                    <a:pt x="219032" y="326081"/>
                  </a:lnTo>
                  <a:lnTo>
                    <a:pt x="224051" y="324353"/>
                  </a:lnTo>
                  <a:lnTo>
                    <a:pt x="229013" y="322468"/>
                  </a:lnTo>
                  <a:lnTo>
                    <a:pt x="233912" y="320426"/>
                  </a:lnTo>
                  <a:lnTo>
                    <a:pt x="238744" y="318229"/>
                  </a:lnTo>
                  <a:lnTo>
                    <a:pt x="243504" y="315880"/>
                  </a:lnTo>
                  <a:lnTo>
                    <a:pt x="248186" y="313381"/>
                  </a:lnTo>
                  <a:lnTo>
                    <a:pt x="252788" y="310735"/>
                  </a:lnTo>
                  <a:lnTo>
                    <a:pt x="257302" y="307943"/>
                  </a:lnTo>
                  <a:lnTo>
                    <a:pt x="261726" y="305010"/>
                  </a:lnTo>
                  <a:lnTo>
                    <a:pt x="266055" y="301938"/>
                  </a:lnTo>
                  <a:lnTo>
                    <a:pt x="270284" y="298731"/>
                  </a:lnTo>
                  <a:lnTo>
                    <a:pt x="274409" y="295390"/>
                  </a:lnTo>
                  <a:lnTo>
                    <a:pt x="278425" y="291920"/>
                  </a:lnTo>
                  <a:lnTo>
                    <a:pt x="282330" y="288325"/>
                  </a:lnTo>
                  <a:lnTo>
                    <a:pt x="286118" y="284607"/>
                  </a:lnTo>
                  <a:lnTo>
                    <a:pt x="289787" y="280771"/>
                  </a:lnTo>
                  <a:lnTo>
                    <a:pt x="293332" y="276820"/>
                  </a:lnTo>
                  <a:lnTo>
                    <a:pt x="296750" y="272759"/>
                  </a:lnTo>
                  <a:lnTo>
                    <a:pt x="300037" y="268591"/>
                  </a:lnTo>
                  <a:lnTo>
                    <a:pt x="303190" y="264322"/>
                  </a:lnTo>
                  <a:lnTo>
                    <a:pt x="306205" y="259954"/>
                  </a:lnTo>
                  <a:lnTo>
                    <a:pt x="309081" y="255492"/>
                  </a:lnTo>
                  <a:lnTo>
                    <a:pt x="311814" y="250942"/>
                  </a:lnTo>
                  <a:lnTo>
                    <a:pt x="314400" y="246307"/>
                  </a:lnTo>
                  <a:lnTo>
                    <a:pt x="316839" y="241592"/>
                  </a:lnTo>
                  <a:lnTo>
                    <a:pt x="319126" y="236803"/>
                  </a:lnTo>
                  <a:lnTo>
                    <a:pt x="321260" y="231943"/>
                  </a:lnTo>
                  <a:lnTo>
                    <a:pt x="323239" y="227017"/>
                  </a:lnTo>
                  <a:lnTo>
                    <a:pt x="325061" y="222032"/>
                  </a:lnTo>
                  <a:lnTo>
                    <a:pt x="326723" y="216991"/>
                  </a:lnTo>
                  <a:lnTo>
                    <a:pt x="328224" y="211900"/>
                  </a:lnTo>
                  <a:lnTo>
                    <a:pt x="329563" y="206763"/>
                  </a:lnTo>
                  <a:lnTo>
                    <a:pt x="330738" y="201587"/>
                  </a:lnTo>
                  <a:lnTo>
                    <a:pt x="331749" y="196376"/>
                  </a:lnTo>
                  <a:lnTo>
                    <a:pt x="332593" y="191136"/>
                  </a:lnTo>
                  <a:lnTo>
                    <a:pt x="333271" y="185872"/>
                  </a:lnTo>
                  <a:lnTo>
                    <a:pt x="333781" y="180588"/>
                  </a:lnTo>
                  <a:lnTo>
                    <a:pt x="334123" y="175292"/>
                  </a:lnTo>
                  <a:lnTo>
                    <a:pt x="334297" y="169987"/>
                  </a:lnTo>
                  <a:lnTo>
                    <a:pt x="334302" y="164679"/>
                  </a:lnTo>
                  <a:lnTo>
                    <a:pt x="334139" y="159373"/>
                  </a:lnTo>
                  <a:lnTo>
                    <a:pt x="333807" y="154076"/>
                  </a:lnTo>
                  <a:lnTo>
                    <a:pt x="333307" y="148791"/>
                  </a:lnTo>
                  <a:lnTo>
                    <a:pt x="332640" y="143526"/>
                  </a:lnTo>
                  <a:lnTo>
                    <a:pt x="331806" y="138284"/>
                  </a:lnTo>
                  <a:lnTo>
                    <a:pt x="330806" y="133071"/>
                  </a:lnTo>
                  <a:lnTo>
                    <a:pt x="329641" y="127892"/>
                  </a:lnTo>
                  <a:lnTo>
                    <a:pt x="328313" y="122753"/>
                  </a:lnTo>
                  <a:lnTo>
                    <a:pt x="326821" y="117659"/>
                  </a:lnTo>
                  <a:lnTo>
                    <a:pt x="325169" y="112615"/>
                  </a:lnTo>
                  <a:lnTo>
                    <a:pt x="323357" y="107626"/>
                  </a:lnTo>
                  <a:lnTo>
                    <a:pt x="321388" y="102697"/>
                  </a:lnTo>
                  <a:lnTo>
                    <a:pt x="319264" y="97833"/>
                  </a:lnTo>
                  <a:lnTo>
                    <a:pt x="316986" y="93038"/>
                  </a:lnTo>
                  <a:lnTo>
                    <a:pt x="314557" y="88319"/>
                  </a:lnTo>
                  <a:lnTo>
                    <a:pt x="311979" y="83679"/>
                  </a:lnTo>
                  <a:lnTo>
                    <a:pt x="309256" y="79123"/>
                  </a:lnTo>
                  <a:lnTo>
                    <a:pt x="306389" y="74656"/>
                  </a:lnTo>
                  <a:lnTo>
                    <a:pt x="303382" y="70282"/>
                  </a:lnTo>
                  <a:lnTo>
                    <a:pt x="300237" y="66006"/>
                  </a:lnTo>
                  <a:lnTo>
                    <a:pt x="296959" y="61832"/>
                  </a:lnTo>
                  <a:lnTo>
                    <a:pt x="293549" y="57764"/>
                  </a:lnTo>
                  <a:lnTo>
                    <a:pt x="290012" y="53806"/>
                  </a:lnTo>
                  <a:lnTo>
                    <a:pt x="286351" y="49963"/>
                  </a:lnTo>
                  <a:lnTo>
                    <a:pt x="282570" y="46238"/>
                  </a:lnTo>
                  <a:lnTo>
                    <a:pt x="278672" y="42634"/>
                  </a:lnTo>
                  <a:lnTo>
                    <a:pt x="274663" y="39157"/>
                  </a:lnTo>
                  <a:lnTo>
                    <a:pt x="270544" y="35808"/>
                  </a:lnTo>
                  <a:lnTo>
                    <a:pt x="266322" y="32592"/>
                  </a:lnTo>
                  <a:lnTo>
                    <a:pt x="261999" y="29511"/>
                  </a:lnTo>
                  <a:lnTo>
                    <a:pt x="257581" y="26569"/>
                  </a:lnTo>
                  <a:lnTo>
                    <a:pt x="253072" y="23769"/>
                  </a:lnTo>
                  <a:lnTo>
                    <a:pt x="248476" y="21114"/>
                  </a:lnTo>
                  <a:lnTo>
                    <a:pt x="243798" y="18606"/>
                  </a:lnTo>
                  <a:lnTo>
                    <a:pt x="239043" y="16247"/>
                  </a:lnTo>
                  <a:lnTo>
                    <a:pt x="234215" y="14041"/>
                  </a:lnTo>
                  <a:lnTo>
                    <a:pt x="229320" y="11989"/>
                  </a:lnTo>
                  <a:lnTo>
                    <a:pt x="224362" y="10094"/>
                  </a:lnTo>
                  <a:lnTo>
                    <a:pt x="219347" y="8356"/>
                  </a:lnTo>
                  <a:lnTo>
                    <a:pt x="214278" y="6779"/>
                  </a:lnTo>
                  <a:lnTo>
                    <a:pt x="209163" y="5364"/>
                  </a:lnTo>
                  <a:lnTo>
                    <a:pt x="204005" y="4112"/>
                  </a:lnTo>
                  <a:lnTo>
                    <a:pt x="198809" y="3024"/>
                  </a:lnTo>
                  <a:lnTo>
                    <a:pt x="193582" y="2102"/>
                  </a:lnTo>
                  <a:lnTo>
                    <a:pt x="188328" y="1346"/>
                  </a:lnTo>
                  <a:lnTo>
                    <a:pt x="183053" y="757"/>
                  </a:lnTo>
                  <a:lnTo>
                    <a:pt x="177762" y="336"/>
                  </a:lnTo>
                  <a:lnTo>
                    <a:pt x="172460" y="84"/>
                  </a:lnTo>
                  <a:lnTo>
                    <a:pt x="167153" y="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76975" y="5399291"/>
              <a:ext cx="9240" cy="167167"/>
            </a:xfrm>
            <a:custGeom>
              <a:avLst/>
              <a:pathLst>
                <a:path w="9240" h="167167">
                  <a:moveTo>
                    <a:pt x="9240" y="0"/>
                  </a:moveTo>
                  <a:lnTo>
                    <a:pt x="0" y="255"/>
                  </a:lnTo>
                  <a:lnTo>
                    <a:pt x="924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76975" y="5399547"/>
              <a:ext cx="9240" cy="166911"/>
            </a:xfrm>
            <a:custGeom>
              <a:avLst/>
              <a:pathLst>
                <a:path w="9240" h="166911">
                  <a:moveTo>
                    <a:pt x="0" y="0"/>
                  </a:moveTo>
                  <a:lnTo>
                    <a:pt x="9240" y="1669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6975" y="5399547"/>
              <a:ext cx="9240" cy="166911"/>
            </a:xfrm>
            <a:custGeom>
              <a:avLst/>
              <a:pathLst>
                <a:path w="9240" h="166911">
                  <a:moveTo>
                    <a:pt x="0" y="0"/>
                  </a:moveTo>
                  <a:lnTo>
                    <a:pt x="9240" y="1669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6975" y="5399547"/>
              <a:ext cx="9240" cy="166911"/>
            </a:xfrm>
            <a:custGeom>
              <a:avLst/>
              <a:pathLst>
                <a:path w="9240" h="166911">
                  <a:moveTo>
                    <a:pt x="0" y="0"/>
                  </a:moveTo>
                  <a:lnTo>
                    <a:pt x="9240" y="1669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6975" y="5399547"/>
              <a:ext cx="9240" cy="166911"/>
            </a:xfrm>
            <a:custGeom>
              <a:avLst/>
              <a:pathLst>
                <a:path w="9240" h="166911">
                  <a:moveTo>
                    <a:pt x="0" y="0"/>
                  </a:moveTo>
                  <a:lnTo>
                    <a:pt x="9240" y="1669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6975" y="5399547"/>
              <a:ext cx="9240" cy="166911"/>
            </a:xfrm>
            <a:custGeom>
              <a:avLst/>
              <a:pathLst>
                <a:path w="9240" h="166911">
                  <a:moveTo>
                    <a:pt x="0" y="0"/>
                  </a:moveTo>
                  <a:lnTo>
                    <a:pt x="9240" y="1669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6975" y="5399547"/>
              <a:ext cx="9240" cy="166911"/>
            </a:xfrm>
            <a:custGeom>
              <a:avLst/>
              <a:pathLst>
                <a:path w="9240" h="166911">
                  <a:moveTo>
                    <a:pt x="0" y="0"/>
                  </a:moveTo>
                  <a:lnTo>
                    <a:pt x="9240" y="1669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319053" y="5399547"/>
              <a:ext cx="334325" cy="334073"/>
            </a:xfrm>
            <a:custGeom>
              <a:avLst/>
              <a:pathLst>
                <a:path w="334325" h="334073">
                  <a:moveTo>
                    <a:pt x="157921" y="0"/>
                  </a:moveTo>
                  <a:lnTo>
                    <a:pt x="152631" y="377"/>
                  </a:lnTo>
                  <a:lnTo>
                    <a:pt x="147355" y="922"/>
                  </a:lnTo>
                  <a:lnTo>
                    <a:pt x="142098" y="1634"/>
                  </a:lnTo>
                  <a:lnTo>
                    <a:pt x="136867" y="2512"/>
                  </a:lnTo>
                  <a:lnTo>
                    <a:pt x="131667" y="3556"/>
                  </a:lnTo>
                  <a:lnTo>
                    <a:pt x="126502" y="4764"/>
                  </a:lnTo>
                  <a:lnTo>
                    <a:pt x="121378" y="6136"/>
                  </a:lnTo>
                  <a:lnTo>
                    <a:pt x="116301" y="7669"/>
                  </a:lnTo>
                  <a:lnTo>
                    <a:pt x="111274" y="9363"/>
                  </a:lnTo>
                  <a:lnTo>
                    <a:pt x="106304" y="11215"/>
                  </a:lnTo>
                  <a:lnTo>
                    <a:pt x="101395" y="13224"/>
                  </a:lnTo>
                  <a:lnTo>
                    <a:pt x="96552" y="15388"/>
                  </a:lnTo>
                  <a:lnTo>
                    <a:pt x="91781" y="17705"/>
                  </a:lnTo>
                  <a:lnTo>
                    <a:pt x="87085" y="20171"/>
                  </a:lnTo>
                  <a:lnTo>
                    <a:pt x="82470" y="22786"/>
                  </a:lnTo>
                  <a:lnTo>
                    <a:pt x="77940" y="25545"/>
                  </a:lnTo>
                  <a:lnTo>
                    <a:pt x="73500" y="28447"/>
                  </a:lnTo>
                  <a:lnTo>
                    <a:pt x="69154" y="31488"/>
                  </a:lnTo>
                  <a:lnTo>
                    <a:pt x="64907" y="34666"/>
                  </a:lnTo>
                  <a:lnTo>
                    <a:pt x="60763" y="37977"/>
                  </a:lnTo>
                  <a:lnTo>
                    <a:pt x="56726" y="41417"/>
                  </a:lnTo>
                  <a:lnTo>
                    <a:pt x="52800" y="44984"/>
                  </a:lnTo>
                  <a:lnTo>
                    <a:pt x="48990" y="48673"/>
                  </a:lnTo>
                  <a:lnTo>
                    <a:pt x="45298" y="52482"/>
                  </a:lnTo>
                  <a:lnTo>
                    <a:pt x="41729" y="56406"/>
                  </a:lnTo>
                  <a:lnTo>
                    <a:pt x="38286" y="60441"/>
                  </a:lnTo>
                  <a:lnTo>
                    <a:pt x="34973" y="64583"/>
                  </a:lnTo>
                  <a:lnTo>
                    <a:pt x="31793" y="68829"/>
                  </a:lnTo>
                  <a:lnTo>
                    <a:pt x="28750" y="73173"/>
                  </a:lnTo>
                  <a:lnTo>
                    <a:pt x="25845" y="77611"/>
                  </a:lnTo>
                  <a:lnTo>
                    <a:pt x="23083" y="82139"/>
                  </a:lnTo>
                  <a:lnTo>
                    <a:pt x="20466" y="86753"/>
                  </a:lnTo>
                  <a:lnTo>
                    <a:pt x="17997" y="91448"/>
                  </a:lnTo>
                  <a:lnTo>
                    <a:pt x="15678" y="96218"/>
                  </a:lnTo>
                  <a:lnTo>
                    <a:pt x="13512" y="101059"/>
                  </a:lnTo>
                  <a:lnTo>
                    <a:pt x="11500" y="105967"/>
                  </a:lnTo>
                  <a:lnTo>
                    <a:pt x="9645" y="110936"/>
                  </a:lnTo>
                  <a:lnTo>
                    <a:pt x="7948" y="115962"/>
                  </a:lnTo>
                  <a:lnTo>
                    <a:pt x="6412" y="121039"/>
                  </a:lnTo>
                  <a:lnTo>
                    <a:pt x="5037" y="126162"/>
                  </a:lnTo>
                  <a:lnTo>
                    <a:pt x="3826" y="131326"/>
                  </a:lnTo>
                  <a:lnTo>
                    <a:pt x="2779" y="136526"/>
                  </a:lnTo>
                  <a:lnTo>
                    <a:pt x="1898" y="141756"/>
                  </a:lnTo>
                  <a:lnTo>
                    <a:pt x="1183" y="147012"/>
                  </a:lnTo>
                  <a:lnTo>
                    <a:pt x="636" y="152288"/>
                  </a:lnTo>
                  <a:lnTo>
                    <a:pt x="255" y="157578"/>
                  </a:lnTo>
                  <a:lnTo>
                    <a:pt x="43" y="162878"/>
                  </a:lnTo>
                  <a:lnTo>
                    <a:pt x="0" y="168182"/>
                  </a:lnTo>
                  <a:lnTo>
                    <a:pt x="124" y="173485"/>
                  </a:lnTo>
                  <a:lnTo>
                    <a:pt x="417" y="178781"/>
                  </a:lnTo>
                  <a:lnTo>
                    <a:pt x="877" y="184065"/>
                  </a:lnTo>
                  <a:lnTo>
                    <a:pt x="1505" y="189332"/>
                  </a:lnTo>
                  <a:lnTo>
                    <a:pt x="2300" y="194577"/>
                  </a:lnTo>
                  <a:lnTo>
                    <a:pt x="3260" y="199793"/>
                  </a:lnTo>
                  <a:lnTo>
                    <a:pt x="4386" y="204976"/>
                  </a:lnTo>
                  <a:lnTo>
                    <a:pt x="5676" y="210121"/>
                  </a:lnTo>
                  <a:lnTo>
                    <a:pt x="7128" y="215223"/>
                  </a:lnTo>
                  <a:lnTo>
                    <a:pt x="8741" y="220276"/>
                  </a:lnTo>
                  <a:lnTo>
                    <a:pt x="10514" y="225275"/>
                  </a:lnTo>
                  <a:lnTo>
                    <a:pt x="12444" y="230215"/>
                  </a:lnTo>
                  <a:lnTo>
                    <a:pt x="14531" y="235092"/>
                  </a:lnTo>
                  <a:lnTo>
                    <a:pt x="16771" y="239900"/>
                  </a:lnTo>
                  <a:lnTo>
                    <a:pt x="19162" y="244635"/>
                  </a:lnTo>
                  <a:lnTo>
                    <a:pt x="21702" y="249291"/>
                  </a:lnTo>
                  <a:lnTo>
                    <a:pt x="24389" y="253864"/>
                  </a:lnTo>
                  <a:lnTo>
                    <a:pt x="27220" y="258350"/>
                  </a:lnTo>
                  <a:lnTo>
                    <a:pt x="30191" y="262744"/>
                  </a:lnTo>
                  <a:lnTo>
                    <a:pt x="33300" y="267041"/>
                  </a:lnTo>
                  <a:lnTo>
                    <a:pt x="36544" y="271238"/>
                  </a:lnTo>
                  <a:lnTo>
                    <a:pt x="39920" y="275329"/>
                  </a:lnTo>
                  <a:lnTo>
                    <a:pt x="43424" y="279311"/>
                  </a:lnTo>
                  <a:lnTo>
                    <a:pt x="47052" y="283180"/>
                  </a:lnTo>
                  <a:lnTo>
                    <a:pt x="50801" y="286932"/>
                  </a:lnTo>
                  <a:lnTo>
                    <a:pt x="54667" y="290564"/>
                  </a:lnTo>
                  <a:lnTo>
                    <a:pt x="58647" y="294070"/>
                  </a:lnTo>
                  <a:lnTo>
                    <a:pt x="62736" y="297449"/>
                  </a:lnTo>
                  <a:lnTo>
                    <a:pt x="66930" y="300696"/>
                  </a:lnTo>
                  <a:lnTo>
                    <a:pt x="71225" y="303809"/>
                  </a:lnTo>
                  <a:lnTo>
                    <a:pt x="75616" y="306784"/>
                  </a:lnTo>
                  <a:lnTo>
                    <a:pt x="80100" y="309618"/>
                  </a:lnTo>
                  <a:lnTo>
                    <a:pt x="84671" y="312308"/>
                  </a:lnTo>
                  <a:lnTo>
                    <a:pt x="89326" y="314852"/>
                  </a:lnTo>
                  <a:lnTo>
                    <a:pt x="94058" y="317247"/>
                  </a:lnTo>
                  <a:lnTo>
                    <a:pt x="98865" y="319490"/>
                  </a:lnTo>
                  <a:lnTo>
                    <a:pt x="103740" y="321580"/>
                  </a:lnTo>
                  <a:lnTo>
                    <a:pt x="108679" y="323515"/>
                  </a:lnTo>
                  <a:lnTo>
                    <a:pt x="113676" y="325291"/>
                  </a:lnTo>
                  <a:lnTo>
                    <a:pt x="118728" y="326909"/>
                  </a:lnTo>
                  <a:lnTo>
                    <a:pt x="123828" y="328365"/>
                  </a:lnTo>
                  <a:lnTo>
                    <a:pt x="128972" y="329658"/>
                  </a:lnTo>
                  <a:lnTo>
                    <a:pt x="134155" y="330788"/>
                  </a:lnTo>
                  <a:lnTo>
                    <a:pt x="139371" y="331752"/>
                  </a:lnTo>
                  <a:lnTo>
                    <a:pt x="144614" y="332551"/>
                  </a:lnTo>
                  <a:lnTo>
                    <a:pt x="149881" y="333183"/>
                  </a:lnTo>
                  <a:lnTo>
                    <a:pt x="155165" y="333648"/>
                  </a:lnTo>
                  <a:lnTo>
                    <a:pt x="160460" y="333944"/>
                  </a:lnTo>
                  <a:lnTo>
                    <a:pt x="165763" y="334073"/>
                  </a:lnTo>
                  <a:lnTo>
                    <a:pt x="171067" y="334033"/>
                  </a:lnTo>
                  <a:lnTo>
                    <a:pt x="176367" y="333825"/>
                  </a:lnTo>
                  <a:lnTo>
                    <a:pt x="181658" y="333449"/>
                  </a:lnTo>
                  <a:lnTo>
                    <a:pt x="186934" y="332905"/>
                  </a:lnTo>
                  <a:lnTo>
                    <a:pt x="192191" y="332195"/>
                  </a:lnTo>
                  <a:lnTo>
                    <a:pt x="197422" y="331317"/>
                  </a:lnTo>
                  <a:lnTo>
                    <a:pt x="202622" y="330274"/>
                  </a:lnTo>
                  <a:lnTo>
                    <a:pt x="207787" y="329067"/>
                  </a:lnTo>
                  <a:lnTo>
                    <a:pt x="212912" y="327697"/>
                  </a:lnTo>
                  <a:lnTo>
                    <a:pt x="217990" y="326164"/>
                  </a:lnTo>
                  <a:lnTo>
                    <a:pt x="223016" y="324472"/>
                  </a:lnTo>
                  <a:lnTo>
                    <a:pt x="227987" y="322620"/>
                  </a:lnTo>
                  <a:lnTo>
                    <a:pt x="232896" y="320612"/>
                  </a:lnTo>
                  <a:lnTo>
                    <a:pt x="237740" y="318449"/>
                  </a:lnTo>
                  <a:lnTo>
                    <a:pt x="242512" y="316134"/>
                  </a:lnTo>
                  <a:lnTo>
                    <a:pt x="247208" y="313668"/>
                  </a:lnTo>
                  <a:lnTo>
                    <a:pt x="251824" y="311055"/>
                  </a:lnTo>
                  <a:lnTo>
                    <a:pt x="256354" y="308296"/>
                  </a:lnTo>
                  <a:lnTo>
                    <a:pt x="260795" y="305396"/>
                  </a:lnTo>
                  <a:lnTo>
                    <a:pt x="265141" y="302355"/>
                  </a:lnTo>
                  <a:lnTo>
                    <a:pt x="269389" y="299179"/>
                  </a:lnTo>
                  <a:lnTo>
                    <a:pt x="273534" y="295869"/>
                  </a:lnTo>
                  <a:lnTo>
                    <a:pt x="277571" y="292429"/>
                  </a:lnTo>
                  <a:lnTo>
                    <a:pt x="281498" y="288863"/>
                  </a:lnTo>
                  <a:lnTo>
                    <a:pt x="285309" y="285174"/>
                  </a:lnTo>
                  <a:lnTo>
                    <a:pt x="289002" y="281367"/>
                  </a:lnTo>
                  <a:lnTo>
                    <a:pt x="292572" y="277443"/>
                  </a:lnTo>
                  <a:lnTo>
                    <a:pt x="296015" y="273409"/>
                  </a:lnTo>
                  <a:lnTo>
                    <a:pt x="299329" y="269268"/>
                  </a:lnTo>
                  <a:lnTo>
                    <a:pt x="302510" y="265023"/>
                  </a:lnTo>
                  <a:lnTo>
                    <a:pt x="305555" y="260680"/>
                  </a:lnTo>
                  <a:lnTo>
                    <a:pt x="308460" y="256242"/>
                  </a:lnTo>
                  <a:lnTo>
                    <a:pt x="311223" y="251714"/>
                  </a:lnTo>
                  <a:lnTo>
                    <a:pt x="313841" y="247101"/>
                  </a:lnTo>
                  <a:lnTo>
                    <a:pt x="316311" y="242407"/>
                  </a:lnTo>
                  <a:lnTo>
                    <a:pt x="318631" y="237637"/>
                  </a:lnTo>
                  <a:lnTo>
                    <a:pt x="320799" y="232796"/>
                  </a:lnTo>
                  <a:lnTo>
                    <a:pt x="322811" y="227889"/>
                  </a:lnTo>
                  <a:lnTo>
                    <a:pt x="324668" y="222920"/>
                  </a:lnTo>
                  <a:lnTo>
                    <a:pt x="326365" y="217895"/>
                  </a:lnTo>
                  <a:lnTo>
                    <a:pt x="327903" y="212818"/>
                  </a:lnTo>
                  <a:lnTo>
                    <a:pt x="329278" y="207695"/>
                  </a:lnTo>
                  <a:lnTo>
                    <a:pt x="330490" y="202532"/>
                  </a:lnTo>
                  <a:lnTo>
                    <a:pt x="331538" y="197332"/>
                  </a:lnTo>
                  <a:lnTo>
                    <a:pt x="332421" y="192102"/>
                  </a:lnTo>
                  <a:lnTo>
                    <a:pt x="333137" y="186846"/>
                  </a:lnTo>
                  <a:lnTo>
                    <a:pt x="333686" y="181570"/>
                  </a:lnTo>
                  <a:lnTo>
                    <a:pt x="334067" y="176280"/>
                  </a:lnTo>
                  <a:lnTo>
                    <a:pt x="334280" y="170980"/>
                  </a:lnTo>
                  <a:lnTo>
                    <a:pt x="334325" y="165676"/>
                  </a:lnTo>
                  <a:lnTo>
                    <a:pt x="334202" y="160373"/>
                  </a:lnTo>
                  <a:lnTo>
                    <a:pt x="333910" y="155077"/>
                  </a:lnTo>
                  <a:lnTo>
                    <a:pt x="333451" y="149793"/>
                  </a:lnTo>
                  <a:lnTo>
                    <a:pt x="332824" y="144526"/>
                  </a:lnTo>
                  <a:lnTo>
                    <a:pt x="332030" y="139281"/>
                  </a:lnTo>
                  <a:lnTo>
                    <a:pt x="331071" y="134065"/>
                  </a:lnTo>
                  <a:lnTo>
                    <a:pt x="329946" y="128881"/>
                  </a:lnTo>
                  <a:lnTo>
                    <a:pt x="328658" y="123736"/>
                  </a:lnTo>
                  <a:lnTo>
                    <a:pt x="327207" y="118634"/>
                  </a:lnTo>
                  <a:lnTo>
                    <a:pt x="325594" y="113581"/>
                  </a:lnTo>
                  <a:lnTo>
                    <a:pt x="323823" y="108581"/>
                  </a:lnTo>
                  <a:lnTo>
                    <a:pt x="321893" y="103640"/>
                  </a:lnTo>
                  <a:lnTo>
                    <a:pt x="319808" y="98763"/>
                  </a:lnTo>
                  <a:lnTo>
                    <a:pt x="317569" y="93955"/>
                  </a:lnTo>
                  <a:lnTo>
                    <a:pt x="315179" y="89220"/>
                  </a:lnTo>
                  <a:lnTo>
                    <a:pt x="312639" y="84563"/>
                  </a:lnTo>
                  <a:lnTo>
                    <a:pt x="309954" y="79989"/>
                  </a:lnTo>
                  <a:lnTo>
                    <a:pt x="307124" y="75502"/>
                  </a:lnTo>
                  <a:lnTo>
                    <a:pt x="304154" y="71108"/>
                  </a:lnTo>
                  <a:lnTo>
                    <a:pt x="301045" y="66810"/>
                  </a:lnTo>
                  <a:lnTo>
                    <a:pt x="297802" y="62613"/>
                  </a:lnTo>
                  <a:lnTo>
                    <a:pt x="294427" y="58521"/>
                  </a:lnTo>
                  <a:lnTo>
                    <a:pt x="290925" y="54538"/>
                  </a:lnTo>
                  <a:lnTo>
                    <a:pt x="287297" y="50668"/>
                  </a:lnTo>
                  <a:lnTo>
                    <a:pt x="283549" y="46915"/>
                  </a:lnTo>
                  <a:lnTo>
                    <a:pt x="279683" y="43283"/>
                  </a:lnTo>
                  <a:lnTo>
                    <a:pt x="275704" y="39775"/>
                  </a:lnTo>
                  <a:lnTo>
                    <a:pt x="271616" y="36396"/>
                  </a:lnTo>
                  <a:lnTo>
                    <a:pt x="267423" y="33148"/>
                  </a:lnTo>
                  <a:lnTo>
                    <a:pt x="263129" y="30034"/>
                  </a:lnTo>
                  <a:lnTo>
                    <a:pt x="258738" y="27058"/>
                  </a:lnTo>
                  <a:lnTo>
                    <a:pt x="254255" y="24223"/>
                  </a:lnTo>
                  <a:lnTo>
                    <a:pt x="249684" y="21532"/>
                  </a:lnTo>
                  <a:lnTo>
                    <a:pt x="245030" y="18987"/>
                  </a:lnTo>
                  <a:lnTo>
                    <a:pt x="240298" y="16591"/>
                  </a:lnTo>
                  <a:lnTo>
                    <a:pt x="235492" y="14347"/>
                  </a:lnTo>
                  <a:lnTo>
                    <a:pt x="230618" y="12256"/>
                  </a:lnTo>
                  <a:lnTo>
                    <a:pt x="225679" y="10320"/>
                  </a:lnTo>
                  <a:lnTo>
                    <a:pt x="220682" y="8543"/>
                  </a:lnTo>
                  <a:lnTo>
                    <a:pt x="215630" y="6925"/>
                  </a:lnTo>
                  <a:lnTo>
                    <a:pt x="167162" y="1669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486215" y="5399291"/>
              <a:ext cx="48468" cy="167167"/>
            </a:xfrm>
            <a:custGeom>
              <a:avLst/>
              <a:pathLst>
                <a:path w="48468" h="167167">
                  <a:moveTo>
                    <a:pt x="48468" y="7180"/>
                  </a:moveTo>
                  <a:lnTo>
                    <a:pt x="42553" y="5506"/>
                  </a:lnTo>
                  <a:lnTo>
                    <a:pt x="36582" y="4051"/>
                  </a:lnTo>
                  <a:lnTo>
                    <a:pt x="30561" y="2817"/>
                  </a:lnTo>
                  <a:lnTo>
                    <a:pt x="24498" y="1804"/>
                  </a:lnTo>
                  <a:lnTo>
                    <a:pt x="18402" y="1016"/>
                  </a:lnTo>
                  <a:lnTo>
                    <a:pt x="12282" y="451"/>
                  </a:lnTo>
                  <a:lnTo>
                    <a:pt x="6145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937732" y="5399291"/>
              <a:ext cx="85811" cy="167167"/>
            </a:xfrm>
            <a:custGeom>
              <a:avLst/>
              <a:pathLst>
                <a:path w="85811" h="167167">
                  <a:moveTo>
                    <a:pt x="85811" y="0"/>
                  </a:moveTo>
                  <a:lnTo>
                    <a:pt x="80180" y="94"/>
                  </a:lnTo>
                  <a:lnTo>
                    <a:pt x="74555" y="379"/>
                  </a:lnTo>
                  <a:lnTo>
                    <a:pt x="68943" y="853"/>
                  </a:lnTo>
                  <a:lnTo>
                    <a:pt x="63351" y="1515"/>
                  </a:lnTo>
                  <a:lnTo>
                    <a:pt x="57784" y="2366"/>
                  </a:lnTo>
                  <a:lnTo>
                    <a:pt x="52248" y="3403"/>
                  </a:lnTo>
                  <a:lnTo>
                    <a:pt x="46751" y="4627"/>
                  </a:lnTo>
                  <a:lnTo>
                    <a:pt x="41298" y="6035"/>
                  </a:lnTo>
                  <a:lnTo>
                    <a:pt x="35896" y="7626"/>
                  </a:lnTo>
                  <a:lnTo>
                    <a:pt x="30550" y="9398"/>
                  </a:lnTo>
                  <a:lnTo>
                    <a:pt x="25267" y="11349"/>
                  </a:lnTo>
                  <a:lnTo>
                    <a:pt x="20053" y="13476"/>
                  </a:lnTo>
                  <a:lnTo>
                    <a:pt x="14913" y="15779"/>
                  </a:lnTo>
                  <a:lnTo>
                    <a:pt x="9854" y="18253"/>
                  </a:lnTo>
                  <a:lnTo>
                    <a:pt x="4881" y="20896"/>
                  </a:lnTo>
                  <a:lnTo>
                    <a:pt x="0" y="23705"/>
                  </a:lnTo>
                  <a:lnTo>
                    <a:pt x="8581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37732" y="5422997"/>
              <a:ext cx="85811" cy="143462"/>
            </a:xfrm>
            <a:custGeom>
              <a:avLst/>
              <a:pathLst>
                <a:path w="85811" h="143462">
                  <a:moveTo>
                    <a:pt x="0" y="0"/>
                  </a:moveTo>
                  <a:lnTo>
                    <a:pt x="85811" y="1434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37732" y="5422997"/>
              <a:ext cx="85811" cy="143462"/>
            </a:xfrm>
            <a:custGeom>
              <a:avLst/>
              <a:pathLst>
                <a:path w="85811" h="143462">
                  <a:moveTo>
                    <a:pt x="0" y="0"/>
                  </a:moveTo>
                  <a:lnTo>
                    <a:pt x="85811" y="1434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37732" y="5422997"/>
              <a:ext cx="85811" cy="143462"/>
            </a:xfrm>
            <a:custGeom>
              <a:avLst/>
              <a:pathLst>
                <a:path w="85811" h="143462">
                  <a:moveTo>
                    <a:pt x="0" y="0"/>
                  </a:moveTo>
                  <a:lnTo>
                    <a:pt x="85811" y="1434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37732" y="5422997"/>
              <a:ext cx="85811" cy="143462"/>
            </a:xfrm>
            <a:custGeom>
              <a:avLst/>
              <a:pathLst>
                <a:path w="85811" h="143462">
                  <a:moveTo>
                    <a:pt x="0" y="0"/>
                  </a:moveTo>
                  <a:lnTo>
                    <a:pt x="85811" y="1434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37732" y="5422997"/>
              <a:ext cx="85811" cy="143462"/>
            </a:xfrm>
            <a:custGeom>
              <a:avLst/>
              <a:pathLst>
                <a:path w="85811" h="143462">
                  <a:moveTo>
                    <a:pt x="0" y="0"/>
                  </a:moveTo>
                  <a:lnTo>
                    <a:pt x="85811" y="1434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856385" y="5422997"/>
              <a:ext cx="216822" cy="310612"/>
            </a:xfrm>
            <a:custGeom>
              <a:avLst/>
              <a:pathLst>
                <a:path w="216822" h="310612">
                  <a:moveTo>
                    <a:pt x="81346" y="0"/>
                  </a:moveTo>
                  <a:lnTo>
                    <a:pt x="76812" y="2811"/>
                  </a:lnTo>
                  <a:lnTo>
                    <a:pt x="72370" y="5765"/>
                  </a:lnTo>
                  <a:lnTo>
                    <a:pt x="68025" y="8860"/>
                  </a:lnTo>
                  <a:lnTo>
                    <a:pt x="63780" y="12092"/>
                  </a:lnTo>
                  <a:lnTo>
                    <a:pt x="59641" y="15457"/>
                  </a:lnTo>
                  <a:lnTo>
                    <a:pt x="55612" y="18953"/>
                  </a:lnTo>
                  <a:lnTo>
                    <a:pt x="51695" y="22576"/>
                  </a:lnTo>
                  <a:lnTo>
                    <a:pt x="47897" y="26321"/>
                  </a:lnTo>
                  <a:lnTo>
                    <a:pt x="44220" y="30187"/>
                  </a:lnTo>
                  <a:lnTo>
                    <a:pt x="40668" y="34167"/>
                  </a:lnTo>
                  <a:lnTo>
                    <a:pt x="37245" y="38259"/>
                  </a:lnTo>
                  <a:lnTo>
                    <a:pt x="33954" y="42458"/>
                  </a:lnTo>
                  <a:lnTo>
                    <a:pt x="30799" y="46760"/>
                  </a:lnTo>
                  <a:lnTo>
                    <a:pt x="27783" y="51160"/>
                  </a:lnTo>
                  <a:lnTo>
                    <a:pt x="24909" y="55654"/>
                  </a:lnTo>
                  <a:lnTo>
                    <a:pt x="22179" y="60238"/>
                  </a:lnTo>
                  <a:lnTo>
                    <a:pt x="19598" y="64906"/>
                  </a:lnTo>
                  <a:lnTo>
                    <a:pt x="17166" y="69655"/>
                  </a:lnTo>
                  <a:lnTo>
                    <a:pt x="14887" y="74478"/>
                  </a:lnTo>
                  <a:lnTo>
                    <a:pt x="12764" y="79372"/>
                  </a:lnTo>
                  <a:lnTo>
                    <a:pt x="10797" y="84331"/>
                  </a:lnTo>
                  <a:lnTo>
                    <a:pt x="8990" y="89351"/>
                  </a:lnTo>
                  <a:lnTo>
                    <a:pt x="7344" y="94425"/>
                  </a:lnTo>
                  <a:lnTo>
                    <a:pt x="5861" y="99550"/>
                  </a:lnTo>
                  <a:lnTo>
                    <a:pt x="4542" y="104719"/>
                  </a:lnTo>
                  <a:lnTo>
                    <a:pt x="3388" y="109927"/>
                  </a:lnTo>
                  <a:lnTo>
                    <a:pt x="2402" y="115170"/>
                  </a:lnTo>
                  <a:lnTo>
                    <a:pt x="1583" y="120442"/>
                  </a:lnTo>
                  <a:lnTo>
                    <a:pt x="933" y="125737"/>
                  </a:lnTo>
                  <a:lnTo>
                    <a:pt x="452" y="131050"/>
                  </a:lnTo>
                  <a:lnTo>
                    <a:pt x="141" y="136375"/>
                  </a:lnTo>
                  <a:lnTo>
                    <a:pt x="0" y="141708"/>
                  </a:lnTo>
                  <a:lnTo>
                    <a:pt x="29" y="147043"/>
                  </a:lnTo>
                  <a:lnTo>
                    <a:pt x="228" y="152374"/>
                  </a:lnTo>
                  <a:lnTo>
                    <a:pt x="597" y="157696"/>
                  </a:lnTo>
                  <a:lnTo>
                    <a:pt x="1136" y="163003"/>
                  </a:lnTo>
                  <a:lnTo>
                    <a:pt x="1845" y="168291"/>
                  </a:lnTo>
                  <a:lnTo>
                    <a:pt x="2721" y="173553"/>
                  </a:lnTo>
                  <a:lnTo>
                    <a:pt x="3765" y="178785"/>
                  </a:lnTo>
                  <a:lnTo>
                    <a:pt x="4975" y="183981"/>
                  </a:lnTo>
                  <a:lnTo>
                    <a:pt x="6351" y="189135"/>
                  </a:lnTo>
                  <a:lnTo>
                    <a:pt x="7890" y="194243"/>
                  </a:lnTo>
                  <a:lnTo>
                    <a:pt x="9591" y="199299"/>
                  </a:lnTo>
                  <a:lnTo>
                    <a:pt x="11453" y="204298"/>
                  </a:lnTo>
                  <a:lnTo>
                    <a:pt x="13474" y="209236"/>
                  </a:lnTo>
                  <a:lnTo>
                    <a:pt x="15651" y="214106"/>
                  </a:lnTo>
                  <a:lnTo>
                    <a:pt x="17982" y="218905"/>
                  </a:lnTo>
                  <a:lnTo>
                    <a:pt x="20466" y="223626"/>
                  </a:lnTo>
                  <a:lnTo>
                    <a:pt x="23098" y="228266"/>
                  </a:lnTo>
                  <a:lnTo>
                    <a:pt x="25878" y="232820"/>
                  </a:lnTo>
                  <a:lnTo>
                    <a:pt x="28801" y="237282"/>
                  </a:lnTo>
                  <a:lnTo>
                    <a:pt x="31865" y="241649"/>
                  </a:lnTo>
                  <a:lnTo>
                    <a:pt x="35067" y="245916"/>
                  </a:lnTo>
                  <a:lnTo>
                    <a:pt x="38403" y="250079"/>
                  </a:lnTo>
                  <a:lnTo>
                    <a:pt x="41871" y="254133"/>
                  </a:lnTo>
                  <a:lnTo>
                    <a:pt x="45466" y="258074"/>
                  </a:lnTo>
                  <a:lnTo>
                    <a:pt x="49185" y="261899"/>
                  </a:lnTo>
                  <a:lnTo>
                    <a:pt x="53024" y="265603"/>
                  </a:lnTo>
                  <a:lnTo>
                    <a:pt x="56980" y="269183"/>
                  </a:lnTo>
                  <a:lnTo>
                    <a:pt x="61048" y="272634"/>
                  </a:lnTo>
                  <a:lnTo>
                    <a:pt x="65223" y="275954"/>
                  </a:lnTo>
                  <a:lnTo>
                    <a:pt x="69503" y="279140"/>
                  </a:lnTo>
                  <a:lnTo>
                    <a:pt x="73882" y="282186"/>
                  </a:lnTo>
                  <a:lnTo>
                    <a:pt x="78356" y="285092"/>
                  </a:lnTo>
                  <a:lnTo>
                    <a:pt x="82921" y="287854"/>
                  </a:lnTo>
                  <a:lnTo>
                    <a:pt x="87571" y="290468"/>
                  </a:lnTo>
                  <a:lnTo>
                    <a:pt x="92302" y="292933"/>
                  </a:lnTo>
                  <a:lnTo>
                    <a:pt x="97110" y="295245"/>
                  </a:lnTo>
                  <a:lnTo>
                    <a:pt x="101989" y="297403"/>
                  </a:lnTo>
                  <a:lnTo>
                    <a:pt x="106934" y="299404"/>
                  </a:lnTo>
                  <a:lnTo>
                    <a:pt x="111940" y="301246"/>
                  </a:lnTo>
                  <a:lnTo>
                    <a:pt x="117003" y="302928"/>
                  </a:lnTo>
                  <a:lnTo>
                    <a:pt x="122117" y="304447"/>
                  </a:lnTo>
                  <a:lnTo>
                    <a:pt x="127277" y="305802"/>
                  </a:lnTo>
                  <a:lnTo>
                    <a:pt x="132477" y="306992"/>
                  </a:lnTo>
                  <a:lnTo>
                    <a:pt x="137713" y="308015"/>
                  </a:lnTo>
                  <a:lnTo>
                    <a:pt x="142979" y="308871"/>
                  </a:lnTo>
                  <a:lnTo>
                    <a:pt x="148269" y="309558"/>
                  </a:lnTo>
                  <a:lnTo>
                    <a:pt x="153579" y="310077"/>
                  </a:lnTo>
                  <a:lnTo>
                    <a:pt x="158902" y="310425"/>
                  </a:lnTo>
                  <a:lnTo>
                    <a:pt x="164234" y="310603"/>
                  </a:lnTo>
                  <a:lnTo>
                    <a:pt x="169569" y="310612"/>
                  </a:lnTo>
                  <a:lnTo>
                    <a:pt x="174901" y="310450"/>
                  </a:lnTo>
                  <a:lnTo>
                    <a:pt x="180225" y="310117"/>
                  </a:lnTo>
                  <a:lnTo>
                    <a:pt x="185536" y="309616"/>
                  </a:lnTo>
                  <a:lnTo>
                    <a:pt x="190829" y="308945"/>
                  </a:lnTo>
                  <a:lnTo>
                    <a:pt x="196097" y="308105"/>
                  </a:lnTo>
                  <a:lnTo>
                    <a:pt x="201336" y="307098"/>
                  </a:lnTo>
                  <a:lnTo>
                    <a:pt x="206540" y="305924"/>
                  </a:lnTo>
                  <a:lnTo>
                    <a:pt x="211704" y="304585"/>
                  </a:lnTo>
                  <a:lnTo>
                    <a:pt x="216822" y="303081"/>
                  </a:lnTo>
                  <a:lnTo>
                    <a:pt x="167158" y="1434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023544" y="5399291"/>
              <a:ext cx="167163" cy="326786"/>
            </a:xfrm>
            <a:custGeom>
              <a:avLst/>
              <a:pathLst>
                <a:path w="167163" h="326786">
                  <a:moveTo>
                    <a:pt x="49664" y="326786"/>
                  </a:moveTo>
                  <a:lnTo>
                    <a:pt x="54731" y="325121"/>
                  </a:lnTo>
                  <a:lnTo>
                    <a:pt x="59743" y="323294"/>
                  </a:lnTo>
                  <a:lnTo>
                    <a:pt x="64694" y="321309"/>
                  </a:lnTo>
                  <a:lnTo>
                    <a:pt x="69578" y="319166"/>
                  </a:lnTo>
                  <a:lnTo>
                    <a:pt x="74392" y="316869"/>
                  </a:lnTo>
                  <a:lnTo>
                    <a:pt x="79131" y="314419"/>
                  </a:lnTo>
                  <a:lnTo>
                    <a:pt x="83788" y="311820"/>
                  </a:lnTo>
                  <a:lnTo>
                    <a:pt x="88361" y="309073"/>
                  </a:lnTo>
                  <a:lnTo>
                    <a:pt x="92843" y="306181"/>
                  </a:lnTo>
                  <a:lnTo>
                    <a:pt x="97231" y="303149"/>
                  </a:lnTo>
                  <a:lnTo>
                    <a:pt x="101520" y="299977"/>
                  </a:lnTo>
                  <a:lnTo>
                    <a:pt x="105705" y="296671"/>
                  </a:lnTo>
                  <a:lnTo>
                    <a:pt x="109783" y="293232"/>
                  </a:lnTo>
                  <a:lnTo>
                    <a:pt x="113749" y="289666"/>
                  </a:lnTo>
                  <a:lnTo>
                    <a:pt x="117600" y="285974"/>
                  </a:lnTo>
                  <a:lnTo>
                    <a:pt x="121330" y="282162"/>
                  </a:lnTo>
                  <a:lnTo>
                    <a:pt x="124937" y="278232"/>
                  </a:lnTo>
                  <a:lnTo>
                    <a:pt x="128417" y="274190"/>
                  </a:lnTo>
                  <a:lnTo>
                    <a:pt x="131766" y="270038"/>
                  </a:lnTo>
                  <a:lnTo>
                    <a:pt x="134981" y="265782"/>
                  </a:lnTo>
                  <a:lnTo>
                    <a:pt x="138059" y="261425"/>
                  </a:lnTo>
                  <a:lnTo>
                    <a:pt x="140995" y="256973"/>
                  </a:lnTo>
                  <a:lnTo>
                    <a:pt x="143789" y="252429"/>
                  </a:lnTo>
                  <a:lnTo>
                    <a:pt x="146436" y="247798"/>
                  </a:lnTo>
                  <a:lnTo>
                    <a:pt x="148934" y="243085"/>
                  </a:lnTo>
                  <a:lnTo>
                    <a:pt x="151280" y="238295"/>
                  </a:lnTo>
                  <a:lnTo>
                    <a:pt x="153472" y="233432"/>
                  </a:lnTo>
                  <a:lnTo>
                    <a:pt x="155508" y="228502"/>
                  </a:lnTo>
                  <a:lnTo>
                    <a:pt x="157386" y="223509"/>
                  </a:lnTo>
                  <a:lnTo>
                    <a:pt x="159103" y="218459"/>
                  </a:lnTo>
                  <a:lnTo>
                    <a:pt x="160659" y="213357"/>
                  </a:lnTo>
                  <a:lnTo>
                    <a:pt x="162051" y="208208"/>
                  </a:lnTo>
                  <a:lnTo>
                    <a:pt x="163278" y="203017"/>
                  </a:lnTo>
                  <a:lnTo>
                    <a:pt x="164338" y="197789"/>
                  </a:lnTo>
                  <a:lnTo>
                    <a:pt x="165232" y="192531"/>
                  </a:lnTo>
                  <a:lnTo>
                    <a:pt x="165957" y="187246"/>
                  </a:lnTo>
                  <a:lnTo>
                    <a:pt x="166513" y="181941"/>
                  </a:lnTo>
                  <a:lnTo>
                    <a:pt x="166899" y="176621"/>
                  </a:lnTo>
                  <a:lnTo>
                    <a:pt x="167116" y="171292"/>
                  </a:lnTo>
                  <a:lnTo>
                    <a:pt x="167163" y="165958"/>
                  </a:lnTo>
                  <a:lnTo>
                    <a:pt x="167039" y="160625"/>
                  </a:lnTo>
                  <a:lnTo>
                    <a:pt x="166745" y="155300"/>
                  </a:lnTo>
                  <a:lnTo>
                    <a:pt x="166282" y="149986"/>
                  </a:lnTo>
                  <a:lnTo>
                    <a:pt x="165649" y="144689"/>
                  </a:lnTo>
                  <a:lnTo>
                    <a:pt x="164847" y="139416"/>
                  </a:lnTo>
                  <a:lnTo>
                    <a:pt x="163878" y="134171"/>
                  </a:lnTo>
                  <a:lnTo>
                    <a:pt x="162742" y="128959"/>
                  </a:lnTo>
                  <a:lnTo>
                    <a:pt x="161440" y="123786"/>
                  </a:lnTo>
                  <a:lnTo>
                    <a:pt x="159974" y="118658"/>
                  </a:lnTo>
                  <a:lnTo>
                    <a:pt x="158345" y="113579"/>
                  </a:lnTo>
                  <a:lnTo>
                    <a:pt x="156555" y="108554"/>
                  </a:lnTo>
                  <a:lnTo>
                    <a:pt x="154605" y="103589"/>
                  </a:lnTo>
                  <a:lnTo>
                    <a:pt x="152498" y="98689"/>
                  </a:lnTo>
                  <a:lnTo>
                    <a:pt x="150235" y="93859"/>
                  </a:lnTo>
                  <a:lnTo>
                    <a:pt x="147820" y="89103"/>
                  </a:lnTo>
                  <a:lnTo>
                    <a:pt x="145254" y="84427"/>
                  </a:lnTo>
                  <a:lnTo>
                    <a:pt x="142541" y="79834"/>
                  </a:lnTo>
                  <a:lnTo>
                    <a:pt x="139682" y="75331"/>
                  </a:lnTo>
                  <a:lnTo>
                    <a:pt x="136681" y="70922"/>
                  </a:lnTo>
                  <a:lnTo>
                    <a:pt x="133541" y="66610"/>
                  </a:lnTo>
                  <a:lnTo>
                    <a:pt x="130264" y="62401"/>
                  </a:lnTo>
                  <a:lnTo>
                    <a:pt x="126856" y="58298"/>
                  </a:lnTo>
                  <a:lnTo>
                    <a:pt x="123318" y="54306"/>
                  </a:lnTo>
                  <a:lnTo>
                    <a:pt x="119654" y="50429"/>
                  </a:lnTo>
                  <a:lnTo>
                    <a:pt x="115869" y="46671"/>
                  </a:lnTo>
                  <a:lnTo>
                    <a:pt x="111966" y="43036"/>
                  </a:lnTo>
                  <a:lnTo>
                    <a:pt x="107948" y="39527"/>
                  </a:lnTo>
                  <a:lnTo>
                    <a:pt x="103821" y="36148"/>
                  </a:lnTo>
                  <a:lnTo>
                    <a:pt x="99588" y="32902"/>
                  </a:lnTo>
                  <a:lnTo>
                    <a:pt x="95254" y="29793"/>
                  </a:lnTo>
                  <a:lnTo>
                    <a:pt x="90823" y="26824"/>
                  </a:lnTo>
                  <a:lnTo>
                    <a:pt x="86299" y="23998"/>
                  </a:lnTo>
                  <a:lnTo>
                    <a:pt x="81687" y="21318"/>
                  </a:lnTo>
                  <a:lnTo>
                    <a:pt x="76993" y="18786"/>
                  </a:lnTo>
                  <a:lnTo>
                    <a:pt x="72219" y="16405"/>
                  </a:lnTo>
                  <a:lnTo>
                    <a:pt x="67373" y="14177"/>
                  </a:lnTo>
                  <a:lnTo>
                    <a:pt x="62457" y="12106"/>
                  </a:lnTo>
                  <a:lnTo>
                    <a:pt x="57479" y="10192"/>
                  </a:lnTo>
                  <a:lnTo>
                    <a:pt x="52441" y="8438"/>
                  </a:lnTo>
                  <a:lnTo>
                    <a:pt x="47350" y="6846"/>
                  </a:lnTo>
                  <a:lnTo>
                    <a:pt x="42211" y="5417"/>
                  </a:lnTo>
                  <a:lnTo>
                    <a:pt x="37029" y="4152"/>
                  </a:lnTo>
                  <a:lnTo>
                    <a:pt x="31810" y="3054"/>
                  </a:lnTo>
                  <a:lnTo>
                    <a:pt x="26558" y="2123"/>
                  </a:lnTo>
                  <a:lnTo>
                    <a:pt x="21279" y="1359"/>
                  </a:lnTo>
                  <a:lnTo>
                    <a:pt x="15978" y="765"/>
                  </a:lnTo>
                  <a:lnTo>
                    <a:pt x="10661" y="340"/>
                  </a:lnTo>
                  <a:lnTo>
                    <a:pt x="5333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20121" y="5269756"/>
              <a:ext cx="25137" cy="167167"/>
            </a:xfrm>
            <a:custGeom>
              <a:avLst/>
              <a:pathLst>
                <a:path w="25137" h="167167">
                  <a:moveTo>
                    <a:pt x="25137" y="0"/>
                  </a:moveTo>
                  <a:lnTo>
                    <a:pt x="16729" y="211"/>
                  </a:lnTo>
                  <a:lnTo>
                    <a:pt x="8343" y="845"/>
                  </a:lnTo>
                  <a:lnTo>
                    <a:pt x="0" y="1900"/>
                  </a:lnTo>
                  <a:lnTo>
                    <a:pt x="2513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20121" y="5271657"/>
              <a:ext cx="25137" cy="165266"/>
            </a:xfrm>
            <a:custGeom>
              <a:avLst/>
              <a:pathLst>
                <a:path w="25137" h="165266">
                  <a:moveTo>
                    <a:pt x="0" y="0"/>
                  </a:moveTo>
                  <a:lnTo>
                    <a:pt x="25137" y="1652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20121" y="5271657"/>
              <a:ext cx="25137" cy="165266"/>
            </a:xfrm>
            <a:custGeom>
              <a:avLst/>
              <a:pathLst>
                <a:path w="25137" h="165266">
                  <a:moveTo>
                    <a:pt x="0" y="0"/>
                  </a:moveTo>
                  <a:lnTo>
                    <a:pt x="25137" y="1652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20121" y="5271657"/>
              <a:ext cx="25137" cy="165266"/>
            </a:xfrm>
            <a:custGeom>
              <a:avLst/>
              <a:pathLst>
                <a:path w="25137" h="165266">
                  <a:moveTo>
                    <a:pt x="0" y="0"/>
                  </a:moveTo>
                  <a:lnTo>
                    <a:pt x="25137" y="1652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20121" y="5271657"/>
              <a:ext cx="25137" cy="165266"/>
            </a:xfrm>
            <a:custGeom>
              <a:avLst/>
              <a:pathLst>
                <a:path w="25137" h="165266">
                  <a:moveTo>
                    <a:pt x="0" y="0"/>
                  </a:moveTo>
                  <a:lnTo>
                    <a:pt x="25137" y="1652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395330" y="5271657"/>
              <a:ext cx="149927" cy="165266"/>
            </a:xfrm>
            <a:custGeom>
              <a:avLst/>
              <a:pathLst>
                <a:path w="149927" h="165266">
                  <a:moveTo>
                    <a:pt x="124790" y="0"/>
                  </a:moveTo>
                  <a:lnTo>
                    <a:pt x="119324" y="924"/>
                  </a:lnTo>
                  <a:lnTo>
                    <a:pt x="113892" y="2029"/>
                  </a:lnTo>
                  <a:lnTo>
                    <a:pt x="108500" y="3313"/>
                  </a:lnTo>
                  <a:lnTo>
                    <a:pt x="103153" y="4776"/>
                  </a:lnTo>
                  <a:lnTo>
                    <a:pt x="97857" y="6415"/>
                  </a:lnTo>
                  <a:lnTo>
                    <a:pt x="92619" y="8229"/>
                  </a:lnTo>
                  <a:lnTo>
                    <a:pt x="87444" y="10215"/>
                  </a:lnTo>
                  <a:lnTo>
                    <a:pt x="82337" y="12372"/>
                  </a:lnTo>
                  <a:lnTo>
                    <a:pt x="77305" y="14697"/>
                  </a:lnTo>
                  <a:lnTo>
                    <a:pt x="72353" y="17188"/>
                  </a:lnTo>
                  <a:lnTo>
                    <a:pt x="67486" y="19842"/>
                  </a:lnTo>
                  <a:lnTo>
                    <a:pt x="62709" y="22655"/>
                  </a:lnTo>
                  <a:lnTo>
                    <a:pt x="58029" y="25625"/>
                  </a:lnTo>
                  <a:lnTo>
                    <a:pt x="53449" y="28749"/>
                  </a:lnTo>
                  <a:lnTo>
                    <a:pt x="48976" y="32023"/>
                  </a:lnTo>
                  <a:lnTo>
                    <a:pt x="44614" y="35443"/>
                  </a:lnTo>
                  <a:lnTo>
                    <a:pt x="40367" y="39006"/>
                  </a:lnTo>
                  <a:lnTo>
                    <a:pt x="36241" y="42708"/>
                  </a:lnTo>
                  <a:lnTo>
                    <a:pt x="32240" y="46545"/>
                  </a:lnTo>
                  <a:lnTo>
                    <a:pt x="28369" y="50513"/>
                  </a:lnTo>
                  <a:lnTo>
                    <a:pt x="24631" y="54606"/>
                  </a:lnTo>
                  <a:lnTo>
                    <a:pt x="21030" y="58821"/>
                  </a:lnTo>
                  <a:lnTo>
                    <a:pt x="17572" y="63153"/>
                  </a:lnTo>
                  <a:lnTo>
                    <a:pt x="14259" y="67598"/>
                  </a:lnTo>
                  <a:lnTo>
                    <a:pt x="11095" y="72150"/>
                  </a:lnTo>
                  <a:lnTo>
                    <a:pt x="8084" y="76804"/>
                  </a:lnTo>
                  <a:lnTo>
                    <a:pt x="5229" y="81556"/>
                  </a:lnTo>
                  <a:lnTo>
                    <a:pt x="2533" y="86400"/>
                  </a:lnTo>
                  <a:lnTo>
                    <a:pt x="0" y="91330"/>
                  </a:lnTo>
                  <a:lnTo>
                    <a:pt x="149927" y="1652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378107" y="5269756"/>
              <a:ext cx="334298" cy="334334"/>
            </a:xfrm>
            <a:custGeom>
              <a:avLst/>
              <a:pathLst>
                <a:path w="334298" h="334334">
                  <a:moveTo>
                    <a:pt x="17223" y="93231"/>
                  </a:moveTo>
                  <a:lnTo>
                    <a:pt x="14953" y="98023"/>
                  </a:lnTo>
                  <a:lnTo>
                    <a:pt x="12837" y="102885"/>
                  </a:lnTo>
                  <a:lnTo>
                    <a:pt x="10875" y="107811"/>
                  </a:lnTo>
                  <a:lnTo>
                    <a:pt x="9072" y="112798"/>
                  </a:lnTo>
                  <a:lnTo>
                    <a:pt x="7427" y="117838"/>
                  </a:lnTo>
                  <a:lnTo>
                    <a:pt x="5943" y="122929"/>
                  </a:lnTo>
                  <a:lnTo>
                    <a:pt x="4621" y="128064"/>
                  </a:lnTo>
                  <a:lnTo>
                    <a:pt x="3462" y="133239"/>
                  </a:lnTo>
                  <a:lnTo>
                    <a:pt x="2469" y="138447"/>
                  </a:lnTo>
                  <a:lnTo>
                    <a:pt x="1641" y="143685"/>
                  </a:lnTo>
                  <a:lnTo>
                    <a:pt x="979" y="148946"/>
                  </a:lnTo>
                  <a:lnTo>
                    <a:pt x="485" y="154225"/>
                  </a:lnTo>
                  <a:lnTo>
                    <a:pt x="158" y="159518"/>
                  </a:lnTo>
                  <a:lnTo>
                    <a:pt x="0" y="164818"/>
                  </a:lnTo>
                  <a:lnTo>
                    <a:pt x="9" y="170120"/>
                  </a:lnTo>
                  <a:lnTo>
                    <a:pt x="187" y="175420"/>
                  </a:lnTo>
                  <a:lnTo>
                    <a:pt x="533" y="180711"/>
                  </a:lnTo>
                  <a:lnTo>
                    <a:pt x="1046" y="185989"/>
                  </a:lnTo>
                  <a:lnTo>
                    <a:pt x="1726" y="191247"/>
                  </a:lnTo>
                  <a:lnTo>
                    <a:pt x="2573" y="196482"/>
                  </a:lnTo>
                  <a:lnTo>
                    <a:pt x="3586" y="201687"/>
                  </a:lnTo>
                  <a:lnTo>
                    <a:pt x="4763" y="206857"/>
                  </a:lnTo>
                  <a:lnTo>
                    <a:pt x="6104" y="211987"/>
                  </a:lnTo>
                  <a:lnTo>
                    <a:pt x="7606" y="217072"/>
                  </a:lnTo>
                  <a:lnTo>
                    <a:pt x="9269" y="222107"/>
                  </a:lnTo>
                  <a:lnTo>
                    <a:pt x="11091" y="227087"/>
                  </a:lnTo>
                  <a:lnTo>
                    <a:pt x="13070" y="232006"/>
                  </a:lnTo>
                  <a:lnTo>
                    <a:pt x="15204" y="236860"/>
                  </a:lnTo>
                  <a:lnTo>
                    <a:pt x="17491" y="241645"/>
                  </a:lnTo>
                  <a:lnTo>
                    <a:pt x="19928" y="246354"/>
                  </a:lnTo>
                  <a:lnTo>
                    <a:pt x="22514" y="250983"/>
                  </a:lnTo>
                  <a:lnTo>
                    <a:pt x="25245" y="255528"/>
                  </a:lnTo>
                  <a:lnTo>
                    <a:pt x="28119" y="259984"/>
                  </a:lnTo>
                  <a:lnTo>
                    <a:pt x="31132" y="264347"/>
                  </a:lnTo>
                  <a:lnTo>
                    <a:pt x="34283" y="268612"/>
                  </a:lnTo>
                  <a:lnTo>
                    <a:pt x="37567" y="272775"/>
                  </a:lnTo>
                  <a:lnTo>
                    <a:pt x="40982" y="276832"/>
                  </a:lnTo>
                  <a:lnTo>
                    <a:pt x="44523" y="280778"/>
                  </a:lnTo>
                  <a:lnTo>
                    <a:pt x="48188" y="284610"/>
                  </a:lnTo>
                  <a:lnTo>
                    <a:pt x="51973" y="288324"/>
                  </a:lnTo>
                  <a:lnTo>
                    <a:pt x="55873" y="291916"/>
                  </a:lnTo>
                  <a:lnTo>
                    <a:pt x="59886" y="295383"/>
                  </a:lnTo>
                  <a:lnTo>
                    <a:pt x="64006" y="298720"/>
                  </a:lnTo>
                  <a:lnTo>
                    <a:pt x="68231" y="301925"/>
                  </a:lnTo>
                  <a:lnTo>
                    <a:pt x="72554" y="304995"/>
                  </a:lnTo>
                  <a:lnTo>
                    <a:pt x="76973" y="307926"/>
                  </a:lnTo>
                  <a:lnTo>
                    <a:pt x="81483" y="310715"/>
                  </a:lnTo>
                  <a:lnTo>
                    <a:pt x="86079" y="313360"/>
                  </a:lnTo>
                  <a:lnTo>
                    <a:pt x="90756" y="315857"/>
                  </a:lnTo>
                  <a:lnTo>
                    <a:pt x="95510" y="318206"/>
                  </a:lnTo>
                  <a:lnTo>
                    <a:pt x="100337" y="320402"/>
                  </a:lnTo>
                  <a:lnTo>
                    <a:pt x="105230" y="322444"/>
                  </a:lnTo>
                  <a:lnTo>
                    <a:pt x="110186" y="324329"/>
                  </a:lnTo>
                  <a:lnTo>
                    <a:pt x="115199" y="326057"/>
                  </a:lnTo>
                  <a:lnTo>
                    <a:pt x="120265" y="327625"/>
                  </a:lnTo>
                  <a:lnTo>
                    <a:pt x="125377" y="329031"/>
                  </a:lnTo>
                  <a:lnTo>
                    <a:pt x="130532" y="330274"/>
                  </a:lnTo>
                  <a:lnTo>
                    <a:pt x="135724" y="331354"/>
                  </a:lnTo>
                  <a:lnTo>
                    <a:pt x="140947" y="332268"/>
                  </a:lnTo>
                  <a:lnTo>
                    <a:pt x="146196" y="333016"/>
                  </a:lnTo>
                  <a:lnTo>
                    <a:pt x="151467" y="333597"/>
                  </a:lnTo>
                  <a:lnTo>
                    <a:pt x="156753" y="334011"/>
                  </a:lnTo>
                  <a:lnTo>
                    <a:pt x="162050" y="334257"/>
                  </a:lnTo>
                  <a:lnTo>
                    <a:pt x="167352" y="334334"/>
                  </a:lnTo>
                  <a:lnTo>
                    <a:pt x="172654" y="334244"/>
                  </a:lnTo>
                  <a:lnTo>
                    <a:pt x="177950" y="333985"/>
                  </a:lnTo>
                  <a:lnTo>
                    <a:pt x="183235" y="333559"/>
                  </a:lnTo>
                  <a:lnTo>
                    <a:pt x="188504" y="332965"/>
                  </a:lnTo>
                  <a:lnTo>
                    <a:pt x="193752" y="332204"/>
                  </a:lnTo>
                  <a:lnTo>
                    <a:pt x="198973" y="331278"/>
                  </a:lnTo>
                  <a:lnTo>
                    <a:pt x="204162" y="330186"/>
                  </a:lnTo>
                  <a:lnTo>
                    <a:pt x="209313" y="328930"/>
                  </a:lnTo>
                  <a:lnTo>
                    <a:pt x="214423" y="327511"/>
                  </a:lnTo>
                  <a:lnTo>
                    <a:pt x="219484" y="325931"/>
                  </a:lnTo>
                  <a:lnTo>
                    <a:pt x="224493" y="324192"/>
                  </a:lnTo>
                  <a:lnTo>
                    <a:pt x="229445" y="322294"/>
                  </a:lnTo>
                  <a:lnTo>
                    <a:pt x="234333" y="320240"/>
                  </a:lnTo>
                  <a:lnTo>
                    <a:pt x="239154" y="318032"/>
                  </a:lnTo>
                  <a:lnTo>
                    <a:pt x="243903" y="315673"/>
                  </a:lnTo>
                  <a:lnTo>
                    <a:pt x="248574" y="313164"/>
                  </a:lnTo>
                  <a:lnTo>
                    <a:pt x="253164" y="310508"/>
                  </a:lnTo>
                  <a:lnTo>
                    <a:pt x="257667" y="307708"/>
                  </a:lnTo>
                  <a:lnTo>
                    <a:pt x="262078" y="304767"/>
                  </a:lnTo>
                  <a:lnTo>
                    <a:pt x="266395" y="301687"/>
                  </a:lnTo>
                  <a:lnTo>
                    <a:pt x="270611" y="298471"/>
                  </a:lnTo>
                  <a:lnTo>
                    <a:pt x="274724" y="295124"/>
                  </a:lnTo>
                  <a:lnTo>
                    <a:pt x="278728" y="291648"/>
                  </a:lnTo>
                  <a:lnTo>
                    <a:pt x="282620" y="288046"/>
                  </a:lnTo>
                  <a:lnTo>
                    <a:pt x="286395" y="284323"/>
                  </a:lnTo>
                  <a:lnTo>
                    <a:pt x="290051" y="280483"/>
                  </a:lnTo>
                  <a:lnTo>
                    <a:pt x="293583" y="276528"/>
                  </a:lnTo>
                  <a:lnTo>
                    <a:pt x="296988" y="272463"/>
                  </a:lnTo>
                  <a:lnTo>
                    <a:pt x="300262" y="268292"/>
                  </a:lnTo>
                  <a:lnTo>
                    <a:pt x="303402" y="264019"/>
                  </a:lnTo>
                  <a:lnTo>
                    <a:pt x="306406" y="259649"/>
                  </a:lnTo>
                  <a:lnTo>
                    <a:pt x="309269" y="255186"/>
                  </a:lnTo>
                  <a:lnTo>
                    <a:pt x="311989" y="250634"/>
                  </a:lnTo>
                  <a:lnTo>
                    <a:pt x="314563" y="245999"/>
                  </a:lnTo>
                  <a:lnTo>
                    <a:pt x="316989" y="241284"/>
                  </a:lnTo>
                  <a:lnTo>
                    <a:pt x="319264" y="236494"/>
                  </a:lnTo>
                  <a:lnTo>
                    <a:pt x="321387" y="231635"/>
                  </a:lnTo>
                  <a:lnTo>
                    <a:pt x="323354" y="226711"/>
                  </a:lnTo>
                  <a:lnTo>
                    <a:pt x="325164" y="221727"/>
                  </a:lnTo>
                  <a:lnTo>
                    <a:pt x="326815" y="216688"/>
                  </a:lnTo>
                  <a:lnTo>
                    <a:pt x="328305" y="211599"/>
                  </a:lnTo>
                  <a:lnTo>
                    <a:pt x="329633" y="206465"/>
                  </a:lnTo>
                  <a:lnTo>
                    <a:pt x="330798" y="201292"/>
                  </a:lnTo>
                  <a:lnTo>
                    <a:pt x="331798" y="196085"/>
                  </a:lnTo>
                  <a:lnTo>
                    <a:pt x="332632" y="190849"/>
                  </a:lnTo>
                  <a:lnTo>
                    <a:pt x="333300" y="185588"/>
                  </a:lnTo>
                  <a:lnTo>
                    <a:pt x="333800" y="180310"/>
                  </a:lnTo>
                  <a:lnTo>
                    <a:pt x="334133" y="175017"/>
                  </a:lnTo>
                  <a:lnTo>
                    <a:pt x="334298" y="169718"/>
                  </a:lnTo>
                  <a:lnTo>
                    <a:pt x="334295" y="164415"/>
                  </a:lnTo>
                  <a:lnTo>
                    <a:pt x="334124" y="159115"/>
                  </a:lnTo>
                  <a:lnTo>
                    <a:pt x="333784" y="153824"/>
                  </a:lnTo>
                  <a:lnTo>
                    <a:pt x="333277" y="148545"/>
                  </a:lnTo>
                  <a:lnTo>
                    <a:pt x="332603" y="143286"/>
                  </a:lnTo>
                  <a:lnTo>
                    <a:pt x="331763" y="138050"/>
                  </a:lnTo>
                  <a:lnTo>
                    <a:pt x="330756" y="132844"/>
                  </a:lnTo>
                  <a:lnTo>
                    <a:pt x="329586" y="127673"/>
                  </a:lnTo>
                  <a:lnTo>
                    <a:pt x="328251" y="122541"/>
                  </a:lnTo>
                  <a:lnTo>
                    <a:pt x="326755" y="117454"/>
                  </a:lnTo>
                  <a:lnTo>
                    <a:pt x="325098" y="112417"/>
                  </a:lnTo>
                  <a:lnTo>
                    <a:pt x="323282" y="107435"/>
                  </a:lnTo>
                  <a:lnTo>
                    <a:pt x="321309" y="102513"/>
                  </a:lnTo>
                  <a:lnTo>
                    <a:pt x="319181" y="97656"/>
                  </a:lnTo>
                  <a:lnTo>
                    <a:pt x="316900" y="92870"/>
                  </a:lnTo>
                  <a:lnTo>
                    <a:pt x="314468" y="88158"/>
                  </a:lnTo>
                  <a:lnTo>
                    <a:pt x="311888" y="83525"/>
                  </a:lnTo>
                  <a:lnTo>
                    <a:pt x="309163" y="78977"/>
                  </a:lnTo>
                  <a:lnTo>
                    <a:pt x="306294" y="74517"/>
                  </a:lnTo>
                  <a:lnTo>
                    <a:pt x="303286" y="70151"/>
                  </a:lnTo>
                  <a:lnTo>
                    <a:pt x="300140" y="65882"/>
                  </a:lnTo>
                  <a:lnTo>
                    <a:pt x="296861" y="61715"/>
                  </a:lnTo>
                  <a:lnTo>
                    <a:pt x="293451" y="57654"/>
                  </a:lnTo>
                  <a:lnTo>
                    <a:pt x="289914" y="53703"/>
                  </a:lnTo>
                  <a:lnTo>
                    <a:pt x="286254" y="49867"/>
                  </a:lnTo>
                  <a:lnTo>
                    <a:pt x="282474" y="46148"/>
                  </a:lnTo>
                  <a:lnTo>
                    <a:pt x="278578" y="42552"/>
                  </a:lnTo>
                  <a:lnTo>
                    <a:pt x="274569" y="39080"/>
                  </a:lnTo>
                  <a:lnTo>
                    <a:pt x="270453" y="35738"/>
                  </a:lnTo>
                  <a:lnTo>
                    <a:pt x="266233" y="32528"/>
                  </a:lnTo>
                  <a:lnTo>
                    <a:pt x="261913" y="29453"/>
                  </a:lnTo>
                  <a:lnTo>
                    <a:pt x="257497" y="26517"/>
                  </a:lnTo>
                  <a:lnTo>
                    <a:pt x="252991" y="23722"/>
                  </a:lnTo>
                  <a:lnTo>
                    <a:pt x="248398" y="21072"/>
                  </a:lnTo>
                  <a:lnTo>
                    <a:pt x="243724" y="18569"/>
                  </a:lnTo>
                  <a:lnTo>
                    <a:pt x="238972" y="16215"/>
                  </a:lnTo>
                  <a:lnTo>
                    <a:pt x="234149" y="14013"/>
                  </a:lnTo>
                  <a:lnTo>
                    <a:pt x="229258" y="11965"/>
                  </a:lnTo>
                  <a:lnTo>
                    <a:pt x="224304" y="10073"/>
                  </a:lnTo>
                  <a:lnTo>
                    <a:pt x="219293" y="8340"/>
                  </a:lnTo>
                  <a:lnTo>
                    <a:pt x="214229" y="6766"/>
                  </a:lnTo>
                  <a:lnTo>
                    <a:pt x="209118" y="5353"/>
                  </a:lnTo>
                  <a:lnTo>
                    <a:pt x="203965" y="4104"/>
                  </a:lnTo>
                  <a:lnTo>
                    <a:pt x="198775" y="3018"/>
                  </a:lnTo>
                  <a:lnTo>
                    <a:pt x="193553" y="2098"/>
                  </a:lnTo>
                  <a:lnTo>
                    <a:pt x="188304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972107" y="5018213"/>
              <a:ext cx="48931" cy="167167"/>
            </a:xfrm>
            <a:custGeom>
              <a:avLst/>
              <a:pathLst>
                <a:path w="48931" h="167167">
                  <a:moveTo>
                    <a:pt x="48931" y="0"/>
                  </a:moveTo>
                  <a:lnTo>
                    <a:pt x="42725" y="115"/>
                  </a:lnTo>
                  <a:lnTo>
                    <a:pt x="36528" y="460"/>
                  </a:lnTo>
                  <a:lnTo>
                    <a:pt x="30348" y="1036"/>
                  </a:lnTo>
                  <a:lnTo>
                    <a:pt x="24193" y="1840"/>
                  </a:lnTo>
                  <a:lnTo>
                    <a:pt x="18072" y="2872"/>
                  </a:lnTo>
                  <a:lnTo>
                    <a:pt x="11994" y="4131"/>
                  </a:lnTo>
                  <a:lnTo>
                    <a:pt x="5967" y="5615"/>
                  </a:lnTo>
                  <a:lnTo>
                    <a:pt x="0" y="7321"/>
                  </a:lnTo>
                  <a:lnTo>
                    <a:pt x="4893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972107" y="5025535"/>
              <a:ext cx="48931" cy="159845"/>
            </a:xfrm>
            <a:custGeom>
              <a:avLst/>
              <a:pathLst>
                <a:path w="48931" h="159845">
                  <a:moveTo>
                    <a:pt x="0" y="0"/>
                  </a:moveTo>
                  <a:lnTo>
                    <a:pt x="48931" y="1598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72107" y="5025535"/>
              <a:ext cx="48931" cy="159845"/>
            </a:xfrm>
            <a:custGeom>
              <a:avLst/>
              <a:pathLst>
                <a:path w="48931" h="159845">
                  <a:moveTo>
                    <a:pt x="0" y="0"/>
                  </a:moveTo>
                  <a:lnTo>
                    <a:pt x="48931" y="1598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72107" y="5025535"/>
              <a:ext cx="48931" cy="159845"/>
            </a:xfrm>
            <a:custGeom>
              <a:avLst/>
              <a:pathLst>
                <a:path w="48931" h="159845">
                  <a:moveTo>
                    <a:pt x="0" y="0"/>
                  </a:moveTo>
                  <a:lnTo>
                    <a:pt x="48931" y="1598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853884" y="5025535"/>
              <a:ext cx="167154" cy="219692"/>
            </a:xfrm>
            <a:custGeom>
              <a:avLst/>
              <a:pathLst>
                <a:path w="167154" h="219692">
                  <a:moveTo>
                    <a:pt x="118222" y="0"/>
                  </a:moveTo>
                  <a:lnTo>
                    <a:pt x="113109" y="1655"/>
                  </a:lnTo>
                  <a:lnTo>
                    <a:pt x="108051" y="3474"/>
                  </a:lnTo>
                  <a:lnTo>
                    <a:pt x="103055" y="5455"/>
                  </a:lnTo>
                  <a:lnTo>
                    <a:pt x="98124" y="7596"/>
                  </a:lnTo>
                  <a:lnTo>
                    <a:pt x="93265" y="9894"/>
                  </a:lnTo>
                  <a:lnTo>
                    <a:pt x="88483" y="12347"/>
                  </a:lnTo>
                  <a:lnTo>
                    <a:pt x="83782" y="14952"/>
                  </a:lnTo>
                  <a:lnTo>
                    <a:pt x="79167" y="17707"/>
                  </a:lnTo>
                  <a:lnTo>
                    <a:pt x="74642" y="20610"/>
                  </a:lnTo>
                  <a:lnTo>
                    <a:pt x="70214" y="23656"/>
                  </a:lnTo>
                  <a:lnTo>
                    <a:pt x="65886" y="26843"/>
                  </a:lnTo>
                  <a:lnTo>
                    <a:pt x="61662" y="30167"/>
                  </a:lnTo>
                  <a:lnTo>
                    <a:pt x="57548" y="33625"/>
                  </a:lnTo>
                  <a:lnTo>
                    <a:pt x="53547" y="37214"/>
                  </a:lnTo>
                  <a:lnTo>
                    <a:pt x="49663" y="40930"/>
                  </a:lnTo>
                  <a:lnTo>
                    <a:pt x="45901" y="44769"/>
                  </a:lnTo>
                  <a:lnTo>
                    <a:pt x="42264" y="48726"/>
                  </a:lnTo>
                  <a:lnTo>
                    <a:pt x="38756" y="52799"/>
                  </a:lnTo>
                  <a:lnTo>
                    <a:pt x="35381" y="56982"/>
                  </a:lnTo>
                  <a:lnTo>
                    <a:pt x="32142" y="61272"/>
                  </a:lnTo>
                  <a:lnTo>
                    <a:pt x="29043" y="65663"/>
                  </a:lnTo>
                  <a:lnTo>
                    <a:pt x="26087" y="70152"/>
                  </a:lnTo>
                  <a:lnTo>
                    <a:pt x="23276" y="74733"/>
                  </a:lnTo>
                  <a:lnTo>
                    <a:pt x="20614" y="79403"/>
                  </a:lnTo>
                  <a:lnTo>
                    <a:pt x="18104" y="84155"/>
                  </a:lnTo>
                  <a:lnTo>
                    <a:pt x="15747" y="88986"/>
                  </a:lnTo>
                  <a:lnTo>
                    <a:pt x="13548" y="93890"/>
                  </a:lnTo>
                  <a:lnTo>
                    <a:pt x="11507" y="98863"/>
                  </a:lnTo>
                  <a:lnTo>
                    <a:pt x="9627" y="103898"/>
                  </a:lnTo>
                  <a:lnTo>
                    <a:pt x="7909" y="108991"/>
                  </a:lnTo>
                  <a:lnTo>
                    <a:pt x="6357" y="114137"/>
                  </a:lnTo>
                  <a:lnTo>
                    <a:pt x="4970" y="119330"/>
                  </a:lnTo>
                  <a:lnTo>
                    <a:pt x="3752" y="124565"/>
                  </a:lnTo>
                  <a:lnTo>
                    <a:pt x="2702" y="129837"/>
                  </a:lnTo>
                  <a:lnTo>
                    <a:pt x="1822" y="135139"/>
                  </a:lnTo>
                  <a:lnTo>
                    <a:pt x="1114" y="140467"/>
                  </a:lnTo>
                  <a:lnTo>
                    <a:pt x="576" y="145815"/>
                  </a:lnTo>
                  <a:lnTo>
                    <a:pt x="211" y="151178"/>
                  </a:lnTo>
                  <a:lnTo>
                    <a:pt x="19" y="156549"/>
                  </a:lnTo>
                  <a:lnTo>
                    <a:pt x="0" y="161924"/>
                  </a:lnTo>
                  <a:lnTo>
                    <a:pt x="153" y="167297"/>
                  </a:lnTo>
                  <a:lnTo>
                    <a:pt x="479" y="172662"/>
                  </a:lnTo>
                  <a:lnTo>
                    <a:pt x="977" y="178014"/>
                  </a:lnTo>
                  <a:lnTo>
                    <a:pt x="1647" y="183347"/>
                  </a:lnTo>
                  <a:lnTo>
                    <a:pt x="2488" y="188655"/>
                  </a:lnTo>
                  <a:lnTo>
                    <a:pt x="3499" y="193934"/>
                  </a:lnTo>
                  <a:lnTo>
                    <a:pt x="4680" y="199178"/>
                  </a:lnTo>
                  <a:lnTo>
                    <a:pt x="6028" y="204381"/>
                  </a:lnTo>
                  <a:lnTo>
                    <a:pt x="7543" y="209538"/>
                  </a:lnTo>
                  <a:lnTo>
                    <a:pt x="9223" y="214643"/>
                  </a:lnTo>
                  <a:lnTo>
                    <a:pt x="11067" y="219692"/>
                  </a:lnTo>
                  <a:lnTo>
                    <a:pt x="167154" y="1598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864951" y="5018213"/>
              <a:ext cx="323234" cy="334334"/>
            </a:xfrm>
            <a:custGeom>
              <a:avLst/>
              <a:pathLst>
                <a:path w="323234" h="334334">
                  <a:moveTo>
                    <a:pt x="0" y="227014"/>
                  </a:moveTo>
                  <a:lnTo>
                    <a:pt x="1976" y="231935"/>
                  </a:lnTo>
                  <a:lnTo>
                    <a:pt x="4108" y="236791"/>
                  </a:lnTo>
                  <a:lnTo>
                    <a:pt x="6393" y="241576"/>
                  </a:lnTo>
                  <a:lnTo>
                    <a:pt x="8829" y="246287"/>
                  </a:lnTo>
                  <a:lnTo>
                    <a:pt x="11412" y="250918"/>
                  </a:lnTo>
                  <a:lnTo>
                    <a:pt x="14142" y="255465"/>
                  </a:lnTo>
                  <a:lnTo>
                    <a:pt x="17014" y="259923"/>
                  </a:lnTo>
                  <a:lnTo>
                    <a:pt x="20026" y="264287"/>
                  </a:lnTo>
                  <a:lnTo>
                    <a:pt x="23175" y="268554"/>
                  </a:lnTo>
                  <a:lnTo>
                    <a:pt x="26458" y="272719"/>
                  </a:lnTo>
                  <a:lnTo>
                    <a:pt x="29871" y="276778"/>
                  </a:lnTo>
                  <a:lnTo>
                    <a:pt x="33411" y="280726"/>
                  </a:lnTo>
                  <a:lnTo>
                    <a:pt x="37075" y="284560"/>
                  </a:lnTo>
                  <a:lnTo>
                    <a:pt x="40859" y="288276"/>
                  </a:lnTo>
                  <a:lnTo>
                    <a:pt x="44758" y="291870"/>
                  </a:lnTo>
                  <a:lnTo>
                    <a:pt x="48770" y="295338"/>
                  </a:lnTo>
                  <a:lnTo>
                    <a:pt x="52889" y="298678"/>
                  </a:lnTo>
                  <a:lnTo>
                    <a:pt x="57112" y="301885"/>
                  </a:lnTo>
                  <a:lnTo>
                    <a:pt x="61435" y="304957"/>
                  </a:lnTo>
                  <a:lnTo>
                    <a:pt x="65854" y="307890"/>
                  </a:lnTo>
                  <a:lnTo>
                    <a:pt x="70363" y="310681"/>
                  </a:lnTo>
                  <a:lnTo>
                    <a:pt x="74958" y="313328"/>
                  </a:lnTo>
                  <a:lnTo>
                    <a:pt x="79635" y="315828"/>
                  </a:lnTo>
                  <a:lnTo>
                    <a:pt x="84389" y="318178"/>
                  </a:lnTo>
                  <a:lnTo>
                    <a:pt x="89215" y="320376"/>
                  </a:lnTo>
                  <a:lnTo>
                    <a:pt x="94108" y="322420"/>
                  </a:lnTo>
                  <a:lnTo>
                    <a:pt x="99064" y="324308"/>
                  </a:lnTo>
                  <a:lnTo>
                    <a:pt x="104077" y="326038"/>
                  </a:lnTo>
                  <a:lnTo>
                    <a:pt x="109142" y="327607"/>
                  </a:lnTo>
                  <a:lnTo>
                    <a:pt x="114255" y="329016"/>
                  </a:lnTo>
                  <a:lnTo>
                    <a:pt x="119410" y="330261"/>
                  </a:lnTo>
                  <a:lnTo>
                    <a:pt x="124601" y="331342"/>
                  </a:lnTo>
                  <a:lnTo>
                    <a:pt x="129825" y="332259"/>
                  </a:lnTo>
                  <a:lnTo>
                    <a:pt x="135074" y="333009"/>
                  </a:lnTo>
                  <a:lnTo>
                    <a:pt x="140345" y="333592"/>
                  </a:lnTo>
                  <a:lnTo>
                    <a:pt x="145632" y="334007"/>
                  </a:lnTo>
                  <a:lnTo>
                    <a:pt x="150929" y="334255"/>
                  </a:lnTo>
                  <a:lnTo>
                    <a:pt x="156232" y="334334"/>
                  </a:lnTo>
                  <a:lnTo>
                    <a:pt x="161534" y="334246"/>
                  </a:lnTo>
                  <a:lnTo>
                    <a:pt x="166831" y="333989"/>
                  </a:lnTo>
                  <a:lnTo>
                    <a:pt x="172117" y="333564"/>
                  </a:lnTo>
                  <a:lnTo>
                    <a:pt x="177387" y="332972"/>
                  </a:lnTo>
                  <a:lnTo>
                    <a:pt x="182636" y="332213"/>
                  </a:lnTo>
                  <a:lnTo>
                    <a:pt x="187857" y="331288"/>
                  </a:lnTo>
                  <a:lnTo>
                    <a:pt x="193047" y="330197"/>
                  </a:lnTo>
                  <a:lnTo>
                    <a:pt x="198200" y="328943"/>
                  </a:lnTo>
                  <a:lnTo>
                    <a:pt x="203310" y="327526"/>
                  </a:lnTo>
                  <a:lnTo>
                    <a:pt x="208373" y="325947"/>
                  </a:lnTo>
                  <a:lnTo>
                    <a:pt x="213383" y="324209"/>
                  </a:lnTo>
                  <a:lnTo>
                    <a:pt x="218335" y="322312"/>
                  </a:lnTo>
                  <a:lnTo>
                    <a:pt x="223225" y="320260"/>
                  </a:lnTo>
                  <a:lnTo>
                    <a:pt x="228047" y="318053"/>
                  </a:lnTo>
                  <a:lnTo>
                    <a:pt x="232797" y="315695"/>
                  </a:lnTo>
                  <a:lnTo>
                    <a:pt x="237469" y="313187"/>
                  </a:lnTo>
                  <a:lnTo>
                    <a:pt x="242060" y="310532"/>
                  </a:lnTo>
                  <a:lnTo>
                    <a:pt x="246564" y="307733"/>
                  </a:lnTo>
                  <a:lnTo>
                    <a:pt x="250977" y="304792"/>
                  </a:lnTo>
                  <a:lnTo>
                    <a:pt x="255295" y="301713"/>
                  </a:lnTo>
                  <a:lnTo>
                    <a:pt x="259513" y="298499"/>
                  </a:lnTo>
                  <a:lnTo>
                    <a:pt x="263626" y="295152"/>
                  </a:lnTo>
                  <a:lnTo>
                    <a:pt x="267632" y="291677"/>
                  </a:lnTo>
                  <a:lnTo>
                    <a:pt x="271525" y="288076"/>
                  </a:lnTo>
                  <a:lnTo>
                    <a:pt x="275302" y="284353"/>
                  </a:lnTo>
                  <a:lnTo>
                    <a:pt x="278959" y="280513"/>
                  </a:lnTo>
                  <a:lnTo>
                    <a:pt x="282493" y="276559"/>
                  </a:lnTo>
                  <a:lnTo>
                    <a:pt x="285899" y="272494"/>
                  </a:lnTo>
                  <a:lnTo>
                    <a:pt x="289174" y="268324"/>
                  </a:lnTo>
                  <a:lnTo>
                    <a:pt x="292316" y="264051"/>
                  </a:lnTo>
                  <a:lnTo>
                    <a:pt x="295321" y="259681"/>
                  </a:lnTo>
                  <a:lnTo>
                    <a:pt x="298185" y="255218"/>
                  </a:lnTo>
                  <a:lnTo>
                    <a:pt x="300906" y="250667"/>
                  </a:lnTo>
                  <a:lnTo>
                    <a:pt x="303482" y="246031"/>
                  </a:lnTo>
                  <a:lnTo>
                    <a:pt x="305909" y="241316"/>
                  </a:lnTo>
                  <a:lnTo>
                    <a:pt x="308186" y="236527"/>
                  </a:lnTo>
                  <a:lnTo>
                    <a:pt x="310310" y="231668"/>
                  </a:lnTo>
                  <a:lnTo>
                    <a:pt x="312278" y="226743"/>
                  </a:lnTo>
                  <a:lnTo>
                    <a:pt x="314089" y="221759"/>
                  </a:lnTo>
                  <a:lnTo>
                    <a:pt x="315741" y="216720"/>
                  </a:lnTo>
                  <a:lnTo>
                    <a:pt x="317233" y="211631"/>
                  </a:lnTo>
                  <a:lnTo>
                    <a:pt x="318562" y="206497"/>
                  </a:lnTo>
                  <a:lnTo>
                    <a:pt x="319728" y="201324"/>
                  </a:lnTo>
                  <a:lnTo>
                    <a:pt x="320729" y="196116"/>
                  </a:lnTo>
                  <a:lnTo>
                    <a:pt x="321564" y="190879"/>
                  </a:lnTo>
                  <a:lnTo>
                    <a:pt x="322233" y="185618"/>
                  </a:lnTo>
                  <a:lnTo>
                    <a:pt x="322735" y="180339"/>
                  </a:lnTo>
                  <a:lnTo>
                    <a:pt x="323069" y="175046"/>
                  </a:lnTo>
                  <a:lnTo>
                    <a:pt x="323234" y="169746"/>
                  </a:lnTo>
                  <a:lnTo>
                    <a:pt x="323232" y="164443"/>
                  </a:lnTo>
                  <a:lnTo>
                    <a:pt x="323062" y="159143"/>
                  </a:lnTo>
                  <a:lnTo>
                    <a:pt x="322723" y="153850"/>
                  </a:lnTo>
                  <a:lnTo>
                    <a:pt x="322217" y="148571"/>
                  </a:lnTo>
                  <a:lnTo>
                    <a:pt x="321543" y="143311"/>
                  </a:lnTo>
                  <a:lnTo>
                    <a:pt x="320703" y="138075"/>
                  </a:lnTo>
                  <a:lnTo>
                    <a:pt x="319698" y="132868"/>
                  </a:lnTo>
                  <a:lnTo>
                    <a:pt x="318528" y="127696"/>
                  </a:lnTo>
                  <a:lnTo>
                    <a:pt x="317194" y="122563"/>
                  </a:lnTo>
                  <a:lnTo>
                    <a:pt x="315698" y="117476"/>
                  </a:lnTo>
                  <a:lnTo>
                    <a:pt x="314042" y="112438"/>
                  </a:lnTo>
                  <a:lnTo>
                    <a:pt x="312226" y="107455"/>
                  </a:lnTo>
                  <a:lnTo>
                    <a:pt x="310254" y="102533"/>
                  </a:lnTo>
                  <a:lnTo>
                    <a:pt x="308126" y="97675"/>
                  </a:lnTo>
                  <a:lnTo>
                    <a:pt x="305845" y="92888"/>
                  </a:lnTo>
                  <a:lnTo>
                    <a:pt x="303414" y="88175"/>
                  </a:lnTo>
                  <a:lnTo>
                    <a:pt x="300834" y="83541"/>
                  </a:lnTo>
                  <a:lnTo>
                    <a:pt x="298109" y="78992"/>
                  </a:lnTo>
                  <a:lnTo>
                    <a:pt x="295240" y="74532"/>
                  </a:lnTo>
                  <a:lnTo>
                    <a:pt x="292232" y="70165"/>
                  </a:lnTo>
                  <a:lnTo>
                    <a:pt x="289087" y="65895"/>
                  </a:lnTo>
                  <a:lnTo>
                    <a:pt x="285807" y="61727"/>
                  </a:lnTo>
                  <a:lnTo>
                    <a:pt x="282398" y="57666"/>
                  </a:lnTo>
                  <a:lnTo>
                    <a:pt x="278861" y="53714"/>
                  </a:lnTo>
                  <a:lnTo>
                    <a:pt x="275200" y="49877"/>
                  </a:lnTo>
                  <a:lnTo>
                    <a:pt x="271420" y="46158"/>
                  </a:lnTo>
                  <a:lnTo>
                    <a:pt x="267524" y="42561"/>
                  </a:lnTo>
                  <a:lnTo>
                    <a:pt x="263515" y="39089"/>
                  </a:lnTo>
                  <a:lnTo>
                    <a:pt x="259399" y="35745"/>
                  </a:lnTo>
                  <a:lnTo>
                    <a:pt x="255178" y="32535"/>
                  </a:lnTo>
                  <a:lnTo>
                    <a:pt x="250858" y="29459"/>
                  </a:lnTo>
                  <a:lnTo>
                    <a:pt x="246442" y="26522"/>
                  </a:lnTo>
                  <a:lnTo>
                    <a:pt x="241936" y="23727"/>
                  </a:lnTo>
                  <a:lnTo>
                    <a:pt x="237343" y="21076"/>
                  </a:lnTo>
                  <a:lnTo>
                    <a:pt x="232668" y="18573"/>
                  </a:lnTo>
                  <a:lnTo>
                    <a:pt x="227916" y="16218"/>
                  </a:lnTo>
                  <a:lnTo>
                    <a:pt x="223092" y="14016"/>
                  </a:lnTo>
                  <a:lnTo>
                    <a:pt x="218200" y="11968"/>
                  </a:lnTo>
                  <a:lnTo>
                    <a:pt x="213246" y="10075"/>
                  </a:lnTo>
                  <a:lnTo>
                    <a:pt x="208235" y="8341"/>
                  </a:lnTo>
                  <a:lnTo>
                    <a:pt x="203171" y="6767"/>
                  </a:lnTo>
                  <a:lnTo>
                    <a:pt x="198059" y="5354"/>
                  </a:lnTo>
                  <a:lnTo>
                    <a:pt x="192906" y="4105"/>
                  </a:lnTo>
                  <a:lnTo>
                    <a:pt x="187715" y="3019"/>
                  </a:lnTo>
                  <a:lnTo>
                    <a:pt x="182492" y="2098"/>
                  </a:lnTo>
                  <a:lnTo>
                    <a:pt x="177243" y="1344"/>
                  </a:lnTo>
                  <a:lnTo>
                    <a:pt x="171973" y="756"/>
                  </a:lnTo>
                  <a:lnTo>
                    <a:pt x="166686" y="336"/>
                  </a:lnTo>
                  <a:lnTo>
                    <a:pt x="161389" y="84"/>
                  </a:lnTo>
                  <a:lnTo>
                    <a:pt x="156087" y="0"/>
                  </a:lnTo>
                  <a:lnTo>
                    <a:pt x="15608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319939" y="4659281"/>
              <a:ext cx="103295" cy="167167"/>
            </a:xfrm>
            <a:custGeom>
              <a:avLst/>
              <a:pathLst>
                <a:path w="103295" h="167167">
                  <a:moveTo>
                    <a:pt x="103295" y="0"/>
                  </a:moveTo>
                  <a:lnTo>
                    <a:pt x="97729" y="92"/>
                  </a:lnTo>
                  <a:lnTo>
                    <a:pt x="92169" y="370"/>
                  </a:lnTo>
                  <a:lnTo>
                    <a:pt x="86621" y="833"/>
                  </a:lnTo>
                  <a:lnTo>
                    <a:pt x="81091" y="1481"/>
                  </a:lnTo>
                  <a:lnTo>
                    <a:pt x="75586" y="2312"/>
                  </a:lnTo>
                  <a:lnTo>
                    <a:pt x="70112" y="3326"/>
                  </a:lnTo>
                  <a:lnTo>
                    <a:pt x="64675" y="4522"/>
                  </a:lnTo>
                  <a:lnTo>
                    <a:pt x="59281" y="5898"/>
                  </a:lnTo>
                  <a:lnTo>
                    <a:pt x="53935" y="7453"/>
                  </a:lnTo>
                  <a:lnTo>
                    <a:pt x="48644" y="9185"/>
                  </a:lnTo>
                  <a:lnTo>
                    <a:pt x="43414" y="11093"/>
                  </a:lnTo>
                  <a:lnTo>
                    <a:pt x="38250" y="13173"/>
                  </a:lnTo>
                  <a:lnTo>
                    <a:pt x="33159" y="15424"/>
                  </a:lnTo>
                  <a:lnTo>
                    <a:pt x="28145" y="17844"/>
                  </a:lnTo>
                  <a:lnTo>
                    <a:pt x="23214" y="20429"/>
                  </a:lnTo>
                  <a:lnTo>
                    <a:pt x="18372" y="23177"/>
                  </a:lnTo>
                  <a:lnTo>
                    <a:pt x="13625" y="26085"/>
                  </a:lnTo>
                  <a:lnTo>
                    <a:pt x="8977" y="29149"/>
                  </a:lnTo>
                  <a:lnTo>
                    <a:pt x="4433" y="32366"/>
                  </a:lnTo>
                  <a:lnTo>
                    <a:pt x="0" y="35733"/>
                  </a:lnTo>
                  <a:lnTo>
                    <a:pt x="10329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319939" y="4695015"/>
              <a:ext cx="103295" cy="131434"/>
            </a:xfrm>
            <a:custGeom>
              <a:avLst/>
              <a:pathLst>
                <a:path w="103295" h="131434">
                  <a:moveTo>
                    <a:pt x="0" y="0"/>
                  </a:moveTo>
                  <a:lnTo>
                    <a:pt x="103295" y="1314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319939" y="4695015"/>
              <a:ext cx="103295" cy="131434"/>
            </a:xfrm>
            <a:custGeom>
              <a:avLst/>
              <a:pathLst>
                <a:path w="103295" h="131434">
                  <a:moveTo>
                    <a:pt x="0" y="0"/>
                  </a:moveTo>
                  <a:lnTo>
                    <a:pt x="103295" y="1314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256083" y="4695015"/>
              <a:ext cx="244937" cy="298597"/>
            </a:xfrm>
            <a:custGeom>
              <a:avLst/>
              <a:pathLst>
                <a:path w="244937" h="298597">
                  <a:moveTo>
                    <a:pt x="63856" y="0"/>
                  </a:moveTo>
                  <a:lnTo>
                    <a:pt x="59726" y="3353"/>
                  </a:lnTo>
                  <a:lnTo>
                    <a:pt x="55705" y="6835"/>
                  </a:lnTo>
                  <a:lnTo>
                    <a:pt x="51797" y="10444"/>
                  </a:lnTo>
                  <a:lnTo>
                    <a:pt x="48006" y="14176"/>
                  </a:lnTo>
                  <a:lnTo>
                    <a:pt x="44336" y="18026"/>
                  </a:lnTo>
                  <a:lnTo>
                    <a:pt x="40790" y="21991"/>
                  </a:lnTo>
                  <a:lnTo>
                    <a:pt x="37371" y="26067"/>
                  </a:lnTo>
                  <a:lnTo>
                    <a:pt x="34085" y="30250"/>
                  </a:lnTo>
                  <a:lnTo>
                    <a:pt x="30933" y="34535"/>
                  </a:lnTo>
                  <a:lnTo>
                    <a:pt x="27919" y="38918"/>
                  </a:lnTo>
                  <a:lnTo>
                    <a:pt x="25045" y="43395"/>
                  </a:lnTo>
                  <a:lnTo>
                    <a:pt x="22316" y="47961"/>
                  </a:lnTo>
                  <a:lnTo>
                    <a:pt x="19734" y="52611"/>
                  </a:lnTo>
                  <a:lnTo>
                    <a:pt x="17300" y="57341"/>
                  </a:lnTo>
                  <a:lnTo>
                    <a:pt x="15019" y="62147"/>
                  </a:lnTo>
                  <a:lnTo>
                    <a:pt x="12891" y="67022"/>
                  </a:lnTo>
                  <a:lnTo>
                    <a:pt x="10920" y="71963"/>
                  </a:lnTo>
                  <a:lnTo>
                    <a:pt x="9107" y="76964"/>
                  </a:lnTo>
                  <a:lnTo>
                    <a:pt x="7454" y="82020"/>
                  </a:lnTo>
                  <a:lnTo>
                    <a:pt x="5963" y="87126"/>
                  </a:lnTo>
                  <a:lnTo>
                    <a:pt x="4635" y="92277"/>
                  </a:lnTo>
                  <a:lnTo>
                    <a:pt x="3471" y="97468"/>
                  </a:lnTo>
                  <a:lnTo>
                    <a:pt x="2473" y="102693"/>
                  </a:lnTo>
                  <a:lnTo>
                    <a:pt x="1642" y="107947"/>
                  </a:lnTo>
                  <a:lnTo>
                    <a:pt x="979" y="113225"/>
                  </a:lnTo>
                  <a:lnTo>
                    <a:pt x="483" y="118521"/>
                  </a:lnTo>
                  <a:lnTo>
                    <a:pt x="157" y="123831"/>
                  </a:lnTo>
                  <a:lnTo>
                    <a:pt x="0" y="129148"/>
                  </a:lnTo>
                  <a:lnTo>
                    <a:pt x="11" y="134467"/>
                  </a:lnTo>
                  <a:lnTo>
                    <a:pt x="193" y="139784"/>
                  </a:lnTo>
                  <a:lnTo>
                    <a:pt x="543" y="145091"/>
                  </a:lnTo>
                  <a:lnTo>
                    <a:pt x="1062" y="150386"/>
                  </a:lnTo>
                  <a:lnTo>
                    <a:pt x="1749" y="155660"/>
                  </a:lnTo>
                  <a:lnTo>
                    <a:pt x="2603" y="160911"/>
                  </a:lnTo>
                  <a:lnTo>
                    <a:pt x="3624" y="166131"/>
                  </a:lnTo>
                  <a:lnTo>
                    <a:pt x="4811" y="171317"/>
                  </a:lnTo>
                  <a:lnTo>
                    <a:pt x="6162" y="176462"/>
                  </a:lnTo>
                  <a:lnTo>
                    <a:pt x="7677" y="181561"/>
                  </a:lnTo>
                  <a:lnTo>
                    <a:pt x="9352" y="186610"/>
                  </a:lnTo>
                  <a:lnTo>
                    <a:pt x="11188" y="191603"/>
                  </a:lnTo>
                  <a:lnTo>
                    <a:pt x="13181" y="196534"/>
                  </a:lnTo>
                  <a:lnTo>
                    <a:pt x="15330" y="201400"/>
                  </a:lnTo>
                  <a:lnTo>
                    <a:pt x="17633" y="206195"/>
                  </a:lnTo>
                  <a:lnTo>
                    <a:pt x="20088" y="210915"/>
                  </a:lnTo>
                  <a:lnTo>
                    <a:pt x="22691" y="215554"/>
                  </a:lnTo>
                  <a:lnTo>
                    <a:pt x="25441" y="220107"/>
                  </a:lnTo>
                  <a:lnTo>
                    <a:pt x="28334" y="224571"/>
                  </a:lnTo>
                  <a:lnTo>
                    <a:pt x="31367" y="228941"/>
                  </a:lnTo>
                  <a:lnTo>
                    <a:pt x="34539" y="233212"/>
                  </a:lnTo>
                  <a:lnTo>
                    <a:pt x="37844" y="237380"/>
                  </a:lnTo>
                  <a:lnTo>
                    <a:pt x="41280" y="241440"/>
                  </a:lnTo>
                  <a:lnTo>
                    <a:pt x="44844" y="245389"/>
                  </a:lnTo>
                  <a:lnTo>
                    <a:pt x="48532" y="249223"/>
                  </a:lnTo>
                  <a:lnTo>
                    <a:pt x="52340" y="252938"/>
                  </a:lnTo>
                  <a:lnTo>
                    <a:pt x="56264" y="256529"/>
                  </a:lnTo>
                  <a:lnTo>
                    <a:pt x="60300" y="259994"/>
                  </a:lnTo>
                  <a:lnTo>
                    <a:pt x="64444" y="263329"/>
                  </a:lnTo>
                  <a:lnTo>
                    <a:pt x="68693" y="266530"/>
                  </a:lnTo>
                  <a:lnTo>
                    <a:pt x="73041" y="269594"/>
                  </a:lnTo>
                  <a:lnTo>
                    <a:pt x="77485" y="272518"/>
                  </a:lnTo>
                  <a:lnTo>
                    <a:pt x="82019" y="275300"/>
                  </a:lnTo>
                  <a:lnTo>
                    <a:pt x="86639" y="277936"/>
                  </a:lnTo>
                  <a:lnTo>
                    <a:pt x="91342" y="280423"/>
                  </a:lnTo>
                  <a:lnTo>
                    <a:pt x="96120" y="282760"/>
                  </a:lnTo>
                  <a:lnTo>
                    <a:pt x="100971" y="284943"/>
                  </a:lnTo>
                  <a:lnTo>
                    <a:pt x="105889" y="286971"/>
                  </a:lnTo>
                  <a:lnTo>
                    <a:pt x="110869" y="288841"/>
                  </a:lnTo>
                  <a:lnTo>
                    <a:pt x="115905" y="290553"/>
                  </a:lnTo>
                  <a:lnTo>
                    <a:pt x="120994" y="292103"/>
                  </a:lnTo>
                  <a:lnTo>
                    <a:pt x="126129" y="293490"/>
                  </a:lnTo>
                  <a:lnTo>
                    <a:pt x="131306" y="294713"/>
                  </a:lnTo>
                  <a:lnTo>
                    <a:pt x="136519" y="295771"/>
                  </a:lnTo>
                  <a:lnTo>
                    <a:pt x="141764" y="296662"/>
                  </a:lnTo>
                  <a:lnTo>
                    <a:pt x="147034" y="297386"/>
                  </a:lnTo>
                  <a:lnTo>
                    <a:pt x="152324" y="297942"/>
                  </a:lnTo>
                  <a:lnTo>
                    <a:pt x="157629" y="298330"/>
                  </a:lnTo>
                  <a:lnTo>
                    <a:pt x="162944" y="298548"/>
                  </a:lnTo>
                  <a:lnTo>
                    <a:pt x="168264" y="298597"/>
                  </a:lnTo>
                  <a:lnTo>
                    <a:pt x="173582" y="298477"/>
                  </a:lnTo>
                  <a:lnTo>
                    <a:pt x="178893" y="298188"/>
                  </a:lnTo>
                  <a:lnTo>
                    <a:pt x="184193" y="297730"/>
                  </a:lnTo>
                  <a:lnTo>
                    <a:pt x="189475" y="297104"/>
                  </a:lnTo>
                  <a:lnTo>
                    <a:pt x="194735" y="296310"/>
                  </a:lnTo>
                  <a:lnTo>
                    <a:pt x="199967" y="295349"/>
                  </a:lnTo>
                  <a:lnTo>
                    <a:pt x="205166" y="294221"/>
                  </a:lnTo>
                  <a:lnTo>
                    <a:pt x="210326" y="292930"/>
                  </a:lnTo>
                  <a:lnTo>
                    <a:pt x="215442" y="291474"/>
                  </a:lnTo>
                  <a:lnTo>
                    <a:pt x="220510" y="289857"/>
                  </a:lnTo>
                  <a:lnTo>
                    <a:pt x="225524" y="288079"/>
                  </a:lnTo>
                  <a:lnTo>
                    <a:pt x="230478" y="286142"/>
                  </a:lnTo>
                  <a:lnTo>
                    <a:pt x="235368" y="284049"/>
                  </a:lnTo>
                  <a:lnTo>
                    <a:pt x="240190" y="281801"/>
                  </a:lnTo>
                  <a:lnTo>
                    <a:pt x="244937" y="279401"/>
                  </a:lnTo>
                  <a:lnTo>
                    <a:pt x="167151" y="1314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423235" y="4659281"/>
              <a:ext cx="167167" cy="315134"/>
            </a:xfrm>
            <a:custGeom>
              <a:avLst/>
              <a:pathLst>
                <a:path w="167167" h="315134">
                  <a:moveTo>
                    <a:pt x="77785" y="315134"/>
                  </a:moveTo>
                  <a:lnTo>
                    <a:pt x="82482" y="312568"/>
                  </a:lnTo>
                  <a:lnTo>
                    <a:pt x="87095" y="309853"/>
                  </a:lnTo>
                  <a:lnTo>
                    <a:pt x="91618" y="306992"/>
                  </a:lnTo>
                  <a:lnTo>
                    <a:pt x="96047" y="303987"/>
                  </a:lnTo>
                  <a:lnTo>
                    <a:pt x="100378" y="300842"/>
                  </a:lnTo>
                  <a:lnTo>
                    <a:pt x="104606" y="297560"/>
                  </a:lnTo>
                  <a:lnTo>
                    <a:pt x="108727" y="294144"/>
                  </a:lnTo>
                  <a:lnTo>
                    <a:pt x="112736" y="290598"/>
                  </a:lnTo>
                  <a:lnTo>
                    <a:pt x="116630" y="286926"/>
                  </a:lnTo>
                  <a:lnTo>
                    <a:pt x="120404" y="283131"/>
                  </a:lnTo>
                  <a:lnTo>
                    <a:pt x="124055" y="279217"/>
                  </a:lnTo>
                  <a:lnTo>
                    <a:pt x="127579" y="275188"/>
                  </a:lnTo>
                  <a:lnTo>
                    <a:pt x="130971" y="271048"/>
                  </a:lnTo>
                  <a:lnTo>
                    <a:pt x="134230" y="266802"/>
                  </a:lnTo>
                  <a:lnTo>
                    <a:pt x="137351" y="262454"/>
                  </a:lnTo>
                  <a:lnTo>
                    <a:pt x="140331" y="258008"/>
                  </a:lnTo>
                  <a:lnTo>
                    <a:pt x="143167" y="253469"/>
                  </a:lnTo>
                  <a:lnTo>
                    <a:pt x="145857" y="248841"/>
                  </a:lnTo>
                  <a:lnTo>
                    <a:pt x="148397" y="244130"/>
                  </a:lnTo>
                  <a:lnTo>
                    <a:pt x="150784" y="239340"/>
                  </a:lnTo>
                  <a:lnTo>
                    <a:pt x="153018" y="234475"/>
                  </a:lnTo>
                  <a:lnTo>
                    <a:pt x="155094" y="229542"/>
                  </a:lnTo>
                  <a:lnTo>
                    <a:pt x="157011" y="224545"/>
                  </a:lnTo>
                  <a:lnTo>
                    <a:pt x="158768" y="219489"/>
                  </a:lnTo>
                  <a:lnTo>
                    <a:pt x="160361" y="214380"/>
                  </a:lnTo>
                  <a:lnTo>
                    <a:pt x="161791" y="209222"/>
                  </a:lnTo>
                  <a:lnTo>
                    <a:pt x="163054" y="204020"/>
                  </a:lnTo>
                  <a:lnTo>
                    <a:pt x="164150" y="198782"/>
                  </a:lnTo>
                  <a:lnTo>
                    <a:pt x="165078" y="193510"/>
                  </a:lnTo>
                  <a:lnTo>
                    <a:pt x="165837" y="188212"/>
                  </a:lnTo>
                  <a:lnTo>
                    <a:pt x="166426" y="182892"/>
                  </a:lnTo>
                  <a:lnTo>
                    <a:pt x="166844" y="177556"/>
                  </a:lnTo>
                  <a:lnTo>
                    <a:pt x="167091" y="172209"/>
                  </a:lnTo>
                  <a:lnTo>
                    <a:pt x="167167" y="166858"/>
                  </a:lnTo>
                  <a:lnTo>
                    <a:pt x="167071" y="161506"/>
                  </a:lnTo>
                  <a:lnTo>
                    <a:pt x="166804" y="156160"/>
                  </a:lnTo>
                  <a:lnTo>
                    <a:pt x="166366" y="150826"/>
                  </a:lnTo>
                  <a:lnTo>
                    <a:pt x="165758" y="145508"/>
                  </a:lnTo>
                  <a:lnTo>
                    <a:pt x="164980" y="140213"/>
                  </a:lnTo>
                  <a:lnTo>
                    <a:pt x="164032" y="134945"/>
                  </a:lnTo>
                  <a:lnTo>
                    <a:pt x="162916" y="129710"/>
                  </a:lnTo>
                  <a:lnTo>
                    <a:pt x="161634" y="124514"/>
                  </a:lnTo>
                  <a:lnTo>
                    <a:pt x="160186" y="119361"/>
                  </a:lnTo>
                  <a:lnTo>
                    <a:pt x="158573" y="114257"/>
                  </a:lnTo>
                  <a:lnTo>
                    <a:pt x="156798" y="109208"/>
                  </a:lnTo>
                  <a:lnTo>
                    <a:pt x="154862" y="104218"/>
                  </a:lnTo>
                  <a:lnTo>
                    <a:pt x="152767" y="99293"/>
                  </a:lnTo>
                  <a:lnTo>
                    <a:pt x="150516" y="94437"/>
                  </a:lnTo>
                  <a:lnTo>
                    <a:pt x="148111" y="89655"/>
                  </a:lnTo>
                  <a:lnTo>
                    <a:pt x="145553" y="84953"/>
                  </a:lnTo>
                  <a:lnTo>
                    <a:pt x="142847" y="80336"/>
                  </a:lnTo>
                  <a:lnTo>
                    <a:pt x="139994" y="75807"/>
                  </a:lnTo>
                  <a:lnTo>
                    <a:pt x="136997" y="71372"/>
                  </a:lnTo>
                  <a:lnTo>
                    <a:pt x="133860" y="67036"/>
                  </a:lnTo>
                  <a:lnTo>
                    <a:pt x="130586" y="62802"/>
                  </a:lnTo>
                  <a:lnTo>
                    <a:pt x="127178" y="58675"/>
                  </a:lnTo>
                  <a:lnTo>
                    <a:pt x="123639" y="54659"/>
                  </a:lnTo>
                  <a:lnTo>
                    <a:pt x="119974" y="50758"/>
                  </a:lnTo>
                  <a:lnTo>
                    <a:pt x="116186" y="46977"/>
                  </a:lnTo>
                  <a:lnTo>
                    <a:pt x="112279" y="43319"/>
                  </a:lnTo>
                  <a:lnTo>
                    <a:pt x="108256" y="39788"/>
                  </a:lnTo>
                  <a:lnTo>
                    <a:pt x="104123" y="36388"/>
                  </a:lnTo>
                  <a:lnTo>
                    <a:pt x="99883" y="33121"/>
                  </a:lnTo>
                  <a:lnTo>
                    <a:pt x="95540" y="29992"/>
                  </a:lnTo>
                  <a:lnTo>
                    <a:pt x="91100" y="27004"/>
                  </a:lnTo>
                  <a:lnTo>
                    <a:pt x="86566" y="24159"/>
                  </a:lnTo>
                  <a:lnTo>
                    <a:pt x="81943" y="21461"/>
                  </a:lnTo>
                  <a:lnTo>
                    <a:pt x="77237" y="18913"/>
                  </a:lnTo>
                  <a:lnTo>
                    <a:pt x="72451" y="16516"/>
                  </a:lnTo>
                  <a:lnTo>
                    <a:pt x="67591" y="14274"/>
                  </a:lnTo>
                  <a:lnTo>
                    <a:pt x="62662" y="12188"/>
                  </a:lnTo>
                  <a:lnTo>
                    <a:pt x="57668" y="10262"/>
                  </a:lnTo>
                  <a:lnTo>
                    <a:pt x="52615" y="8496"/>
                  </a:lnTo>
                  <a:lnTo>
                    <a:pt x="47509" y="6893"/>
                  </a:lnTo>
                  <a:lnTo>
                    <a:pt x="42353" y="5454"/>
                  </a:lnTo>
                  <a:lnTo>
                    <a:pt x="37155" y="4181"/>
                  </a:lnTo>
                  <a:lnTo>
                    <a:pt x="31918" y="3075"/>
                  </a:lnTo>
                  <a:lnTo>
                    <a:pt x="26648" y="2137"/>
                  </a:lnTo>
                  <a:lnTo>
                    <a:pt x="21351" y="1369"/>
                  </a:lnTo>
                  <a:lnTo>
                    <a:pt x="16033" y="770"/>
                  </a:lnTo>
                  <a:lnTo>
                    <a:pt x="10697" y="342"/>
                  </a:lnTo>
                  <a:lnTo>
                    <a:pt x="5351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601598" y="4213821"/>
              <a:ext cx="126873" cy="167167"/>
            </a:xfrm>
            <a:custGeom>
              <a:avLst/>
              <a:pathLst>
                <a:path w="126873" h="167167">
                  <a:moveTo>
                    <a:pt x="126873" y="0"/>
                  </a:moveTo>
                  <a:lnTo>
                    <a:pt x="121334" y="91"/>
                  </a:lnTo>
                  <a:lnTo>
                    <a:pt x="115800" y="367"/>
                  </a:lnTo>
                  <a:lnTo>
                    <a:pt x="110279" y="825"/>
                  </a:lnTo>
                  <a:lnTo>
                    <a:pt x="104776" y="1466"/>
                  </a:lnTo>
                  <a:lnTo>
                    <a:pt x="99298" y="2290"/>
                  </a:lnTo>
                  <a:lnTo>
                    <a:pt x="93849" y="3294"/>
                  </a:lnTo>
                  <a:lnTo>
                    <a:pt x="88437" y="4478"/>
                  </a:lnTo>
                  <a:lnTo>
                    <a:pt x="83067" y="5841"/>
                  </a:lnTo>
                  <a:lnTo>
                    <a:pt x="77745" y="7381"/>
                  </a:lnTo>
                  <a:lnTo>
                    <a:pt x="72478" y="9097"/>
                  </a:lnTo>
                  <a:lnTo>
                    <a:pt x="67270" y="10986"/>
                  </a:lnTo>
                  <a:lnTo>
                    <a:pt x="62127" y="13047"/>
                  </a:lnTo>
                  <a:lnTo>
                    <a:pt x="57056" y="15277"/>
                  </a:lnTo>
                  <a:lnTo>
                    <a:pt x="52061" y="17674"/>
                  </a:lnTo>
                  <a:lnTo>
                    <a:pt x="47148" y="20235"/>
                  </a:lnTo>
                  <a:lnTo>
                    <a:pt x="42323" y="22958"/>
                  </a:lnTo>
                  <a:lnTo>
                    <a:pt x="37591" y="25839"/>
                  </a:lnTo>
                  <a:lnTo>
                    <a:pt x="32957" y="28875"/>
                  </a:lnTo>
                  <a:lnTo>
                    <a:pt x="28426" y="32063"/>
                  </a:lnTo>
                  <a:lnTo>
                    <a:pt x="24003" y="35399"/>
                  </a:lnTo>
                  <a:lnTo>
                    <a:pt x="19693" y="38881"/>
                  </a:lnTo>
                  <a:lnTo>
                    <a:pt x="15501" y="42503"/>
                  </a:lnTo>
                  <a:lnTo>
                    <a:pt x="11431" y="46262"/>
                  </a:lnTo>
                  <a:lnTo>
                    <a:pt x="7488" y="50153"/>
                  </a:lnTo>
                  <a:lnTo>
                    <a:pt x="3676" y="54174"/>
                  </a:lnTo>
                  <a:lnTo>
                    <a:pt x="0" y="58318"/>
                  </a:lnTo>
                  <a:lnTo>
                    <a:pt x="126873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601598" y="4272140"/>
              <a:ext cx="126873" cy="108848"/>
            </a:xfrm>
            <a:custGeom>
              <a:avLst/>
              <a:pathLst>
                <a:path w="126873" h="108848">
                  <a:moveTo>
                    <a:pt x="0" y="0"/>
                  </a:moveTo>
                  <a:lnTo>
                    <a:pt x="126873" y="1088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561313" y="4272140"/>
              <a:ext cx="333907" cy="276011"/>
            </a:xfrm>
            <a:custGeom>
              <a:avLst/>
              <a:pathLst>
                <a:path w="333907" h="276011">
                  <a:moveTo>
                    <a:pt x="40285" y="0"/>
                  </a:moveTo>
                  <a:lnTo>
                    <a:pt x="36892" y="4084"/>
                  </a:lnTo>
                  <a:lnTo>
                    <a:pt x="33630" y="8274"/>
                  </a:lnTo>
                  <a:lnTo>
                    <a:pt x="30503" y="12565"/>
                  </a:lnTo>
                  <a:lnTo>
                    <a:pt x="27515" y="16954"/>
                  </a:lnTo>
                  <a:lnTo>
                    <a:pt x="24667" y="21435"/>
                  </a:lnTo>
                  <a:lnTo>
                    <a:pt x="21962" y="26004"/>
                  </a:lnTo>
                  <a:lnTo>
                    <a:pt x="19405" y="30657"/>
                  </a:lnTo>
                  <a:lnTo>
                    <a:pt x="16996" y="35389"/>
                  </a:lnTo>
                  <a:lnTo>
                    <a:pt x="14739" y="40195"/>
                  </a:lnTo>
                  <a:lnTo>
                    <a:pt x="12635" y="45070"/>
                  </a:lnTo>
                  <a:lnTo>
                    <a:pt x="10688" y="50010"/>
                  </a:lnTo>
                  <a:lnTo>
                    <a:pt x="8898" y="55009"/>
                  </a:lnTo>
                  <a:lnTo>
                    <a:pt x="7268" y="60062"/>
                  </a:lnTo>
                  <a:lnTo>
                    <a:pt x="5799" y="65165"/>
                  </a:lnTo>
                  <a:lnTo>
                    <a:pt x="4493" y="70311"/>
                  </a:lnTo>
                  <a:lnTo>
                    <a:pt x="3351" y="75497"/>
                  </a:lnTo>
                  <a:lnTo>
                    <a:pt x="2375" y="80716"/>
                  </a:lnTo>
                  <a:lnTo>
                    <a:pt x="1565" y="85963"/>
                  </a:lnTo>
                  <a:lnTo>
                    <a:pt x="921" y="91234"/>
                  </a:lnTo>
                  <a:lnTo>
                    <a:pt x="446" y="96522"/>
                  </a:lnTo>
                  <a:lnTo>
                    <a:pt x="138" y="101823"/>
                  </a:lnTo>
                  <a:lnTo>
                    <a:pt x="0" y="107131"/>
                  </a:lnTo>
                  <a:lnTo>
                    <a:pt x="29" y="112440"/>
                  </a:lnTo>
                  <a:lnTo>
                    <a:pt x="228" y="117746"/>
                  </a:lnTo>
                  <a:lnTo>
                    <a:pt x="594" y="123043"/>
                  </a:lnTo>
                  <a:lnTo>
                    <a:pt x="1129" y="128326"/>
                  </a:lnTo>
                  <a:lnTo>
                    <a:pt x="1832" y="133589"/>
                  </a:lnTo>
                  <a:lnTo>
                    <a:pt x="2701" y="138827"/>
                  </a:lnTo>
                  <a:lnTo>
                    <a:pt x="3736" y="144035"/>
                  </a:lnTo>
                  <a:lnTo>
                    <a:pt x="4936" y="149207"/>
                  </a:lnTo>
                  <a:lnTo>
                    <a:pt x="6299" y="154339"/>
                  </a:lnTo>
                  <a:lnTo>
                    <a:pt x="7825" y="159425"/>
                  </a:lnTo>
                  <a:lnTo>
                    <a:pt x="9512" y="164459"/>
                  </a:lnTo>
                  <a:lnTo>
                    <a:pt x="11357" y="169438"/>
                  </a:lnTo>
                  <a:lnTo>
                    <a:pt x="13360" y="174355"/>
                  </a:lnTo>
                  <a:lnTo>
                    <a:pt x="15518" y="179207"/>
                  </a:lnTo>
                  <a:lnTo>
                    <a:pt x="17829" y="183987"/>
                  </a:lnTo>
                  <a:lnTo>
                    <a:pt x="20291" y="188692"/>
                  </a:lnTo>
                  <a:lnTo>
                    <a:pt x="22901" y="193316"/>
                  </a:lnTo>
                  <a:lnTo>
                    <a:pt x="25656" y="197854"/>
                  </a:lnTo>
                  <a:lnTo>
                    <a:pt x="28554" y="202303"/>
                  </a:lnTo>
                  <a:lnTo>
                    <a:pt x="31592" y="206658"/>
                  </a:lnTo>
                  <a:lnTo>
                    <a:pt x="34767" y="210914"/>
                  </a:lnTo>
                  <a:lnTo>
                    <a:pt x="38075" y="215067"/>
                  </a:lnTo>
                  <a:lnTo>
                    <a:pt x="41513" y="219113"/>
                  </a:lnTo>
                  <a:lnTo>
                    <a:pt x="45079" y="223048"/>
                  </a:lnTo>
                  <a:lnTo>
                    <a:pt x="48767" y="226867"/>
                  </a:lnTo>
                  <a:lnTo>
                    <a:pt x="52575" y="230568"/>
                  </a:lnTo>
                  <a:lnTo>
                    <a:pt x="56498" y="234145"/>
                  </a:lnTo>
                  <a:lnTo>
                    <a:pt x="60533" y="237597"/>
                  </a:lnTo>
                  <a:lnTo>
                    <a:pt x="64676" y="240918"/>
                  </a:lnTo>
                  <a:lnTo>
                    <a:pt x="68922" y="244106"/>
                  </a:lnTo>
                  <a:lnTo>
                    <a:pt x="73267" y="247158"/>
                  </a:lnTo>
                  <a:lnTo>
                    <a:pt x="77707" y="250070"/>
                  </a:lnTo>
                  <a:lnTo>
                    <a:pt x="82237" y="252839"/>
                  </a:lnTo>
                  <a:lnTo>
                    <a:pt x="86853" y="255464"/>
                  </a:lnTo>
                  <a:lnTo>
                    <a:pt x="91550" y="257940"/>
                  </a:lnTo>
                  <a:lnTo>
                    <a:pt x="96323" y="260266"/>
                  </a:lnTo>
                  <a:lnTo>
                    <a:pt x="101168" y="262439"/>
                  </a:lnTo>
                  <a:lnTo>
                    <a:pt x="106079" y="264458"/>
                  </a:lnTo>
                  <a:lnTo>
                    <a:pt x="111051" y="266319"/>
                  </a:lnTo>
                  <a:lnTo>
                    <a:pt x="116081" y="268021"/>
                  </a:lnTo>
                  <a:lnTo>
                    <a:pt x="121162" y="269563"/>
                  </a:lnTo>
                  <a:lnTo>
                    <a:pt x="126289" y="270943"/>
                  </a:lnTo>
                  <a:lnTo>
                    <a:pt x="131457" y="272159"/>
                  </a:lnTo>
                  <a:lnTo>
                    <a:pt x="136662" y="273210"/>
                  </a:lnTo>
                  <a:lnTo>
                    <a:pt x="141897" y="274096"/>
                  </a:lnTo>
                  <a:lnTo>
                    <a:pt x="147158" y="274815"/>
                  </a:lnTo>
                  <a:lnTo>
                    <a:pt x="152439" y="275366"/>
                  </a:lnTo>
                  <a:lnTo>
                    <a:pt x="157735" y="275750"/>
                  </a:lnTo>
                  <a:lnTo>
                    <a:pt x="163040" y="275965"/>
                  </a:lnTo>
                  <a:lnTo>
                    <a:pt x="168350" y="276011"/>
                  </a:lnTo>
                  <a:lnTo>
                    <a:pt x="173658" y="275889"/>
                  </a:lnTo>
                  <a:lnTo>
                    <a:pt x="178960" y="275599"/>
                  </a:lnTo>
                  <a:lnTo>
                    <a:pt x="184249" y="275140"/>
                  </a:lnTo>
                  <a:lnTo>
                    <a:pt x="189522" y="274513"/>
                  </a:lnTo>
                  <a:lnTo>
                    <a:pt x="194772" y="273719"/>
                  </a:lnTo>
                  <a:lnTo>
                    <a:pt x="199994" y="272759"/>
                  </a:lnTo>
                  <a:lnTo>
                    <a:pt x="205183" y="271634"/>
                  </a:lnTo>
                  <a:lnTo>
                    <a:pt x="210334" y="270344"/>
                  </a:lnTo>
                  <a:lnTo>
                    <a:pt x="215441" y="268891"/>
                  </a:lnTo>
                  <a:lnTo>
                    <a:pt x="220499" y="267277"/>
                  </a:lnTo>
                  <a:lnTo>
                    <a:pt x="225504" y="265503"/>
                  </a:lnTo>
                  <a:lnTo>
                    <a:pt x="230450" y="263571"/>
                  </a:lnTo>
                  <a:lnTo>
                    <a:pt x="235331" y="261483"/>
                  </a:lnTo>
                  <a:lnTo>
                    <a:pt x="240144" y="259241"/>
                  </a:lnTo>
                  <a:lnTo>
                    <a:pt x="244884" y="256847"/>
                  </a:lnTo>
                  <a:lnTo>
                    <a:pt x="249545" y="254304"/>
                  </a:lnTo>
                  <a:lnTo>
                    <a:pt x="254123" y="251614"/>
                  </a:lnTo>
                  <a:lnTo>
                    <a:pt x="258613" y="248780"/>
                  </a:lnTo>
                  <a:lnTo>
                    <a:pt x="263011" y="245805"/>
                  </a:lnTo>
                  <a:lnTo>
                    <a:pt x="267312" y="242692"/>
                  </a:lnTo>
                  <a:lnTo>
                    <a:pt x="271512" y="239444"/>
                  </a:lnTo>
                  <a:lnTo>
                    <a:pt x="275607" y="236064"/>
                  </a:lnTo>
                  <a:lnTo>
                    <a:pt x="279593" y="232555"/>
                  </a:lnTo>
                  <a:lnTo>
                    <a:pt x="283465" y="228922"/>
                  </a:lnTo>
                  <a:lnTo>
                    <a:pt x="287219" y="225168"/>
                  </a:lnTo>
                  <a:lnTo>
                    <a:pt x="290853" y="221296"/>
                  </a:lnTo>
                  <a:lnTo>
                    <a:pt x="294362" y="217311"/>
                  </a:lnTo>
                  <a:lnTo>
                    <a:pt x="297742" y="213216"/>
                  </a:lnTo>
                  <a:lnTo>
                    <a:pt x="300991" y="209017"/>
                  </a:lnTo>
                  <a:lnTo>
                    <a:pt x="304105" y="204716"/>
                  </a:lnTo>
                  <a:lnTo>
                    <a:pt x="307080" y="200318"/>
                  </a:lnTo>
                  <a:lnTo>
                    <a:pt x="309915" y="195828"/>
                  </a:lnTo>
                  <a:lnTo>
                    <a:pt x="312605" y="191251"/>
                  </a:lnTo>
                  <a:lnTo>
                    <a:pt x="315149" y="186590"/>
                  </a:lnTo>
                  <a:lnTo>
                    <a:pt x="317543" y="181851"/>
                  </a:lnTo>
                  <a:lnTo>
                    <a:pt x="319786" y="177038"/>
                  </a:lnTo>
                  <a:lnTo>
                    <a:pt x="321874" y="172156"/>
                  </a:lnTo>
                  <a:lnTo>
                    <a:pt x="323807" y="167211"/>
                  </a:lnTo>
                  <a:lnTo>
                    <a:pt x="325581" y="162206"/>
                  </a:lnTo>
                  <a:lnTo>
                    <a:pt x="327196" y="157148"/>
                  </a:lnTo>
                  <a:lnTo>
                    <a:pt x="328649" y="152041"/>
                  </a:lnTo>
                  <a:lnTo>
                    <a:pt x="329939" y="146891"/>
                  </a:lnTo>
                  <a:lnTo>
                    <a:pt x="331065" y="141702"/>
                  </a:lnTo>
                  <a:lnTo>
                    <a:pt x="332026" y="136480"/>
                  </a:lnTo>
                  <a:lnTo>
                    <a:pt x="332820" y="131230"/>
                  </a:lnTo>
                  <a:lnTo>
                    <a:pt x="333448" y="125957"/>
                  </a:lnTo>
                  <a:lnTo>
                    <a:pt x="333907" y="120668"/>
                  </a:lnTo>
                  <a:lnTo>
                    <a:pt x="167158" y="1088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728472" y="4213821"/>
              <a:ext cx="167164" cy="178986"/>
            </a:xfrm>
            <a:custGeom>
              <a:avLst/>
              <a:pathLst>
                <a:path w="167164" h="178986">
                  <a:moveTo>
                    <a:pt x="166749" y="178986"/>
                  </a:moveTo>
                  <a:lnTo>
                    <a:pt x="167043" y="173614"/>
                  </a:lnTo>
                  <a:lnTo>
                    <a:pt x="167164" y="168235"/>
                  </a:lnTo>
                  <a:lnTo>
                    <a:pt x="167111" y="162855"/>
                  </a:lnTo>
                  <a:lnTo>
                    <a:pt x="166886" y="157479"/>
                  </a:lnTo>
                  <a:lnTo>
                    <a:pt x="166488" y="152113"/>
                  </a:lnTo>
                  <a:lnTo>
                    <a:pt x="165917" y="146763"/>
                  </a:lnTo>
                  <a:lnTo>
                    <a:pt x="165174" y="141434"/>
                  </a:lnTo>
                  <a:lnTo>
                    <a:pt x="164261" y="136132"/>
                  </a:lnTo>
                  <a:lnTo>
                    <a:pt x="163177" y="130862"/>
                  </a:lnTo>
                  <a:lnTo>
                    <a:pt x="161924" y="125629"/>
                  </a:lnTo>
                  <a:lnTo>
                    <a:pt x="160503" y="120440"/>
                  </a:lnTo>
                  <a:lnTo>
                    <a:pt x="158917" y="115298"/>
                  </a:lnTo>
                  <a:lnTo>
                    <a:pt x="157165" y="110211"/>
                  </a:lnTo>
                  <a:lnTo>
                    <a:pt x="155251" y="105183"/>
                  </a:lnTo>
                  <a:lnTo>
                    <a:pt x="153175" y="100219"/>
                  </a:lnTo>
                  <a:lnTo>
                    <a:pt x="150942" y="95324"/>
                  </a:lnTo>
                  <a:lnTo>
                    <a:pt x="148551" y="90503"/>
                  </a:lnTo>
                  <a:lnTo>
                    <a:pt x="146007" y="85762"/>
                  </a:lnTo>
                  <a:lnTo>
                    <a:pt x="143312" y="81106"/>
                  </a:lnTo>
                  <a:lnTo>
                    <a:pt x="140468" y="76538"/>
                  </a:lnTo>
                  <a:lnTo>
                    <a:pt x="137479" y="72065"/>
                  </a:lnTo>
                  <a:lnTo>
                    <a:pt x="134347" y="67690"/>
                  </a:lnTo>
                  <a:lnTo>
                    <a:pt x="131076" y="63418"/>
                  </a:lnTo>
                  <a:lnTo>
                    <a:pt x="127669" y="59253"/>
                  </a:lnTo>
                  <a:lnTo>
                    <a:pt x="124130" y="55200"/>
                  </a:lnTo>
                  <a:lnTo>
                    <a:pt x="120463" y="51263"/>
                  </a:lnTo>
                  <a:lnTo>
                    <a:pt x="116670" y="47447"/>
                  </a:lnTo>
                  <a:lnTo>
                    <a:pt x="112757" y="43754"/>
                  </a:lnTo>
                  <a:lnTo>
                    <a:pt x="108727" y="40189"/>
                  </a:lnTo>
                  <a:lnTo>
                    <a:pt x="104584" y="36756"/>
                  </a:lnTo>
                  <a:lnTo>
                    <a:pt x="100333" y="33458"/>
                  </a:lnTo>
                  <a:lnTo>
                    <a:pt x="95978" y="30298"/>
                  </a:lnTo>
                  <a:lnTo>
                    <a:pt x="91524" y="27280"/>
                  </a:lnTo>
                  <a:lnTo>
                    <a:pt x="86974" y="24407"/>
                  </a:lnTo>
                  <a:lnTo>
                    <a:pt x="82335" y="21682"/>
                  </a:lnTo>
                  <a:lnTo>
                    <a:pt x="77611" y="19108"/>
                  </a:lnTo>
                  <a:lnTo>
                    <a:pt x="72806" y="16687"/>
                  </a:lnTo>
                  <a:lnTo>
                    <a:pt x="67925" y="14422"/>
                  </a:lnTo>
                  <a:lnTo>
                    <a:pt x="62974" y="12315"/>
                  </a:lnTo>
                  <a:lnTo>
                    <a:pt x="57958" y="10369"/>
                  </a:lnTo>
                  <a:lnTo>
                    <a:pt x="52882" y="8585"/>
                  </a:lnTo>
                  <a:lnTo>
                    <a:pt x="47751" y="6965"/>
                  </a:lnTo>
                  <a:lnTo>
                    <a:pt x="42571" y="5511"/>
                  </a:lnTo>
                  <a:lnTo>
                    <a:pt x="37346" y="4225"/>
                  </a:lnTo>
                  <a:lnTo>
                    <a:pt x="32083" y="3107"/>
                  </a:lnTo>
                  <a:lnTo>
                    <a:pt x="26787" y="2160"/>
                  </a:lnTo>
                  <a:lnTo>
                    <a:pt x="21463" y="1383"/>
                  </a:lnTo>
                  <a:lnTo>
                    <a:pt x="16117" y="778"/>
                  </a:lnTo>
                  <a:lnTo>
                    <a:pt x="10753" y="346"/>
                  </a:lnTo>
                  <a:lnTo>
                    <a:pt x="5379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51899" y="3707720"/>
              <a:ext cx="167111" cy="167167"/>
            </a:xfrm>
            <a:custGeom>
              <a:avLst/>
              <a:pathLst>
                <a:path w="167111" h="167167">
                  <a:moveTo>
                    <a:pt x="167111" y="0"/>
                  </a:moveTo>
                  <a:lnTo>
                    <a:pt x="161732" y="86"/>
                  </a:lnTo>
                  <a:lnTo>
                    <a:pt x="156357" y="346"/>
                  </a:lnTo>
                  <a:lnTo>
                    <a:pt x="150995" y="778"/>
                  </a:lnTo>
                  <a:lnTo>
                    <a:pt x="145648" y="1383"/>
                  </a:lnTo>
                  <a:lnTo>
                    <a:pt x="140324" y="2160"/>
                  </a:lnTo>
                  <a:lnTo>
                    <a:pt x="135028" y="3107"/>
                  </a:lnTo>
                  <a:lnTo>
                    <a:pt x="129765" y="4225"/>
                  </a:lnTo>
                  <a:lnTo>
                    <a:pt x="124541" y="5511"/>
                  </a:lnTo>
                  <a:lnTo>
                    <a:pt x="119361" y="6964"/>
                  </a:lnTo>
                  <a:lnTo>
                    <a:pt x="114230" y="8584"/>
                  </a:lnTo>
                  <a:lnTo>
                    <a:pt x="109154" y="10368"/>
                  </a:lnTo>
                  <a:lnTo>
                    <a:pt x="104138" y="12314"/>
                  </a:lnTo>
                  <a:lnTo>
                    <a:pt x="99187" y="14421"/>
                  </a:lnTo>
                  <a:lnTo>
                    <a:pt x="94307" y="16686"/>
                  </a:lnTo>
                  <a:lnTo>
                    <a:pt x="89502" y="19107"/>
                  </a:lnTo>
                  <a:lnTo>
                    <a:pt x="84778" y="21681"/>
                  </a:lnTo>
                  <a:lnTo>
                    <a:pt x="80138" y="24406"/>
                  </a:lnTo>
                  <a:lnTo>
                    <a:pt x="75589" y="27279"/>
                  </a:lnTo>
                  <a:lnTo>
                    <a:pt x="71135" y="30297"/>
                  </a:lnTo>
                  <a:lnTo>
                    <a:pt x="66780" y="33456"/>
                  </a:lnTo>
                  <a:lnTo>
                    <a:pt x="62529" y="36754"/>
                  </a:lnTo>
                  <a:lnTo>
                    <a:pt x="58386" y="40187"/>
                  </a:lnTo>
                  <a:lnTo>
                    <a:pt x="54356" y="43752"/>
                  </a:lnTo>
                  <a:lnTo>
                    <a:pt x="50443" y="47444"/>
                  </a:lnTo>
                  <a:lnTo>
                    <a:pt x="46651" y="51261"/>
                  </a:lnTo>
                  <a:lnTo>
                    <a:pt x="42983" y="55197"/>
                  </a:lnTo>
                  <a:lnTo>
                    <a:pt x="39444" y="59250"/>
                  </a:lnTo>
                  <a:lnTo>
                    <a:pt x="36037" y="63414"/>
                  </a:lnTo>
                  <a:lnTo>
                    <a:pt x="32766" y="67686"/>
                  </a:lnTo>
                  <a:lnTo>
                    <a:pt x="29635" y="72061"/>
                  </a:lnTo>
                  <a:lnTo>
                    <a:pt x="26645" y="76534"/>
                  </a:lnTo>
                  <a:lnTo>
                    <a:pt x="23801" y="81102"/>
                  </a:lnTo>
                  <a:lnTo>
                    <a:pt x="21106" y="85758"/>
                  </a:lnTo>
                  <a:lnTo>
                    <a:pt x="18562" y="90499"/>
                  </a:lnTo>
                  <a:lnTo>
                    <a:pt x="16171" y="95319"/>
                  </a:lnTo>
                  <a:lnTo>
                    <a:pt x="13937" y="100214"/>
                  </a:lnTo>
                  <a:lnTo>
                    <a:pt x="11862" y="105178"/>
                  </a:lnTo>
                  <a:lnTo>
                    <a:pt x="9948" y="110206"/>
                  </a:lnTo>
                  <a:lnTo>
                    <a:pt x="8196" y="115293"/>
                  </a:lnTo>
                  <a:lnTo>
                    <a:pt x="6609" y="120434"/>
                  </a:lnTo>
                  <a:lnTo>
                    <a:pt x="5188" y="125623"/>
                  </a:lnTo>
                  <a:lnTo>
                    <a:pt x="3935" y="130856"/>
                  </a:lnTo>
                  <a:lnTo>
                    <a:pt x="2851" y="136126"/>
                  </a:lnTo>
                  <a:lnTo>
                    <a:pt x="1937" y="141428"/>
                  </a:lnTo>
                  <a:lnTo>
                    <a:pt x="1194" y="146756"/>
                  </a:lnTo>
                  <a:lnTo>
                    <a:pt x="623" y="152106"/>
                  </a:lnTo>
                  <a:lnTo>
                    <a:pt x="225" y="157472"/>
                  </a:lnTo>
                  <a:lnTo>
                    <a:pt x="0" y="162848"/>
                  </a:lnTo>
                  <a:lnTo>
                    <a:pt x="16711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51846" y="3707736"/>
              <a:ext cx="334330" cy="334309"/>
            </a:xfrm>
            <a:custGeom>
              <a:avLst/>
              <a:pathLst>
                <a:path w="334330" h="334309">
                  <a:moveTo>
                    <a:pt x="52" y="162832"/>
                  </a:moveTo>
                  <a:lnTo>
                    <a:pt x="0" y="168133"/>
                  </a:lnTo>
                  <a:lnTo>
                    <a:pt x="115" y="173432"/>
                  </a:lnTo>
                  <a:lnTo>
                    <a:pt x="398" y="178725"/>
                  </a:lnTo>
                  <a:lnTo>
                    <a:pt x="848" y="184006"/>
                  </a:lnTo>
                  <a:lnTo>
                    <a:pt x="1466" y="189271"/>
                  </a:lnTo>
                  <a:lnTo>
                    <a:pt x="2251" y="194513"/>
                  </a:lnTo>
                  <a:lnTo>
                    <a:pt x="3201" y="199727"/>
                  </a:lnTo>
                  <a:lnTo>
                    <a:pt x="4317" y="204909"/>
                  </a:lnTo>
                  <a:lnTo>
                    <a:pt x="5596" y="210053"/>
                  </a:lnTo>
                  <a:lnTo>
                    <a:pt x="7037" y="215154"/>
                  </a:lnTo>
                  <a:lnTo>
                    <a:pt x="8639" y="220207"/>
                  </a:lnTo>
                  <a:lnTo>
                    <a:pt x="10401" y="225206"/>
                  </a:lnTo>
                  <a:lnTo>
                    <a:pt x="12320" y="230147"/>
                  </a:lnTo>
                  <a:lnTo>
                    <a:pt x="14395" y="235024"/>
                  </a:lnTo>
                  <a:lnTo>
                    <a:pt x="16624" y="239834"/>
                  </a:lnTo>
                  <a:lnTo>
                    <a:pt x="19004" y="244570"/>
                  </a:lnTo>
                  <a:lnTo>
                    <a:pt x="21533" y="249228"/>
                  </a:lnTo>
                  <a:lnTo>
                    <a:pt x="24208" y="253804"/>
                  </a:lnTo>
                  <a:lnTo>
                    <a:pt x="27027" y="258293"/>
                  </a:lnTo>
                  <a:lnTo>
                    <a:pt x="29987" y="262690"/>
                  </a:lnTo>
                  <a:lnTo>
                    <a:pt x="33085" y="266991"/>
                  </a:lnTo>
                  <a:lnTo>
                    <a:pt x="36318" y="271192"/>
                  </a:lnTo>
                  <a:lnTo>
                    <a:pt x="39682" y="275288"/>
                  </a:lnTo>
                  <a:lnTo>
                    <a:pt x="43175" y="279275"/>
                  </a:lnTo>
                  <a:lnTo>
                    <a:pt x="46792" y="283149"/>
                  </a:lnTo>
                  <a:lnTo>
                    <a:pt x="50530" y="286907"/>
                  </a:lnTo>
                  <a:lnTo>
                    <a:pt x="54385" y="290545"/>
                  </a:lnTo>
                  <a:lnTo>
                    <a:pt x="58354" y="294059"/>
                  </a:lnTo>
                  <a:lnTo>
                    <a:pt x="62432" y="297444"/>
                  </a:lnTo>
                  <a:lnTo>
                    <a:pt x="66616" y="300699"/>
                  </a:lnTo>
                  <a:lnTo>
                    <a:pt x="70900" y="303820"/>
                  </a:lnTo>
                  <a:lnTo>
                    <a:pt x="75282" y="306803"/>
                  </a:lnTo>
                  <a:lnTo>
                    <a:pt x="79755" y="309646"/>
                  </a:lnTo>
                  <a:lnTo>
                    <a:pt x="84317" y="312346"/>
                  </a:lnTo>
                  <a:lnTo>
                    <a:pt x="88962" y="314899"/>
                  </a:lnTo>
                  <a:lnTo>
                    <a:pt x="93685" y="317304"/>
                  </a:lnTo>
                  <a:lnTo>
                    <a:pt x="98483" y="319559"/>
                  </a:lnTo>
                  <a:lnTo>
                    <a:pt x="103349" y="321659"/>
                  </a:lnTo>
                  <a:lnTo>
                    <a:pt x="108280" y="323605"/>
                  </a:lnTo>
                  <a:lnTo>
                    <a:pt x="113270" y="325393"/>
                  </a:lnTo>
                  <a:lnTo>
                    <a:pt x="118314" y="327022"/>
                  </a:lnTo>
                  <a:lnTo>
                    <a:pt x="123407" y="328491"/>
                  </a:lnTo>
                  <a:lnTo>
                    <a:pt x="128544" y="329797"/>
                  </a:lnTo>
                  <a:lnTo>
                    <a:pt x="133720" y="330939"/>
                  </a:lnTo>
                  <a:lnTo>
                    <a:pt x="138929" y="331917"/>
                  </a:lnTo>
                  <a:lnTo>
                    <a:pt x="144167" y="332730"/>
                  </a:lnTo>
                  <a:lnTo>
                    <a:pt x="149429" y="333376"/>
                  </a:lnTo>
                  <a:lnTo>
                    <a:pt x="154707" y="333854"/>
                  </a:lnTo>
                  <a:lnTo>
                    <a:pt x="159999" y="334165"/>
                  </a:lnTo>
                  <a:lnTo>
                    <a:pt x="165297" y="334309"/>
                  </a:lnTo>
                  <a:lnTo>
                    <a:pt x="170598" y="334284"/>
                  </a:lnTo>
                  <a:lnTo>
                    <a:pt x="175895" y="334091"/>
                  </a:lnTo>
                  <a:lnTo>
                    <a:pt x="181183" y="333730"/>
                  </a:lnTo>
                  <a:lnTo>
                    <a:pt x="186457" y="333202"/>
                  </a:lnTo>
                  <a:lnTo>
                    <a:pt x="191712" y="332507"/>
                  </a:lnTo>
                  <a:lnTo>
                    <a:pt x="196942" y="331645"/>
                  </a:lnTo>
                  <a:lnTo>
                    <a:pt x="202143" y="330619"/>
                  </a:lnTo>
                  <a:lnTo>
                    <a:pt x="207308" y="329428"/>
                  </a:lnTo>
                  <a:lnTo>
                    <a:pt x="212432" y="328073"/>
                  </a:lnTo>
                  <a:lnTo>
                    <a:pt x="217511" y="326557"/>
                  </a:lnTo>
                  <a:lnTo>
                    <a:pt x="222540" y="324881"/>
                  </a:lnTo>
                  <a:lnTo>
                    <a:pt x="227513" y="323046"/>
                  </a:lnTo>
                  <a:lnTo>
                    <a:pt x="232425" y="321054"/>
                  </a:lnTo>
                  <a:lnTo>
                    <a:pt x="237271" y="318908"/>
                  </a:lnTo>
                  <a:lnTo>
                    <a:pt x="242047" y="316609"/>
                  </a:lnTo>
                  <a:lnTo>
                    <a:pt x="246748" y="314160"/>
                  </a:lnTo>
                  <a:lnTo>
                    <a:pt x="251369" y="311563"/>
                  </a:lnTo>
                  <a:lnTo>
                    <a:pt x="255905" y="308820"/>
                  </a:lnTo>
                  <a:lnTo>
                    <a:pt x="260352" y="305936"/>
                  </a:lnTo>
                  <a:lnTo>
                    <a:pt x="264705" y="302911"/>
                  </a:lnTo>
                  <a:lnTo>
                    <a:pt x="268960" y="299751"/>
                  </a:lnTo>
                  <a:lnTo>
                    <a:pt x="273113" y="296457"/>
                  </a:lnTo>
                  <a:lnTo>
                    <a:pt x="277159" y="293033"/>
                  </a:lnTo>
                  <a:lnTo>
                    <a:pt x="281095" y="289482"/>
                  </a:lnTo>
                  <a:lnTo>
                    <a:pt x="284916" y="285809"/>
                  </a:lnTo>
                  <a:lnTo>
                    <a:pt x="288619" y="282016"/>
                  </a:lnTo>
                  <a:lnTo>
                    <a:pt x="292199" y="278107"/>
                  </a:lnTo>
                  <a:lnTo>
                    <a:pt x="295654" y="274087"/>
                  </a:lnTo>
                  <a:lnTo>
                    <a:pt x="298980" y="269960"/>
                  </a:lnTo>
                  <a:lnTo>
                    <a:pt x="302173" y="265729"/>
                  </a:lnTo>
                  <a:lnTo>
                    <a:pt x="305230" y="261399"/>
                  </a:lnTo>
                  <a:lnTo>
                    <a:pt x="308149" y="256975"/>
                  </a:lnTo>
                  <a:lnTo>
                    <a:pt x="310926" y="252460"/>
                  </a:lnTo>
                  <a:lnTo>
                    <a:pt x="313558" y="247859"/>
                  </a:lnTo>
                  <a:lnTo>
                    <a:pt x="316043" y="243177"/>
                  </a:lnTo>
                  <a:lnTo>
                    <a:pt x="318379" y="238419"/>
                  </a:lnTo>
                  <a:lnTo>
                    <a:pt x="320562" y="233589"/>
                  </a:lnTo>
                  <a:lnTo>
                    <a:pt x="322592" y="228692"/>
                  </a:lnTo>
                  <a:lnTo>
                    <a:pt x="324465" y="223733"/>
                  </a:lnTo>
                  <a:lnTo>
                    <a:pt x="326179" y="218718"/>
                  </a:lnTo>
                  <a:lnTo>
                    <a:pt x="327734" y="213651"/>
                  </a:lnTo>
                  <a:lnTo>
                    <a:pt x="329128" y="208536"/>
                  </a:lnTo>
                  <a:lnTo>
                    <a:pt x="330358" y="203381"/>
                  </a:lnTo>
                  <a:lnTo>
                    <a:pt x="331425" y="198189"/>
                  </a:lnTo>
                  <a:lnTo>
                    <a:pt x="332326" y="192965"/>
                  </a:lnTo>
                  <a:lnTo>
                    <a:pt x="333062" y="187716"/>
                  </a:lnTo>
                  <a:lnTo>
                    <a:pt x="333630" y="182446"/>
                  </a:lnTo>
                  <a:lnTo>
                    <a:pt x="334032" y="177161"/>
                  </a:lnTo>
                  <a:lnTo>
                    <a:pt x="334265" y="171865"/>
                  </a:lnTo>
                  <a:lnTo>
                    <a:pt x="334330" y="166565"/>
                  </a:lnTo>
                  <a:lnTo>
                    <a:pt x="334228" y="161265"/>
                  </a:lnTo>
                  <a:lnTo>
                    <a:pt x="333957" y="155972"/>
                  </a:lnTo>
                  <a:lnTo>
                    <a:pt x="333519" y="150689"/>
                  </a:lnTo>
                  <a:lnTo>
                    <a:pt x="332913" y="145424"/>
                  </a:lnTo>
                  <a:lnTo>
                    <a:pt x="332141" y="140180"/>
                  </a:lnTo>
                  <a:lnTo>
                    <a:pt x="331203" y="134963"/>
                  </a:lnTo>
                  <a:lnTo>
                    <a:pt x="330100" y="129778"/>
                  </a:lnTo>
                  <a:lnTo>
                    <a:pt x="328833" y="124631"/>
                  </a:lnTo>
                  <a:lnTo>
                    <a:pt x="327404" y="119527"/>
                  </a:lnTo>
                  <a:lnTo>
                    <a:pt x="325814" y="114471"/>
                  </a:lnTo>
                  <a:lnTo>
                    <a:pt x="324064" y="109467"/>
                  </a:lnTo>
                  <a:lnTo>
                    <a:pt x="322156" y="104522"/>
                  </a:lnTo>
                  <a:lnTo>
                    <a:pt x="320092" y="99639"/>
                  </a:lnTo>
                  <a:lnTo>
                    <a:pt x="317875" y="94825"/>
                  </a:lnTo>
                  <a:lnTo>
                    <a:pt x="315506" y="90083"/>
                  </a:lnTo>
                  <a:lnTo>
                    <a:pt x="312988" y="85419"/>
                  </a:lnTo>
                  <a:lnTo>
                    <a:pt x="310324" y="80837"/>
                  </a:lnTo>
                  <a:lnTo>
                    <a:pt x="307515" y="76341"/>
                  </a:lnTo>
                  <a:lnTo>
                    <a:pt x="304566" y="71937"/>
                  </a:lnTo>
                  <a:lnTo>
                    <a:pt x="301478" y="67629"/>
                  </a:lnTo>
                  <a:lnTo>
                    <a:pt x="298255" y="63421"/>
                  </a:lnTo>
                  <a:lnTo>
                    <a:pt x="294900" y="59317"/>
                  </a:lnTo>
                  <a:lnTo>
                    <a:pt x="291417" y="55321"/>
                  </a:lnTo>
                  <a:lnTo>
                    <a:pt x="287809" y="51438"/>
                  </a:lnTo>
                  <a:lnTo>
                    <a:pt x="284080" y="47671"/>
                  </a:lnTo>
                  <a:lnTo>
                    <a:pt x="280233" y="44025"/>
                  </a:lnTo>
                  <a:lnTo>
                    <a:pt x="276273" y="40502"/>
                  </a:lnTo>
                  <a:lnTo>
                    <a:pt x="272203" y="37106"/>
                  </a:lnTo>
                  <a:lnTo>
                    <a:pt x="268027" y="33841"/>
                  </a:lnTo>
                  <a:lnTo>
                    <a:pt x="263750" y="30711"/>
                  </a:lnTo>
                  <a:lnTo>
                    <a:pt x="259375" y="27717"/>
                  </a:lnTo>
                  <a:lnTo>
                    <a:pt x="254908" y="24864"/>
                  </a:lnTo>
                  <a:lnTo>
                    <a:pt x="250353" y="22153"/>
                  </a:lnTo>
                  <a:lnTo>
                    <a:pt x="245714" y="19589"/>
                  </a:lnTo>
                  <a:lnTo>
                    <a:pt x="240997" y="17173"/>
                  </a:lnTo>
                  <a:lnTo>
                    <a:pt x="236204" y="14907"/>
                  </a:lnTo>
                  <a:lnTo>
                    <a:pt x="231343" y="12795"/>
                  </a:lnTo>
                  <a:lnTo>
                    <a:pt x="226417" y="10838"/>
                  </a:lnTo>
                  <a:lnTo>
                    <a:pt x="221431" y="9038"/>
                  </a:lnTo>
                  <a:lnTo>
                    <a:pt x="216391" y="7397"/>
                  </a:lnTo>
                  <a:lnTo>
                    <a:pt x="211302" y="5916"/>
                  </a:lnTo>
                  <a:lnTo>
                    <a:pt x="206168" y="4598"/>
                  </a:lnTo>
                  <a:lnTo>
                    <a:pt x="200994" y="3443"/>
                  </a:lnTo>
                  <a:lnTo>
                    <a:pt x="195787" y="2453"/>
                  </a:lnTo>
                  <a:lnTo>
                    <a:pt x="190551" y="1628"/>
                  </a:lnTo>
                  <a:lnTo>
                    <a:pt x="185292" y="970"/>
                  </a:lnTo>
                  <a:lnTo>
                    <a:pt x="180014" y="479"/>
                  </a:lnTo>
                  <a:lnTo>
                    <a:pt x="174723" y="155"/>
                  </a:lnTo>
                  <a:lnTo>
                    <a:pt x="169425" y="0"/>
                  </a:lnTo>
                  <a:lnTo>
                    <a:pt x="167164" y="1671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919011" y="3707720"/>
              <a:ext cx="2260" cy="167167"/>
            </a:xfrm>
            <a:custGeom>
              <a:avLst/>
              <a:pathLst>
                <a:path w="2260" h="167167">
                  <a:moveTo>
                    <a:pt x="2260" y="1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tx767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2025-06-05T13:01:39Z</dcterms:modified>
  <cp:category/>
</cp:coreProperties>
</file>