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1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0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7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9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5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62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10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35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458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8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07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7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2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6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6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9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1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900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3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74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8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2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3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085" y="3170392"/>
              <a:ext cx="2693" cy="167167"/>
            </a:xfrm>
            <a:custGeom>
              <a:avLst/>
              <a:pathLst>
                <a:path w="2693" h="167167">
                  <a:moveTo>
                    <a:pt x="2693" y="0"/>
                  </a:moveTo>
                  <a:lnTo>
                    <a:pt x="0" y="21"/>
                  </a:lnTo>
                  <a:lnTo>
                    <a:pt x="269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16" y="3170411"/>
              <a:ext cx="334324" cy="334316"/>
            </a:xfrm>
            <a:custGeom>
              <a:avLst/>
              <a:pathLst>
                <a:path w="334324" h="334316">
                  <a:moveTo>
                    <a:pt x="164468" y="3"/>
                  </a:moveTo>
                  <a:lnTo>
                    <a:pt x="159193" y="171"/>
                  </a:lnTo>
                  <a:lnTo>
                    <a:pt x="153925" y="506"/>
                  </a:lnTo>
                  <a:lnTo>
                    <a:pt x="148670" y="1007"/>
                  </a:lnTo>
                  <a:lnTo>
                    <a:pt x="143434" y="1673"/>
                  </a:lnTo>
                  <a:lnTo>
                    <a:pt x="138222" y="2505"/>
                  </a:lnTo>
                  <a:lnTo>
                    <a:pt x="133038" y="3501"/>
                  </a:lnTo>
                  <a:lnTo>
                    <a:pt x="127889" y="4660"/>
                  </a:lnTo>
                  <a:lnTo>
                    <a:pt x="122779" y="5981"/>
                  </a:lnTo>
                  <a:lnTo>
                    <a:pt x="117712" y="7462"/>
                  </a:lnTo>
                  <a:lnTo>
                    <a:pt x="112696" y="9103"/>
                  </a:lnTo>
                  <a:lnTo>
                    <a:pt x="107733" y="10901"/>
                  </a:lnTo>
                  <a:lnTo>
                    <a:pt x="102830" y="12855"/>
                  </a:lnTo>
                  <a:lnTo>
                    <a:pt x="97991" y="14963"/>
                  </a:lnTo>
                  <a:lnTo>
                    <a:pt x="93220" y="17223"/>
                  </a:lnTo>
                  <a:lnTo>
                    <a:pt x="88524" y="19632"/>
                  </a:lnTo>
                  <a:lnTo>
                    <a:pt x="83906" y="22189"/>
                  </a:lnTo>
                  <a:lnTo>
                    <a:pt x="79371" y="24889"/>
                  </a:lnTo>
                  <a:lnTo>
                    <a:pt x="74923" y="27732"/>
                  </a:lnTo>
                  <a:lnTo>
                    <a:pt x="70568" y="30713"/>
                  </a:lnTo>
                  <a:lnTo>
                    <a:pt x="66309" y="33831"/>
                  </a:lnTo>
                  <a:lnTo>
                    <a:pt x="62150" y="37082"/>
                  </a:lnTo>
                  <a:lnTo>
                    <a:pt x="58096" y="40462"/>
                  </a:lnTo>
                  <a:lnTo>
                    <a:pt x="54151" y="43968"/>
                  </a:lnTo>
                  <a:lnTo>
                    <a:pt x="50318" y="47598"/>
                  </a:lnTo>
                  <a:lnTo>
                    <a:pt x="46602" y="51346"/>
                  </a:lnTo>
                  <a:lnTo>
                    <a:pt x="43006" y="55210"/>
                  </a:lnTo>
                  <a:lnTo>
                    <a:pt x="39534" y="59186"/>
                  </a:lnTo>
                  <a:lnTo>
                    <a:pt x="36189" y="63269"/>
                  </a:lnTo>
                  <a:lnTo>
                    <a:pt x="32975" y="67456"/>
                  </a:lnTo>
                  <a:lnTo>
                    <a:pt x="29894" y="71742"/>
                  </a:lnTo>
                  <a:lnTo>
                    <a:pt x="26950" y="76123"/>
                  </a:lnTo>
                  <a:lnTo>
                    <a:pt x="24147" y="80595"/>
                  </a:lnTo>
                  <a:lnTo>
                    <a:pt x="21485" y="85153"/>
                  </a:lnTo>
                  <a:lnTo>
                    <a:pt x="18969" y="89794"/>
                  </a:lnTo>
                  <a:lnTo>
                    <a:pt x="16601" y="94511"/>
                  </a:lnTo>
                  <a:lnTo>
                    <a:pt x="14383" y="99300"/>
                  </a:lnTo>
                  <a:lnTo>
                    <a:pt x="12317" y="104158"/>
                  </a:lnTo>
                  <a:lnTo>
                    <a:pt x="10405" y="109078"/>
                  </a:lnTo>
                  <a:lnTo>
                    <a:pt x="8650" y="114056"/>
                  </a:lnTo>
                  <a:lnTo>
                    <a:pt x="7053" y="119086"/>
                  </a:lnTo>
                  <a:lnTo>
                    <a:pt x="5615" y="124165"/>
                  </a:lnTo>
                  <a:lnTo>
                    <a:pt x="4339" y="129287"/>
                  </a:lnTo>
                  <a:lnTo>
                    <a:pt x="3225" y="134446"/>
                  </a:lnTo>
                  <a:lnTo>
                    <a:pt x="2274" y="139638"/>
                  </a:lnTo>
                  <a:lnTo>
                    <a:pt x="1488" y="144858"/>
                  </a:lnTo>
                  <a:lnTo>
                    <a:pt x="867" y="150099"/>
                  </a:lnTo>
                  <a:lnTo>
                    <a:pt x="411" y="155358"/>
                  </a:lnTo>
                  <a:lnTo>
                    <a:pt x="122" y="160628"/>
                  </a:lnTo>
                  <a:lnTo>
                    <a:pt x="0" y="165905"/>
                  </a:lnTo>
                  <a:lnTo>
                    <a:pt x="44" y="171184"/>
                  </a:lnTo>
                  <a:lnTo>
                    <a:pt x="254" y="176458"/>
                  </a:lnTo>
                  <a:lnTo>
                    <a:pt x="631" y="181722"/>
                  </a:lnTo>
                  <a:lnTo>
                    <a:pt x="1175" y="186973"/>
                  </a:lnTo>
                  <a:lnTo>
                    <a:pt x="1883" y="192203"/>
                  </a:lnTo>
                  <a:lnTo>
                    <a:pt x="2757" y="197409"/>
                  </a:lnTo>
                  <a:lnTo>
                    <a:pt x="3794" y="202584"/>
                  </a:lnTo>
                  <a:lnTo>
                    <a:pt x="4994" y="207724"/>
                  </a:lnTo>
                  <a:lnTo>
                    <a:pt x="6356" y="212824"/>
                  </a:lnTo>
                  <a:lnTo>
                    <a:pt x="7878" y="217878"/>
                  </a:lnTo>
                  <a:lnTo>
                    <a:pt x="9559" y="222882"/>
                  </a:lnTo>
                  <a:lnTo>
                    <a:pt x="11397" y="227830"/>
                  </a:lnTo>
                  <a:lnTo>
                    <a:pt x="13391" y="232717"/>
                  </a:lnTo>
                  <a:lnTo>
                    <a:pt x="15537" y="237539"/>
                  </a:lnTo>
                  <a:lnTo>
                    <a:pt x="17835" y="242291"/>
                  </a:lnTo>
                  <a:lnTo>
                    <a:pt x="20282" y="246968"/>
                  </a:lnTo>
                  <a:lnTo>
                    <a:pt x="22875" y="251565"/>
                  </a:lnTo>
                  <a:lnTo>
                    <a:pt x="25612" y="256078"/>
                  </a:lnTo>
                  <a:lnTo>
                    <a:pt x="28491" y="260503"/>
                  </a:lnTo>
                  <a:lnTo>
                    <a:pt x="31507" y="264835"/>
                  </a:lnTo>
                  <a:lnTo>
                    <a:pt x="34659" y="269069"/>
                  </a:lnTo>
                  <a:lnTo>
                    <a:pt x="37943" y="273201"/>
                  </a:lnTo>
                  <a:lnTo>
                    <a:pt x="41355" y="277228"/>
                  </a:lnTo>
                  <a:lnTo>
                    <a:pt x="44893" y="281145"/>
                  </a:lnTo>
                  <a:lnTo>
                    <a:pt x="48553" y="284948"/>
                  </a:lnTo>
                  <a:lnTo>
                    <a:pt x="52331" y="288634"/>
                  </a:lnTo>
                  <a:lnTo>
                    <a:pt x="56224" y="292199"/>
                  </a:lnTo>
                  <a:lnTo>
                    <a:pt x="60227" y="295639"/>
                  </a:lnTo>
                  <a:lnTo>
                    <a:pt x="64337" y="298951"/>
                  </a:lnTo>
                  <a:lnTo>
                    <a:pt x="68550" y="302132"/>
                  </a:lnTo>
                  <a:lnTo>
                    <a:pt x="72860" y="305178"/>
                  </a:lnTo>
                  <a:lnTo>
                    <a:pt x="77265" y="308086"/>
                  </a:lnTo>
                  <a:lnTo>
                    <a:pt x="81760" y="310854"/>
                  </a:lnTo>
                  <a:lnTo>
                    <a:pt x="86339" y="313479"/>
                  </a:lnTo>
                  <a:lnTo>
                    <a:pt x="90999" y="315957"/>
                  </a:lnTo>
                  <a:lnTo>
                    <a:pt x="95735" y="318288"/>
                  </a:lnTo>
                  <a:lnTo>
                    <a:pt x="100543" y="320467"/>
                  </a:lnTo>
                  <a:lnTo>
                    <a:pt x="105416" y="322494"/>
                  </a:lnTo>
                  <a:lnTo>
                    <a:pt x="110351" y="324366"/>
                  </a:lnTo>
                  <a:lnTo>
                    <a:pt x="115343" y="326081"/>
                  </a:lnTo>
                  <a:lnTo>
                    <a:pt x="120387" y="327638"/>
                  </a:lnTo>
                  <a:lnTo>
                    <a:pt x="125477" y="329035"/>
                  </a:lnTo>
                  <a:lnTo>
                    <a:pt x="130609" y="330270"/>
                  </a:lnTo>
                  <a:lnTo>
                    <a:pt x="135777" y="331343"/>
                  </a:lnTo>
                  <a:lnTo>
                    <a:pt x="140976" y="332252"/>
                  </a:lnTo>
                  <a:lnTo>
                    <a:pt x="146202" y="332996"/>
                  </a:lnTo>
                  <a:lnTo>
                    <a:pt x="151448" y="333576"/>
                  </a:lnTo>
                  <a:lnTo>
                    <a:pt x="156711" y="333989"/>
                  </a:lnTo>
                  <a:lnTo>
                    <a:pt x="161983" y="334235"/>
                  </a:lnTo>
                  <a:lnTo>
                    <a:pt x="167261" y="334316"/>
                  </a:lnTo>
                  <a:lnTo>
                    <a:pt x="172539" y="334229"/>
                  </a:lnTo>
                  <a:lnTo>
                    <a:pt x="177811" y="333976"/>
                  </a:lnTo>
                  <a:lnTo>
                    <a:pt x="183072" y="333557"/>
                  </a:lnTo>
                  <a:lnTo>
                    <a:pt x="188318" y="332972"/>
                  </a:lnTo>
                  <a:lnTo>
                    <a:pt x="193543" y="332221"/>
                  </a:lnTo>
                  <a:lnTo>
                    <a:pt x="198741" y="331306"/>
                  </a:lnTo>
                  <a:lnTo>
                    <a:pt x="203908" y="330227"/>
                  </a:lnTo>
                  <a:lnTo>
                    <a:pt x="209038" y="328986"/>
                  </a:lnTo>
                  <a:lnTo>
                    <a:pt x="214127" y="327583"/>
                  </a:lnTo>
                  <a:lnTo>
                    <a:pt x="219169" y="326020"/>
                  </a:lnTo>
                  <a:lnTo>
                    <a:pt x="224159" y="324299"/>
                  </a:lnTo>
                  <a:lnTo>
                    <a:pt x="229092" y="322421"/>
                  </a:lnTo>
                  <a:lnTo>
                    <a:pt x="233963" y="320389"/>
                  </a:lnTo>
                  <a:lnTo>
                    <a:pt x="238768" y="318203"/>
                  </a:lnTo>
                  <a:lnTo>
                    <a:pt x="243501" y="315867"/>
                  </a:lnTo>
                  <a:lnTo>
                    <a:pt x="248158" y="313383"/>
                  </a:lnTo>
                  <a:lnTo>
                    <a:pt x="252734" y="310753"/>
                  </a:lnTo>
                  <a:lnTo>
                    <a:pt x="257226" y="307980"/>
                  </a:lnTo>
                  <a:lnTo>
                    <a:pt x="261627" y="305066"/>
                  </a:lnTo>
                  <a:lnTo>
                    <a:pt x="265934" y="302015"/>
                  </a:lnTo>
                  <a:lnTo>
                    <a:pt x="270143" y="298830"/>
                  </a:lnTo>
                  <a:lnTo>
                    <a:pt x="274249" y="295513"/>
                  </a:lnTo>
                  <a:lnTo>
                    <a:pt x="278248" y="292068"/>
                  </a:lnTo>
                  <a:lnTo>
                    <a:pt x="282136" y="288499"/>
                  </a:lnTo>
                  <a:lnTo>
                    <a:pt x="285910" y="284808"/>
                  </a:lnTo>
                  <a:lnTo>
                    <a:pt x="289566" y="281001"/>
                  </a:lnTo>
                  <a:lnTo>
                    <a:pt x="293099" y="277079"/>
                  </a:lnTo>
                  <a:lnTo>
                    <a:pt x="296507" y="273049"/>
                  </a:lnTo>
                  <a:lnTo>
                    <a:pt x="299786" y="268912"/>
                  </a:lnTo>
                  <a:lnTo>
                    <a:pt x="302933" y="264675"/>
                  </a:lnTo>
                  <a:lnTo>
                    <a:pt x="305944" y="260339"/>
                  </a:lnTo>
                  <a:lnTo>
                    <a:pt x="308817" y="255911"/>
                  </a:lnTo>
                  <a:lnTo>
                    <a:pt x="311549" y="251395"/>
                  </a:lnTo>
                  <a:lnTo>
                    <a:pt x="314137" y="246795"/>
                  </a:lnTo>
                  <a:lnTo>
                    <a:pt x="316578" y="242115"/>
                  </a:lnTo>
                  <a:lnTo>
                    <a:pt x="318870" y="237360"/>
                  </a:lnTo>
                  <a:lnTo>
                    <a:pt x="321011" y="232536"/>
                  </a:lnTo>
                  <a:lnTo>
                    <a:pt x="322999" y="227646"/>
                  </a:lnTo>
                  <a:lnTo>
                    <a:pt x="324831" y="222696"/>
                  </a:lnTo>
                  <a:lnTo>
                    <a:pt x="326506" y="217690"/>
                  </a:lnTo>
                  <a:lnTo>
                    <a:pt x="328022" y="212634"/>
                  </a:lnTo>
                  <a:lnTo>
                    <a:pt x="329378" y="207533"/>
                  </a:lnTo>
                  <a:lnTo>
                    <a:pt x="330572" y="202392"/>
                  </a:lnTo>
                  <a:lnTo>
                    <a:pt x="331604" y="197215"/>
                  </a:lnTo>
                  <a:lnTo>
                    <a:pt x="332471" y="192008"/>
                  </a:lnTo>
                  <a:lnTo>
                    <a:pt x="333173" y="186777"/>
                  </a:lnTo>
                  <a:lnTo>
                    <a:pt x="333710" y="181526"/>
                  </a:lnTo>
                  <a:lnTo>
                    <a:pt x="334081" y="176261"/>
                  </a:lnTo>
                  <a:lnTo>
                    <a:pt x="334286" y="170986"/>
                  </a:lnTo>
                  <a:lnTo>
                    <a:pt x="334324" y="165708"/>
                  </a:lnTo>
                  <a:lnTo>
                    <a:pt x="334195" y="160431"/>
                  </a:lnTo>
                  <a:lnTo>
                    <a:pt x="333899" y="155161"/>
                  </a:lnTo>
                  <a:lnTo>
                    <a:pt x="333438" y="149903"/>
                  </a:lnTo>
                  <a:lnTo>
                    <a:pt x="332811" y="144662"/>
                  </a:lnTo>
                  <a:lnTo>
                    <a:pt x="332018" y="139444"/>
                  </a:lnTo>
                  <a:lnTo>
                    <a:pt x="331061" y="134253"/>
                  </a:lnTo>
                  <a:lnTo>
                    <a:pt x="329941" y="129095"/>
                  </a:lnTo>
                  <a:lnTo>
                    <a:pt x="328658" y="123975"/>
                  </a:lnTo>
                  <a:lnTo>
                    <a:pt x="327215" y="118898"/>
                  </a:lnTo>
                  <a:lnTo>
                    <a:pt x="325612" y="113869"/>
                  </a:lnTo>
                  <a:lnTo>
                    <a:pt x="323851" y="108893"/>
                  </a:lnTo>
                  <a:lnTo>
                    <a:pt x="321933" y="103975"/>
                  </a:lnTo>
                  <a:lnTo>
                    <a:pt x="319862" y="99120"/>
                  </a:lnTo>
                  <a:lnTo>
                    <a:pt x="317638" y="94333"/>
                  </a:lnTo>
                  <a:lnTo>
                    <a:pt x="315264" y="89619"/>
                  </a:lnTo>
                  <a:lnTo>
                    <a:pt x="312743" y="84982"/>
                  </a:lnTo>
                  <a:lnTo>
                    <a:pt x="310076" y="80427"/>
                  </a:lnTo>
                  <a:lnTo>
                    <a:pt x="307267" y="75958"/>
                  </a:lnTo>
                  <a:lnTo>
                    <a:pt x="304318" y="71580"/>
                  </a:lnTo>
                  <a:lnTo>
                    <a:pt x="301232" y="67297"/>
                  </a:lnTo>
                  <a:lnTo>
                    <a:pt x="298013" y="63115"/>
                  </a:lnTo>
                  <a:lnTo>
                    <a:pt x="294663" y="59035"/>
                  </a:lnTo>
                  <a:lnTo>
                    <a:pt x="291187" y="55064"/>
                  </a:lnTo>
                  <a:lnTo>
                    <a:pt x="287586" y="51204"/>
                  </a:lnTo>
                  <a:lnTo>
                    <a:pt x="283866" y="47460"/>
                  </a:lnTo>
                  <a:lnTo>
                    <a:pt x="280029" y="43835"/>
                  </a:lnTo>
                  <a:lnTo>
                    <a:pt x="276079" y="40333"/>
                  </a:lnTo>
                  <a:lnTo>
                    <a:pt x="272021" y="36958"/>
                  </a:lnTo>
                  <a:lnTo>
                    <a:pt x="267859" y="33712"/>
                  </a:lnTo>
                  <a:lnTo>
                    <a:pt x="263596" y="30600"/>
                  </a:lnTo>
                  <a:lnTo>
                    <a:pt x="259237" y="27623"/>
                  </a:lnTo>
                  <a:lnTo>
                    <a:pt x="254786" y="24786"/>
                  </a:lnTo>
                  <a:lnTo>
                    <a:pt x="250248" y="22090"/>
                  </a:lnTo>
                  <a:lnTo>
                    <a:pt x="245627" y="19540"/>
                  </a:lnTo>
                  <a:lnTo>
                    <a:pt x="240927" y="17136"/>
                  </a:lnTo>
                  <a:lnTo>
                    <a:pt x="236154" y="14882"/>
                  </a:lnTo>
                  <a:lnTo>
                    <a:pt x="231313" y="12780"/>
                  </a:lnTo>
                  <a:lnTo>
                    <a:pt x="226407" y="10831"/>
                  </a:lnTo>
                  <a:lnTo>
                    <a:pt x="221443" y="9039"/>
                  </a:lnTo>
                  <a:lnTo>
                    <a:pt x="216424" y="7404"/>
                  </a:lnTo>
                  <a:lnTo>
                    <a:pt x="211356" y="5928"/>
                  </a:lnTo>
                  <a:lnTo>
                    <a:pt x="206244" y="4613"/>
                  </a:lnTo>
                  <a:lnTo>
                    <a:pt x="201093" y="3461"/>
                  </a:lnTo>
                  <a:lnTo>
                    <a:pt x="195908" y="2471"/>
                  </a:lnTo>
                  <a:lnTo>
                    <a:pt x="190695" y="1646"/>
                  </a:lnTo>
                  <a:lnTo>
                    <a:pt x="185458" y="985"/>
                  </a:lnTo>
                  <a:lnTo>
                    <a:pt x="180203" y="490"/>
                  </a:lnTo>
                  <a:lnTo>
                    <a:pt x="174935" y="162"/>
                  </a:lnTo>
                  <a:lnTo>
                    <a:pt x="169659" y="0"/>
                  </a:lnTo>
                  <a:lnTo>
                    <a:pt x="167162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2496" cy="167167"/>
            </a:xfrm>
            <a:custGeom>
              <a:avLst/>
              <a:pathLst>
                <a:path w="2496" h="167167">
                  <a:moveTo>
                    <a:pt x="2496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4629" y="2633064"/>
              <a:ext cx="34382" cy="167167"/>
            </a:xfrm>
            <a:custGeom>
              <a:avLst/>
              <a:pathLst>
                <a:path w="34382" h="167167">
                  <a:moveTo>
                    <a:pt x="34382" y="0"/>
                  </a:moveTo>
                  <a:lnTo>
                    <a:pt x="27458" y="143"/>
                  </a:lnTo>
                  <a:lnTo>
                    <a:pt x="20546" y="573"/>
                  </a:lnTo>
                  <a:lnTo>
                    <a:pt x="13658" y="1289"/>
                  </a:lnTo>
                  <a:lnTo>
                    <a:pt x="6805" y="2290"/>
                  </a:lnTo>
                  <a:lnTo>
                    <a:pt x="0" y="3573"/>
                  </a:lnTo>
                  <a:lnTo>
                    <a:pt x="3438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629" y="2636638"/>
              <a:ext cx="34382" cy="163593"/>
            </a:xfrm>
            <a:custGeom>
              <a:avLst/>
              <a:pathLst>
                <a:path w="34382" h="163593">
                  <a:moveTo>
                    <a:pt x="0" y="0"/>
                  </a:moveTo>
                  <a:lnTo>
                    <a:pt x="34382" y="1635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45" y="2636638"/>
              <a:ext cx="334315" cy="330757"/>
            </a:xfrm>
            <a:custGeom>
              <a:avLst/>
              <a:pathLst>
                <a:path w="334315" h="330757">
                  <a:moveTo>
                    <a:pt x="132784" y="0"/>
                  </a:moveTo>
                  <a:lnTo>
                    <a:pt x="127628" y="1168"/>
                  </a:lnTo>
                  <a:lnTo>
                    <a:pt x="122512" y="2500"/>
                  </a:lnTo>
                  <a:lnTo>
                    <a:pt x="117441" y="3992"/>
                  </a:lnTo>
                  <a:lnTo>
                    <a:pt x="112419" y="5644"/>
                  </a:lnTo>
                  <a:lnTo>
                    <a:pt x="107452" y="7454"/>
                  </a:lnTo>
                  <a:lnTo>
                    <a:pt x="102545" y="9421"/>
                  </a:lnTo>
                  <a:lnTo>
                    <a:pt x="97703" y="11541"/>
                  </a:lnTo>
                  <a:lnTo>
                    <a:pt x="92930" y="13813"/>
                  </a:lnTo>
                  <a:lnTo>
                    <a:pt x="88231" y="16235"/>
                  </a:lnTo>
                  <a:lnTo>
                    <a:pt x="83611" y="18805"/>
                  </a:lnTo>
                  <a:lnTo>
                    <a:pt x="79075" y="21519"/>
                  </a:lnTo>
                  <a:lnTo>
                    <a:pt x="74626" y="24376"/>
                  </a:lnTo>
                  <a:lnTo>
                    <a:pt x="70271" y="27371"/>
                  </a:lnTo>
                  <a:lnTo>
                    <a:pt x="66012" y="30503"/>
                  </a:lnTo>
                  <a:lnTo>
                    <a:pt x="61854" y="33768"/>
                  </a:lnTo>
                  <a:lnTo>
                    <a:pt x="57802" y="37163"/>
                  </a:lnTo>
                  <a:lnTo>
                    <a:pt x="53859" y="40684"/>
                  </a:lnTo>
                  <a:lnTo>
                    <a:pt x="50029" y="44328"/>
                  </a:lnTo>
                  <a:lnTo>
                    <a:pt x="46317" y="48092"/>
                  </a:lnTo>
                  <a:lnTo>
                    <a:pt x="42725" y="51971"/>
                  </a:lnTo>
                  <a:lnTo>
                    <a:pt x="39258" y="55961"/>
                  </a:lnTo>
                  <a:lnTo>
                    <a:pt x="35919" y="60059"/>
                  </a:lnTo>
                  <a:lnTo>
                    <a:pt x="32711" y="64261"/>
                  </a:lnTo>
                  <a:lnTo>
                    <a:pt x="29637" y="68562"/>
                  </a:lnTo>
                  <a:lnTo>
                    <a:pt x="26701" y="72958"/>
                  </a:lnTo>
                  <a:lnTo>
                    <a:pt x="23906" y="77445"/>
                  </a:lnTo>
                  <a:lnTo>
                    <a:pt x="21253" y="82018"/>
                  </a:lnTo>
                  <a:lnTo>
                    <a:pt x="18747" y="86672"/>
                  </a:lnTo>
                  <a:lnTo>
                    <a:pt x="16389" y="91404"/>
                  </a:lnTo>
                  <a:lnTo>
                    <a:pt x="14182" y="96207"/>
                  </a:lnTo>
                  <a:lnTo>
                    <a:pt x="12128" y="101078"/>
                  </a:lnTo>
                  <a:lnTo>
                    <a:pt x="10228" y="106012"/>
                  </a:lnTo>
                  <a:lnTo>
                    <a:pt x="8486" y="111003"/>
                  </a:lnTo>
                  <a:lnTo>
                    <a:pt x="6903" y="116046"/>
                  </a:lnTo>
                  <a:lnTo>
                    <a:pt x="5479" y="121137"/>
                  </a:lnTo>
                  <a:lnTo>
                    <a:pt x="4218" y="126271"/>
                  </a:lnTo>
                  <a:lnTo>
                    <a:pt x="3119" y="131442"/>
                  </a:lnTo>
                  <a:lnTo>
                    <a:pt x="2185" y="136645"/>
                  </a:lnTo>
                  <a:lnTo>
                    <a:pt x="1415" y="141875"/>
                  </a:lnTo>
                  <a:lnTo>
                    <a:pt x="811" y="147127"/>
                  </a:lnTo>
                  <a:lnTo>
                    <a:pt x="374" y="152395"/>
                  </a:lnTo>
                  <a:lnTo>
                    <a:pt x="103" y="157675"/>
                  </a:lnTo>
                  <a:lnTo>
                    <a:pt x="0" y="162960"/>
                  </a:lnTo>
                  <a:lnTo>
                    <a:pt x="63" y="168246"/>
                  </a:lnTo>
                  <a:lnTo>
                    <a:pt x="294" y="173527"/>
                  </a:lnTo>
                  <a:lnTo>
                    <a:pt x="691" y="178799"/>
                  </a:lnTo>
                  <a:lnTo>
                    <a:pt x="1255" y="184055"/>
                  </a:lnTo>
                  <a:lnTo>
                    <a:pt x="1985" y="189291"/>
                  </a:lnTo>
                  <a:lnTo>
                    <a:pt x="2880" y="194501"/>
                  </a:lnTo>
                  <a:lnTo>
                    <a:pt x="3940" y="199680"/>
                  </a:lnTo>
                  <a:lnTo>
                    <a:pt x="5163" y="204823"/>
                  </a:lnTo>
                  <a:lnTo>
                    <a:pt x="6547" y="209925"/>
                  </a:lnTo>
                  <a:lnTo>
                    <a:pt x="8092" y="214980"/>
                  </a:lnTo>
                  <a:lnTo>
                    <a:pt x="9797" y="219984"/>
                  </a:lnTo>
                  <a:lnTo>
                    <a:pt x="11659" y="224932"/>
                  </a:lnTo>
                  <a:lnTo>
                    <a:pt x="13676" y="229818"/>
                  </a:lnTo>
                  <a:lnTo>
                    <a:pt x="15847" y="234638"/>
                  </a:lnTo>
                  <a:lnTo>
                    <a:pt x="18169" y="239388"/>
                  </a:lnTo>
                  <a:lnTo>
                    <a:pt x="20640" y="244061"/>
                  </a:lnTo>
                  <a:lnTo>
                    <a:pt x="23257" y="248654"/>
                  </a:lnTo>
                  <a:lnTo>
                    <a:pt x="26019" y="253161"/>
                  </a:lnTo>
                  <a:lnTo>
                    <a:pt x="28921" y="257580"/>
                  </a:lnTo>
                  <a:lnTo>
                    <a:pt x="31962" y="261904"/>
                  </a:lnTo>
                  <a:lnTo>
                    <a:pt x="35139" y="266130"/>
                  </a:lnTo>
                  <a:lnTo>
                    <a:pt x="38447" y="270253"/>
                  </a:lnTo>
                  <a:lnTo>
                    <a:pt x="41884" y="274270"/>
                  </a:lnTo>
                  <a:lnTo>
                    <a:pt x="45446" y="278176"/>
                  </a:lnTo>
                  <a:lnTo>
                    <a:pt x="49130" y="281967"/>
                  </a:lnTo>
                  <a:lnTo>
                    <a:pt x="52932" y="285640"/>
                  </a:lnTo>
                  <a:lnTo>
                    <a:pt x="56848" y="289191"/>
                  </a:lnTo>
                  <a:lnTo>
                    <a:pt x="60874" y="292616"/>
                  </a:lnTo>
                  <a:lnTo>
                    <a:pt x="65007" y="295913"/>
                  </a:lnTo>
                  <a:lnTo>
                    <a:pt x="69242" y="299077"/>
                  </a:lnTo>
                  <a:lnTo>
                    <a:pt x="73575" y="302105"/>
                  </a:lnTo>
                  <a:lnTo>
                    <a:pt x="78001" y="304995"/>
                  </a:lnTo>
                  <a:lnTo>
                    <a:pt x="82517" y="307744"/>
                  </a:lnTo>
                  <a:lnTo>
                    <a:pt x="87117" y="310348"/>
                  </a:lnTo>
                  <a:lnTo>
                    <a:pt x="91797" y="312806"/>
                  </a:lnTo>
                  <a:lnTo>
                    <a:pt x="96553" y="315115"/>
                  </a:lnTo>
                  <a:lnTo>
                    <a:pt x="101379" y="317272"/>
                  </a:lnTo>
                  <a:lnTo>
                    <a:pt x="106272" y="319275"/>
                  </a:lnTo>
                  <a:lnTo>
                    <a:pt x="111225" y="321122"/>
                  </a:lnTo>
                  <a:lnTo>
                    <a:pt x="116234" y="322813"/>
                  </a:lnTo>
                  <a:lnTo>
                    <a:pt x="121293" y="324343"/>
                  </a:lnTo>
                  <a:lnTo>
                    <a:pt x="126399" y="325713"/>
                  </a:lnTo>
                  <a:lnTo>
                    <a:pt x="131546" y="326921"/>
                  </a:lnTo>
                  <a:lnTo>
                    <a:pt x="136728" y="327966"/>
                  </a:lnTo>
                  <a:lnTo>
                    <a:pt x="141940" y="328846"/>
                  </a:lnTo>
                  <a:lnTo>
                    <a:pt x="147178" y="329561"/>
                  </a:lnTo>
                  <a:lnTo>
                    <a:pt x="152436" y="330110"/>
                  </a:lnTo>
                  <a:lnTo>
                    <a:pt x="157709" y="330493"/>
                  </a:lnTo>
                  <a:lnTo>
                    <a:pt x="162991" y="330708"/>
                  </a:lnTo>
                  <a:lnTo>
                    <a:pt x="168277" y="330757"/>
                  </a:lnTo>
                  <a:lnTo>
                    <a:pt x="173562" y="330638"/>
                  </a:lnTo>
                  <a:lnTo>
                    <a:pt x="178840" y="330352"/>
                  </a:lnTo>
                  <a:lnTo>
                    <a:pt x="184107" y="329900"/>
                  </a:lnTo>
                  <a:lnTo>
                    <a:pt x="189357" y="329281"/>
                  </a:lnTo>
                  <a:lnTo>
                    <a:pt x="194585" y="328496"/>
                  </a:lnTo>
                  <a:lnTo>
                    <a:pt x="199786" y="327547"/>
                  </a:lnTo>
                  <a:lnTo>
                    <a:pt x="204953" y="326434"/>
                  </a:lnTo>
                  <a:lnTo>
                    <a:pt x="210083" y="325157"/>
                  </a:lnTo>
                  <a:lnTo>
                    <a:pt x="215171" y="323719"/>
                  </a:lnTo>
                  <a:lnTo>
                    <a:pt x="220210" y="322122"/>
                  </a:lnTo>
                  <a:lnTo>
                    <a:pt x="225196" y="320365"/>
                  </a:lnTo>
                  <a:lnTo>
                    <a:pt x="230124" y="318452"/>
                  </a:lnTo>
                  <a:lnTo>
                    <a:pt x="234989" y="316384"/>
                  </a:lnTo>
                  <a:lnTo>
                    <a:pt x="239786" y="314163"/>
                  </a:lnTo>
                  <a:lnTo>
                    <a:pt x="244511" y="311791"/>
                  </a:lnTo>
                  <a:lnTo>
                    <a:pt x="249158" y="309272"/>
                  </a:lnTo>
                  <a:lnTo>
                    <a:pt x="253723" y="306606"/>
                  </a:lnTo>
                  <a:lnTo>
                    <a:pt x="258202" y="303798"/>
                  </a:lnTo>
                  <a:lnTo>
                    <a:pt x="262589" y="300849"/>
                  </a:lnTo>
                  <a:lnTo>
                    <a:pt x="266882" y="297763"/>
                  </a:lnTo>
                  <a:lnTo>
                    <a:pt x="271074" y="294543"/>
                  </a:lnTo>
                  <a:lnTo>
                    <a:pt x="275163" y="291192"/>
                  </a:lnTo>
                  <a:lnTo>
                    <a:pt x="279143" y="287714"/>
                  </a:lnTo>
                  <a:lnTo>
                    <a:pt x="283012" y="284111"/>
                  </a:lnTo>
                  <a:lnTo>
                    <a:pt x="286765" y="280388"/>
                  </a:lnTo>
                  <a:lnTo>
                    <a:pt x="290398" y="276548"/>
                  </a:lnTo>
                  <a:lnTo>
                    <a:pt x="293908" y="272595"/>
                  </a:lnTo>
                  <a:lnTo>
                    <a:pt x="297291" y="268533"/>
                  </a:lnTo>
                  <a:lnTo>
                    <a:pt x="300544" y="264366"/>
                  </a:lnTo>
                  <a:lnTo>
                    <a:pt x="303664" y="260098"/>
                  </a:lnTo>
                  <a:lnTo>
                    <a:pt x="306647" y="255734"/>
                  </a:lnTo>
                  <a:lnTo>
                    <a:pt x="309491" y="251278"/>
                  </a:lnTo>
                  <a:lnTo>
                    <a:pt x="312192" y="246733"/>
                  </a:lnTo>
                  <a:lnTo>
                    <a:pt x="314748" y="242106"/>
                  </a:lnTo>
                  <a:lnTo>
                    <a:pt x="317157" y="237401"/>
                  </a:lnTo>
                  <a:lnTo>
                    <a:pt x="319416" y="232621"/>
                  </a:lnTo>
                  <a:lnTo>
                    <a:pt x="321522" y="227772"/>
                  </a:lnTo>
                  <a:lnTo>
                    <a:pt x="323474" y="222860"/>
                  </a:lnTo>
                  <a:lnTo>
                    <a:pt x="325270" y="217888"/>
                  </a:lnTo>
                  <a:lnTo>
                    <a:pt x="326908" y="212861"/>
                  </a:lnTo>
                  <a:lnTo>
                    <a:pt x="328386" y="207786"/>
                  </a:lnTo>
                  <a:lnTo>
                    <a:pt x="329703" y="202666"/>
                  </a:lnTo>
                  <a:lnTo>
                    <a:pt x="330857" y="197507"/>
                  </a:lnTo>
                  <a:lnTo>
                    <a:pt x="331847" y="192314"/>
                  </a:lnTo>
                  <a:lnTo>
                    <a:pt x="332673" y="187093"/>
                  </a:lnTo>
                  <a:lnTo>
                    <a:pt x="333333" y="181848"/>
                  </a:lnTo>
                  <a:lnTo>
                    <a:pt x="333828" y="176585"/>
                  </a:lnTo>
                  <a:lnTo>
                    <a:pt x="334155" y="171309"/>
                  </a:lnTo>
                  <a:lnTo>
                    <a:pt x="334315" y="166025"/>
                  </a:lnTo>
                  <a:lnTo>
                    <a:pt x="334309" y="160738"/>
                  </a:lnTo>
                  <a:lnTo>
                    <a:pt x="334135" y="155455"/>
                  </a:lnTo>
                  <a:lnTo>
                    <a:pt x="333794" y="150179"/>
                  </a:lnTo>
                  <a:lnTo>
                    <a:pt x="333287" y="144917"/>
                  </a:lnTo>
                  <a:lnTo>
                    <a:pt x="332613" y="139674"/>
                  </a:lnTo>
                  <a:lnTo>
                    <a:pt x="331774" y="134455"/>
                  </a:lnTo>
                  <a:lnTo>
                    <a:pt x="330770" y="129264"/>
                  </a:lnTo>
                  <a:lnTo>
                    <a:pt x="329603" y="124109"/>
                  </a:lnTo>
                  <a:lnTo>
                    <a:pt x="328274" y="118992"/>
                  </a:lnTo>
                  <a:lnTo>
                    <a:pt x="326783" y="113920"/>
                  </a:lnTo>
                  <a:lnTo>
                    <a:pt x="325132" y="108898"/>
                  </a:lnTo>
                  <a:lnTo>
                    <a:pt x="323324" y="103931"/>
                  </a:lnTo>
                  <a:lnTo>
                    <a:pt x="321359" y="99023"/>
                  </a:lnTo>
                  <a:lnTo>
                    <a:pt x="319241" y="94180"/>
                  </a:lnTo>
                  <a:lnTo>
                    <a:pt x="316970" y="89406"/>
                  </a:lnTo>
                  <a:lnTo>
                    <a:pt x="314549" y="84706"/>
                  </a:lnTo>
                  <a:lnTo>
                    <a:pt x="311981" y="80086"/>
                  </a:lnTo>
                  <a:lnTo>
                    <a:pt x="309268" y="75548"/>
                  </a:lnTo>
                  <a:lnTo>
                    <a:pt x="306413" y="71099"/>
                  </a:lnTo>
                  <a:lnTo>
                    <a:pt x="303419" y="66743"/>
                  </a:lnTo>
                  <a:lnTo>
                    <a:pt x="300289" y="62483"/>
                  </a:lnTo>
                  <a:lnTo>
                    <a:pt x="297025" y="58324"/>
                  </a:lnTo>
                  <a:lnTo>
                    <a:pt x="293632" y="54271"/>
                  </a:lnTo>
                  <a:lnTo>
                    <a:pt x="290112" y="50327"/>
                  </a:lnTo>
                  <a:lnTo>
                    <a:pt x="286469" y="46496"/>
                  </a:lnTo>
                  <a:lnTo>
                    <a:pt x="282707" y="42782"/>
                  </a:lnTo>
                  <a:lnTo>
                    <a:pt x="278829" y="39189"/>
                  </a:lnTo>
                  <a:lnTo>
                    <a:pt x="274839" y="35721"/>
                  </a:lnTo>
                  <a:lnTo>
                    <a:pt x="270742" y="32380"/>
                  </a:lnTo>
                  <a:lnTo>
                    <a:pt x="266542" y="29171"/>
                  </a:lnTo>
                  <a:lnTo>
                    <a:pt x="262242" y="26096"/>
                  </a:lnTo>
                  <a:lnTo>
                    <a:pt x="257847" y="23158"/>
                  </a:lnTo>
                  <a:lnTo>
                    <a:pt x="253361" y="20361"/>
                  </a:lnTo>
                  <a:lnTo>
                    <a:pt x="248789" y="17707"/>
                  </a:lnTo>
                  <a:lnTo>
                    <a:pt x="244135" y="15199"/>
                  </a:lnTo>
                  <a:lnTo>
                    <a:pt x="239405" y="12840"/>
                  </a:lnTo>
                  <a:lnTo>
                    <a:pt x="234602" y="10631"/>
                  </a:lnTo>
                  <a:lnTo>
                    <a:pt x="229731" y="8575"/>
                  </a:lnTo>
                  <a:lnTo>
                    <a:pt x="224799" y="6675"/>
                  </a:lnTo>
                  <a:lnTo>
                    <a:pt x="219808" y="4931"/>
                  </a:lnTo>
                  <a:lnTo>
                    <a:pt x="167166" y="1635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2642" cy="167167"/>
            </a:xfrm>
            <a:custGeom>
              <a:avLst/>
              <a:pathLst>
                <a:path w="52642" h="167167">
                  <a:moveTo>
                    <a:pt x="52642" y="8505"/>
                  </a:moveTo>
                  <a:lnTo>
                    <a:pt x="46962" y="6732"/>
                  </a:lnTo>
                  <a:lnTo>
                    <a:pt x="41223" y="5162"/>
                  </a:lnTo>
                  <a:lnTo>
                    <a:pt x="35431" y="3798"/>
                  </a:lnTo>
                  <a:lnTo>
                    <a:pt x="29595" y="2640"/>
                  </a:lnTo>
                  <a:lnTo>
                    <a:pt x="23721" y="1691"/>
                  </a:lnTo>
                  <a:lnTo>
                    <a:pt x="17817" y="952"/>
                  </a:lnTo>
                  <a:lnTo>
                    <a:pt x="11890" y="423"/>
                  </a:lnTo>
                  <a:lnTo>
                    <a:pt x="5949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511" y="2126963"/>
              <a:ext cx="4960" cy="167167"/>
            </a:xfrm>
            <a:custGeom>
              <a:avLst/>
              <a:pathLst>
                <a:path w="4960" h="167167">
                  <a:moveTo>
                    <a:pt x="4960" y="0"/>
                  </a:moveTo>
                  <a:lnTo>
                    <a:pt x="0" y="73"/>
                  </a:lnTo>
                  <a:lnTo>
                    <a:pt x="49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3511" y="2127037"/>
              <a:ext cx="4960" cy="167093"/>
            </a:xfrm>
            <a:custGeom>
              <a:avLst/>
              <a:pathLst>
                <a:path w="4960" h="167093">
                  <a:moveTo>
                    <a:pt x="0" y="0"/>
                  </a:moveTo>
                  <a:lnTo>
                    <a:pt x="4960" y="1670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12" y="2127037"/>
              <a:ext cx="334326" cy="334252"/>
            </a:xfrm>
            <a:custGeom>
              <a:avLst/>
              <a:pathLst>
                <a:path w="334326" h="334252">
                  <a:moveTo>
                    <a:pt x="162198" y="0"/>
                  </a:moveTo>
                  <a:lnTo>
                    <a:pt x="156913" y="240"/>
                  </a:lnTo>
                  <a:lnTo>
                    <a:pt x="151638" y="648"/>
                  </a:lnTo>
                  <a:lnTo>
                    <a:pt x="146378" y="1223"/>
                  </a:lnTo>
                  <a:lnTo>
                    <a:pt x="141139" y="1963"/>
                  </a:lnTo>
                  <a:lnTo>
                    <a:pt x="135926" y="2869"/>
                  </a:lnTo>
                  <a:lnTo>
                    <a:pt x="130745" y="3940"/>
                  </a:lnTo>
                  <a:lnTo>
                    <a:pt x="125600" y="5174"/>
                  </a:lnTo>
                  <a:lnTo>
                    <a:pt x="120496" y="6571"/>
                  </a:lnTo>
                  <a:lnTo>
                    <a:pt x="115440" y="8128"/>
                  </a:lnTo>
                  <a:lnTo>
                    <a:pt x="110435" y="9844"/>
                  </a:lnTo>
                  <a:lnTo>
                    <a:pt x="105487" y="11718"/>
                  </a:lnTo>
                  <a:lnTo>
                    <a:pt x="100600" y="13748"/>
                  </a:lnTo>
                  <a:lnTo>
                    <a:pt x="95781" y="15931"/>
                  </a:lnTo>
                  <a:lnTo>
                    <a:pt x="91033" y="18265"/>
                  </a:lnTo>
                  <a:lnTo>
                    <a:pt x="86361" y="20749"/>
                  </a:lnTo>
                  <a:lnTo>
                    <a:pt x="81770" y="23379"/>
                  </a:lnTo>
                  <a:lnTo>
                    <a:pt x="77265" y="26154"/>
                  </a:lnTo>
                  <a:lnTo>
                    <a:pt x="72849" y="29069"/>
                  </a:lnTo>
                  <a:lnTo>
                    <a:pt x="68529" y="32123"/>
                  </a:lnTo>
                  <a:lnTo>
                    <a:pt x="64307" y="35312"/>
                  </a:lnTo>
                  <a:lnTo>
                    <a:pt x="60188" y="38633"/>
                  </a:lnTo>
                  <a:lnTo>
                    <a:pt x="56176" y="42082"/>
                  </a:lnTo>
                  <a:lnTo>
                    <a:pt x="52275" y="45657"/>
                  </a:lnTo>
                  <a:lnTo>
                    <a:pt x="48490" y="49354"/>
                  </a:lnTo>
                  <a:lnTo>
                    <a:pt x="44823" y="53168"/>
                  </a:lnTo>
                  <a:lnTo>
                    <a:pt x="41279" y="57097"/>
                  </a:lnTo>
                  <a:lnTo>
                    <a:pt x="37861" y="61136"/>
                  </a:lnTo>
                  <a:lnTo>
                    <a:pt x="34572" y="65281"/>
                  </a:lnTo>
                  <a:lnTo>
                    <a:pt x="31417" y="69528"/>
                  </a:lnTo>
                  <a:lnTo>
                    <a:pt x="28397" y="73872"/>
                  </a:lnTo>
                  <a:lnTo>
                    <a:pt x="25516" y="78310"/>
                  </a:lnTo>
                  <a:lnTo>
                    <a:pt x="22778" y="82838"/>
                  </a:lnTo>
                  <a:lnTo>
                    <a:pt x="20184" y="87449"/>
                  </a:lnTo>
                  <a:lnTo>
                    <a:pt x="17737" y="92140"/>
                  </a:lnTo>
                  <a:lnTo>
                    <a:pt x="15440" y="96906"/>
                  </a:lnTo>
                  <a:lnTo>
                    <a:pt x="13294" y="101743"/>
                  </a:lnTo>
                  <a:lnTo>
                    <a:pt x="11303" y="106645"/>
                  </a:lnTo>
                  <a:lnTo>
                    <a:pt x="9468" y="111608"/>
                  </a:lnTo>
                  <a:lnTo>
                    <a:pt x="7791" y="116626"/>
                  </a:lnTo>
                  <a:lnTo>
                    <a:pt x="6274" y="121695"/>
                  </a:lnTo>
                  <a:lnTo>
                    <a:pt x="4918" y="126809"/>
                  </a:lnTo>
                  <a:lnTo>
                    <a:pt x="3724" y="131964"/>
                  </a:lnTo>
                  <a:lnTo>
                    <a:pt x="2694" y="137153"/>
                  </a:lnTo>
                  <a:lnTo>
                    <a:pt x="1829" y="142373"/>
                  </a:lnTo>
                  <a:lnTo>
                    <a:pt x="1130" y="147618"/>
                  </a:lnTo>
                  <a:lnTo>
                    <a:pt x="597" y="152882"/>
                  </a:lnTo>
                  <a:lnTo>
                    <a:pt x="230" y="158160"/>
                  </a:lnTo>
                  <a:lnTo>
                    <a:pt x="31" y="163447"/>
                  </a:lnTo>
                  <a:lnTo>
                    <a:pt x="0" y="168738"/>
                  </a:lnTo>
                  <a:lnTo>
                    <a:pt x="135" y="174028"/>
                  </a:lnTo>
                  <a:lnTo>
                    <a:pt x="438" y="179310"/>
                  </a:lnTo>
                  <a:lnTo>
                    <a:pt x="909" y="184580"/>
                  </a:lnTo>
                  <a:lnTo>
                    <a:pt x="1545" y="189832"/>
                  </a:lnTo>
                  <a:lnTo>
                    <a:pt x="2348" y="195062"/>
                  </a:lnTo>
                  <a:lnTo>
                    <a:pt x="3315" y="200264"/>
                  </a:lnTo>
                  <a:lnTo>
                    <a:pt x="4447" y="205433"/>
                  </a:lnTo>
                  <a:lnTo>
                    <a:pt x="5742" y="210563"/>
                  </a:lnTo>
                  <a:lnTo>
                    <a:pt x="7199" y="215649"/>
                  </a:lnTo>
                  <a:lnTo>
                    <a:pt x="8815" y="220687"/>
                  </a:lnTo>
                  <a:lnTo>
                    <a:pt x="10591" y="225671"/>
                  </a:lnTo>
                  <a:lnTo>
                    <a:pt x="12523" y="230597"/>
                  </a:lnTo>
                  <a:lnTo>
                    <a:pt x="14610" y="235459"/>
                  </a:lnTo>
                  <a:lnTo>
                    <a:pt x="16850" y="240252"/>
                  </a:lnTo>
                  <a:lnTo>
                    <a:pt x="19241" y="244973"/>
                  </a:lnTo>
                  <a:lnTo>
                    <a:pt x="21779" y="249615"/>
                  </a:lnTo>
                  <a:lnTo>
                    <a:pt x="24464" y="254174"/>
                  </a:lnTo>
                  <a:lnTo>
                    <a:pt x="27291" y="258646"/>
                  </a:lnTo>
                  <a:lnTo>
                    <a:pt x="30259" y="263027"/>
                  </a:lnTo>
                  <a:lnTo>
                    <a:pt x="33363" y="267311"/>
                  </a:lnTo>
                  <a:lnTo>
                    <a:pt x="36602" y="271495"/>
                  </a:lnTo>
                  <a:lnTo>
                    <a:pt x="39971" y="275575"/>
                  </a:lnTo>
                  <a:lnTo>
                    <a:pt x="43468" y="279546"/>
                  </a:lnTo>
                  <a:lnTo>
                    <a:pt x="47089" y="283404"/>
                  </a:lnTo>
                  <a:lnTo>
                    <a:pt x="50830" y="287145"/>
                  </a:lnTo>
                  <a:lnTo>
                    <a:pt x="54687" y="290767"/>
                  </a:lnTo>
                  <a:lnTo>
                    <a:pt x="58657" y="294264"/>
                  </a:lnTo>
                  <a:lnTo>
                    <a:pt x="62736" y="297634"/>
                  </a:lnTo>
                  <a:lnTo>
                    <a:pt x="66920" y="300873"/>
                  </a:lnTo>
                  <a:lnTo>
                    <a:pt x="71204" y="303979"/>
                  </a:lnTo>
                  <a:lnTo>
                    <a:pt x="75584" y="306947"/>
                  </a:lnTo>
                  <a:lnTo>
                    <a:pt x="80056" y="309775"/>
                  </a:lnTo>
                  <a:lnTo>
                    <a:pt x="84615" y="312460"/>
                  </a:lnTo>
                  <a:lnTo>
                    <a:pt x="89256" y="314999"/>
                  </a:lnTo>
                  <a:lnTo>
                    <a:pt x="93976" y="317391"/>
                  </a:lnTo>
                  <a:lnTo>
                    <a:pt x="98769" y="319631"/>
                  </a:lnTo>
                  <a:lnTo>
                    <a:pt x="103631" y="321719"/>
                  </a:lnTo>
                  <a:lnTo>
                    <a:pt x="108556" y="323652"/>
                  </a:lnTo>
                  <a:lnTo>
                    <a:pt x="113540" y="325428"/>
                  </a:lnTo>
                  <a:lnTo>
                    <a:pt x="118578" y="327046"/>
                  </a:lnTo>
                  <a:lnTo>
                    <a:pt x="123664" y="328503"/>
                  </a:lnTo>
                  <a:lnTo>
                    <a:pt x="128794" y="329799"/>
                  </a:lnTo>
                  <a:lnTo>
                    <a:pt x="133962" y="330932"/>
                  </a:lnTo>
                  <a:lnTo>
                    <a:pt x="139164" y="331900"/>
                  </a:lnTo>
                  <a:lnTo>
                    <a:pt x="144394" y="332703"/>
                  </a:lnTo>
                  <a:lnTo>
                    <a:pt x="149646" y="333341"/>
                  </a:lnTo>
                  <a:lnTo>
                    <a:pt x="154916" y="333812"/>
                  </a:lnTo>
                  <a:lnTo>
                    <a:pt x="160198" y="334116"/>
                  </a:lnTo>
                  <a:lnTo>
                    <a:pt x="165488" y="334252"/>
                  </a:lnTo>
                  <a:lnTo>
                    <a:pt x="170779" y="334222"/>
                  </a:lnTo>
                  <a:lnTo>
                    <a:pt x="176066" y="334023"/>
                  </a:lnTo>
                  <a:lnTo>
                    <a:pt x="181344" y="333658"/>
                  </a:lnTo>
                  <a:lnTo>
                    <a:pt x="186608" y="333125"/>
                  </a:lnTo>
                  <a:lnTo>
                    <a:pt x="191853" y="332427"/>
                  </a:lnTo>
                  <a:lnTo>
                    <a:pt x="197073" y="331562"/>
                  </a:lnTo>
                  <a:lnTo>
                    <a:pt x="202263" y="330533"/>
                  </a:lnTo>
                  <a:lnTo>
                    <a:pt x="207418" y="329341"/>
                  </a:lnTo>
                  <a:lnTo>
                    <a:pt x="212532" y="327985"/>
                  </a:lnTo>
                  <a:lnTo>
                    <a:pt x="217601" y="326469"/>
                  </a:lnTo>
                  <a:lnTo>
                    <a:pt x="222620" y="324793"/>
                  </a:lnTo>
                  <a:lnTo>
                    <a:pt x="227583" y="322958"/>
                  </a:lnTo>
                  <a:lnTo>
                    <a:pt x="232485" y="320968"/>
                  </a:lnTo>
                  <a:lnTo>
                    <a:pt x="237322" y="318824"/>
                  </a:lnTo>
                  <a:lnTo>
                    <a:pt x="242089" y="316527"/>
                  </a:lnTo>
                  <a:lnTo>
                    <a:pt x="246780" y="314081"/>
                  </a:lnTo>
                  <a:lnTo>
                    <a:pt x="251392" y="311488"/>
                  </a:lnTo>
                  <a:lnTo>
                    <a:pt x="255919" y="308750"/>
                  </a:lnTo>
                  <a:lnTo>
                    <a:pt x="260358" y="305870"/>
                  </a:lnTo>
                  <a:lnTo>
                    <a:pt x="264703" y="302851"/>
                  </a:lnTo>
                  <a:lnTo>
                    <a:pt x="268951" y="299696"/>
                  </a:lnTo>
                  <a:lnTo>
                    <a:pt x="273096" y="296408"/>
                  </a:lnTo>
                  <a:lnTo>
                    <a:pt x="277135" y="292991"/>
                  </a:lnTo>
                  <a:lnTo>
                    <a:pt x="281065" y="289447"/>
                  </a:lnTo>
                  <a:lnTo>
                    <a:pt x="284880" y="285781"/>
                  </a:lnTo>
                  <a:lnTo>
                    <a:pt x="288577" y="281996"/>
                  </a:lnTo>
                  <a:lnTo>
                    <a:pt x="292152" y="278096"/>
                  </a:lnTo>
                  <a:lnTo>
                    <a:pt x="295603" y="274085"/>
                  </a:lnTo>
                  <a:lnTo>
                    <a:pt x="298924" y="269966"/>
                  </a:lnTo>
                  <a:lnTo>
                    <a:pt x="302114" y="265745"/>
                  </a:lnTo>
                  <a:lnTo>
                    <a:pt x="305168" y="261424"/>
                  </a:lnTo>
                  <a:lnTo>
                    <a:pt x="308084" y="257010"/>
                  </a:lnTo>
                  <a:lnTo>
                    <a:pt x="310859" y="252505"/>
                  </a:lnTo>
                  <a:lnTo>
                    <a:pt x="313490" y="247914"/>
                  </a:lnTo>
                  <a:lnTo>
                    <a:pt x="315975" y="243243"/>
                  </a:lnTo>
                  <a:lnTo>
                    <a:pt x="318310" y="238495"/>
                  </a:lnTo>
                  <a:lnTo>
                    <a:pt x="320494" y="233676"/>
                  </a:lnTo>
                  <a:lnTo>
                    <a:pt x="322525" y="228790"/>
                  </a:lnTo>
                  <a:lnTo>
                    <a:pt x="324399" y="223842"/>
                  </a:lnTo>
                  <a:lnTo>
                    <a:pt x="326116" y="218838"/>
                  </a:lnTo>
                  <a:lnTo>
                    <a:pt x="327674" y="213781"/>
                  </a:lnTo>
                  <a:lnTo>
                    <a:pt x="329071" y="208678"/>
                  </a:lnTo>
                  <a:lnTo>
                    <a:pt x="330306" y="203533"/>
                  </a:lnTo>
                  <a:lnTo>
                    <a:pt x="331378" y="198352"/>
                  </a:lnTo>
                  <a:lnTo>
                    <a:pt x="332285" y="193139"/>
                  </a:lnTo>
                  <a:lnTo>
                    <a:pt x="333026" y="187900"/>
                  </a:lnTo>
                  <a:lnTo>
                    <a:pt x="333602" y="182641"/>
                  </a:lnTo>
                  <a:lnTo>
                    <a:pt x="334010" y="177365"/>
                  </a:lnTo>
                  <a:lnTo>
                    <a:pt x="334252" y="172080"/>
                  </a:lnTo>
                  <a:lnTo>
                    <a:pt x="334326" y="166789"/>
                  </a:lnTo>
                  <a:lnTo>
                    <a:pt x="167159" y="1670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167" cy="167167"/>
            </a:xfrm>
            <a:custGeom>
              <a:avLst/>
              <a:pathLst>
                <a:path w="167167" h="167167">
                  <a:moveTo>
                    <a:pt x="167167" y="166863"/>
                  </a:moveTo>
                  <a:lnTo>
                    <a:pt x="167067" y="161400"/>
                  </a:lnTo>
                  <a:lnTo>
                    <a:pt x="166790" y="155943"/>
                  </a:lnTo>
                  <a:lnTo>
                    <a:pt x="166334" y="150498"/>
                  </a:lnTo>
                  <a:lnTo>
                    <a:pt x="165700" y="145071"/>
                  </a:lnTo>
                  <a:lnTo>
                    <a:pt x="164890" y="139668"/>
                  </a:lnTo>
                  <a:lnTo>
                    <a:pt x="163903" y="134293"/>
                  </a:lnTo>
                  <a:lnTo>
                    <a:pt x="162741" y="128954"/>
                  </a:lnTo>
                  <a:lnTo>
                    <a:pt x="161405" y="123656"/>
                  </a:lnTo>
                  <a:lnTo>
                    <a:pt x="159897" y="118405"/>
                  </a:lnTo>
                  <a:lnTo>
                    <a:pt x="158218" y="113205"/>
                  </a:lnTo>
                  <a:lnTo>
                    <a:pt x="156370" y="108063"/>
                  </a:lnTo>
                  <a:lnTo>
                    <a:pt x="154355" y="102984"/>
                  </a:lnTo>
                  <a:lnTo>
                    <a:pt x="152175" y="97974"/>
                  </a:lnTo>
                  <a:lnTo>
                    <a:pt x="149832" y="93038"/>
                  </a:lnTo>
                  <a:lnTo>
                    <a:pt x="147329" y="88181"/>
                  </a:lnTo>
                  <a:lnTo>
                    <a:pt x="144669" y="83408"/>
                  </a:lnTo>
                  <a:lnTo>
                    <a:pt x="141855" y="78725"/>
                  </a:lnTo>
                  <a:lnTo>
                    <a:pt x="138889" y="74136"/>
                  </a:lnTo>
                  <a:lnTo>
                    <a:pt x="135774" y="69646"/>
                  </a:lnTo>
                  <a:lnTo>
                    <a:pt x="132514" y="65261"/>
                  </a:lnTo>
                  <a:lnTo>
                    <a:pt x="129113" y="60985"/>
                  </a:lnTo>
                  <a:lnTo>
                    <a:pt x="125574" y="56822"/>
                  </a:lnTo>
                  <a:lnTo>
                    <a:pt x="121901" y="52777"/>
                  </a:lnTo>
                  <a:lnTo>
                    <a:pt x="118097" y="48854"/>
                  </a:lnTo>
                  <a:lnTo>
                    <a:pt x="114168" y="45058"/>
                  </a:lnTo>
                  <a:lnTo>
                    <a:pt x="110116" y="41392"/>
                  </a:lnTo>
                  <a:lnTo>
                    <a:pt x="105947" y="37860"/>
                  </a:lnTo>
                  <a:lnTo>
                    <a:pt x="101664" y="34467"/>
                  </a:lnTo>
                  <a:lnTo>
                    <a:pt x="97273" y="31215"/>
                  </a:lnTo>
                  <a:lnTo>
                    <a:pt x="92778" y="28109"/>
                  </a:lnTo>
                  <a:lnTo>
                    <a:pt x="88184" y="25151"/>
                  </a:lnTo>
                  <a:lnTo>
                    <a:pt x="83495" y="22345"/>
                  </a:lnTo>
                  <a:lnTo>
                    <a:pt x="78718" y="19694"/>
                  </a:lnTo>
                  <a:lnTo>
                    <a:pt x="73856" y="17200"/>
                  </a:lnTo>
                  <a:lnTo>
                    <a:pt x="68916" y="14866"/>
                  </a:lnTo>
                  <a:lnTo>
                    <a:pt x="63902" y="12695"/>
                  </a:lnTo>
                  <a:lnTo>
                    <a:pt x="58819" y="10689"/>
                  </a:lnTo>
                  <a:lnTo>
                    <a:pt x="53674" y="8851"/>
                  </a:lnTo>
                  <a:lnTo>
                    <a:pt x="48471" y="7181"/>
                  </a:lnTo>
                  <a:lnTo>
                    <a:pt x="43217" y="5682"/>
                  </a:lnTo>
                  <a:lnTo>
                    <a:pt x="37916" y="4356"/>
                  </a:lnTo>
                  <a:lnTo>
                    <a:pt x="32575" y="3204"/>
                  </a:lnTo>
                  <a:lnTo>
                    <a:pt x="27199" y="2227"/>
                  </a:lnTo>
                  <a:lnTo>
                    <a:pt x="21794" y="1426"/>
                  </a:lnTo>
                  <a:lnTo>
                    <a:pt x="16366" y="803"/>
                  </a:lnTo>
                  <a:lnTo>
                    <a:pt x="10920" y="357"/>
                  </a:lnTo>
                  <a:lnTo>
                    <a:pt x="546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991" y="1681503"/>
              <a:ext cx="12243" cy="167167"/>
            </a:xfrm>
            <a:custGeom>
              <a:avLst/>
              <a:pathLst>
                <a:path w="12243" h="167167">
                  <a:moveTo>
                    <a:pt x="12243" y="0"/>
                  </a:moveTo>
                  <a:lnTo>
                    <a:pt x="0" y="449"/>
                  </a:lnTo>
                  <a:lnTo>
                    <a:pt x="1224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991" y="1681952"/>
              <a:ext cx="12243" cy="166718"/>
            </a:xfrm>
            <a:custGeom>
              <a:avLst/>
              <a:pathLst>
                <a:path w="12243" h="166718">
                  <a:moveTo>
                    <a:pt x="0" y="0"/>
                  </a:moveTo>
                  <a:lnTo>
                    <a:pt x="12243" y="1667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78" y="1681952"/>
              <a:ext cx="334316" cy="333885"/>
            </a:xfrm>
            <a:custGeom>
              <a:avLst/>
              <a:pathLst>
                <a:path w="334316" h="333885">
                  <a:moveTo>
                    <a:pt x="154913" y="0"/>
                  </a:moveTo>
                  <a:lnTo>
                    <a:pt x="149647" y="470"/>
                  </a:lnTo>
                  <a:lnTo>
                    <a:pt x="144400" y="1107"/>
                  </a:lnTo>
                  <a:lnTo>
                    <a:pt x="139175" y="1909"/>
                  </a:lnTo>
                  <a:lnTo>
                    <a:pt x="133978" y="2876"/>
                  </a:lnTo>
                  <a:lnTo>
                    <a:pt x="128814" y="4007"/>
                  </a:lnTo>
                  <a:lnTo>
                    <a:pt x="123688" y="5301"/>
                  </a:lnTo>
                  <a:lnTo>
                    <a:pt x="118606" y="6756"/>
                  </a:lnTo>
                  <a:lnTo>
                    <a:pt x="113573" y="8371"/>
                  </a:lnTo>
                  <a:lnTo>
                    <a:pt x="108593" y="10144"/>
                  </a:lnTo>
                  <a:lnTo>
                    <a:pt x="103672" y="12074"/>
                  </a:lnTo>
                  <a:lnTo>
                    <a:pt x="98814" y="14159"/>
                  </a:lnTo>
                  <a:lnTo>
                    <a:pt x="94025" y="16396"/>
                  </a:lnTo>
                  <a:lnTo>
                    <a:pt x="89308" y="18783"/>
                  </a:lnTo>
                  <a:lnTo>
                    <a:pt x="84670" y="21319"/>
                  </a:lnTo>
                  <a:lnTo>
                    <a:pt x="80114" y="24000"/>
                  </a:lnTo>
                  <a:lnTo>
                    <a:pt x="75645" y="26823"/>
                  </a:lnTo>
                  <a:lnTo>
                    <a:pt x="71267" y="29787"/>
                  </a:lnTo>
                  <a:lnTo>
                    <a:pt x="66986" y="32887"/>
                  </a:lnTo>
                  <a:lnTo>
                    <a:pt x="62804" y="36121"/>
                  </a:lnTo>
                  <a:lnTo>
                    <a:pt x="58727" y="39486"/>
                  </a:lnTo>
                  <a:lnTo>
                    <a:pt x="54759" y="42978"/>
                  </a:lnTo>
                  <a:lnTo>
                    <a:pt x="50902" y="46593"/>
                  </a:lnTo>
                  <a:lnTo>
                    <a:pt x="47162" y="50329"/>
                  </a:lnTo>
                  <a:lnTo>
                    <a:pt x="43542" y="54181"/>
                  </a:lnTo>
                  <a:lnTo>
                    <a:pt x="40046" y="58146"/>
                  </a:lnTo>
                  <a:lnTo>
                    <a:pt x="36677" y="62219"/>
                  </a:lnTo>
                  <a:lnTo>
                    <a:pt x="33438" y="66397"/>
                  </a:lnTo>
                  <a:lnTo>
                    <a:pt x="30333" y="70675"/>
                  </a:lnTo>
                  <a:lnTo>
                    <a:pt x="27364" y="75049"/>
                  </a:lnTo>
                  <a:lnTo>
                    <a:pt x="24536" y="79515"/>
                  </a:lnTo>
                  <a:lnTo>
                    <a:pt x="21850" y="84068"/>
                  </a:lnTo>
                  <a:lnTo>
                    <a:pt x="19309" y="88704"/>
                  </a:lnTo>
                  <a:lnTo>
                    <a:pt x="16917" y="93418"/>
                  </a:lnTo>
                  <a:lnTo>
                    <a:pt x="14674" y="98205"/>
                  </a:lnTo>
                  <a:lnTo>
                    <a:pt x="12584" y="103060"/>
                  </a:lnTo>
                  <a:lnTo>
                    <a:pt x="10649" y="107979"/>
                  </a:lnTo>
                  <a:lnTo>
                    <a:pt x="8870" y="112957"/>
                  </a:lnTo>
                  <a:lnTo>
                    <a:pt x="7249" y="117989"/>
                  </a:lnTo>
                  <a:lnTo>
                    <a:pt x="5788" y="123069"/>
                  </a:lnTo>
                  <a:lnTo>
                    <a:pt x="4489" y="128193"/>
                  </a:lnTo>
                  <a:lnTo>
                    <a:pt x="3352" y="133355"/>
                  </a:lnTo>
                  <a:lnTo>
                    <a:pt x="2379" y="138551"/>
                  </a:lnTo>
                  <a:lnTo>
                    <a:pt x="1571" y="143775"/>
                  </a:lnTo>
                  <a:lnTo>
                    <a:pt x="928" y="149022"/>
                  </a:lnTo>
                  <a:lnTo>
                    <a:pt x="452" y="154287"/>
                  </a:lnTo>
                  <a:lnTo>
                    <a:pt x="142" y="159564"/>
                  </a:lnTo>
                  <a:lnTo>
                    <a:pt x="0" y="164848"/>
                  </a:lnTo>
                  <a:lnTo>
                    <a:pt x="24" y="170135"/>
                  </a:lnTo>
                  <a:lnTo>
                    <a:pt x="216" y="175417"/>
                  </a:lnTo>
                  <a:lnTo>
                    <a:pt x="574" y="180691"/>
                  </a:lnTo>
                  <a:lnTo>
                    <a:pt x="1099" y="185951"/>
                  </a:lnTo>
                  <a:lnTo>
                    <a:pt x="1790" y="191192"/>
                  </a:lnTo>
                  <a:lnTo>
                    <a:pt x="2647" y="196409"/>
                  </a:lnTo>
                  <a:lnTo>
                    <a:pt x="3668" y="201595"/>
                  </a:lnTo>
                  <a:lnTo>
                    <a:pt x="4852" y="206747"/>
                  </a:lnTo>
                  <a:lnTo>
                    <a:pt x="6199" y="211859"/>
                  </a:lnTo>
                  <a:lnTo>
                    <a:pt x="7707" y="216925"/>
                  </a:lnTo>
                  <a:lnTo>
                    <a:pt x="9374" y="221942"/>
                  </a:lnTo>
                  <a:lnTo>
                    <a:pt x="11199" y="226903"/>
                  </a:lnTo>
                  <a:lnTo>
                    <a:pt x="13180" y="231804"/>
                  </a:lnTo>
                  <a:lnTo>
                    <a:pt x="15315" y="236640"/>
                  </a:lnTo>
                  <a:lnTo>
                    <a:pt x="17602" y="241406"/>
                  </a:lnTo>
                  <a:lnTo>
                    <a:pt x="20038" y="246097"/>
                  </a:lnTo>
                  <a:lnTo>
                    <a:pt x="22621" y="250709"/>
                  </a:lnTo>
                  <a:lnTo>
                    <a:pt x="25349" y="255237"/>
                  </a:lnTo>
                  <a:lnTo>
                    <a:pt x="28219" y="259677"/>
                  </a:lnTo>
                  <a:lnTo>
                    <a:pt x="31228" y="264023"/>
                  </a:lnTo>
                  <a:lnTo>
                    <a:pt x="34372" y="268272"/>
                  </a:lnTo>
                  <a:lnTo>
                    <a:pt x="37649" y="272420"/>
                  </a:lnTo>
                  <a:lnTo>
                    <a:pt x="41056" y="276462"/>
                  </a:lnTo>
                  <a:lnTo>
                    <a:pt x="44589" y="280394"/>
                  </a:lnTo>
                  <a:lnTo>
                    <a:pt x="48245" y="284212"/>
                  </a:lnTo>
                  <a:lnTo>
                    <a:pt x="52019" y="287914"/>
                  </a:lnTo>
                  <a:lnTo>
                    <a:pt x="55909" y="291493"/>
                  </a:lnTo>
                  <a:lnTo>
                    <a:pt x="59910" y="294948"/>
                  </a:lnTo>
                  <a:lnTo>
                    <a:pt x="64018" y="298275"/>
                  </a:lnTo>
                  <a:lnTo>
                    <a:pt x="68229" y="301471"/>
                  </a:lnTo>
                  <a:lnTo>
                    <a:pt x="72539" y="304531"/>
                  </a:lnTo>
                  <a:lnTo>
                    <a:pt x="76944" y="307454"/>
                  </a:lnTo>
                  <a:lnTo>
                    <a:pt x="81439" y="310236"/>
                  </a:lnTo>
                  <a:lnTo>
                    <a:pt x="86019" y="312874"/>
                  </a:lnTo>
                  <a:lnTo>
                    <a:pt x="90681" y="315367"/>
                  </a:lnTo>
                  <a:lnTo>
                    <a:pt x="95419" y="317710"/>
                  </a:lnTo>
                  <a:lnTo>
                    <a:pt x="100229" y="319903"/>
                  </a:lnTo>
                  <a:lnTo>
                    <a:pt x="105106" y="321943"/>
                  </a:lnTo>
                  <a:lnTo>
                    <a:pt x="110045" y="323827"/>
                  </a:lnTo>
                  <a:lnTo>
                    <a:pt x="115041" y="325554"/>
                  </a:lnTo>
                  <a:lnTo>
                    <a:pt x="120089" y="327123"/>
                  </a:lnTo>
                  <a:lnTo>
                    <a:pt x="125184" y="328530"/>
                  </a:lnTo>
                  <a:lnTo>
                    <a:pt x="130322" y="329777"/>
                  </a:lnTo>
                  <a:lnTo>
                    <a:pt x="135496" y="330860"/>
                  </a:lnTo>
                  <a:lnTo>
                    <a:pt x="140701" y="331779"/>
                  </a:lnTo>
                  <a:lnTo>
                    <a:pt x="145934" y="332533"/>
                  </a:lnTo>
                  <a:lnTo>
                    <a:pt x="151187" y="333121"/>
                  </a:lnTo>
                  <a:lnTo>
                    <a:pt x="156456" y="333543"/>
                  </a:lnTo>
                  <a:lnTo>
                    <a:pt x="161736" y="333797"/>
                  </a:lnTo>
                  <a:lnTo>
                    <a:pt x="167022" y="333885"/>
                  </a:lnTo>
                  <a:lnTo>
                    <a:pt x="172307" y="333806"/>
                  </a:lnTo>
                  <a:lnTo>
                    <a:pt x="177588" y="333560"/>
                  </a:lnTo>
                  <a:lnTo>
                    <a:pt x="182858" y="333146"/>
                  </a:lnTo>
                  <a:lnTo>
                    <a:pt x="188112" y="332567"/>
                  </a:lnTo>
                  <a:lnTo>
                    <a:pt x="193346" y="331821"/>
                  </a:lnTo>
                  <a:lnTo>
                    <a:pt x="198553" y="330911"/>
                  </a:lnTo>
                  <a:lnTo>
                    <a:pt x="203729" y="329836"/>
                  </a:lnTo>
                  <a:lnTo>
                    <a:pt x="208868" y="328598"/>
                  </a:lnTo>
                  <a:lnTo>
                    <a:pt x="213965" y="327198"/>
                  </a:lnTo>
                  <a:lnTo>
                    <a:pt x="219016" y="325638"/>
                  </a:lnTo>
                  <a:lnTo>
                    <a:pt x="224015" y="323919"/>
                  </a:lnTo>
                  <a:lnTo>
                    <a:pt x="228957" y="322042"/>
                  </a:lnTo>
                  <a:lnTo>
                    <a:pt x="233837" y="320011"/>
                  </a:lnTo>
                  <a:lnTo>
                    <a:pt x="238650" y="317826"/>
                  </a:lnTo>
                  <a:lnTo>
                    <a:pt x="243392" y="315490"/>
                  </a:lnTo>
                  <a:lnTo>
                    <a:pt x="248058" y="313005"/>
                  </a:lnTo>
                  <a:lnTo>
                    <a:pt x="252643" y="310374"/>
                  </a:lnTo>
                  <a:lnTo>
                    <a:pt x="257143" y="307599"/>
                  </a:lnTo>
                  <a:lnTo>
                    <a:pt x="261552" y="304683"/>
                  </a:lnTo>
                  <a:lnTo>
                    <a:pt x="265867" y="301630"/>
                  </a:lnTo>
                  <a:lnTo>
                    <a:pt x="270083" y="298441"/>
                  </a:lnTo>
                  <a:lnTo>
                    <a:pt x="274197" y="295121"/>
                  </a:lnTo>
                  <a:lnTo>
                    <a:pt x="278203" y="291672"/>
                  </a:lnTo>
                  <a:lnTo>
                    <a:pt x="282098" y="288099"/>
                  </a:lnTo>
                  <a:lnTo>
                    <a:pt x="285879" y="284404"/>
                  </a:lnTo>
                  <a:lnTo>
                    <a:pt x="289540" y="280591"/>
                  </a:lnTo>
                  <a:lnTo>
                    <a:pt x="293080" y="276665"/>
                  </a:lnTo>
                  <a:lnTo>
                    <a:pt x="296493" y="272628"/>
                  </a:lnTo>
                  <a:lnTo>
                    <a:pt x="299777" y="268486"/>
                  </a:lnTo>
                  <a:lnTo>
                    <a:pt x="302928" y="264242"/>
                  </a:lnTo>
                  <a:lnTo>
                    <a:pt x="305944" y="259900"/>
                  </a:lnTo>
                  <a:lnTo>
                    <a:pt x="308821" y="255465"/>
                  </a:lnTo>
                  <a:lnTo>
                    <a:pt x="311556" y="250942"/>
                  </a:lnTo>
                  <a:lnTo>
                    <a:pt x="314147" y="246334"/>
                  </a:lnTo>
                  <a:lnTo>
                    <a:pt x="316591" y="241647"/>
                  </a:lnTo>
                  <a:lnTo>
                    <a:pt x="318885" y="236884"/>
                  </a:lnTo>
                  <a:lnTo>
                    <a:pt x="321028" y="232052"/>
                  </a:lnTo>
                  <a:lnTo>
                    <a:pt x="323017" y="227154"/>
                  </a:lnTo>
                  <a:lnTo>
                    <a:pt x="324850" y="222196"/>
                  </a:lnTo>
                  <a:lnTo>
                    <a:pt x="326525" y="217182"/>
                  </a:lnTo>
                  <a:lnTo>
                    <a:pt x="328041" y="212118"/>
                  </a:lnTo>
                  <a:lnTo>
                    <a:pt x="329396" y="207008"/>
                  </a:lnTo>
                  <a:lnTo>
                    <a:pt x="330589" y="201859"/>
                  </a:lnTo>
                  <a:lnTo>
                    <a:pt x="331618" y="196674"/>
                  </a:lnTo>
                  <a:lnTo>
                    <a:pt x="332483" y="191459"/>
                  </a:lnTo>
                  <a:lnTo>
                    <a:pt x="333183" y="186219"/>
                  </a:lnTo>
                  <a:lnTo>
                    <a:pt x="333716" y="180960"/>
                  </a:lnTo>
                  <a:lnTo>
                    <a:pt x="334083" y="175686"/>
                  </a:lnTo>
                  <a:lnTo>
                    <a:pt x="334283" y="170404"/>
                  </a:lnTo>
                  <a:lnTo>
                    <a:pt x="334316" y="165118"/>
                  </a:lnTo>
                  <a:lnTo>
                    <a:pt x="334182" y="159833"/>
                  </a:lnTo>
                  <a:lnTo>
                    <a:pt x="333881" y="154556"/>
                  </a:lnTo>
                  <a:lnTo>
                    <a:pt x="333413" y="149290"/>
                  </a:lnTo>
                  <a:lnTo>
                    <a:pt x="332779" y="144042"/>
                  </a:lnTo>
                  <a:lnTo>
                    <a:pt x="331979" y="138817"/>
                  </a:lnTo>
                  <a:lnTo>
                    <a:pt x="331014" y="133619"/>
                  </a:lnTo>
                  <a:lnTo>
                    <a:pt x="329886" y="128455"/>
                  </a:lnTo>
                  <a:lnTo>
                    <a:pt x="328595" y="123329"/>
                  </a:lnTo>
                  <a:lnTo>
                    <a:pt x="327142" y="118246"/>
                  </a:lnTo>
                  <a:lnTo>
                    <a:pt x="325530" y="113212"/>
                  </a:lnTo>
                  <a:lnTo>
                    <a:pt x="323759" y="108231"/>
                  </a:lnTo>
                  <a:lnTo>
                    <a:pt x="321831" y="103309"/>
                  </a:lnTo>
                  <a:lnTo>
                    <a:pt x="319749" y="98450"/>
                  </a:lnTo>
                  <a:lnTo>
                    <a:pt x="317514" y="93660"/>
                  </a:lnTo>
                  <a:lnTo>
                    <a:pt x="315129" y="88942"/>
                  </a:lnTo>
                  <a:lnTo>
                    <a:pt x="312596" y="84302"/>
                  </a:lnTo>
                  <a:lnTo>
                    <a:pt x="309917" y="79745"/>
                  </a:lnTo>
                  <a:lnTo>
                    <a:pt x="307096" y="75275"/>
                  </a:lnTo>
                  <a:lnTo>
                    <a:pt x="304135" y="70896"/>
                  </a:lnTo>
                  <a:lnTo>
                    <a:pt x="301037" y="66613"/>
                  </a:lnTo>
                  <a:lnTo>
                    <a:pt x="297805" y="62430"/>
                  </a:lnTo>
                  <a:lnTo>
                    <a:pt x="294442" y="58351"/>
                  </a:lnTo>
                  <a:lnTo>
                    <a:pt x="290952" y="54381"/>
                  </a:lnTo>
                  <a:lnTo>
                    <a:pt x="287338" y="50523"/>
                  </a:lnTo>
                  <a:lnTo>
                    <a:pt x="283604" y="46781"/>
                  </a:lnTo>
                  <a:lnTo>
                    <a:pt x="279754" y="43159"/>
                  </a:lnTo>
                  <a:lnTo>
                    <a:pt x="275791" y="39661"/>
                  </a:lnTo>
                  <a:lnTo>
                    <a:pt x="271719" y="36289"/>
                  </a:lnTo>
                  <a:lnTo>
                    <a:pt x="267543" y="33048"/>
                  </a:lnTo>
                  <a:lnTo>
                    <a:pt x="263266" y="29941"/>
                  </a:lnTo>
                  <a:lnTo>
                    <a:pt x="258894" y="26971"/>
                  </a:lnTo>
                  <a:lnTo>
                    <a:pt x="254429" y="24140"/>
                  </a:lnTo>
                  <a:lnTo>
                    <a:pt x="249877" y="21452"/>
                  </a:lnTo>
                  <a:lnTo>
                    <a:pt x="245243" y="18909"/>
                  </a:lnTo>
                  <a:lnTo>
                    <a:pt x="240531" y="16514"/>
                  </a:lnTo>
                  <a:lnTo>
                    <a:pt x="235745" y="14269"/>
                  </a:lnTo>
                  <a:lnTo>
                    <a:pt x="230890" y="12177"/>
                  </a:lnTo>
                  <a:lnTo>
                    <a:pt x="225972" y="10239"/>
                  </a:lnTo>
                  <a:lnTo>
                    <a:pt x="220995" y="8458"/>
                  </a:lnTo>
                  <a:lnTo>
                    <a:pt x="215964" y="6834"/>
                  </a:lnTo>
                  <a:lnTo>
                    <a:pt x="210885" y="5371"/>
                  </a:lnTo>
                  <a:lnTo>
                    <a:pt x="205761" y="4069"/>
                  </a:lnTo>
                  <a:lnTo>
                    <a:pt x="200599" y="2930"/>
                  </a:lnTo>
                  <a:lnTo>
                    <a:pt x="195404" y="1954"/>
                  </a:lnTo>
                  <a:lnTo>
                    <a:pt x="190180" y="1144"/>
                  </a:lnTo>
                  <a:lnTo>
                    <a:pt x="167156" y="166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23023" cy="167167"/>
            </a:xfrm>
            <a:custGeom>
              <a:avLst/>
              <a:pathLst>
                <a:path w="23023" h="167167">
                  <a:moveTo>
                    <a:pt x="23023" y="1593"/>
                  </a:moveTo>
                  <a:lnTo>
                    <a:pt x="15376" y="708"/>
                  </a:lnTo>
                  <a:lnTo>
                    <a:pt x="7696" y="17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2" y="1322571"/>
              <a:ext cx="167166" cy="312405"/>
            </a:xfrm>
            <a:custGeom>
              <a:avLst/>
              <a:pathLst>
                <a:path w="167166" h="312405">
                  <a:moveTo>
                    <a:pt x="167166" y="0"/>
                  </a:moveTo>
                  <a:lnTo>
                    <a:pt x="161819" y="85"/>
                  </a:lnTo>
                  <a:lnTo>
                    <a:pt x="156476" y="342"/>
                  </a:lnTo>
                  <a:lnTo>
                    <a:pt x="151145" y="769"/>
                  </a:lnTo>
                  <a:lnTo>
                    <a:pt x="145830" y="1367"/>
                  </a:lnTo>
                  <a:lnTo>
                    <a:pt x="140537" y="2134"/>
                  </a:lnTo>
                  <a:lnTo>
                    <a:pt x="135272" y="3070"/>
                  </a:lnTo>
                  <a:lnTo>
                    <a:pt x="130038" y="4175"/>
                  </a:lnTo>
                  <a:lnTo>
                    <a:pt x="124843" y="5446"/>
                  </a:lnTo>
                  <a:lnTo>
                    <a:pt x="119692" y="6882"/>
                  </a:lnTo>
                  <a:lnTo>
                    <a:pt x="114588" y="8483"/>
                  </a:lnTo>
                  <a:lnTo>
                    <a:pt x="109539" y="10246"/>
                  </a:lnTo>
                  <a:lnTo>
                    <a:pt x="104549" y="12170"/>
                  </a:lnTo>
                  <a:lnTo>
                    <a:pt x="99622" y="14253"/>
                  </a:lnTo>
                  <a:lnTo>
                    <a:pt x="94765" y="16492"/>
                  </a:lnTo>
                  <a:lnTo>
                    <a:pt x="89982" y="18885"/>
                  </a:lnTo>
                  <a:lnTo>
                    <a:pt x="85278" y="21430"/>
                  </a:lnTo>
                  <a:lnTo>
                    <a:pt x="80658" y="24124"/>
                  </a:lnTo>
                  <a:lnTo>
                    <a:pt x="76126" y="26965"/>
                  </a:lnTo>
                  <a:lnTo>
                    <a:pt x="71688" y="29949"/>
                  </a:lnTo>
                  <a:lnTo>
                    <a:pt x="67347" y="33073"/>
                  </a:lnTo>
                  <a:lnTo>
                    <a:pt x="63109" y="36335"/>
                  </a:lnTo>
                  <a:lnTo>
                    <a:pt x="58977" y="39731"/>
                  </a:lnTo>
                  <a:lnTo>
                    <a:pt x="54955" y="43257"/>
                  </a:lnTo>
                  <a:lnTo>
                    <a:pt x="51049" y="46910"/>
                  </a:lnTo>
                  <a:lnTo>
                    <a:pt x="47261" y="50686"/>
                  </a:lnTo>
                  <a:lnTo>
                    <a:pt x="43597" y="54581"/>
                  </a:lnTo>
                  <a:lnTo>
                    <a:pt x="40058" y="58592"/>
                  </a:lnTo>
                  <a:lnTo>
                    <a:pt x="36650" y="62714"/>
                  </a:lnTo>
                  <a:lnTo>
                    <a:pt x="33375" y="66942"/>
                  </a:lnTo>
                  <a:lnTo>
                    <a:pt x="30238" y="71274"/>
                  </a:lnTo>
                  <a:lnTo>
                    <a:pt x="27240" y="75703"/>
                  </a:lnTo>
                  <a:lnTo>
                    <a:pt x="24386" y="80226"/>
                  </a:lnTo>
                  <a:lnTo>
                    <a:pt x="21678" y="84838"/>
                  </a:lnTo>
                  <a:lnTo>
                    <a:pt x="19118" y="89534"/>
                  </a:lnTo>
                  <a:lnTo>
                    <a:pt x="16711" y="94310"/>
                  </a:lnTo>
                  <a:lnTo>
                    <a:pt x="14457" y="99160"/>
                  </a:lnTo>
                  <a:lnTo>
                    <a:pt x="12360" y="104080"/>
                  </a:lnTo>
                  <a:lnTo>
                    <a:pt x="10421" y="109065"/>
                  </a:lnTo>
                  <a:lnTo>
                    <a:pt x="8642" y="114109"/>
                  </a:lnTo>
                  <a:lnTo>
                    <a:pt x="7026" y="119207"/>
                  </a:lnTo>
                  <a:lnTo>
                    <a:pt x="5574" y="124355"/>
                  </a:lnTo>
                  <a:lnTo>
                    <a:pt x="4287" y="129546"/>
                  </a:lnTo>
                  <a:lnTo>
                    <a:pt x="3167" y="134775"/>
                  </a:lnTo>
                  <a:lnTo>
                    <a:pt x="2215" y="140038"/>
                  </a:lnTo>
                  <a:lnTo>
                    <a:pt x="1431" y="145329"/>
                  </a:lnTo>
                  <a:lnTo>
                    <a:pt x="818" y="150642"/>
                  </a:lnTo>
                  <a:lnTo>
                    <a:pt x="374" y="155972"/>
                  </a:lnTo>
                  <a:lnTo>
                    <a:pt x="101" y="161313"/>
                  </a:lnTo>
                  <a:lnTo>
                    <a:pt x="0" y="166661"/>
                  </a:lnTo>
                  <a:lnTo>
                    <a:pt x="69" y="172009"/>
                  </a:lnTo>
                  <a:lnTo>
                    <a:pt x="309" y="177352"/>
                  </a:lnTo>
                  <a:lnTo>
                    <a:pt x="720" y="182684"/>
                  </a:lnTo>
                  <a:lnTo>
                    <a:pt x="1302" y="188001"/>
                  </a:lnTo>
                  <a:lnTo>
                    <a:pt x="2053" y="193296"/>
                  </a:lnTo>
                  <a:lnTo>
                    <a:pt x="2974" y="198564"/>
                  </a:lnTo>
                  <a:lnTo>
                    <a:pt x="4062" y="203801"/>
                  </a:lnTo>
                  <a:lnTo>
                    <a:pt x="5318" y="209000"/>
                  </a:lnTo>
                  <a:lnTo>
                    <a:pt x="6739" y="214156"/>
                  </a:lnTo>
                  <a:lnTo>
                    <a:pt x="8324" y="219264"/>
                  </a:lnTo>
                  <a:lnTo>
                    <a:pt x="10072" y="224319"/>
                  </a:lnTo>
                  <a:lnTo>
                    <a:pt x="11980" y="229315"/>
                  </a:lnTo>
                  <a:lnTo>
                    <a:pt x="14048" y="234247"/>
                  </a:lnTo>
                  <a:lnTo>
                    <a:pt x="16272" y="239111"/>
                  </a:lnTo>
                  <a:lnTo>
                    <a:pt x="18651" y="243901"/>
                  </a:lnTo>
                  <a:lnTo>
                    <a:pt x="21182" y="248613"/>
                  </a:lnTo>
                  <a:lnTo>
                    <a:pt x="23862" y="253241"/>
                  </a:lnTo>
                  <a:lnTo>
                    <a:pt x="26689" y="257782"/>
                  </a:lnTo>
                  <a:lnTo>
                    <a:pt x="29659" y="262229"/>
                  </a:lnTo>
                  <a:lnTo>
                    <a:pt x="32771" y="266579"/>
                  </a:lnTo>
                  <a:lnTo>
                    <a:pt x="36020" y="270828"/>
                  </a:lnTo>
                  <a:lnTo>
                    <a:pt x="39403" y="274970"/>
                  </a:lnTo>
                  <a:lnTo>
                    <a:pt x="42917" y="279002"/>
                  </a:lnTo>
                  <a:lnTo>
                    <a:pt x="46558" y="282919"/>
                  </a:lnTo>
                  <a:lnTo>
                    <a:pt x="50323" y="286718"/>
                  </a:lnTo>
                  <a:lnTo>
                    <a:pt x="54207" y="290395"/>
                  </a:lnTo>
                  <a:lnTo>
                    <a:pt x="58207" y="293946"/>
                  </a:lnTo>
                  <a:lnTo>
                    <a:pt x="62318" y="297366"/>
                  </a:lnTo>
                  <a:lnTo>
                    <a:pt x="66537" y="300654"/>
                  </a:lnTo>
                  <a:lnTo>
                    <a:pt x="70859" y="303804"/>
                  </a:lnTo>
                  <a:lnTo>
                    <a:pt x="75279" y="306815"/>
                  </a:lnTo>
                  <a:lnTo>
                    <a:pt x="79793" y="309683"/>
                  </a:lnTo>
                  <a:lnTo>
                    <a:pt x="84397" y="31240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8269" y="1489739"/>
              <a:ext cx="82769" cy="145238"/>
            </a:xfrm>
            <a:custGeom>
              <a:avLst/>
              <a:pathLst>
                <a:path w="82769" h="145238">
                  <a:moveTo>
                    <a:pt x="0" y="145238"/>
                  </a:moveTo>
                  <a:lnTo>
                    <a:pt x="8276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8269" y="1340916"/>
              <a:ext cx="249919" cy="315984"/>
            </a:xfrm>
            <a:custGeom>
              <a:avLst/>
              <a:pathLst>
                <a:path w="249919" h="315984">
                  <a:moveTo>
                    <a:pt x="0" y="294061"/>
                  </a:moveTo>
                  <a:lnTo>
                    <a:pt x="4669" y="296624"/>
                  </a:lnTo>
                  <a:lnTo>
                    <a:pt x="9418" y="299038"/>
                  </a:lnTo>
                  <a:lnTo>
                    <a:pt x="14241" y="301298"/>
                  </a:lnTo>
                  <a:lnTo>
                    <a:pt x="19134" y="303404"/>
                  </a:lnTo>
                  <a:lnTo>
                    <a:pt x="24092" y="305353"/>
                  </a:lnTo>
                  <a:lnTo>
                    <a:pt x="29109" y="307144"/>
                  </a:lnTo>
                  <a:lnTo>
                    <a:pt x="34180" y="308773"/>
                  </a:lnTo>
                  <a:lnTo>
                    <a:pt x="39301" y="310240"/>
                  </a:lnTo>
                  <a:lnTo>
                    <a:pt x="44466" y="311543"/>
                  </a:lnTo>
                  <a:lnTo>
                    <a:pt x="49670" y="312680"/>
                  </a:lnTo>
                  <a:lnTo>
                    <a:pt x="54908" y="313652"/>
                  </a:lnTo>
                  <a:lnTo>
                    <a:pt x="60174" y="314456"/>
                  </a:lnTo>
                  <a:lnTo>
                    <a:pt x="65463" y="315092"/>
                  </a:lnTo>
                  <a:lnTo>
                    <a:pt x="70769" y="315559"/>
                  </a:lnTo>
                  <a:lnTo>
                    <a:pt x="76088" y="315856"/>
                  </a:lnTo>
                  <a:lnTo>
                    <a:pt x="81413" y="315984"/>
                  </a:lnTo>
                  <a:lnTo>
                    <a:pt x="86740" y="315943"/>
                  </a:lnTo>
                  <a:lnTo>
                    <a:pt x="92062" y="315731"/>
                  </a:lnTo>
                  <a:lnTo>
                    <a:pt x="97376" y="315350"/>
                  </a:lnTo>
                  <a:lnTo>
                    <a:pt x="102674" y="314800"/>
                  </a:lnTo>
                  <a:lnTo>
                    <a:pt x="107952" y="314082"/>
                  </a:lnTo>
                  <a:lnTo>
                    <a:pt x="113205" y="313196"/>
                  </a:lnTo>
                  <a:lnTo>
                    <a:pt x="118427" y="312142"/>
                  </a:lnTo>
                  <a:lnTo>
                    <a:pt x="123612" y="310923"/>
                  </a:lnTo>
                  <a:lnTo>
                    <a:pt x="128756" y="309540"/>
                  </a:lnTo>
                  <a:lnTo>
                    <a:pt x="133854" y="307993"/>
                  </a:lnTo>
                  <a:lnTo>
                    <a:pt x="138899" y="306284"/>
                  </a:lnTo>
                  <a:lnTo>
                    <a:pt x="143888" y="304416"/>
                  </a:lnTo>
                  <a:lnTo>
                    <a:pt x="148814" y="302390"/>
                  </a:lnTo>
                  <a:lnTo>
                    <a:pt x="153674" y="300208"/>
                  </a:lnTo>
                  <a:lnTo>
                    <a:pt x="158461" y="297872"/>
                  </a:lnTo>
                  <a:lnTo>
                    <a:pt x="163171" y="295384"/>
                  </a:lnTo>
                  <a:lnTo>
                    <a:pt x="167800" y="292748"/>
                  </a:lnTo>
                  <a:lnTo>
                    <a:pt x="172343" y="289966"/>
                  </a:lnTo>
                  <a:lnTo>
                    <a:pt x="176794" y="287040"/>
                  </a:lnTo>
                  <a:lnTo>
                    <a:pt x="181150" y="283974"/>
                  </a:lnTo>
                  <a:lnTo>
                    <a:pt x="185407" y="280771"/>
                  </a:lnTo>
                  <a:lnTo>
                    <a:pt x="189559" y="277434"/>
                  </a:lnTo>
                  <a:lnTo>
                    <a:pt x="193602" y="273966"/>
                  </a:lnTo>
                  <a:lnTo>
                    <a:pt x="197533" y="270371"/>
                  </a:lnTo>
                  <a:lnTo>
                    <a:pt x="201348" y="266653"/>
                  </a:lnTo>
                  <a:lnTo>
                    <a:pt x="205042" y="262815"/>
                  </a:lnTo>
                  <a:lnTo>
                    <a:pt x="208612" y="258861"/>
                  </a:lnTo>
                  <a:lnTo>
                    <a:pt x="212054" y="254796"/>
                  </a:lnTo>
                  <a:lnTo>
                    <a:pt x="215365" y="250623"/>
                  </a:lnTo>
                  <a:lnTo>
                    <a:pt x="218541" y="246346"/>
                  </a:lnTo>
                  <a:lnTo>
                    <a:pt x="221579" y="241971"/>
                  </a:lnTo>
                  <a:lnTo>
                    <a:pt x="224476" y="237501"/>
                  </a:lnTo>
                  <a:lnTo>
                    <a:pt x="227230" y="232941"/>
                  </a:lnTo>
                  <a:lnTo>
                    <a:pt x="229837" y="228295"/>
                  </a:lnTo>
                  <a:lnTo>
                    <a:pt x="232294" y="223569"/>
                  </a:lnTo>
                  <a:lnTo>
                    <a:pt x="234600" y="218767"/>
                  </a:lnTo>
                  <a:lnTo>
                    <a:pt x="236751" y="213894"/>
                  </a:lnTo>
                  <a:lnTo>
                    <a:pt x="238746" y="208955"/>
                  </a:lnTo>
                  <a:lnTo>
                    <a:pt x="240583" y="203954"/>
                  </a:lnTo>
                  <a:lnTo>
                    <a:pt x="242260" y="198898"/>
                  </a:lnTo>
                  <a:lnTo>
                    <a:pt x="243774" y="193791"/>
                  </a:lnTo>
                  <a:lnTo>
                    <a:pt x="245125" y="188638"/>
                  </a:lnTo>
                  <a:lnTo>
                    <a:pt x="246311" y="183445"/>
                  </a:lnTo>
                  <a:lnTo>
                    <a:pt x="247331" y="178217"/>
                  </a:lnTo>
                  <a:lnTo>
                    <a:pt x="248184" y="172959"/>
                  </a:lnTo>
                  <a:lnTo>
                    <a:pt x="248869" y="167676"/>
                  </a:lnTo>
                  <a:lnTo>
                    <a:pt x="249386" y="162374"/>
                  </a:lnTo>
                  <a:lnTo>
                    <a:pt x="249733" y="157059"/>
                  </a:lnTo>
                  <a:lnTo>
                    <a:pt x="249911" y="151735"/>
                  </a:lnTo>
                  <a:lnTo>
                    <a:pt x="249919" y="146408"/>
                  </a:lnTo>
                  <a:lnTo>
                    <a:pt x="249757" y="141084"/>
                  </a:lnTo>
                  <a:lnTo>
                    <a:pt x="249425" y="135767"/>
                  </a:lnTo>
                  <a:lnTo>
                    <a:pt x="248925" y="130464"/>
                  </a:lnTo>
                  <a:lnTo>
                    <a:pt x="248256" y="125179"/>
                  </a:lnTo>
                  <a:lnTo>
                    <a:pt x="247418" y="119918"/>
                  </a:lnTo>
                  <a:lnTo>
                    <a:pt x="246414" y="114687"/>
                  </a:lnTo>
                  <a:lnTo>
                    <a:pt x="245243" y="109490"/>
                  </a:lnTo>
                  <a:lnTo>
                    <a:pt x="243907" y="104334"/>
                  </a:lnTo>
                  <a:lnTo>
                    <a:pt x="242408" y="99222"/>
                  </a:lnTo>
                  <a:lnTo>
                    <a:pt x="240747" y="94161"/>
                  </a:lnTo>
                  <a:lnTo>
                    <a:pt x="238925" y="89155"/>
                  </a:lnTo>
                  <a:lnTo>
                    <a:pt x="236944" y="84210"/>
                  </a:lnTo>
                  <a:lnTo>
                    <a:pt x="234808" y="79331"/>
                  </a:lnTo>
                  <a:lnTo>
                    <a:pt x="232516" y="74522"/>
                  </a:lnTo>
                  <a:lnTo>
                    <a:pt x="230073" y="69788"/>
                  </a:lnTo>
                  <a:lnTo>
                    <a:pt x="227480" y="65135"/>
                  </a:lnTo>
                  <a:lnTo>
                    <a:pt x="224740" y="60567"/>
                  </a:lnTo>
                  <a:lnTo>
                    <a:pt x="221856" y="56088"/>
                  </a:lnTo>
                  <a:lnTo>
                    <a:pt x="218831" y="51704"/>
                  </a:lnTo>
                  <a:lnTo>
                    <a:pt x="215667" y="47418"/>
                  </a:lnTo>
                  <a:lnTo>
                    <a:pt x="212369" y="43235"/>
                  </a:lnTo>
                  <a:lnTo>
                    <a:pt x="208939" y="39159"/>
                  </a:lnTo>
                  <a:lnTo>
                    <a:pt x="205381" y="35195"/>
                  </a:lnTo>
                  <a:lnTo>
                    <a:pt x="201698" y="31346"/>
                  </a:lnTo>
                  <a:lnTo>
                    <a:pt x="197895" y="27616"/>
                  </a:lnTo>
                  <a:lnTo>
                    <a:pt x="193975" y="24010"/>
                  </a:lnTo>
                  <a:lnTo>
                    <a:pt x="189941" y="20530"/>
                  </a:lnTo>
                  <a:lnTo>
                    <a:pt x="185799" y="17180"/>
                  </a:lnTo>
                  <a:lnTo>
                    <a:pt x="181553" y="13965"/>
                  </a:lnTo>
                  <a:lnTo>
                    <a:pt x="177206" y="10886"/>
                  </a:lnTo>
                  <a:lnTo>
                    <a:pt x="172763" y="7947"/>
                  </a:lnTo>
                  <a:lnTo>
                    <a:pt x="168229" y="5151"/>
                  </a:lnTo>
                  <a:lnTo>
                    <a:pt x="163608" y="2501"/>
                  </a:lnTo>
                  <a:lnTo>
                    <a:pt x="158905" y="0"/>
                  </a:lnTo>
                  <a:lnTo>
                    <a:pt x="82769" y="148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6136" cy="167167"/>
            </a:xfrm>
            <a:custGeom>
              <a:avLst/>
              <a:pathLst>
                <a:path w="76136" h="167167">
                  <a:moveTo>
                    <a:pt x="76136" y="18344"/>
                  </a:moveTo>
                  <a:lnTo>
                    <a:pt x="71066" y="15858"/>
                  </a:lnTo>
                  <a:lnTo>
                    <a:pt x="65916" y="13544"/>
                  </a:lnTo>
                  <a:lnTo>
                    <a:pt x="60691" y="11406"/>
                  </a:lnTo>
                  <a:lnTo>
                    <a:pt x="55396" y="9445"/>
                  </a:lnTo>
                  <a:lnTo>
                    <a:pt x="50038" y="7664"/>
                  </a:lnTo>
                  <a:lnTo>
                    <a:pt x="44623" y="6065"/>
                  </a:lnTo>
                  <a:lnTo>
                    <a:pt x="39157" y="4650"/>
                  </a:lnTo>
                  <a:lnTo>
                    <a:pt x="33646" y="3421"/>
                  </a:lnTo>
                  <a:lnTo>
                    <a:pt x="28097" y="2378"/>
                  </a:lnTo>
                  <a:lnTo>
                    <a:pt x="22516" y="1523"/>
                  </a:lnTo>
                  <a:lnTo>
                    <a:pt x="16910" y="857"/>
                  </a:lnTo>
                  <a:lnTo>
                    <a:pt x="11284" y="381"/>
                  </a:lnTo>
                  <a:lnTo>
                    <a:pt x="564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4" y="1071028"/>
              <a:ext cx="167164" cy="263981"/>
            </a:xfrm>
            <a:custGeom>
              <a:avLst/>
              <a:pathLst>
                <a:path w="167164" h="263981">
                  <a:moveTo>
                    <a:pt x="167164" y="0"/>
                  </a:moveTo>
                  <a:lnTo>
                    <a:pt x="161785" y="86"/>
                  </a:lnTo>
                  <a:lnTo>
                    <a:pt x="156411" y="346"/>
                  </a:lnTo>
                  <a:lnTo>
                    <a:pt x="151049" y="778"/>
                  </a:lnTo>
                  <a:lnTo>
                    <a:pt x="145703" y="1383"/>
                  </a:lnTo>
                  <a:lnTo>
                    <a:pt x="140380" y="2159"/>
                  </a:lnTo>
                  <a:lnTo>
                    <a:pt x="135084" y="3106"/>
                  </a:lnTo>
                  <a:lnTo>
                    <a:pt x="129821" y="4224"/>
                  </a:lnTo>
                  <a:lnTo>
                    <a:pt x="124598" y="5510"/>
                  </a:lnTo>
                  <a:lnTo>
                    <a:pt x="119418" y="6963"/>
                  </a:lnTo>
                  <a:lnTo>
                    <a:pt x="114287" y="8582"/>
                  </a:lnTo>
                  <a:lnTo>
                    <a:pt x="109212" y="10366"/>
                  </a:lnTo>
                  <a:lnTo>
                    <a:pt x="104196" y="12312"/>
                  </a:lnTo>
                  <a:lnTo>
                    <a:pt x="99246" y="14418"/>
                  </a:lnTo>
                  <a:lnTo>
                    <a:pt x="94366" y="16683"/>
                  </a:lnTo>
                  <a:lnTo>
                    <a:pt x="89562" y="19103"/>
                  </a:lnTo>
                  <a:lnTo>
                    <a:pt x="84837" y="21677"/>
                  </a:lnTo>
                  <a:lnTo>
                    <a:pt x="80199" y="24401"/>
                  </a:lnTo>
                  <a:lnTo>
                    <a:pt x="75650" y="27274"/>
                  </a:lnTo>
                  <a:lnTo>
                    <a:pt x="71196" y="30291"/>
                  </a:lnTo>
                  <a:lnTo>
                    <a:pt x="66841" y="33450"/>
                  </a:lnTo>
                  <a:lnTo>
                    <a:pt x="62590" y="36747"/>
                  </a:lnTo>
                  <a:lnTo>
                    <a:pt x="58448" y="40180"/>
                  </a:lnTo>
                  <a:lnTo>
                    <a:pt x="54418" y="43744"/>
                  </a:lnTo>
                  <a:lnTo>
                    <a:pt x="50505" y="47436"/>
                  </a:lnTo>
                  <a:lnTo>
                    <a:pt x="46712" y="51251"/>
                  </a:lnTo>
                  <a:lnTo>
                    <a:pt x="43045" y="55187"/>
                  </a:lnTo>
                  <a:lnTo>
                    <a:pt x="39506" y="59239"/>
                  </a:lnTo>
                  <a:lnTo>
                    <a:pt x="36099" y="63403"/>
                  </a:lnTo>
                  <a:lnTo>
                    <a:pt x="32828" y="67674"/>
                  </a:lnTo>
                  <a:lnTo>
                    <a:pt x="29696" y="72048"/>
                  </a:lnTo>
                  <a:lnTo>
                    <a:pt x="26707" y="76521"/>
                  </a:lnTo>
                  <a:lnTo>
                    <a:pt x="23863" y="81087"/>
                  </a:lnTo>
                  <a:lnTo>
                    <a:pt x="21167" y="85743"/>
                  </a:lnTo>
                  <a:lnTo>
                    <a:pt x="18622" y="90483"/>
                  </a:lnTo>
                  <a:lnTo>
                    <a:pt x="16232" y="95302"/>
                  </a:lnTo>
                  <a:lnTo>
                    <a:pt x="13998" y="100196"/>
                  </a:lnTo>
                  <a:lnTo>
                    <a:pt x="11922" y="105160"/>
                  </a:lnTo>
                  <a:lnTo>
                    <a:pt x="10007" y="110187"/>
                  </a:lnTo>
                  <a:lnTo>
                    <a:pt x="8255" y="115274"/>
                  </a:lnTo>
                  <a:lnTo>
                    <a:pt x="6667" y="120414"/>
                  </a:lnTo>
                  <a:lnTo>
                    <a:pt x="5246" y="125602"/>
                  </a:lnTo>
                  <a:lnTo>
                    <a:pt x="3992" y="130834"/>
                  </a:lnTo>
                  <a:lnTo>
                    <a:pt x="2908" y="136103"/>
                  </a:lnTo>
                  <a:lnTo>
                    <a:pt x="1993" y="141405"/>
                  </a:lnTo>
                  <a:lnTo>
                    <a:pt x="1250" y="146733"/>
                  </a:lnTo>
                  <a:lnTo>
                    <a:pt x="678" y="152082"/>
                  </a:lnTo>
                  <a:lnTo>
                    <a:pt x="279" y="157447"/>
                  </a:lnTo>
                  <a:lnTo>
                    <a:pt x="53" y="162822"/>
                  </a:lnTo>
                  <a:lnTo>
                    <a:pt x="0" y="168202"/>
                  </a:lnTo>
                  <a:lnTo>
                    <a:pt x="119" y="173580"/>
                  </a:lnTo>
                  <a:lnTo>
                    <a:pt x="412" y="178952"/>
                  </a:lnTo>
                  <a:lnTo>
                    <a:pt x="878" y="184312"/>
                  </a:lnTo>
                  <a:lnTo>
                    <a:pt x="1516" y="189654"/>
                  </a:lnTo>
                  <a:lnTo>
                    <a:pt x="2325" y="194972"/>
                  </a:lnTo>
                  <a:lnTo>
                    <a:pt x="3305" y="200262"/>
                  </a:lnTo>
                  <a:lnTo>
                    <a:pt x="4455" y="205517"/>
                  </a:lnTo>
                  <a:lnTo>
                    <a:pt x="5773" y="210733"/>
                  </a:lnTo>
                  <a:lnTo>
                    <a:pt x="7259" y="215904"/>
                  </a:lnTo>
                  <a:lnTo>
                    <a:pt x="8910" y="221024"/>
                  </a:lnTo>
                  <a:lnTo>
                    <a:pt x="10725" y="226088"/>
                  </a:lnTo>
                  <a:lnTo>
                    <a:pt x="12702" y="231092"/>
                  </a:lnTo>
                  <a:lnTo>
                    <a:pt x="14838" y="236029"/>
                  </a:lnTo>
                  <a:lnTo>
                    <a:pt x="17133" y="240895"/>
                  </a:lnTo>
                  <a:lnTo>
                    <a:pt x="19583" y="245684"/>
                  </a:lnTo>
                  <a:lnTo>
                    <a:pt x="22186" y="250392"/>
                  </a:lnTo>
                  <a:lnTo>
                    <a:pt x="24939" y="255014"/>
                  </a:lnTo>
                  <a:lnTo>
                    <a:pt x="27840" y="259545"/>
                  </a:lnTo>
                  <a:lnTo>
                    <a:pt x="30884" y="26398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08979" y="1238196"/>
              <a:ext cx="136279" cy="96813"/>
            </a:xfrm>
            <a:custGeom>
              <a:avLst/>
              <a:pathLst>
                <a:path w="136279" h="96813">
                  <a:moveTo>
                    <a:pt x="0" y="96813"/>
                  </a:moveTo>
                  <a:lnTo>
                    <a:pt x="1362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08979" y="1172431"/>
              <a:ext cx="303439" cy="232931"/>
            </a:xfrm>
            <a:custGeom>
              <a:avLst/>
              <a:pathLst>
                <a:path w="303439" h="232931">
                  <a:moveTo>
                    <a:pt x="0" y="162578"/>
                  </a:moveTo>
                  <a:lnTo>
                    <a:pt x="3149" y="166865"/>
                  </a:lnTo>
                  <a:lnTo>
                    <a:pt x="6434" y="171051"/>
                  </a:lnTo>
                  <a:lnTo>
                    <a:pt x="9851" y="175130"/>
                  </a:lnTo>
                  <a:lnTo>
                    <a:pt x="13395" y="179098"/>
                  </a:lnTo>
                  <a:lnTo>
                    <a:pt x="17064" y="182951"/>
                  </a:lnTo>
                  <a:lnTo>
                    <a:pt x="20854" y="186685"/>
                  </a:lnTo>
                  <a:lnTo>
                    <a:pt x="24760" y="190297"/>
                  </a:lnTo>
                  <a:lnTo>
                    <a:pt x="28780" y="193783"/>
                  </a:lnTo>
                  <a:lnTo>
                    <a:pt x="32908" y="197139"/>
                  </a:lnTo>
                  <a:lnTo>
                    <a:pt x="37141" y="200362"/>
                  </a:lnTo>
                  <a:lnTo>
                    <a:pt x="41475" y="203449"/>
                  </a:lnTo>
                  <a:lnTo>
                    <a:pt x="45905" y="206396"/>
                  </a:lnTo>
                  <a:lnTo>
                    <a:pt x="50426" y="209201"/>
                  </a:lnTo>
                  <a:lnTo>
                    <a:pt x="55034" y="211861"/>
                  </a:lnTo>
                  <a:lnTo>
                    <a:pt x="59724" y="214372"/>
                  </a:lnTo>
                  <a:lnTo>
                    <a:pt x="64492" y="216733"/>
                  </a:lnTo>
                  <a:lnTo>
                    <a:pt x="69333" y="218941"/>
                  </a:lnTo>
                  <a:lnTo>
                    <a:pt x="74242" y="220994"/>
                  </a:lnTo>
                  <a:lnTo>
                    <a:pt x="79213" y="222889"/>
                  </a:lnTo>
                  <a:lnTo>
                    <a:pt x="84242" y="224626"/>
                  </a:lnTo>
                  <a:lnTo>
                    <a:pt x="89324" y="226201"/>
                  </a:lnTo>
                  <a:lnTo>
                    <a:pt x="94454" y="227614"/>
                  </a:lnTo>
                  <a:lnTo>
                    <a:pt x="99625" y="228864"/>
                  </a:lnTo>
                  <a:lnTo>
                    <a:pt x="104834" y="229947"/>
                  </a:lnTo>
                  <a:lnTo>
                    <a:pt x="110075" y="230865"/>
                  </a:lnTo>
                  <a:lnTo>
                    <a:pt x="115342" y="231615"/>
                  </a:lnTo>
                  <a:lnTo>
                    <a:pt x="120631" y="232197"/>
                  </a:lnTo>
                  <a:lnTo>
                    <a:pt x="125935" y="232611"/>
                  </a:lnTo>
                  <a:lnTo>
                    <a:pt x="131250" y="232856"/>
                  </a:lnTo>
                  <a:lnTo>
                    <a:pt x="136570" y="232931"/>
                  </a:lnTo>
                  <a:lnTo>
                    <a:pt x="141890" y="232837"/>
                  </a:lnTo>
                  <a:lnTo>
                    <a:pt x="147204" y="232574"/>
                  </a:lnTo>
                  <a:lnTo>
                    <a:pt x="152507" y="232142"/>
                  </a:lnTo>
                  <a:lnTo>
                    <a:pt x="157793" y="231541"/>
                  </a:lnTo>
                  <a:lnTo>
                    <a:pt x="163058" y="230772"/>
                  </a:lnTo>
                  <a:lnTo>
                    <a:pt x="168296" y="229837"/>
                  </a:lnTo>
                  <a:lnTo>
                    <a:pt x="173501" y="228735"/>
                  </a:lnTo>
                  <a:lnTo>
                    <a:pt x="178668" y="227468"/>
                  </a:lnTo>
                  <a:lnTo>
                    <a:pt x="183793" y="226037"/>
                  </a:lnTo>
                  <a:lnTo>
                    <a:pt x="188869" y="224444"/>
                  </a:lnTo>
                  <a:lnTo>
                    <a:pt x="193892" y="222690"/>
                  </a:lnTo>
                  <a:lnTo>
                    <a:pt x="198857" y="220777"/>
                  </a:lnTo>
                  <a:lnTo>
                    <a:pt x="203758" y="218707"/>
                  </a:lnTo>
                  <a:lnTo>
                    <a:pt x="208591" y="216482"/>
                  </a:lnTo>
                  <a:lnTo>
                    <a:pt x="213351" y="214104"/>
                  </a:lnTo>
                  <a:lnTo>
                    <a:pt x="218033" y="211576"/>
                  </a:lnTo>
                  <a:lnTo>
                    <a:pt x="222631" y="208901"/>
                  </a:lnTo>
                  <a:lnTo>
                    <a:pt x="227143" y="206080"/>
                  </a:lnTo>
                  <a:lnTo>
                    <a:pt x="231562" y="203118"/>
                  </a:lnTo>
                  <a:lnTo>
                    <a:pt x="235885" y="200016"/>
                  </a:lnTo>
                  <a:lnTo>
                    <a:pt x="240107" y="196778"/>
                  </a:lnTo>
                  <a:lnTo>
                    <a:pt x="244224" y="193408"/>
                  </a:lnTo>
                  <a:lnTo>
                    <a:pt x="248231" y="189908"/>
                  </a:lnTo>
                  <a:lnTo>
                    <a:pt x="252125" y="186282"/>
                  </a:lnTo>
                  <a:lnTo>
                    <a:pt x="255902" y="182534"/>
                  </a:lnTo>
                  <a:lnTo>
                    <a:pt x="259557" y="178669"/>
                  </a:lnTo>
                  <a:lnTo>
                    <a:pt x="263088" y="174688"/>
                  </a:lnTo>
                  <a:lnTo>
                    <a:pt x="266490" y="170598"/>
                  </a:lnTo>
                  <a:lnTo>
                    <a:pt x="269760" y="166401"/>
                  </a:lnTo>
                  <a:lnTo>
                    <a:pt x="272895" y="162102"/>
                  </a:lnTo>
                  <a:lnTo>
                    <a:pt x="275892" y="157706"/>
                  </a:lnTo>
                  <a:lnTo>
                    <a:pt x="278747" y="153216"/>
                  </a:lnTo>
                  <a:lnTo>
                    <a:pt x="281458" y="148638"/>
                  </a:lnTo>
                  <a:lnTo>
                    <a:pt x="284021" y="143976"/>
                  </a:lnTo>
                  <a:lnTo>
                    <a:pt x="286436" y="139235"/>
                  </a:lnTo>
                  <a:lnTo>
                    <a:pt x="288698" y="134419"/>
                  </a:lnTo>
                  <a:lnTo>
                    <a:pt x="290805" y="129534"/>
                  </a:lnTo>
                  <a:lnTo>
                    <a:pt x="292756" y="124584"/>
                  </a:lnTo>
                  <a:lnTo>
                    <a:pt x="294549" y="119574"/>
                  </a:lnTo>
                  <a:lnTo>
                    <a:pt x="296181" y="114510"/>
                  </a:lnTo>
                  <a:lnTo>
                    <a:pt x="297651" y="109397"/>
                  </a:lnTo>
                  <a:lnTo>
                    <a:pt x="298958" y="104239"/>
                  </a:lnTo>
                  <a:lnTo>
                    <a:pt x="300100" y="99043"/>
                  </a:lnTo>
                  <a:lnTo>
                    <a:pt x="301076" y="93813"/>
                  </a:lnTo>
                  <a:lnTo>
                    <a:pt x="301885" y="88554"/>
                  </a:lnTo>
                  <a:lnTo>
                    <a:pt x="302527" y="83272"/>
                  </a:lnTo>
                  <a:lnTo>
                    <a:pt x="303000" y="77973"/>
                  </a:lnTo>
                  <a:lnTo>
                    <a:pt x="303304" y="72661"/>
                  </a:lnTo>
                  <a:lnTo>
                    <a:pt x="303439" y="67342"/>
                  </a:lnTo>
                  <a:lnTo>
                    <a:pt x="303404" y="62022"/>
                  </a:lnTo>
                  <a:lnTo>
                    <a:pt x="303201" y="56705"/>
                  </a:lnTo>
                  <a:lnTo>
                    <a:pt x="302828" y="51398"/>
                  </a:lnTo>
                  <a:lnTo>
                    <a:pt x="302286" y="46105"/>
                  </a:lnTo>
                  <a:lnTo>
                    <a:pt x="301577" y="40832"/>
                  </a:lnTo>
                  <a:lnTo>
                    <a:pt x="300699" y="35584"/>
                  </a:lnTo>
                  <a:lnTo>
                    <a:pt x="299656" y="30367"/>
                  </a:lnTo>
                  <a:lnTo>
                    <a:pt x="298447" y="25186"/>
                  </a:lnTo>
                  <a:lnTo>
                    <a:pt x="297073" y="20046"/>
                  </a:lnTo>
                  <a:lnTo>
                    <a:pt x="295537" y="14952"/>
                  </a:lnTo>
                  <a:lnTo>
                    <a:pt x="293839" y="9910"/>
                  </a:lnTo>
                  <a:lnTo>
                    <a:pt x="291982" y="4924"/>
                  </a:lnTo>
                  <a:lnTo>
                    <a:pt x="289967" y="0"/>
                  </a:lnTo>
                  <a:lnTo>
                    <a:pt x="136279" y="65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3687" cy="167167"/>
            </a:xfrm>
            <a:custGeom>
              <a:avLst/>
              <a:pathLst>
                <a:path w="153687" h="167167">
                  <a:moveTo>
                    <a:pt x="153687" y="101403"/>
                  </a:moveTo>
                  <a:lnTo>
                    <a:pt x="151476" y="96458"/>
                  </a:lnTo>
                  <a:lnTo>
                    <a:pt x="149106" y="91588"/>
                  </a:lnTo>
                  <a:lnTo>
                    <a:pt x="146579" y="86797"/>
                  </a:lnTo>
                  <a:lnTo>
                    <a:pt x="143899" y="82091"/>
                  </a:lnTo>
                  <a:lnTo>
                    <a:pt x="141067" y="77474"/>
                  </a:lnTo>
                  <a:lnTo>
                    <a:pt x="138087" y="72951"/>
                  </a:lnTo>
                  <a:lnTo>
                    <a:pt x="134963" y="68527"/>
                  </a:lnTo>
                  <a:lnTo>
                    <a:pt x="131696" y="64206"/>
                  </a:lnTo>
                  <a:lnTo>
                    <a:pt x="128292" y="59994"/>
                  </a:lnTo>
                  <a:lnTo>
                    <a:pt x="124752" y="55894"/>
                  </a:lnTo>
                  <a:lnTo>
                    <a:pt x="121082" y="51911"/>
                  </a:lnTo>
                  <a:lnTo>
                    <a:pt x="117284" y="48049"/>
                  </a:lnTo>
                  <a:lnTo>
                    <a:pt x="113364" y="44312"/>
                  </a:lnTo>
                  <a:lnTo>
                    <a:pt x="109324" y="40703"/>
                  </a:lnTo>
                  <a:lnTo>
                    <a:pt x="105170" y="37228"/>
                  </a:lnTo>
                  <a:lnTo>
                    <a:pt x="100905" y="33889"/>
                  </a:lnTo>
                  <a:lnTo>
                    <a:pt x="96535" y="30690"/>
                  </a:lnTo>
                  <a:lnTo>
                    <a:pt x="92063" y="27634"/>
                  </a:lnTo>
                  <a:lnTo>
                    <a:pt x="87494" y="24725"/>
                  </a:lnTo>
                  <a:lnTo>
                    <a:pt x="82834" y="21965"/>
                  </a:lnTo>
                  <a:lnTo>
                    <a:pt x="78086" y="19358"/>
                  </a:lnTo>
                  <a:lnTo>
                    <a:pt x="73257" y="16906"/>
                  </a:lnTo>
                  <a:lnTo>
                    <a:pt x="68350" y="14612"/>
                  </a:lnTo>
                  <a:lnTo>
                    <a:pt x="63372" y="12477"/>
                  </a:lnTo>
                  <a:lnTo>
                    <a:pt x="58328" y="10506"/>
                  </a:lnTo>
                  <a:lnTo>
                    <a:pt x="53222" y="8698"/>
                  </a:lnTo>
                  <a:lnTo>
                    <a:pt x="48060" y="7057"/>
                  </a:lnTo>
                  <a:lnTo>
                    <a:pt x="42848" y="5584"/>
                  </a:lnTo>
                  <a:lnTo>
                    <a:pt x="37591" y="4281"/>
                  </a:lnTo>
                  <a:lnTo>
                    <a:pt x="32294" y="3149"/>
                  </a:lnTo>
                  <a:lnTo>
                    <a:pt x="26964" y="2189"/>
                  </a:lnTo>
                  <a:lnTo>
                    <a:pt x="21605" y="1402"/>
                  </a:lnTo>
                  <a:lnTo>
                    <a:pt x="16223" y="789"/>
                  </a:lnTo>
                  <a:lnTo>
                    <a:pt x="10825" y="350"/>
                  </a:lnTo>
                  <a:lnTo>
                    <a:pt x="541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8572" y="941493"/>
              <a:ext cx="84971" cy="167167"/>
            </a:xfrm>
            <a:custGeom>
              <a:avLst/>
              <a:pathLst>
                <a:path w="84971" h="167167">
                  <a:moveTo>
                    <a:pt x="84971" y="0"/>
                  </a:moveTo>
                  <a:lnTo>
                    <a:pt x="79030" y="105"/>
                  </a:lnTo>
                  <a:lnTo>
                    <a:pt x="73096" y="422"/>
                  </a:lnTo>
                  <a:lnTo>
                    <a:pt x="67178" y="949"/>
                  </a:lnTo>
                  <a:lnTo>
                    <a:pt x="61282" y="1687"/>
                  </a:lnTo>
                  <a:lnTo>
                    <a:pt x="55415" y="2633"/>
                  </a:lnTo>
                  <a:lnTo>
                    <a:pt x="49587" y="3787"/>
                  </a:lnTo>
                  <a:lnTo>
                    <a:pt x="43802" y="5148"/>
                  </a:lnTo>
                  <a:lnTo>
                    <a:pt x="38070" y="6714"/>
                  </a:lnTo>
                  <a:lnTo>
                    <a:pt x="32397" y="8482"/>
                  </a:lnTo>
                  <a:lnTo>
                    <a:pt x="26791" y="10451"/>
                  </a:lnTo>
                  <a:lnTo>
                    <a:pt x="21258" y="12617"/>
                  </a:lnTo>
                  <a:lnTo>
                    <a:pt x="15806" y="14979"/>
                  </a:lnTo>
                  <a:lnTo>
                    <a:pt x="10440" y="17534"/>
                  </a:lnTo>
                  <a:lnTo>
                    <a:pt x="5170" y="20277"/>
                  </a:lnTo>
                  <a:lnTo>
                    <a:pt x="0" y="23206"/>
                  </a:lnTo>
                  <a:lnTo>
                    <a:pt x="8497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572" y="964699"/>
              <a:ext cx="84971" cy="143960"/>
            </a:xfrm>
            <a:custGeom>
              <a:avLst/>
              <a:pathLst>
                <a:path w="84971" h="143960">
                  <a:moveTo>
                    <a:pt x="0" y="0"/>
                  </a:moveTo>
                  <a:lnTo>
                    <a:pt x="84971" y="1439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79" y="946544"/>
              <a:ext cx="334330" cy="329265"/>
            </a:xfrm>
            <a:custGeom>
              <a:avLst/>
              <a:pathLst>
                <a:path w="334330" h="329265">
                  <a:moveTo>
                    <a:pt x="82192" y="18154"/>
                  </a:moveTo>
                  <a:lnTo>
                    <a:pt x="77682" y="20914"/>
                  </a:lnTo>
                  <a:lnTo>
                    <a:pt x="73261" y="23814"/>
                  </a:lnTo>
                  <a:lnTo>
                    <a:pt x="68935" y="26853"/>
                  </a:lnTo>
                  <a:lnTo>
                    <a:pt x="64706" y="30027"/>
                  </a:lnTo>
                  <a:lnTo>
                    <a:pt x="60580" y="33333"/>
                  </a:lnTo>
                  <a:lnTo>
                    <a:pt x="56561" y="36768"/>
                  </a:lnTo>
                  <a:lnTo>
                    <a:pt x="52652" y="40328"/>
                  </a:lnTo>
                  <a:lnTo>
                    <a:pt x="48858" y="44011"/>
                  </a:lnTo>
                  <a:lnTo>
                    <a:pt x="45182" y="47811"/>
                  </a:lnTo>
                  <a:lnTo>
                    <a:pt x="41629" y="51726"/>
                  </a:lnTo>
                  <a:lnTo>
                    <a:pt x="38200" y="55751"/>
                  </a:lnTo>
                  <a:lnTo>
                    <a:pt x="34901" y="59883"/>
                  </a:lnTo>
                  <a:lnTo>
                    <a:pt x="31734" y="64116"/>
                  </a:lnTo>
                  <a:lnTo>
                    <a:pt x="28703" y="68448"/>
                  </a:lnTo>
                  <a:lnTo>
                    <a:pt x="25810" y="72874"/>
                  </a:lnTo>
                  <a:lnTo>
                    <a:pt x="23059" y="77389"/>
                  </a:lnTo>
                  <a:lnTo>
                    <a:pt x="20451" y="81988"/>
                  </a:lnTo>
                  <a:lnTo>
                    <a:pt x="17991" y="86668"/>
                  </a:lnTo>
                  <a:lnTo>
                    <a:pt x="15679" y="91423"/>
                  </a:lnTo>
                  <a:lnTo>
                    <a:pt x="13519" y="96249"/>
                  </a:lnTo>
                  <a:lnTo>
                    <a:pt x="11513" y="101141"/>
                  </a:lnTo>
                  <a:lnTo>
                    <a:pt x="9663" y="106094"/>
                  </a:lnTo>
                  <a:lnTo>
                    <a:pt x="7970" y="111102"/>
                  </a:lnTo>
                  <a:lnTo>
                    <a:pt x="6436" y="116162"/>
                  </a:lnTo>
                  <a:lnTo>
                    <a:pt x="5064" y="121268"/>
                  </a:lnTo>
                  <a:lnTo>
                    <a:pt x="3853" y="126415"/>
                  </a:lnTo>
                  <a:lnTo>
                    <a:pt x="2806" y="131597"/>
                  </a:lnTo>
                  <a:lnTo>
                    <a:pt x="1923" y="136810"/>
                  </a:lnTo>
                  <a:lnTo>
                    <a:pt x="1205" y="142048"/>
                  </a:lnTo>
                  <a:lnTo>
                    <a:pt x="654" y="147307"/>
                  </a:lnTo>
                  <a:lnTo>
                    <a:pt x="268" y="152580"/>
                  </a:lnTo>
                  <a:lnTo>
                    <a:pt x="50" y="157863"/>
                  </a:lnTo>
                  <a:lnTo>
                    <a:pt x="0" y="163150"/>
                  </a:lnTo>
                  <a:lnTo>
                    <a:pt x="116" y="168435"/>
                  </a:lnTo>
                  <a:lnTo>
                    <a:pt x="399" y="173715"/>
                  </a:lnTo>
                  <a:lnTo>
                    <a:pt x="849" y="178983"/>
                  </a:lnTo>
                  <a:lnTo>
                    <a:pt x="1466" y="184234"/>
                  </a:lnTo>
                  <a:lnTo>
                    <a:pt x="2248" y="189463"/>
                  </a:lnTo>
                  <a:lnTo>
                    <a:pt x="3196" y="194665"/>
                  </a:lnTo>
                  <a:lnTo>
                    <a:pt x="4307" y="199834"/>
                  </a:lnTo>
                  <a:lnTo>
                    <a:pt x="5581" y="204965"/>
                  </a:lnTo>
                  <a:lnTo>
                    <a:pt x="7017" y="210054"/>
                  </a:lnTo>
                  <a:lnTo>
                    <a:pt x="8613" y="215094"/>
                  </a:lnTo>
                  <a:lnTo>
                    <a:pt x="10368" y="220082"/>
                  </a:lnTo>
                  <a:lnTo>
                    <a:pt x="12280" y="225011"/>
                  </a:lnTo>
                  <a:lnTo>
                    <a:pt x="14346" y="229878"/>
                  </a:lnTo>
                  <a:lnTo>
                    <a:pt x="16565" y="234677"/>
                  </a:lnTo>
                  <a:lnTo>
                    <a:pt x="18935" y="239403"/>
                  </a:lnTo>
                  <a:lnTo>
                    <a:pt x="21454" y="244052"/>
                  </a:lnTo>
                  <a:lnTo>
                    <a:pt x="24118" y="248619"/>
                  </a:lnTo>
                  <a:lnTo>
                    <a:pt x="26925" y="253099"/>
                  </a:lnTo>
                  <a:lnTo>
                    <a:pt x="29872" y="257489"/>
                  </a:lnTo>
                  <a:lnTo>
                    <a:pt x="32957" y="261783"/>
                  </a:lnTo>
                  <a:lnTo>
                    <a:pt x="36176" y="265977"/>
                  </a:lnTo>
                  <a:lnTo>
                    <a:pt x="39526" y="270067"/>
                  </a:lnTo>
                  <a:lnTo>
                    <a:pt x="43004" y="274050"/>
                  </a:lnTo>
                  <a:lnTo>
                    <a:pt x="46606" y="277920"/>
                  </a:lnTo>
                  <a:lnTo>
                    <a:pt x="50328" y="281675"/>
                  </a:lnTo>
                  <a:lnTo>
                    <a:pt x="54168" y="285310"/>
                  </a:lnTo>
                  <a:lnTo>
                    <a:pt x="58120" y="288822"/>
                  </a:lnTo>
                  <a:lnTo>
                    <a:pt x="62182" y="292207"/>
                  </a:lnTo>
                  <a:lnTo>
                    <a:pt x="66348" y="295462"/>
                  </a:lnTo>
                  <a:lnTo>
                    <a:pt x="70616" y="298583"/>
                  </a:lnTo>
                  <a:lnTo>
                    <a:pt x="74979" y="301568"/>
                  </a:lnTo>
                  <a:lnTo>
                    <a:pt x="79436" y="304414"/>
                  </a:lnTo>
                  <a:lnTo>
                    <a:pt x="83980" y="307117"/>
                  </a:lnTo>
                  <a:lnTo>
                    <a:pt x="88607" y="309675"/>
                  </a:lnTo>
                  <a:lnTo>
                    <a:pt x="93312" y="312085"/>
                  </a:lnTo>
                  <a:lnTo>
                    <a:pt x="98092" y="314346"/>
                  </a:lnTo>
                  <a:lnTo>
                    <a:pt x="102941" y="316454"/>
                  </a:lnTo>
                  <a:lnTo>
                    <a:pt x="107854" y="318408"/>
                  </a:lnTo>
                  <a:lnTo>
                    <a:pt x="112826" y="320205"/>
                  </a:lnTo>
                  <a:lnTo>
                    <a:pt x="117853" y="321844"/>
                  </a:lnTo>
                  <a:lnTo>
                    <a:pt x="122929" y="323324"/>
                  </a:lnTo>
                  <a:lnTo>
                    <a:pt x="128049" y="324642"/>
                  </a:lnTo>
                  <a:lnTo>
                    <a:pt x="133208" y="325798"/>
                  </a:lnTo>
                  <a:lnTo>
                    <a:pt x="138401" y="326790"/>
                  </a:lnTo>
                  <a:lnTo>
                    <a:pt x="143623" y="327617"/>
                  </a:lnTo>
                  <a:lnTo>
                    <a:pt x="148869" y="328279"/>
                  </a:lnTo>
                  <a:lnTo>
                    <a:pt x="154133" y="328774"/>
                  </a:lnTo>
                  <a:lnTo>
                    <a:pt x="159410" y="329103"/>
                  </a:lnTo>
                  <a:lnTo>
                    <a:pt x="164695" y="329265"/>
                  </a:lnTo>
                  <a:lnTo>
                    <a:pt x="169982" y="329259"/>
                  </a:lnTo>
                  <a:lnTo>
                    <a:pt x="175266" y="329086"/>
                  </a:lnTo>
                  <a:lnTo>
                    <a:pt x="180542" y="328747"/>
                  </a:lnTo>
                  <a:lnTo>
                    <a:pt x="185805" y="328240"/>
                  </a:lnTo>
                  <a:lnTo>
                    <a:pt x="191049" y="327568"/>
                  </a:lnTo>
                  <a:lnTo>
                    <a:pt x="196270" y="326730"/>
                  </a:lnTo>
                  <a:lnTo>
                    <a:pt x="201461" y="325727"/>
                  </a:lnTo>
                  <a:lnTo>
                    <a:pt x="206618" y="324560"/>
                  </a:lnTo>
                  <a:lnTo>
                    <a:pt x="211735" y="323231"/>
                  </a:lnTo>
                  <a:lnTo>
                    <a:pt x="216808" y="321741"/>
                  </a:lnTo>
                  <a:lnTo>
                    <a:pt x="221831" y="320091"/>
                  </a:lnTo>
                  <a:lnTo>
                    <a:pt x="226800" y="318284"/>
                  </a:lnTo>
                  <a:lnTo>
                    <a:pt x="231709" y="316320"/>
                  </a:lnTo>
                  <a:lnTo>
                    <a:pt x="236553" y="314201"/>
                  </a:lnTo>
                  <a:lnTo>
                    <a:pt x="241328" y="311931"/>
                  </a:lnTo>
                  <a:lnTo>
                    <a:pt x="246029" y="309510"/>
                  </a:lnTo>
                  <a:lnTo>
                    <a:pt x="250650" y="306943"/>
                  </a:lnTo>
                  <a:lnTo>
                    <a:pt x="255189" y="304230"/>
                  </a:lnTo>
                  <a:lnTo>
                    <a:pt x="259639" y="301375"/>
                  </a:lnTo>
                  <a:lnTo>
                    <a:pt x="263997" y="298381"/>
                  </a:lnTo>
                  <a:lnTo>
                    <a:pt x="268257" y="295251"/>
                  </a:lnTo>
                  <a:lnTo>
                    <a:pt x="272417" y="291987"/>
                  </a:lnTo>
                  <a:lnTo>
                    <a:pt x="276472" y="288594"/>
                  </a:lnTo>
                  <a:lnTo>
                    <a:pt x="280417" y="285074"/>
                  </a:lnTo>
                  <a:lnTo>
                    <a:pt x="284248" y="281431"/>
                  </a:lnTo>
                  <a:lnTo>
                    <a:pt x="287963" y="277668"/>
                  </a:lnTo>
                  <a:lnTo>
                    <a:pt x="291557" y="273790"/>
                  </a:lnTo>
                  <a:lnTo>
                    <a:pt x="295026" y="269801"/>
                  </a:lnTo>
                  <a:lnTo>
                    <a:pt x="298368" y="265703"/>
                  </a:lnTo>
                  <a:lnTo>
                    <a:pt x="301578" y="261502"/>
                  </a:lnTo>
                  <a:lnTo>
                    <a:pt x="304654" y="257202"/>
                  </a:lnTo>
                  <a:lnTo>
                    <a:pt x="307592" y="252806"/>
                  </a:lnTo>
                  <a:lnTo>
                    <a:pt x="310390" y="248320"/>
                  </a:lnTo>
                  <a:lnTo>
                    <a:pt x="313044" y="243747"/>
                  </a:lnTo>
                  <a:lnTo>
                    <a:pt x="315553" y="239093"/>
                  </a:lnTo>
                  <a:lnTo>
                    <a:pt x="317913" y="234362"/>
                  </a:lnTo>
                  <a:lnTo>
                    <a:pt x="320122" y="229559"/>
                  </a:lnTo>
                  <a:lnTo>
                    <a:pt x="322179" y="224688"/>
                  </a:lnTo>
                  <a:lnTo>
                    <a:pt x="324080" y="219754"/>
                  </a:lnTo>
                  <a:lnTo>
                    <a:pt x="325824" y="214763"/>
                  </a:lnTo>
                  <a:lnTo>
                    <a:pt x="327410" y="209719"/>
                  </a:lnTo>
                  <a:lnTo>
                    <a:pt x="328835" y="204628"/>
                  </a:lnTo>
                  <a:lnTo>
                    <a:pt x="330099" y="199494"/>
                  </a:lnTo>
                  <a:lnTo>
                    <a:pt x="331199" y="194322"/>
                  </a:lnTo>
                  <a:lnTo>
                    <a:pt x="332136" y="189119"/>
                  </a:lnTo>
                  <a:lnTo>
                    <a:pt x="332907" y="183888"/>
                  </a:lnTo>
                  <a:lnTo>
                    <a:pt x="333513" y="178636"/>
                  </a:lnTo>
                  <a:lnTo>
                    <a:pt x="333952" y="173367"/>
                  </a:lnTo>
                  <a:lnTo>
                    <a:pt x="334225" y="168087"/>
                  </a:lnTo>
                  <a:lnTo>
                    <a:pt x="334330" y="162801"/>
                  </a:lnTo>
                  <a:lnTo>
                    <a:pt x="334268" y="157514"/>
                  </a:lnTo>
                  <a:lnTo>
                    <a:pt x="334039" y="152232"/>
                  </a:lnTo>
                  <a:lnTo>
                    <a:pt x="333643" y="146959"/>
                  </a:lnTo>
                  <a:lnTo>
                    <a:pt x="333080" y="141702"/>
                  </a:lnTo>
                  <a:lnTo>
                    <a:pt x="332352" y="136465"/>
                  </a:lnTo>
                  <a:lnTo>
                    <a:pt x="331458" y="131254"/>
                  </a:lnTo>
                  <a:lnTo>
                    <a:pt x="330400" y="126074"/>
                  </a:lnTo>
                  <a:lnTo>
                    <a:pt x="329178" y="120930"/>
                  </a:lnTo>
                  <a:lnTo>
                    <a:pt x="327795" y="115827"/>
                  </a:lnTo>
                  <a:lnTo>
                    <a:pt x="326251" y="110770"/>
                  </a:lnTo>
                  <a:lnTo>
                    <a:pt x="324547" y="105765"/>
                  </a:lnTo>
                  <a:lnTo>
                    <a:pt x="322687" y="100816"/>
                  </a:lnTo>
                  <a:lnTo>
                    <a:pt x="320670" y="95928"/>
                  </a:lnTo>
                  <a:lnTo>
                    <a:pt x="318500" y="91107"/>
                  </a:lnTo>
                  <a:lnTo>
                    <a:pt x="316179" y="86357"/>
                  </a:lnTo>
                  <a:lnTo>
                    <a:pt x="313709" y="81682"/>
                  </a:lnTo>
                  <a:lnTo>
                    <a:pt x="311092" y="77088"/>
                  </a:lnTo>
                  <a:lnTo>
                    <a:pt x="308331" y="72579"/>
                  </a:lnTo>
                  <a:lnTo>
                    <a:pt x="305429" y="68159"/>
                  </a:lnTo>
                  <a:lnTo>
                    <a:pt x="302388" y="63834"/>
                  </a:lnTo>
                  <a:lnTo>
                    <a:pt x="299213" y="59607"/>
                  </a:lnTo>
                  <a:lnTo>
                    <a:pt x="295905" y="55482"/>
                  </a:lnTo>
                  <a:lnTo>
                    <a:pt x="292468" y="51464"/>
                  </a:lnTo>
                  <a:lnTo>
                    <a:pt x="288906" y="47557"/>
                  </a:lnTo>
                  <a:lnTo>
                    <a:pt x="285223" y="43764"/>
                  </a:lnTo>
                  <a:lnTo>
                    <a:pt x="281421" y="40090"/>
                  </a:lnTo>
                  <a:lnTo>
                    <a:pt x="277505" y="36537"/>
                  </a:lnTo>
                  <a:lnTo>
                    <a:pt x="273478" y="33111"/>
                  </a:lnTo>
                  <a:lnTo>
                    <a:pt x="269345" y="29813"/>
                  </a:lnTo>
                  <a:lnTo>
                    <a:pt x="265110" y="26648"/>
                  </a:lnTo>
                  <a:lnTo>
                    <a:pt x="260777" y="23618"/>
                  </a:lnTo>
                  <a:lnTo>
                    <a:pt x="256351" y="20727"/>
                  </a:lnTo>
                  <a:lnTo>
                    <a:pt x="251835" y="17977"/>
                  </a:lnTo>
                  <a:lnTo>
                    <a:pt x="247234" y="15372"/>
                  </a:lnTo>
                  <a:lnTo>
                    <a:pt x="242553" y="12913"/>
                  </a:lnTo>
                  <a:lnTo>
                    <a:pt x="237797" y="10604"/>
                  </a:lnTo>
                  <a:lnTo>
                    <a:pt x="232971" y="8446"/>
                  </a:lnTo>
                  <a:lnTo>
                    <a:pt x="228078" y="6441"/>
                  </a:lnTo>
                  <a:lnTo>
                    <a:pt x="223125" y="4593"/>
                  </a:lnTo>
                  <a:lnTo>
                    <a:pt x="218115" y="2902"/>
                  </a:lnTo>
                  <a:lnTo>
                    <a:pt x="213055" y="1370"/>
                  </a:lnTo>
                  <a:lnTo>
                    <a:pt x="207948" y="0"/>
                  </a:lnTo>
                  <a:lnTo>
                    <a:pt x="167164" y="162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40784" cy="167167"/>
            </a:xfrm>
            <a:custGeom>
              <a:avLst/>
              <a:pathLst>
                <a:path w="40784" h="167167">
                  <a:moveTo>
                    <a:pt x="40784" y="5051"/>
                  </a:moveTo>
                  <a:lnTo>
                    <a:pt x="34092" y="3513"/>
                  </a:lnTo>
                  <a:lnTo>
                    <a:pt x="27343" y="2251"/>
                  </a:lnTo>
                  <a:lnTo>
                    <a:pt x="20548" y="1267"/>
                  </a:lnTo>
                  <a:lnTo>
                    <a:pt x="13717" y="563"/>
                  </a:lnTo>
                  <a:lnTo>
                    <a:pt x="6864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5184" y="941493"/>
              <a:ext cx="31031" cy="167167"/>
            </a:xfrm>
            <a:custGeom>
              <a:avLst/>
              <a:pathLst>
                <a:path w="31031" h="167167">
                  <a:moveTo>
                    <a:pt x="31031" y="0"/>
                  </a:moveTo>
                  <a:lnTo>
                    <a:pt x="23231" y="182"/>
                  </a:lnTo>
                  <a:lnTo>
                    <a:pt x="15447" y="727"/>
                  </a:lnTo>
                  <a:lnTo>
                    <a:pt x="7698" y="1636"/>
                  </a:lnTo>
                  <a:lnTo>
                    <a:pt x="0" y="2905"/>
                  </a:lnTo>
                  <a:lnTo>
                    <a:pt x="3103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55184" y="944398"/>
              <a:ext cx="31031" cy="164262"/>
            </a:xfrm>
            <a:custGeom>
              <a:avLst/>
              <a:pathLst>
                <a:path w="31031" h="164262">
                  <a:moveTo>
                    <a:pt x="0" y="0"/>
                  </a:moveTo>
                  <a:lnTo>
                    <a:pt x="31031" y="1642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51" y="944398"/>
              <a:ext cx="176637" cy="331424"/>
            </a:xfrm>
            <a:custGeom>
              <a:avLst/>
              <a:pathLst>
                <a:path w="176637" h="331424">
                  <a:moveTo>
                    <a:pt x="136132" y="0"/>
                  </a:moveTo>
                  <a:lnTo>
                    <a:pt x="130886" y="1078"/>
                  </a:lnTo>
                  <a:lnTo>
                    <a:pt x="125678" y="2324"/>
                  </a:lnTo>
                  <a:lnTo>
                    <a:pt x="120512" y="3736"/>
                  </a:lnTo>
                  <a:lnTo>
                    <a:pt x="115394" y="5312"/>
                  </a:lnTo>
                  <a:lnTo>
                    <a:pt x="110329" y="7052"/>
                  </a:lnTo>
                  <a:lnTo>
                    <a:pt x="105322" y="8953"/>
                  </a:lnTo>
                  <a:lnTo>
                    <a:pt x="100379" y="11014"/>
                  </a:lnTo>
                  <a:lnTo>
                    <a:pt x="95504" y="13232"/>
                  </a:lnTo>
                  <a:lnTo>
                    <a:pt x="90703" y="15605"/>
                  </a:lnTo>
                  <a:lnTo>
                    <a:pt x="85980" y="18131"/>
                  </a:lnTo>
                  <a:lnTo>
                    <a:pt x="81341" y="20806"/>
                  </a:lnTo>
                  <a:lnTo>
                    <a:pt x="76790" y="23629"/>
                  </a:lnTo>
                  <a:lnTo>
                    <a:pt x="72331" y="26596"/>
                  </a:lnTo>
                  <a:lnTo>
                    <a:pt x="67970" y="29704"/>
                  </a:lnTo>
                  <a:lnTo>
                    <a:pt x="63711" y="32951"/>
                  </a:lnTo>
                  <a:lnTo>
                    <a:pt x="59558" y="36332"/>
                  </a:lnTo>
                  <a:lnTo>
                    <a:pt x="55515" y="39844"/>
                  </a:lnTo>
                  <a:lnTo>
                    <a:pt x="51587" y="43485"/>
                  </a:lnTo>
                  <a:lnTo>
                    <a:pt x="47778" y="47249"/>
                  </a:lnTo>
                  <a:lnTo>
                    <a:pt x="44091" y="51133"/>
                  </a:lnTo>
                  <a:lnTo>
                    <a:pt x="40530" y="55134"/>
                  </a:lnTo>
                  <a:lnTo>
                    <a:pt x="37099" y="59246"/>
                  </a:lnTo>
                  <a:lnTo>
                    <a:pt x="33802" y="63466"/>
                  </a:lnTo>
                  <a:lnTo>
                    <a:pt x="30642" y="67790"/>
                  </a:lnTo>
                  <a:lnTo>
                    <a:pt x="27622" y="72212"/>
                  </a:lnTo>
                  <a:lnTo>
                    <a:pt x="24745" y="76730"/>
                  </a:lnTo>
                  <a:lnTo>
                    <a:pt x="22014" y="81337"/>
                  </a:lnTo>
                  <a:lnTo>
                    <a:pt x="19432" y="86029"/>
                  </a:lnTo>
                  <a:lnTo>
                    <a:pt x="17002" y="90801"/>
                  </a:lnTo>
                  <a:lnTo>
                    <a:pt x="14726" y="95649"/>
                  </a:lnTo>
                  <a:lnTo>
                    <a:pt x="12606" y="100567"/>
                  </a:lnTo>
                  <a:lnTo>
                    <a:pt x="10645" y="105550"/>
                  </a:lnTo>
                  <a:lnTo>
                    <a:pt x="8845" y="110594"/>
                  </a:lnTo>
                  <a:lnTo>
                    <a:pt x="7207" y="115693"/>
                  </a:lnTo>
                  <a:lnTo>
                    <a:pt x="5733" y="120842"/>
                  </a:lnTo>
                  <a:lnTo>
                    <a:pt x="4425" y="126035"/>
                  </a:lnTo>
                  <a:lnTo>
                    <a:pt x="3284" y="131268"/>
                  </a:lnTo>
                  <a:lnTo>
                    <a:pt x="2312" y="136534"/>
                  </a:lnTo>
                  <a:lnTo>
                    <a:pt x="1508" y="141829"/>
                  </a:lnTo>
                  <a:lnTo>
                    <a:pt x="874" y="147147"/>
                  </a:lnTo>
                  <a:lnTo>
                    <a:pt x="412" y="152482"/>
                  </a:lnTo>
                  <a:lnTo>
                    <a:pt x="120" y="157830"/>
                  </a:lnTo>
                  <a:lnTo>
                    <a:pt x="0" y="163184"/>
                  </a:lnTo>
                  <a:lnTo>
                    <a:pt x="51" y="168539"/>
                  </a:lnTo>
                  <a:lnTo>
                    <a:pt x="274" y="173890"/>
                  </a:lnTo>
                  <a:lnTo>
                    <a:pt x="668" y="179231"/>
                  </a:lnTo>
                  <a:lnTo>
                    <a:pt x="1233" y="184557"/>
                  </a:lnTo>
                  <a:lnTo>
                    <a:pt x="1968" y="189862"/>
                  </a:lnTo>
                  <a:lnTo>
                    <a:pt x="2873" y="195140"/>
                  </a:lnTo>
                  <a:lnTo>
                    <a:pt x="3946" y="200387"/>
                  </a:lnTo>
                  <a:lnTo>
                    <a:pt x="5187" y="205597"/>
                  </a:lnTo>
                  <a:lnTo>
                    <a:pt x="6594" y="210764"/>
                  </a:lnTo>
                  <a:lnTo>
                    <a:pt x="8166" y="215884"/>
                  </a:lnTo>
                  <a:lnTo>
                    <a:pt x="9901" y="220950"/>
                  </a:lnTo>
                  <a:lnTo>
                    <a:pt x="11798" y="225959"/>
                  </a:lnTo>
                  <a:lnTo>
                    <a:pt x="13854" y="230904"/>
                  </a:lnTo>
                  <a:lnTo>
                    <a:pt x="16067" y="235780"/>
                  </a:lnTo>
                  <a:lnTo>
                    <a:pt x="18436" y="240584"/>
                  </a:lnTo>
                  <a:lnTo>
                    <a:pt x="20957" y="245309"/>
                  </a:lnTo>
                  <a:lnTo>
                    <a:pt x="23628" y="249950"/>
                  </a:lnTo>
                  <a:lnTo>
                    <a:pt x="26447" y="254504"/>
                  </a:lnTo>
                  <a:lnTo>
                    <a:pt x="29410" y="258966"/>
                  </a:lnTo>
                  <a:lnTo>
                    <a:pt x="32514" y="263330"/>
                  </a:lnTo>
                  <a:lnTo>
                    <a:pt x="35757" y="267592"/>
                  </a:lnTo>
                  <a:lnTo>
                    <a:pt x="39134" y="271748"/>
                  </a:lnTo>
                  <a:lnTo>
                    <a:pt x="42643" y="275794"/>
                  </a:lnTo>
                  <a:lnTo>
                    <a:pt x="46279" y="279726"/>
                  </a:lnTo>
                  <a:lnTo>
                    <a:pt x="50040" y="283539"/>
                  </a:lnTo>
                  <a:lnTo>
                    <a:pt x="53921" y="287229"/>
                  </a:lnTo>
                  <a:lnTo>
                    <a:pt x="57918" y="290794"/>
                  </a:lnTo>
                  <a:lnTo>
                    <a:pt x="62027" y="294228"/>
                  </a:lnTo>
                  <a:lnTo>
                    <a:pt x="66244" y="297529"/>
                  </a:lnTo>
                  <a:lnTo>
                    <a:pt x="70565" y="300693"/>
                  </a:lnTo>
                  <a:lnTo>
                    <a:pt x="74985" y="303718"/>
                  </a:lnTo>
                  <a:lnTo>
                    <a:pt x="79499" y="306599"/>
                  </a:lnTo>
                  <a:lnTo>
                    <a:pt x="84104" y="309334"/>
                  </a:lnTo>
                  <a:lnTo>
                    <a:pt x="88793" y="311920"/>
                  </a:lnTo>
                  <a:lnTo>
                    <a:pt x="93563" y="314355"/>
                  </a:lnTo>
                  <a:lnTo>
                    <a:pt x="98409" y="316635"/>
                  </a:lnTo>
                  <a:lnTo>
                    <a:pt x="103325" y="318760"/>
                  </a:lnTo>
                  <a:lnTo>
                    <a:pt x="108307" y="320725"/>
                  </a:lnTo>
                  <a:lnTo>
                    <a:pt x="113349" y="322530"/>
                  </a:lnTo>
                  <a:lnTo>
                    <a:pt x="118447" y="324173"/>
                  </a:lnTo>
                  <a:lnTo>
                    <a:pt x="123594" y="325651"/>
                  </a:lnTo>
                  <a:lnTo>
                    <a:pt x="128786" y="326964"/>
                  </a:lnTo>
                  <a:lnTo>
                    <a:pt x="134017" y="328110"/>
                  </a:lnTo>
                  <a:lnTo>
                    <a:pt x="139283" y="329088"/>
                  </a:lnTo>
                  <a:lnTo>
                    <a:pt x="144577" y="329896"/>
                  </a:lnTo>
                  <a:lnTo>
                    <a:pt x="149894" y="330535"/>
                  </a:lnTo>
                  <a:lnTo>
                    <a:pt x="155229" y="331002"/>
                  </a:lnTo>
                  <a:lnTo>
                    <a:pt x="160577" y="331299"/>
                  </a:lnTo>
                  <a:lnTo>
                    <a:pt x="165931" y="331424"/>
                  </a:lnTo>
                  <a:lnTo>
                    <a:pt x="171286" y="331378"/>
                  </a:lnTo>
                  <a:lnTo>
                    <a:pt x="176637" y="331160"/>
                  </a:lnTo>
                  <a:lnTo>
                    <a:pt x="167163" y="1642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54" cy="334066"/>
            </a:xfrm>
            <a:custGeom>
              <a:avLst/>
              <a:pathLst>
                <a:path w="167154" h="334066">
                  <a:moveTo>
                    <a:pt x="9473" y="334066"/>
                  </a:moveTo>
                  <a:lnTo>
                    <a:pt x="14775" y="333680"/>
                  </a:lnTo>
                  <a:lnTo>
                    <a:pt x="20063" y="333126"/>
                  </a:lnTo>
                  <a:lnTo>
                    <a:pt x="25330" y="332404"/>
                  </a:lnTo>
                  <a:lnTo>
                    <a:pt x="30571" y="331515"/>
                  </a:lnTo>
                  <a:lnTo>
                    <a:pt x="35781" y="330460"/>
                  </a:lnTo>
                  <a:lnTo>
                    <a:pt x="40956" y="329240"/>
                  </a:lnTo>
                  <a:lnTo>
                    <a:pt x="46088" y="327855"/>
                  </a:lnTo>
                  <a:lnTo>
                    <a:pt x="51175" y="326309"/>
                  </a:lnTo>
                  <a:lnTo>
                    <a:pt x="56209" y="324601"/>
                  </a:lnTo>
                  <a:lnTo>
                    <a:pt x="61187" y="322734"/>
                  </a:lnTo>
                  <a:lnTo>
                    <a:pt x="66102" y="320710"/>
                  </a:lnTo>
                  <a:lnTo>
                    <a:pt x="70951" y="318530"/>
                  </a:lnTo>
                  <a:lnTo>
                    <a:pt x="75728" y="316197"/>
                  </a:lnTo>
                  <a:lnTo>
                    <a:pt x="80429" y="313714"/>
                  </a:lnTo>
                  <a:lnTo>
                    <a:pt x="85048" y="311083"/>
                  </a:lnTo>
                  <a:lnTo>
                    <a:pt x="89581" y="308305"/>
                  </a:lnTo>
                  <a:lnTo>
                    <a:pt x="94024" y="305386"/>
                  </a:lnTo>
                  <a:lnTo>
                    <a:pt x="98371" y="302326"/>
                  </a:lnTo>
                  <a:lnTo>
                    <a:pt x="102619" y="299130"/>
                  </a:lnTo>
                  <a:lnTo>
                    <a:pt x="106763" y="295800"/>
                  </a:lnTo>
                  <a:lnTo>
                    <a:pt x="110800" y="292340"/>
                  </a:lnTo>
                  <a:lnTo>
                    <a:pt x="114724" y="288753"/>
                  </a:lnTo>
                  <a:lnTo>
                    <a:pt x="118532" y="285044"/>
                  </a:lnTo>
                  <a:lnTo>
                    <a:pt x="122220" y="281215"/>
                  </a:lnTo>
                  <a:lnTo>
                    <a:pt x="125785" y="277271"/>
                  </a:lnTo>
                  <a:lnTo>
                    <a:pt x="129222" y="273216"/>
                  </a:lnTo>
                  <a:lnTo>
                    <a:pt x="132529" y="269053"/>
                  </a:lnTo>
                  <a:lnTo>
                    <a:pt x="135702" y="264788"/>
                  </a:lnTo>
                  <a:lnTo>
                    <a:pt x="138737" y="260423"/>
                  </a:lnTo>
                  <a:lnTo>
                    <a:pt x="141633" y="255965"/>
                  </a:lnTo>
                  <a:lnTo>
                    <a:pt x="144384" y="251416"/>
                  </a:lnTo>
                  <a:lnTo>
                    <a:pt x="146990" y="246782"/>
                  </a:lnTo>
                  <a:lnTo>
                    <a:pt x="149448" y="242068"/>
                  </a:lnTo>
                  <a:lnTo>
                    <a:pt x="151754" y="237278"/>
                  </a:lnTo>
                  <a:lnTo>
                    <a:pt x="153906" y="232417"/>
                  </a:lnTo>
                  <a:lnTo>
                    <a:pt x="155903" y="227490"/>
                  </a:lnTo>
                  <a:lnTo>
                    <a:pt x="157743" y="222503"/>
                  </a:lnTo>
                  <a:lnTo>
                    <a:pt x="159422" y="217459"/>
                  </a:lnTo>
                  <a:lnTo>
                    <a:pt x="160941" y="212364"/>
                  </a:lnTo>
                  <a:lnTo>
                    <a:pt x="162297" y="207224"/>
                  </a:lnTo>
                  <a:lnTo>
                    <a:pt x="163488" y="202043"/>
                  </a:lnTo>
                  <a:lnTo>
                    <a:pt x="164515" y="196827"/>
                  </a:lnTo>
                  <a:lnTo>
                    <a:pt x="165375" y="191580"/>
                  </a:lnTo>
                  <a:lnTo>
                    <a:pt x="166067" y="186309"/>
                  </a:lnTo>
                  <a:lnTo>
                    <a:pt x="166592" y="181019"/>
                  </a:lnTo>
                  <a:lnTo>
                    <a:pt x="166948" y="175715"/>
                  </a:lnTo>
                  <a:lnTo>
                    <a:pt x="167136" y="170402"/>
                  </a:lnTo>
                  <a:lnTo>
                    <a:pt x="167154" y="165086"/>
                  </a:lnTo>
                  <a:lnTo>
                    <a:pt x="167003" y="159772"/>
                  </a:lnTo>
                  <a:lnTo>
                    <a:pt x="166684" y="154465"/>
                  </a:lnTo>
                  <a:lnTo>
                    <a:pt x="166196" y="149171"/>
                  </a:lnTo>
                  <a:lnTo>
                    <a:pt x="165539" y="143896"/>
                  </a:lnTo>
                  <a:lnTo>
                    <a:pt x="164716" y="138644"/>
                  </a:lnTo>
                  <a:lnTo>
                    <a:pt x="163725" y="133421"/>
                  </a:lnTo>
                  <a:lnTo>
                    <a:pt x="162569" y="128232"/>
                  </a:lnTo>
                  <a:lnTo>
                    <a:pt x="161249" y="123082"/>
                  </a:lnTo>
                  <a:lnTo>
                    <a:pt x="159766" y="117977"/>
                  </a:lnTo>
                  <a:lnTo>
                    <a:pt x="158121" y="112922"/>
                  </a:lnTo>
                  <a:lnTo>
                    <a:pt x="156316" y="107921"/>
                  </a:lnTo>
                  <a:lnTo>
                    <a:pt x="154353" y="102981"/>
                  </a:lnTo>
                  <a:lnTo>
                    <a:pt x="152234" y="98105"/>
                  </a:lnTo>
                  <a:lnTo>
                    <a:pt x="149961" y="93299"/>
                  </a:lnTo>
                  <a:lnTo>
                    <a:pt x="147537" y="88568"/>
                  </a:lnTo>
                  <a:lnTo>
                    <a:pt x="144963" y="83917"/>
                  </a:lnTo>
                  <a:lnTo>
                    <a:pt x="142242" y="79349"/>
                  </a:lnTo>
                  <a:lnTo>
                    <a:pt x="139378" y="74871"/>
                  </a:lnTo>
                  <a:lnTo>
                    <a:pt x="136373" y="70485"/>
                  </a:lnTo>
                  <a:lnTo>
                    <a:pt x="133229" y="66198"/>
                  </a:lnTo>
                  <a:lnTo>
                    <a:pt x="129952" y="62013"/>
                  </a:lnTo>
                  <a:lnTo>
                    <a:pt x="126542" y="57934"/>
                  </a:lnTo>
                  <a:lnTo>
                    <a:pt x="123005" y="53965"/>
                  </a:lnTo>
                  <a:lnTo>
                    <a:pt x="119343" y="50111"/>
                  </a:lnTo>
                  <a:lnTo>
                    <a:pt x="115561" y="46375"/>
                  </a:lnTo>
                  <a:lnTo>
                    <a:pt x="111661" y="42762"/>
                  </a:lnTo>
                  <a:lnTo>
                    <a:pt x="107649" y="39274"/>
                  </a:lnTo>
                  <a:lnTo>
                    <a:pt x="103528" y="35916"/>
                  </a:lnTo>
                  <a:lnTo>
                    <a:pt x="99302" y="32690"/>
                  </a:lnTo>
                  <a:lnTo>
                    <a:pt x="94976" y="29601"/>
                  </a:lnTo>
                  <a:lnTo>
                    <a:pt x="90554" y="26650"/>
                  </a:lnTo>
                  <a:lnTo>
                    <a:pt x="86040" y="23842"/>
                  </a:lnTo>
                  <a:lnTo>
                    <a:pt x="81439" y="21179"/>
                  </a:lnTo>
                  <a:lnTo>
                    <a:pt x="76755" y="18663"/>
                  </a:lnTo>
                  <a:lnTo>
                    <a:pt x="71995" y="16297"/>
                  </a:lnTo>
                  <a:lnTo>
                    <a:pt x="67161" y="14084"/>
                  </a:lnTo>
                  <a:lnTo>
                    <a:pt x="62259" y="12026"/>
                  </a:lnTo>
                  <a:lnTo>
                    <a:pt x="57295" y="10125"/>
                  </a:lnTo>
                  <a:lnTo>
                    <a:pt x="52272" y="8382"/>
                  </a:lnTo>
                  <a:lnTo>
                    <a:pt x="47197" y="6801"/>
                  </a:lnTo>
                  <a:lnTo>
                    <a:pt x="42074" y="5381"/>
                  </a:lnTo>
                  <a:lnTo>
                    <a:pt x="36908" y="4125"/>
                  </a:lnTo>
                  <a:lnTo>
                    <a:pt x="31705" y="3034"/>
                  </a:lnTo>
                  <a:lnTo>
                    <a:pt x="26470" y="2109"/>
                  </a:lnTo>
                  <a:lnTo>
                    <a:pt x="21208" y="1350"/>
                  </a:lnTo>
                  <a:lnTo>
                    <a:pt x="15925" y="760"/>
                  </a:lnTo>
                  <a:lnTo>
                    <a:pt x="10625" y="338"/>
                  </a:lnTo>
                  <a:lnTo>
                    <a:pt x="531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545" y="1071028"/>
              <a:ext cx="166955" cy="167167"/>
            </a:xfrm>
            <a:custGeom>
              <a:avLst/>
              <a:pathLst>
                <a:path w="166955" h="167167">
                  <a:moveTo>
                    <a:pt x="166955" y="0"/>
                  </a:moveTo>
                  <a:lnTo>
                    <a:pt x="161548" y="87"/>
                  </a:lnTo>
                  <a:lnTo>
                    <a:pt x="156147" y="349"/>
                  </a:lnTo>
                  <a:lnTo>
                    <a:pt x="150757" y="786"/>
                  </a:lnTo>
                  <a:lnTo>
                    <a:pt x="145384" y="1397"/>
                  </a:lnTo>
                  <a:lnTo>
                    <a:pt x="140034" y="2181"/>
                  </a:lnTo>
                  <a:lnTo>
                    <a:pt x="134711" y="3139"/>
                  </a:lnTo>
                  <a:lnTo>
                    <a:pt x="129423" y="4267"/>
                  </a:lnTo>
                  <a:lnTo>
                    <a:pt x="124174" y="5566"/>
                  </a:lnTo>
                  <a:lnTo>
                    <a:pt x="118969" y="7035"/>
                  </a:lnTo>
                  <a:lnTo>
                    <a:pt x="113815" y="8671"/>
                  </a:lnTo>
                  <a:lnTo>
                    <a:pt x="108717" y="10472"/>
                  </a:lnTo>
                  <a:lnTo>
                    <a:pt x="103679" y="12438"/>
                  </a:lnTo>
                  <a:lnTo>
                    <a:pt x="98707" y="14565"/>
                  </a:lnTo>
                  <a:lnTo>
                    <a:pt x="93807" y="16853"/>
                  </a:lnTo>
                  <a:lnTo>
                    <a:pt x="88984" y="19297"/>
                  </a:lnTo>
                  <a:lnTo>
                    <a:pt x="84242" y="21896"/>
                  </a:lnTo>
                  <a:lnTo>
                    <a:pt x="79587" y="24648"/>
                  </a:lnTo>
                  <a:lnTo>
                    <a:pt x="75023" y="27548"/>
                  </a:lnTo>
                  <a:lnTo>
                    <a:pt x="70555" y="30595"/>
                  </a:lnTo>
                  <a:lnTo>
                    <a:pt x="66188" y="33784"/>
                  </a:lnTo>
                  <a:lnTo>
                    <a:pt x="61927" y="37113"/>
                  </a:lnTo>
                  <a:lnTo>
                    <a:pt x="57775" y="40578"/>
                  </a:lnTo>
                  <a:lnTo>
                    <a:pt x="53738" y="44176"/>
                  </a:lnTo>
                  <a:lnTo>
                    <a:pt x="49819" y="47902"/>
                  </a:lnTo>
                  <a:lnTo>
                    <a:pt x="46023" y="51753"/>
                  </a:lnTo>
                  <a:lnTo>
                    <a:pt x="42353" y="55725"/>
                  </a:lnTo>
                  <a:lnTo>
                    <a:pt x="38814" y="59813"/>
                  </a:lnTo>
                  <a:lnTo>
                    <a:pt x="35409" y="64014"/>
                  </a:lnTo>
                  <a:lnTo>
                    <a:pt x="32141" y="68323"/>
                  </a:lnTo>
                  <a:lnTo>
                    <a:pt x="29015" y="72735"/>
                  </a:lnTo>
                  <a:lnTo>
                    <a:pt x="26033" y="77246"/>
                  </a:lnTo>
                  <a:lnTo>
                    <a:pt x="23198" y="81851"/>
                  </a:lnTo>
                  <a:lnTo>
                    <a:pt x="20514" y="86545"/>
                  </a:lnTo>
                  <a:lnTo>
                    <a:pt x="17983" y="91324"/>
                  </a:lnTo>
                  <a:lnTo>
                    <a:pt x="15608" y="96182"/>
                  </a:lnTo>
                  <a:lnTo>
                    <a:pt x="13391" y="101114"/>
                  </a:lnTo>
                  <a:lnTo>
                    <a:pt x="11335" y="106116"/>
                  </a:lnTo>
                  <a:lnTo>
                    <a:pt x="9441" y="111181"/>
                  </a:lnTo>
                  <a:lnTo>
                    <a:pt x="7713" y="116305"/>
                  </a:lnTo>
                  <a:lnTo>
                    <a:pt x="6151" y="121482"/>
                  </a:lnTo>
                  <a:lnTo>
                    <a:pt x="4758" y="126707"/>
                  </a:lnTo>
                  <a:lnTo>
                    <a:pt x="3534" y="131974"/>
                  </a:lnTo>
                  <a:lnTo>
                    <a:pt x="2481" y="137278"/>
                  </a:lnTo>
                  <a:lnTo>
                    <a:pt x="1601" y="142614"/>
                  </a:lnTo>
                  <a:lnTo>
                    <a:pt x="893" y="147975"/>
                  </a:lnTo>
                  <a:lnTo>
                    <a:pt x="359" y="153356"/>
                  </a:lnTo>
                  <a:lnTo>
                    <a:pt x="0" y="158751"/>
                  </a:lnTo>
                  <a:lnTo>
                    <a:pt x="1669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545" y="1229780"/>
              <a:ext cx="166955" cy="8415"/>
            </a:xfrm>
            <a:custGeom>
              <a:avLst/>
              <a:pathLst>
                <a:path w="166955" h="8415">
                  <a:moveTo>
                    <a:pt x="0" y="0"/>
                  </a:moveTo>
                  <a:lnTo>
                    <a:pt x="166955" y="8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48" y="1073801"/>
              <a:ext cx="334309" cy="331562"/>
            </a:xfrm>
            <a:custGeom>
              <a:avLst/>
              <a:pathLst>
                <a:path w="334309" h="331562">
                  <a:moveTo>
                    <a:pt x="197" y="155979"/>
                  </a:moveTo>
                  <a:lnTo>
                    <a:pt x="14" y="161293"/>
                  </a:lnTo>
                  <a:lnTo>
                    <a:pt x="0" y="166610"/>
                  </a:lnTo>
                  <a:lnTo>
                    <a:pt x="155" y="171924"/>
                  </a:lnTo>
                  <a:lnTo>
                    <a:pt x="478" y="177231"/>
                  </a:lnTo>
                  <a:lnTo>
                    <a:pt x="971" y="182526"/>
                  </a:lnTo>
                  <a:lnTo>
                    <a:pt x="1632" y="187802"/>
                  </a:lnTo>
                  <a:lnTo>
                    <a:pt x="2460" y="193054"/>
                  </a:lnTo>
                  <a:lnTo>
                    <a:pt x="3455" y="198277"/>
                  </a:lnTo>
                  <a:lnTo>
                    <a:pt x="4615" y="203466"/>
                  </a:lnTo>
                  <a:lnTo>
                    <a:pt x="5940" y="208615"/>
                  </a:lnTo>
                  <a:lnTo>
                    <a:pt x="7428" y="213720"/>
                  </a:lnTo>
                  <a:lnTo>
                    <a:pt x="9077" y="218774"/>
                  </a:lnTo>
                  <a:lnTo>
                    <a:pt x="10887" y="223774"/>
                  </a:lnTo>
                  <a:lnTo>
                    <a:pt x="12854" y="228714"/>
                  </a:lnTo>
                  <a:lnTo>
                    <a:pt x="14978" y="233588"/>
                  </a:lnTo>
                  <a:lnTo>
                    <a:pt x="17255" y="238393"/>
                  </a:lnTo>
                  <a:lnTo>
                    <a:pt x="19684" y="243123"/>
                  </a:lnTo>
                  <a:lnTo>
                    <a:pt x="22263" y="247773"/>
                  </a:lnTo>
                  <a:lnTo>
                    <a:pt x="24988" y="252338"/>
                  </a:lnTo>
                  <a:lnTo>
                    <a:pt x="27856" y="256815"/>
                  </a:lnTo>
                  <a:lnTo>
                    <a:pt x="30866" y="261198"/>
                  </a:lnTo>
                  <a:lnTo>
                    <a:pt x="34014" y="265484"/>
                  </a:lnTo>
                  <a:lnTo>
                    <a:pt x="37296" y="269667"/>
                  </a:lnTo>
                  <a:lnTo>
                    <a:pt x="40710" y="273743"/>
                  </a:lnTo>
                  <a:lnTo>
                    <a:pt x="44251" y="277709"/>
                  </a:lnTo>
                  <a:lnTo>
                    <a:pt x="47917" y="281560"/>
                  </a:lnTo>
                  <a:lnTo>
                    <a:pt x="51704" y="285293"/>
                  </a:lnTo>
                  <a:lnTo>
                    <a:pt x="55607" y="288904"/>
                  </a:lnTo>
                  <a:lnTo>
                    <a:pt x="59623" y="292388"/>
                  </a:lnTo>
                  <a:lnTo>
                    <a:pt x="63748" y="295743"/>
                  </a:lnTo>
                  <a:lnTo>
                    <a:pt x="67978" y="298965"/>
                  </a:lnTo>
                  <a:lnTo>
                    <a:pt x="72307" y="302051"/>
                  </a:lnTo>
                  <a:lnTo>
                    <a:pt x="76733" y="304998"/>
                  </a:lnTo>
                  <a:lnTo>
                    <a:pt x="81251" y="307802"/>
                  </a:lnTo>
                  <a:lnTo>
                    <a:pt x="85855" y="310462"/>
                  </a:lnTo>
                  <a:lnTo>
                    <a:pt x="90541" y="312973"/>
                  </a:lnTo>
                  <a:lnTo>
                    <a:pt x="95305" y="315334"/>
                  </a:lnTo>
                  <a:lnTo>
                    <a:pt x="100142" y="317543"/>
                  </a:lnTo>
                  <a:lnTo>
                    <a:pt x="105046" y="319597"/>
                  </a:lnTo>
                  <a:lnTo>
                    <a:pt x="110014" y="321493"/>
                  </a:lnTo>
                  <a:lnTo>
                    <a:pt x="115039" y="323231"/>
                  </a:lnTo>
                  <a:lnTo>
                    <a:pt x="120117" y="324808"/>
                  </a:lnTo>
                  <a:lnTo>
                    <a:pt x="125242" y="326223"/>
                  </a:lnTo>
                  <a:lnTo>
                    <a:pt x="130410" y="327474"/>
                  </a:lnTo>
                  <a:lnTo>
                    <a:pt x="135615" y="328560"/>
                  </a:lnTo>
                  <a:lnTo>
                    <a:pt x="140852" y="329480"/>
                  </a:lnTo>
                  <a:lnTo>
                    <a:pt x="146115" y="330233"/>
                  </a:lnTo>
                  <a:lnTo>
                    <a:pt x="151400" y="330818"/>
                  </a:lnTo>
                  <a:lnTo>
                    <a:pt x="156700" y="331235"/>
                  </a:lnTo>
                  <a:lnTo>
                    <a:pt x="162012" y="331483"/>
                  </a:lnTo>
                  <a:lnTo>
                    <a:pt x="167328" y="331562"/>
                  </a:lnTo>
                  <a:lnTo>
                    <a:pt x="172644" y="331471"/>
                  </a:lnTo>
                  <a:lnTo>
                    <a:pt x="177955" y="331212"/>
                  </a:lnTo>
                  <a:lnTo>
                    <a:pt x="183255" y="330784"/>
                  </a:lnTo>
                  <a:lnTo>
                    <a:pt x="188539" y="330188"/>
                  </a:lnTo>
                  <a:lnTo>
                    <a:pt x="193800" y="329424"/>
                  </a:lnTo>
                  <a:lnTo>
                    <a:pt x="199035" y="328493"/>
                  </a:lnTo>
                  <a:lnTo>
                    <a:pt x="204238" y="327396"/>
                  </a:lnTo>
                  <a:lnTo>
                    <a:pt x="209403" y="326134"/>
                  </a:lnTo>
                  <a:lnTo>
                    <a:pt x="214525" y="324709"/>
                  </a:lnTo>
                  <a:lnTo>
                    <a:pt x="219600" y="323121"/>
                  </a:lnTo>
                  <a:lnTo>
                    <a:pt x="224621" y="321373"/>
                  </a:lnTo>
                  <a:lnTo>
                    <a:pt x="229585" y="319466"/>
                  </a:lnTo>
                  <a:lnTo>
                    <a:pt x="234485" y="317402"/>
                  </a:lnTo>
                  <a:lnTo>
                    <a:pt x="239317" y="315183"/>
                  </a:lnTo>
                  <a:lnTo>
                    <a:pt x="244076" y="312812"/>
                  </a:lnTo>
                  <a:lnTo>
                    <a:pt x="248757" y="310290"/>
                  </a:lnTo>
                  <a:lnTo>
                    <a:pt x="253356" y="307621"/>
                  </a:lnTo>
                  <a:lnTo>
                    <a:pt x="257867" y="304807"/>
                  </a:lnTo>
                  <a:lnTo>
                    <a:pt x="262287" y="301851"/>
                  </a:lnTo>
                  <a:lnTo>
                    <a:pt x="266610" y="298756"/>
                  </a:lnTo>
                  <a:lnTo>
                    <a:pt x="270833" y="295525"/>
                  </a:lnTo>
                  <a:lnTo>
                    <a:pt x="274951" y="292161"/>
                  </a:lnTo>
                  <a:lnTo>
                    <a:pt x="278959" y="288669"/>
                  </a:lnTo>
                  <a:lnTo>
                    <a:pt x="282855" y="285050"/>
                  </a:lnTo>
                  <a:lnTo>
                    <a:pt x="286634" y="281309"/>
                  </a:lnTo>
                  <a:lnTo>
                    <a:pt x="290292" y="277450"/>
                  </a:lnTo>
                  <a:lnTo>
                    <a:pt x="293825" y="273477"/>
                  </a:lnTo>
                  <a:lnTo>
                    <a:pt x="297230" y="269393"/>
                  </a:lnTo>
                  <a:lnTo>
                    <a:pt x="300503" y="265203"/>
                  </a:lnTo>
                  <a:lnTo>
                    <a:pt x="303642" y="260911"/>
                  </a:lnTo>
                  <a:lnTo>
                    <a:pt x="306642" y="256522"/>
                  </a:lnTo>
                  <a:lnTo>
                    <a:pt x="309502" y="252039"/>
                  </a:lnTo>
                  <a:lnTo>
                    <a:pt x="312217" y="247468"/>
                  </a:lnTo>
                  <a:lnTo>
                    <a:pt x="314786" y="242812"/>
                  </a:lnTo>
                  <a:lnTo>
                    <a:pt x="317205" y="238077"/>
                  </a:lnTo>
                  <a:lnTo>
                    <a:pt x="319472" y="233268"/>
                  </a:lnTo>
                  <a:lnTo>
                    <a:pt x="321585" y="228389"/>
                  </a:lnTo>
                  <a:lnTo>
                    <a:pt x="323543" y="223445"/>
                  </a:lnTo>
                  <a:lnTo>
                    <a:pt x="325341" y="218442"/>
                  </a:lnTo>
                  <a:lnTo>
                    <a:pt x="326980" y="213383"/>
                  </a:lnTo>
                  <a:lnTo>
                    <a:pt x="328457" y="208276"/>
                  </a:lnTo>
                  <a:lnTo>
                    <a:pt x="329771" y="203124"/>
                  </a:lnTo>
                  <a:lnTo>
                    <a:pt x="330921" y="197932"/>
                  </a:lnTo>
                  <a:lnTo>
                    <a:pt x="331905" y="192707"/>
                  </a:lnTo>
                  <a:lnTo>
                    <a:pt x="332722" y="187453"/>
                  </a:lnTo>
                  <a:lnTo>
                    <a:pt x="333371" y="182176"/>
                  </a:lnTo>
                  <a:lnTo>
                    <a:pt x="333853" y="176881"/>
                  </a:lnTo>
                  <a:lnTo>
                    <a:pt x="334165" y="171573"/>
                  </a:lnTo>
                  <a:lnTo>
                    <a:pt x="334309" y="166258"/>
                  </a:lnTo>
                  <a:lnTo>
                    <a:pt x="334284" y="160941"/>
                  </a:lnTo>
                  <a:lnTo>
                    <a:pt x="334090" y="155627"/>
                  </a:lnTo>
                  <a:lnTo>
                    <a:pt x="333726" y="150323"/>
                  </a:lnTo>
                  <a:lnTo>
                    <a:pt x="333195" y="145032"/>
                  </a:lnTo>
                  <a:lnTo>
                    <a:pt x="332495" y="139761"/>
                  </a:lnTo>
                  <a:lnTo>
                    <a:pt x="331628" y="134516"/>
                  </a:lnTo>
                  <a:lnTo>
                    <a:pt x="330594" y="129300"/>
                  </a:lnTo>
                  <a:lnTo>
                    <a:pt x="329396" y="124120"/>
                  </a:lnTo>
                  <a:lnTo>
                    <a:pt x="328033" y="118980"/>
                  </a:lnTo>
                  <a:lnTo>
                    <a:pt x="326507" y="113887"/>
                  </a:lnTo>
                  <a:lnTo>
                    <a:pt x="324820" y="108844"/>
                  </a:lnTo>
                  <a:lnTo>
                    <a:pt x="322974" y="103858"/>
                  </a:lnTo>
                  <a:lnTo>
                    <a:pt x="320970" y="98933"/>
                  </a:lnTo>
                  <a:lnTo>
                    <a:pt x="318810" y="94075"/>
                  </a:lnTo>
                  <a:lnTo>
                    <a:pt x="316497" y="89287"/>
                  </a:lnTo>
                  <a:lnTo>
                    <a:pt x="314033" y="84576"/>
                  </a:lnTo>
                  <a:lnTo>
                    <a:pt x="311420" y="79945"/>
                  </a:lnTo>
                  <a:lnTo>
                    <a:pt x="308662" y="75399"/>
                  </a:lnTo>
                  <a:lnTo>
                    <a:pt x="305760" y="70944"/>
                  </a:lnTo>
                  <a:lnTo>
                    <a:pt x="302718" y="66583"/>
                  </a:lnTo>
                  <a:lnTo>
                    <a:pt x="299538" y="62321"/>
                  </a:lnTo>
                  <a:lnTo>
                    <a:pt x="296225" y="58163"/>
                  </a:lnTo>
                  <a:lnTo>
                    <a:pt x="292781" y="54112"/>
                  </a:lnTo>
                  <a:lnTo>
                    <a:pt x="289211" y="50172"/>
                  </a:lnTo>
                  <a:lnTo>
                    <a:pt x="285516" y="46348"/>
                  </a:lnTo>
                  <a:lnTo>
                    <a:pt x="281702" y="42643"/>
                  </a:lnTo>
                  <a:lnTo>
                    <a:pt x="277772" y="39062"/>
                  </a:lnTo>
                  <a:lnTo>
                    <a:pt x="273730" y="35607"/>
                  </a:lnTo>
                  <a:lnTo>
                    <a:pt x="269581" y="32283"/>
                  </a:lnTo>
                  <a:lnTo>
                    <a:pt x="265327" y="29092"/>
                  </a:lnTo>
                  <a:lnTo>
                    <a:pt x="260975" y="26039"/>
                  </a:lnTo>
                  <a:lnTo>
                    <a:pt x="256527" y="23125"/>
                  </a:lnTo>
                  <a:lnTo>
                    <a:pt x="251989" y="20354"/>
                  </a:lnTo>
                  <a:lnTo>
                    <a:pt x="247366" y="17729"/>
                  </a:lnTo>
                  <a:lnTo>
                    <a:pt x="242661" y="15252"/>
                  </a:lnTo>
                  <a:lnTo>
                    <a:pt x="237879" y="12926"/>
                  </a:lnTo>
                  <a:lnTo>
                    <a:pt x="233026" y="10753"/>
                  </a:lnTo>
                  <a:lnTo>
                    <a:pt x="228107" y="8736"/>
                  </a:lnTo>
                  <a:lnTo>
                    <a:pt x="223126" y="6876"/>
                  </a:lnTo>
                  <a:lnTo>
                    <a:pt x="218088" y="5176"/>
                  </a:lnTo>
                  <a:lnTo>
                    <a:pt x="212999" y="3636"/>
                  </a:lnTo>
                  <a:lnTo>
                    <a:pt x="207863" y="2260"/>
                  </a:lnTo>
                  <a:lnTo>
                    <a:pt x="202686" y="1047"/>
                  </a:lnTo>
                  <a:lnTo>
                    <a:pt x="197473" y="0"/>
                  </a:lnTo>
                  <a:lnTo>
                    <a:pt x="167152" y="164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30320" cy="167167"/>
            </a:xfrm>
            <a:custGeom>
              <a:avLst/>
              <a:pathLst>
                <a:path w="30320" h="167167">
                  <a:moveTo>
                    <a:pt x="30320" y="2772"/>
                  </a:moveTo>
                  <a:lnTo>
                    <a:pt x="22795" y="1561"/>
                  </a:lnTo>
                  <a:lnTo>
                    <a:pt x="15223" y="694"/>
                  </a:lnTo>
                  <a:lnTo>
                    <a:pt x="7619" y="17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0211" y="1322571"/>
              <a:ext cx="48508" cy="167167"/>
            </a:xfrm>
            <a:custGeom>
              <a:avLst/>
              <a:pathLst>
                <a:path w="48508" h="167167">
                  <a:moveTo>
                    <a:pt x="48508" y="0"/>
                  </a:moveTo>
                  <a:lnTo>
                    <a:pt x="42358" y="113"/>
                  </a:lnTo>
                  <a:lnTo>
                    <a:pt x="36215" y="452"/>
                  </a:lnTo>
                  <a:lnTo>
                    <a:pt x="30090" y="1017"/>
                  </a:lnTo>
                  <a:lnTo>
                    <a:pt x="23989" y="1808"/>
                  </a:lnTo>
                  <a:lnTo>
                    <a:pt x="17921" y="2822"/>
                  </a:lnTo>
                  <a:lnTo>
                    <a:pt x="11895" y="4058"/>
                  </a:lnTo>
                  <a:lnTo>
                    <a:pt x="5918" y="5516"/>
                  </a:lnTo>
                  <a:lnTo>
                    <a:pt x="0" y="7192"/>
                  </a:lnTo>
                  <a:lnTo>
                    <a:pt x="485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40211" y="1329764"/>
              <a:ext cx="48508" cy="159974"/>
            </a:xfrm>
            <a:custGeom>
              <a:avLst/>
              <a:pathLst>
                <a:path w="48508" h="159974">
                  <a:moveTo>
                    <a:pt x="0" y="0"/>
                  </a:moveTo>
                  <a:lnTo>
                    <a:pt x="48508" y="1599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65" y="1329764"/>
              <a:ext cx="334318" cy="327141"/>
            </a:xfrm>
            <a:custGeom>
              <a:avLst/>
              <a:pathLst>
                <a:path w="334318" h="327141">
                  <a:moveTo>
                    <a:pt x="118646" y="0"/>
                  </a:moveTo>
                  <a:lnTo>
                    <a:pt x="113614" y="1613"/>
                  </a:lnTo>
                  <a:lnTo>
                    <a:pt x="108636" y="3384"/>
                  </a:lnTo>
                  <a:lnTo>
                    <a:pt x="103716" y="5311"/>
                  </a:lnTo>
                  <a:lnTo>
                    <a:pt x="98860" y="7394"/>
                  </a:lnTo>
                  <a:lnTo>
                    <a:pt x="94072" y="9628"/>
                  </a:lnTo>
                  <a:lnTo>
                    <a:pt x="89357" y="12013"/>
                  </a:lnTo>
                  <a:lnTo>
                    <a:pt x="84719" y="14546"/>
                  </a:lnTo>
                  <a:lnTo>
                    <a:pt x="80164" y="17224"/>
                  </a:lnTo>
                  <a:lnTo>
                    <a:pt x="75696" y="20045"/>
                  </a:lnTo>
                  <a:lnTo>
                    <a:pt x="71319" y="23005"/>
                  </a:lnTo>
                  <a:lnTo>
                    <a:pt x="67038" y="26102"/>
                  </a:lnTo>
                  <a:lnTo>
                    <a:pt x="62857" y="29333"/>
                  </a:lnTo>
                  <a:lnTo>
                    <a:pt x="58781" y="32695"/>
                  </a:lnTo>
                  <a:lnTo>
                    <a:pt x="54812" y="36184"/>
                  </a:lnTo>
                  <a:lnTo>
                    <a:pt x="50956" y="39796"/>
                  </a:lnTo>
                  <a:lnTo>
                    <a:pt x="47216" y="43528"/>
                  </a:lnTo>
                  <a:lnTo>
                    <a:pt x="43595" y="47377"/>
                  </a:lnTo>
                  <a:lnTo>
                    <a:pt x="40099" y="51339"/>
                  </a:lnTo>
                  <a:lnTo>
                    <a:pt x="36729" y="55408"/>
                  </a:lnTo>
                  <a:lnTo>
                    <a:pt x="33489" y="59583"/>
                  </a:lnTo>
                  <a:lnTo>
                    <a:pt x="30383" y="63857"/>
                  </a:lnTo>
                  <a:lnTo>
                    <a:pt x="27414" y="68228"/>
                  </a:lnTo>
                  <a:lnTo>
                    <a:pt x="24584" y="72690"/>
                  </a:lnTo>
                  <a:lnTo>
                    <a:pt x="21896" y="77240"/>
                  </a:lnTo>
                  <a:lnTo>
                    <a:pt x="19354" y="81872"/>
                  </a:lnTo>
                  <a:lnTo>
                    <a:pt x="16960" y="86582"/>
                  </a:lnTo>
                  <a:lnTo>
                    <a:pt x="14715" y="91366"/>
                  </a:lnTo>
                  <a:lnTo>
                    <a:pt x="12623" y="96218"/>
                  </a:lnTo>
                  <a:lnTo>
                    <a:pt x="10685" y="101134"/>
                  </a:lnTo>
                  <a:lnTo>
                    <a:pt x="8904" y="106108"/>
                  </a:lnTo>
                  <a:lnTo>
                    <a:pt x="7280" y="111137"/>
                  </a:lnTo>
                  <a:lnTo>
                    <a:pt x="5817" y="116214"/>
                  </a:lnTo>
                  <a:lnTo>
                    <a:pt x="4514" y="121335"/>
                  </a:lnTo>
                  <a:lnTo>
                    <a:pt x="3374" y="126494"/>
                  </a:lnTo>
                  <a:lnTo>
                    <a:pt x="2398" y="131687"/>
                  </a:lnTo>
                  <a:lnTo>
                    <a:pt x="1586" y="136908"/>
                  </a:lnTo>
                  <a:lnTo>
                    <a:pt x="940" y="142153"/>
                  </a:lnTo>
                  <a:lnTo>
                    <a:pt x="460" y="147415"/>
                  </a:lnTo>
                  <a:lnTo>
                    <a:pt x="146" y="152689"/>
                  </a:lnTo>
                  <a:lnTo>
                    <a:pt x="0" y="157971"/>
                  </a:lnTo>
                  <a:lnTo>
                    <a:pt x="20" y="163255"/>
                  </a:lnTo>
                  <a:lnTo>
                    <a:pt x="207" y="168536"/>
                  </a:lnTo>
                  <a:lnTo>
                    <a:pt x="561" y="173808"/>
                  </a:lnTo>
                  <a:lnTo>
                    <a:pt x="1081" y="179066"/>
                  </a:lnTo>
                  <a:lnTo>
                    <a:pt x="1768" y="184305"/>
                  </a:lnTo>
                  <a:lnTo>
                    <a:pt x="2619" y="189520"/>
                  </a:lnTo>
                  <a:lnTo>
                    <a:pt x="3635" y="194706"/>
                  </a:lnTo>
                  <a:lnTo>
                    <a:pt x="4815" y="199856"/>
                  </a:lnTo>
                  <a:lnTo>
                    <a:pt x="6156" y="204967"/>
                  </a:lnTo>
                  <a:lnTo>
                    <a:pt x="7659" y="210033"/>
                  </a:lnTo>
                  <a:lnTo>
                    <a:pt x="9320" y="215049"/>
                  </a:lnTo>
                  <a:lnTo>
                    <a:pt x="11140" y="220009"/>
                  </a:lnTo>
                  <a:lnTo>
                    <a:pt x="13115" y="224910"/>
                  </a:lnTo>
                  <a:lnTo>
                    <a:pt x="15244" y="229746"/>
                  </a:lnTo>
                  <a:lnTo>
                    <a:pt x="17526" y="234512"/>
                  </a:lnTo>
                  <a:lnTo>
                    <a:pt x="19956" y="239204"/>
                  </a:lnTo>
                  <a:lnTo>
                    <a:pt x="22534" y="243817"/>
                  </a:lnTo>
                  <a:lnTo>
                    <a:pt x="25256" y="248346"/>
                  </a:lnTo>
                  <a:lnTo>
                    <a:pt x="28120" y="252786"/>
                  </a:lnTo>
                  <a:lnTo>
                    <a:pt x="31122" y="257134"/>
                  </a:lnTo>
                  <a:lnTo>
                    <a:pt x="34261" y="261385"/>
                  </a:lnTo>
                  <a:lnTo>
                    <a:pt x="37532" y="265534"/>
                  </a:lnTo>
                  <a:lnTo>
                    <a:pt x="40933" y="269578"/>
                  </a:lnTo>
                  <a:lnTo>
                    <a:pt x="44460" y="273513"/>
                  </a:lnTo>
                  <a:lnTo>
                    <a:pt x="48110" y="277334"/>
                  </a:lnTo>
                  <a:lnTo>
                    <a:pt x="51879" y="281037"/>
                  </a:lnTo>
                  <a:lnTo>
                    <a:pt x="55762" y="284620"/>
                  </a:lnTo>
                  <a:lnTo>
                    <a:pt x="59757" y="288078"/>
                  </a:lnTo>
                  <a:lnTo>
                    <a:pt x="63860" y="291409"/>
                  </a:lnTo>
                  <a:lnTo>
                    <a:pt x="68065" y="294608"/>
                  </a:lnTo>
                  <a:lnTo>
                    <a:pt x="72370" y="297672"/>
                  </a:lnTo>
                  <a:lnTo>
                    <a:pt x="76769" y="300599"/>
                  </a:lnTo>
                  <a:lnTo>
                    <a:pt x="81259" y="303385"/>
                  </a:lnTo>
                  <a:lnTo>
                    <a:pt x="85834" y="306028"/>
                  </a:lnTo>
                  <a:lnTo>
                    <a:pt x="90491" y="308526"/>
                  </a:lnTo>
                  <a:lnTo>
                    <a:pt x="95224" y="310874"/>
                  </a:lnTo>
                  <a:lnTo>
                    <a:pt x="100029" y="313072"/>
                  </a:lnTo>
                  <a:lnTo>
                    <a:pt x="104901" y="315117"/>
                  </a:lnTo>
                  <a:lnTo>
                    <a:pt x="109836" y="317007"/>
                  </a:lnTo>
                  <a:lnTo>
                    <a:pt x="114827" y="318740"/>
                  </a:lnTo>
                  <a:lnTo>
                    <a:pt x="119871" y="320315"/>
                  </a:lnTo>
                  <a:lnTo>
                    <a:pt x="124962" y="321729"/>
                  </a:lnTo>
                  <a:lnTo>
                    <a:pt x="130096" y="322982"/>
                  </a:lnTo>
                  <a:lnTo>
                    <a:pt x="135266" y="324072"/>
                  </a:lnTo>
                  <a:lnTo>
                    <a:pt x="140468" y="324998"/>
                  </a:lnTo>
                  <a:lnTo>
                    <a:pt x="145697" y="325759"/>
                  </a:lnTo>
                  <a:lnTo>
                    <a:pt x="150947" y="326354"/>
                  </a:lnTo>
                  <a:lnTo>
                    <a:pt x="156214" y="326783"/>
                  </a:lnTo>
                  <a:lnTo>
                    <a:pt x="161491" y="327045"/>
                  </a:lnTo>
                  <a:lnTo>
                    <a:pt x="166774" y="327141"/>
                  </a:lnTo>
                  <a:lnTo>
                    <a:pt x="172058" y="327070"/>
                  </a:lnTo>
                  <a:lnTo>
                    <a:pt x="177336" y="326831"/>
                  </a:lnTo>
                  <a:lnTo>
                    <a:pt x="182605" y="326426"/>
                  </a:lnTo>
                  <a:lnTo>
                    <a:pt x="187858" y="325855"/>
                  </a:lnTo>
                  <a:lnTo>
                    <a:pt x="193090" y="325117"/>
                  </a:lnTo>
                  <a:lnTo>
                    <a:pt x="198296" y="324215"/>
                  </a:lnTo>
                  <a:lnTo>
                    <a:pt x="203471" y="323149"/>
                  </a:lnTo>
                  <a:lnTo>
                    <a:pt x="208610" y="321920"/>
                  </a:lnTo>
                  <a:lnTo>
                    <a:pt x="213708" y="320529"/>
                  </a:lnTo>
                  <a:lnTo>
                    <a:pt x="218759" y="318977"/>
                  </a:lnTo>
                  <a:lnTo>
                    <a:pt x="223758" y="317267"/>
                  </a:lnTo>
                  <a:lnTo>
                    <a:pt x="228701" y="315399"/>
                  </a:lnTo>
                  <a:lnTo>
                    <a:pt x="233583" y="313376"/>
                  </a:lnTo>
                  <a:lnTo>
                    <a:pt x="238398" y="311200"/>
                  </a:lnTo>
                  <a:lnTo>
                    <a:pt x="243142" y="308873"/>
                  </a:lnTo>
                  <a:lnTo>
                    <a:pt x="247810" y="306397"/>
                  </a:lnTo>
                  <a:lnTo>
                    <a:pt x="252397" y="303775"/>
                  </a:lnTo>
                  <a:lnTo>
                    <a:pt x="256899" y="301009"/>
                  </a:lnTo>
                  <a:lnTo>
                    <a:pt x="261312" y="298102"/>
                  </a:lnTo>
                  <a:lnTo>
                    <a:pt x="265630" y="295058"/>
                  </a:lnTo>
                  <a:lnTo>
                    <a:pt x="269850" y="291878"/>
                  </a:lnTo>
                  <a:lnTo>
                    <a:pt x="273968" y="288566"/>
                  </a:lnTo>
                  <a:lnTo>
                    <a:pt x="277979" y="285126"/>
                  </a:lnTo>
                  <a:lnTo>
                    <a:pt x="281879" y="281561"/>
                  </a:lnTo>
                  <a:lnTo>
                    <a:pt x="285664" y="277875"/>
                  </a:lnTo>
                  <a:lnTo>
                    <a:pt x="289331" y="274070"/>
                  </a:lnTo>
                  <a:lnTo>
                    <a:pt x="292876" y="270152"/>
                  </a:lnTo>
                  <a:lnTo>
                    <a:pt x="296295" y="266123"/>
                  </a:lnTo>
                  <a:lnTo>
                    <a:pt x="299586" y="261989"/>
                  </a:lnTo>
                  <a:lnTo>
                    <a:pt x="302744" y="257753"/>
                  </a:lnTo>
                  <a:lnTo>
                    <a:pt x="305766" y="253418"/>
                  </a:lnTo>
                  <a:lnTo>
                    <a:pt x="308650" y="248991"/>
                  </a:lnTo>
                  <a:lnTo>
                    <a:pt x="311393" y="244475"/>
                  </a:lnTo>
                  <a:lnTo>
                    <a:pt x="313991" y="239874"/>
                  </a:lnTo>
                  <a:lnTo>
                    <a:pt x="316443" y="235193"/>
                  </a:lnTo>
                  <a:lnTo>
                    <a:pt x="318746" y="230437"/>
                  </a:lnTo>
                  <a:lnTo>
                    <a:pt x="320897" y="225611"/>
                  </a:lnTo>
                  <a:lnTo>
                    <a:pt x="322895" y="220719"/>
                  </a:lnTo>
                  <a:lnTo>
                    <a:pt x="324737" y="215767"/>
                  </a:lnTo>
                  <a:lnTo>
                    <a:pt x="326422" y="210759"/>
                  </a:lnTo>
                  <a:lnTo>
                    <a:pt x="327947" y="205700"/>
                  </a:lnTo>
                  <a:lnTo>
                    <a:pt x="329312" y="200595"/>
                  </a:lnTo>
                  <a:lnTo>
                    <a:pt x="330515" y="195450"/>
                  </a:lnTo>
                  <a:lnTo>
                    <a:pt x="331554" y="190269"/>
                  </a:lnTo>
                  <a:lnTo>
                    <a:pt x="332430" y="185058"/>
                  </a:lnTo>
                  <a:lnTo>
                    <a:pt x="333140" y="179822"/>
                  </a:lnTo>
                  <a:lnTo>
                    <a:pt x="333684" y="174567"/>
                  </a:lnTo>
                  <a:lnTo>
                    <a:pt x="334062" y="169296"/>
                  </a:lnTo>
                  <a:lnTo>
                    <a:pt x="334274" y="164016"/>
                  </a:lnTo>
                  <a:lnTo>
                    <a:pt x="334318" y="158733"/>
                  </a:lnTo>
                  <a:lnTo>
                    <a:pt x="334195" y="153450"/>
                  </a:lnTo>
                  <a:lnTo>
                    <a:pt x="333905" y="148174"/>
                  </a:lnTo>
                  <a:lnTo>
                    <a:pt x="333449" y="142910"/>
                  </a:lnTo>
                  <a:lnTo>
                    <a:pt x="332827" y="137663"/>
                  </a:lnTo>
                  <a:lnTo>
                    <a:pt x="332039" y="132438"/>
                  </a:lnTo>
                  <a:lnTo>
                    <a:pt x="331086" y="127241"/>
                  </a:lnTo>
                  <a:lnTo>
                    <a:pt x="329970" y="122076"/>
                  </a:lnTo>
                  <a:lnTo>
                    <a:pt x="328691" y="116949"/>
                  </a:lnTo>
                  <a:lnTo>
                    <a:pt x="327250" y="111865"/>
                  </a:lnTo>
                  <a:lnTo>
                    <a:pt x="325650" y="106830"/>
                  </a:lnTo>
                  <a:lnTo>
                    <a:pt x="323891" y="101847"/>
                  </a:lnTo>
                  <a:lnTo>
                    <a:pt x="321976" y="96922"/>
                  </a:lnTo>
                  <a:lnTo>
                    <a:pt x="319906" y="92061"/>
                  </a:lnTo>
                  <a:lnTo>
                    <a:pt x="317683" y="87267"/>
                  </a:lnTo>
                  <a:lnTo>
                    <a:pt x="315310" y="82546"/>
                  </a:lnTo>
                  <a:lnTo>
                    <a:pt x="312789" y="77902"/>
                  </a:lnTo>
                  <a:lnTo>
                    <a:pt x="310122" y="73341"/>
                  </a:lnTo>
                  <a:lnTo>
                    <a:pt x="307313" y="68865"/>
                  </a:lnTo>
                  <a:lnTo>
                    <a:pt x="304363" y="64481"/>
                  </a:lnTo>
                  <a:lnTo>
                    <a:pt x="301277" y="60193"/>
                  </a:lnTo>
                  <a:lnTo>
                    <a:pt x="298056" y="56004"/>
                  </a:lnTo>
                  <a:lnTo>
                    <a:pt x="294705" y="51918"/>
                  </a:lnTo>
                  <a:lnTo>
                    <a:pt x="291226" y="47941"/>
                  </a:lnTo>
                  <a:lnTo>
                    <a:pt x="287623" y="44076"/>
                  </a:lnTo>
                  <a:lnTo>
                    <a:pt x="283900" y="40326"/>
                  </a:lnTo>
                  <a:lnTo>
                    <a:pt x="280060" y="36697"/>
                  </a:lnTo>
                  <a:lnTo>
                    <a:pt x="276108" y="33190"/>
                  </a:lnTo>
                  <a:lnTo>
                    <a:pt x="272046" y="29810"/>
                  </a:lnTo>
                  <a:lnTo>
                    <a:pt x="267880" y="26560"/>
                  </a:lnTo>
                  <a:lnTo>
                    <a:pt x="263613" y="23443"/>
                  </a:lnTo>
                  <a:lnTo>
                    <a:pt x="259250" y="20463"/>
                  </a:lnTo>
                  <a:lnTo>
                    <a:pt x="254795" y="17622"/>
                  </a:lnTo>
                  <a:lnTo>
                    <a:pt x="250252" y="14923"/>
                  </a:lnTo>
                  <a:lnTo>
                    <a:pt x="167155" y="1599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83097" cy="167167"/>
            </a:xfrm>
            <a:custGeom>
              <a:avLst/>
              <a:pathLst>
                <a:path w="83097" h="167167">
                  <a:moveTo>
                    <a:pt x="83097" y="22116"/>
                  </a:moveTo>
                  <a:lnTo>
                    <a:pt x="78017" y="19322"/>
                  </a:lnTo>
                  <a:lnTo>
                    <a:pt x="72843" y="16705"/>
                  </a:lnTo>
                  <a:lnTo>
                    <a:pt x="67582" y="14270"/>
                  </a:lnTo>
                  <a:lnTo>
                    <a:pt x="62240" y="12018"/>
                  </a:lnTo>
                  <a:lnTo>
                    <a:pt x="56822" y="9953"/>
                  </a:lnTo>
                  <a:lnTo>
                    <a:pt x="51337" y="8078"/>
                  </a:lnTo>
                  <a:lnTo>
                    <a:pt x="45789" y="6393"/>
                  </a:lnTo>
                  <a:lnTo>
                    <a:pt x="40187" y="4902"/>
                  </a:lnTo>
                  <a:lnTo>
                    <a:pt x="34536" y="3606"/>
                  </a:lnTo>
                  <a:lnTo>
                    <a:pt x="28844" y="2507"/>
                  </a:lnTo>
                  <a:lnTo>
                    <a:pt x="23116" y="1606"/>
                  </a:lnTo>
                  <a:lnTo>
                    <a:pt x="17362" y="904"/>
                  </a:lnTo>
                  <a:lnTo>
                    <a:pt x="11586" y="402"/>
                  </a:lnTo>
                  <a:lnTo>
                    <a:pt x="579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4117" y="1681503"/>
              <a:ext cx="12407" cy="167167"/>
            </a:xfrm>
            <a:custGeom>
              <a:avLst/>
              <a:pathLst>
                <a:path w="12407" h="167167">
                  <a:moveTo>
                    <a:pt x="12407" y="0"/>
                  </a:moveTo>
                  <a:lnTo>
                    <a:pt x="0" y="461"/>
                  </a:lnTo>
                  <a:lnTo>
                    <a:pt x="124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89704" y="1681964"/>
              <a:ext cx="96820" cy="166706"/>
            </a:xfrm>
            <a:custGeom>
              <a:avLst/>
              <a:pathLst>
                <a:path w="96820" h="166706">
                  <a:moveTo>
                    <a:pt x="84412" y="0"/>
                  </a:moveTo>
                  <a:lnTo>
                    <a:pt x="78758" y="517"/>
                  </a:lnTo>
                  <a:lnTo>
                    <a:pt x="73125" y="1226"/>
                  </a:lnTo>
                  <a:lnTo>
                    <a:pt x="67520" y="2126"/>
                  </a:lnTo>
                  <a:lnTo>
                    <a:pt x="61948" y="3216"/>
                  </a:lnTo>
                  <a:lnTo>
                    <a:pt x="56416" y="4495"/>
                  </a:lnTo>
                  <a:lnTo>
                    <a:pt x="50931" y="5960"/>
                  </a:lnTo>
                  <a:lnTo>
                    <a:pt x="45499" y="7611"/>
                  </a:lnTo>
                  <a:lnTo>
                    <a:pt x="40126" y="9446"/>
                  </a:lnTo>
                  <a:lnTo>
                    <a:pt x="34818" y="11462"/>
                  </a:lnTo>
                  <a:lnTo>
                    <a:pt x="29582" y="13657"/>
                  </a:lnTo>
                  <a:lnTo>
                    <a:pt x="24424" y="16028"/>
                  </a:lnTo>
                  <a:lnTo>
                    <a:pt x="19349" y="18574"/>
                  </a:lnTo>
                  <a:lnTo>
                    <a:pt x="14363" y="21290"/>
                  </a:lnTo>
                  <a:lnTo>
                    <a:pt x="9473" y="24174"/>
                  </a:lnTo>
                  <a:lnTo>
                    <a:pt x="4683" y="27222"/>
                  </a:lnTo>
                  <a:lnTo>
                    <a:pt x="0" y="30431"/>
                  </a:lnTo>
                  <a:lnTo>
                    <a:pt x="96820" y="166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58" y="1681503"/>
              <a:ext cx="334322" cy="334329"/>
            </a:xfrm>
            <a:custGeom>
              <a:avLst/>
              <a:pathLst>
                <a:path w="334322" h="334329">
                  <a:moveTo>
                    <a:pt x="70345" y="30892"/>
                  </a:moveTo>
                  <a:lnTo>
                    <a:pt x="66082" y="34025"/>
                  </a:lnTo>
                  <a:lnTo>
                    <a:pt x="61919" y="37290"/>
                  </a:lnTo>
                  <a:lnTo>
                    <a:pt x="57862" y="40686"/>
                  </a:lnTo>
                  <a:lnTo>
                    <a:pt x="53914" y="44208"/>
                  </a:lnTo>
                  <a:lnTo>
                    <a:pt x="50079" y="47853"/>
                  </a:lnTo>
                  <a:lnTo>
                    <a:pt x="46362" y="51618"/>
                  </a:lnTo>
                  <a:lnTo>
                    <a:pt x="42766" y="55499"/>
                  </a:lnTo>
                  <a:lnTo>
                    <a:pt x="39295" y="59492"/>
                  </a:lnTo>
                  <a:lnTo>
                    <a:pt x="35951" y="63592"/>
                  </a:lnTo>
                  <a:lnTo>
                    <a:pt x="32739" y="67796"/>
                  </a:lnTo>
                  <a:lnTo>
                    <a:pt x="29662" y="72100"/>
                  </a:lnTo>
                  <a:lnTo>
                    <a:pt x="26723" y="76499"/>
                  </a:lnTo>
                  <a:lnTo>
                    <a:pt x="23924" y="80989"/>
                  </a:lnTo>
                  <a:lnTo>
                    <a:pt x="21268" y="85565"/>
                  </a:lnTo>
                  <a:lnTo>
                    <a:pt x="18759" y="90223"/>
                  </a:lnTo>
                  <a:lnTo>
                    <a:pt x="16399" y="94958"/>
                  </a:lnTo>
                  <a:lnTo>
                    <a:pt x="14189" y="99765"/>
                  </a:lnTo>
                  <a:lnTo>
                    <a:pt x="12133" y="104640"/>
                  </a:lnTo>
                  <a:lnTo>
                    <a:pt x="10232" y="109577"/>
                  </a:lnTo>
                  <a:lnTo>
                    <a:pt x="8488" y="114572"/>
                  </a:lnTo>
                  <a:lnTo>
                    <a:pt x="6903" y="119620"/>
                  </a:lnTo>
                  <a:lnTo>
                    <a:pt x="5478" y="124715"/>
                  </a:lnTo>
                  <a:lnTo>
                    <a:pt x="4216" y="129853"/>
                  </a:lnTo>
                  <a:lnTo>
                    <a:pt x="3117" y="135029"/>
                  </a:lnTo>
                  <a:lnTo>
                    <a:pt x="2182" y="140236"/>
                  </a:lnTo>
                  <a:lnTo>
                    <a:pt x="1412" y="145471"/>
                  </a:lnTo>
                  <a:lnTo>
                    <a:pt x="809" y="150727"/>
                  </a:lnTo>
                  <a:lnTo>
                    <a:pt x="372" y="155999"/>
                  </a:lnTo>
                  <a:lnTo>
                    <a:pt x="102" y="161283"/>
                  </a:lnTo>
                  <a:lnTo>
                    <a:pt x="0" y="166573"/>
                  </a:lnTo>
                  <a:lnTo>
                    <a:pt x="64" y="171863"/>
                  </a:lnTo>
                  <a:lnTo>
                    <a:pt x="297" y="177149"/>
                  </a:lnTo>
                  <a:lnTo>
                    <a:pt x="696" y="182425"/>
                  </a:lnTo>
                  <a:lnTo>
                    <a:pt x="1262" y="187685"/>
                  </a:lnTo>
                  <a:lnTo>
                    <a:pt x="1995" y="192925"/>
                  </a:lnTo>
                  <a:lnTo>
                    <a:pt x="2893" y="198139"/>
                  </a:lnTo>
                  <a:lnTo>
                    <a:pt x="3955" y="203322"/>
                  </a:lnTo>
                  <a:lnTo>
                    <a:pt x="5181" y="208468"/>
                  </a:lnTo>
                  <a:lnTo>
                    <a:pt x="6569" y="213574"/>
                  </a:lnTo>
                  <a:lnTo>
                    <a:pt x="8118" y="218633"/>
                  </a:lnTo>
                  <a:lnTo>
                    <a:pt x="9826" y="223640"/>
                  </a:lnTo>
                  <a:lnTo>
                    <a:pt x="11692" y="228591"/>
                  </a:lnTo>
                  <a:lnTo>
                    <a:pt x="13714" y="233480"/>
                  </a:lnTo>
                  <a:lnTo>
                    <a:pt x="15889" y="238303"/>
                  </a:lnTo>
                  <a:lnTo>
                    <a:pt x="18216" y="243055"/>
                  </a:lnTo>
                  <a:lnTo>
                    <a:pt x="20692" y="247730"/>
                  </a:lnTo>
                  <a:lnTo>
                    <a:pt x="23315" y="252325"/>
                  </a:lnTo>
                  <a:lnTo>
                    <a:pt x="26082" y="256835"/>
                  </a:lnTo>
                  <a:lnTo>
                    <a:pt x="28990" y="261254"/>
                  </a:lnTo>
                  <a:lnTo>
                    <a:pt x="32037" y="265580"/>
                  </a:lnTo>
                  <a:lnTo>
                    <a:pt x="35219" y="269807"/>
                  </a:lnTo>
                  <a:lnTo>
                    <a:pt x="38533" y="273931"/>
                  </a:lnTo>
                  <a:lnTo>
                    <a:pt x="41976" y="277948"/>
                  </a:lnTo>
                  <a:lnTo>
                    <a:pt x="45544" y="281854"/>
                  </a:lnTo>
                  <a:lnTo>
                    <a:pt x="49235" y="285645"/>
                  </a:lnTo>
                  <a:lnTo>
                    <a:pt x="53043" y="289318"/>
                  </a:lnTo>
                  <a:lnTo>
                    <a:pt x="56966" y="292868"/>
                  </a:lnTo>
                  <a:lnTo>
                    <a:pt x="60999" y="296293"/>
                  </a:lnTo>
                  <a:lnTo>
                    <a:pt x="65138" y="299588"/>
                  </a:lnTo>
                  <a:lnTo>
                    <a:pt x="69380" y="302750"/>
                  </a:lnTo>
                  <a:lnTo>
                    <a:pt x="73719" y="305777"/>
                  </a:lnTo>
                  <a:lnTo>
                    <a:pt x="78152" y="308664"/>
                  </a:lnTo>
                  <a:lnTo>
                    <a:pt x="82675" y="311410"/>
                  </a:lnTo>
                  <a:lnTo>
                    <a:pt x="87282" y="314012"/>
                  </a:lnTo>
                  <a:lnTo>
                    <a:pt x="91969" y="316466"/>
                  </a:lnTo>
                  <a:lnTo>
                    <a:pt x="96731" y="318771"/>
                  </a:lnTo>
                  <a:lnTo>
                    <a:pt x="101564" y="320924"/>
                  </a:lnTo>
                  <a:lnTo>
                    <a:pt x="106462" y="322923"/>
                  </a:lnTo>
                  <a:lnTo>
                    <a:pt x="111422" y="324766"/>
                  </a:lnTo>
                  <a:lnTo>
                    <a:pt x="116437" y="326451"/>
                  </a:lnTo>
                  <a:lnTo>
                    <a:pt x="121503" y="327977"/>
                  </a:lnTo>
                  <a:lnTo>
                    <a:pt x="126615" y="329341"/>
                  </a:lnTo>
                  <a:lnTo>
                    <a:pt x="131767" y="330543"/>
                  </a:lnTo>
                  <a:lnTo>
                    <a:pt x="136955" y="331582"/>
                  </a:lnTo>
                  <a:lnTo>
                    <a:pt x="142173" y="332455"/>
                  </a:lnTo>
                  <a:lnTo>
                    <a:pt x="147416" y="333164"/>
                  </a:lnTo>
                  <a:lnTo>
                    <a:pt x="152679" y="333705"/>
                  </a:lnTo>
                  <a:lnTo>
                    <a:pt x="157956" y="334081"/>
                  </a:lnTo>
                  <a:lnTo>
                    <a:pt x="163243" y="334288"/>
                  </a:lnTo>
                  <a:lnTo>
                    <a:pt x="168534" y="334329"/>
                  </a:lnTo>
                  <a:lnTo>
                    <a:pt x="173823" y="334202"/>
                  </a:lnTo>
                  <a:lnTo>
                    <a:pt x="179105" y="333907"/>
                  </a:lnTo>
                  <a:lnTo>
                    <a:pt x="184376" y="333446"/>
                  </a:lnTo>
                  <a:lnTo>
                    <a:pt x="189629" y="332818"/>
                  </a:lnTo>
                  <a:lnTo>
                    <a:pt x="194860" y="332024"/>
                  </a:lnTo>
                  <a:lnTo>
                    <a:pt x="200063" y="331065"/>
                  </a:lnTo>
                  <a:lnTo>
                    <a:pt x="205233" y="329942"/>
                  </a:lnTo>
                  <a:lnTo>
                    <a:pt x="210365" y="328656"/>
                  </a:lnTo>
                  <a:lnTo>
                    <a:pt x="215454" y="327208"/>
                  </a:lnTo>
                  <a:lnTo>
                    <a:pt x="220494" y="325600"/>
                  </a:lnTo>
                  <a:lnTo>
                    <a:pt x="225481" y="323833"/>
                  </a:lnTo>
                  <a:lnTo>
                    <a:pt x="230410" y="321909"/>
                  </a:lnTo>
                  <a:lnTo>
                    <a:pt x="235275" y="319830"/>
                  </a:lnTo>
                  <a:lnTo>
                    <a:pt x="240072" y="317598"/>
                  </a:lnTo>
                  <a:lnTo>
                    <a:pt x="244796" y="315216"/>
                  </a:lnTo>
                  <a:lnTo>
                    <a:pt x="249442" y="312685"/>
                  </a:lnTo>
                  <a:lnTo>
                    <a:pt x="254006" y="310009"/>
                  </a:lnTo>
                  <a:lnTo>
                    <a:pt x="258483" y="307189"/>
                  </a:lnTo>
                  <a:lnTo>
                    <a:pt x="262868" y="304229"/>
                  </a:lnTo>
                  <a:lnTo>
                    <a:pt x="267158" y="301132"/>
                  </a:lnTo>
                  <a:lnTo>
                    <a:pt x="271347" y="297901"/>
                  </a:lnTo>
                  <a:lnTo>
                    <a:pt x="275432" y="294538"/>
                  </a:lnTo>
                  <a:lnTo>
                    <a:pt x="279408" y="291048"/>
                  </a:lnTo>
                  <a:lnTo>
                    <a:pt x="283272" y="287434"/>
                  </a:lnTo>
                  <a:lnTo>
                    <a:pt x="287020" y="283700"/>
                  </a:lnTo>
                  <a:lnTo>
                    <a:pt x="290648" y="279849"/>
                  </a:lnTo>
                  <a:lnTo>
                    <a:pt x="294152" y="275885"/>
                  </a:lnTo>
                  <a:lnTo>
                    <a:pt x="297529" y="271812"/>
                  </a:lnTo>
                  <a:lnTo>
                    <a:pt x="300775" y="267634"/>
                  </a:lnTo>
                  <a:lnTo>
                    <a:pt x="303887" y="263356"/>
                  </a:lnTo>
                  <a:lnTo>
                    <a:pt x="306863" y="258981"/>
                  </a:lnTo>
                  <a:lnTo>
                    <a:pt x="309698" y="254514"/>
                  </a:lnTo>
                  <a:lnTo>
                    <a:pt x="312391" y="249960"/>
                  </a:lnTo>
                  <a:lnTo>
                    <a:pt x="314938" y="245323"/>
                  </a:lnTo>
                  <a:lnTo>
                    <a:pt x="317337" y="240607"/>
                  </a:lnTo>
                  <a:lnTo>
                    <a:pt x="319586" y="235818"/>
                  </a:lnTo>
                  <a:lnTo>
                    <a:pt x="321682" y="230960"/>
                  </a:lnTo>
                  <a:lnTo>
                    <a:pt x="323624" y="226039"/>
                  </a:lnTo>
                  <a:lnTo>
                    <a:pt x="325408" y="221058"/>
                  </a:lnTo>
                  <a:lnTo>
                    <a:pt x="327035" y="216023"/>
                  </a:lnTo>
                  <a:lnTo>
                    <a:pt x="328501" y="210940"/>
                  </a:lnTo>
                  <a:lnTo>
                    <a:pt x="329805" y="205812"/>
                  </a:lnTo>
                  <a:lnTo>
                    <a:pt x="330946" y="200646"/>
                  </a:lnTo>
                  <a:lnTo>
                    <a:pt x="331924" y="195447"/>
                  </a:lnTo>
                  <a:lnTo>
                    <a:pt x="332736" y="190219"/>
                  </a:lnTo>
                  <a:lnTo>
                    <a:pt x="333383" y="184968"/>
                  </a:lnTo>
                  <a:lnTo>
                    <a:pt x="333863" y="179699"/>
                  </a:lnTo>
                  <a:lnTo>
                    <a:pt x="334176" y="174417"/>
                  </a:lnTo>
                  <a:lnTo>
                    <a:pt x="334322" y="169129"/>
                  </a:lnTo>
                  <a:lnTo>
                    <a:pt x="334300" y="163838"/>
                  </a:lnTo>
                  <a:lnTo>
                    <a:pt x="334111" y="158550"/>
                  </a:lnTo>
                  <a:lnTo>
                    <a:pt x="333755" y="153272"/>
                  </a:lnTo>
                  <a:lnTo>
                    <a:pt x="333232" y="148007"/>
                  </a:lnTo>
                  <a:lnTo>
                    <a:pt x="332542" y="142761"/>
                  </a:lnTo>
                  <a:lnTo>
                    <a:pt x="331687" y="137540"/>
                  </a:lnTo>
                  <a:lnTo>
                    <a:pt x="330667" y="132349"/>
                  </a:lnTo>
                  <a:lnTo>
                    <a:pt x="329483" y="127192"/>
                  </a:lnTo>
                  <a:lnTo>
                    <a:pt x="328137" y="122076"/>
                  </a:lnTo>
                  <a:lnTo>
                    <a:pt x="326629" y="117004"/>
                  </a:lnTo>
                  <a:lnTo>
                    <a:pt x="324962" y="111983"/>
                  </a:lnTo>
                  <a:lnTo>
                    <a:pt x="323137" y="107017"/>
                  </a:lnTo>
                  <a:lnTo>
                    <a:pt x="321155" y="102111"/>
                  </a:lnTo>
                  <a:lnTo>
                    <a:pt x="319019" y="97271"/>
                  </a:lnTo>
                  <a:lnTo>
                    <a:pt x="316732" y="92501"/>
                  </a:lnTo>
                  <a:lnTo>
                    <a:pt x="314294" y="87805"/>
                  </a:lnTo>
                  <a:lnTo>
                    <a:pt x="311709" y="83189"/>
                  </a:lnTo>
                  <a:lnTo>
                    <a:pt x="308979" y="78657"/>
                  </a:lnTo>
                  <a:lnTo>
                    <a:pt x="306107" y="74213"/>
                  </a:lnTo>
                  <a:lnTo>
                    <a:pt x="303096" y="69863"/>
                  </a:lnTo>
                  <a:lnTo>
                    <a:pt x="299948" y="65610"/>
                  </a:lnTo>
                  <a:lnTo>
                    <a:pt x="296668" y="61459"/>
                  </a:lnTo>
                  <a:lnTo>
                    <a:pt x="293258" y="57414"/>
                  </a:lnTo>
                  <a:lnTo>
                    <a:pt x="289722" y="53479"/>
                  </a:lnTo>
                  <a:lnTo>
                    <a:pt x="286063" y="49657"/>
                  </a:lnTo>
                  <a:lnTo>
                    <a:pt x="282284" y="45954"/>
                  </a:lnTo>
                  <a:lnTo>
                    <a:pt x="278391" y="42371"/>
                  </a:lnTo>
                  <a:lnTo>
                    <a:pt x="274386" y="38914"/>
                  </a:lnTo>
                  <a:lnTo>
                    <a:pt x="270274" y="35585"/>
                  </a:lnTo>
                  <a:lnTo>
                    <a:pt x="266058" y="32388"/>
                  </a:lnTo>
                  <a:lnTo>
                    <a:pt x="261744" y="29326"/>
                  </a:lnTo>
                  <a:lnTo>
                    <a:pt x="257334" y="26402"/>
                  </a:lnTo>
                  <a:lnTo>
                    <a:pt x="252834" y="23620"/>
                  </a:lnTo>
                  <a:lnTo>
                    <a:pt x="248249" y="20980"/>
                  </a:lnTo>
                  <a:lnTo>
                    <a:pt x="243582" y="18488"/>
                  </a:lnTo>
                  <a:lnTo>
                    <a:pt x="238839" y="16144"/>
                  </a:lnTo>
                  <a:lnTo>
                    <a:pt x="234024" y="13952"/>
                  </a:lnTo>
                  <a:lnTo>
                    <a:pt x="229142" y="11913"/>
                  </a:lnTo>
                  <a:lnTo>
                    <a:pt x="224198" y="10029"/>
                  </a:lnTo>
                  <a:lnTo>
                    <a:pt x="219196" y="8303"/>
                  </a:lnTo>
                  <a:lnTo>
                    <a:pt x="214143" y="6736"/>
                  </a:lnTo>
                  <a:lnTo>
                    <a:pt x="209043" y="5330"/>
                  </a:lnTo>
                  <a:lnTo>
                    <a:pt x="203900" y="4086"/>
                  </a:lnTo>
                  <a:lnTo>
                    <a:pt x="198721" y="3005"/>
                  </a:lnTo>
                  <a:lnTo>
                    <a:pt x="193510" y="2088"/>
                  </a:lnTo>
                  <a:lnTo>
                    <a:pt x="188273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403" y="2126963"/>
              <a:ext cx="21884" cy="167167"/>
            </a:xfrm>
            <a:custGeom>
              <a:avLst/>
              <a:pathLst>
                <a:path w="21884" h="167167">
                  <a:moveTo>
                    <a:pt x="21884" y="0"/>
                  </a:moveTo>
                  <a:lnTo>
                    <a:pt x="14570" y="160"/>
                  </a:lnTo>
                  <a:lnTo>
                    <a:pt x="7271" y="639"/>
                  </a:lnTo>
                  <a:lnTo>
                    <a:pt x="0" y="1438"/>
                  </a:lnTo>
                  <a:lnTo>
                    <a:pt x="2188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9403" y="2128402"/>
              <a:ext cx="21884" cy="165728"/>
            </a:xfrm>
            <a:custGeom>
              <a:avLst/>
              <a:pathLst>
                <a:path w="21884" h="165728">
                  <a:moveTo>
                    <a:pt x="0" y="0"/>
                  </a:moveTo>
                  <a:lnTo>
                    <a:pt x="21884" y="1657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31" y="2127640"/>
              <a:ext cx="334314" cy="333656"/>
            </a:xfrm>
            <a:custGeom>
              <a:avLst/>
              <a:pathLst>
                <a:path w="334314" h="333656">
                  <a:moveTo>
                    <a:pt x="145272" y="761"/>
                  </a:moveTo>
                  <a:lnTo>
                    <a:pt x="140024" y="1539"/>
                  </a:lnTo>
                  <a:lnTo>
                    <a:pt x="134804" y="2483"/>
                  </a:lnTo>
                  <a:lnTo>
                    <a:pt x="129615" y="3592"/>
                  </a:lnTo>
                  <a:lnTo>
                    <a:pt x="124465" y="4866"/>
                  </a:lnTo>
                  <a:lnTo>
                    <a:pt x="119358" y="6302"/>
                  </a:lnTo>
                  <a:lnTo>
                    <a:pt x="114299" y="7899"/>
                  </a:lnTo>
                  <a:lnTo>
                    <a:pt x="109293" y="9656"/>
                  </a:lnTo>
                  <a:lnTo>
                    <a:pt x="104346" y="11572"/>
                  </a:lnTo>
                  <a:lnTo>
                    <a:pt x="99461" y="13643"/>
                  </a:lnTo>
                  <a:lnTo>
                    <a:pt x="94645" y="15868"/>
                  </a:lnTo>
                  <a:lnTo>
                    <a:pt x="89902" y="18245"/>
                  </a:lnTo>
                  <a:lnTo>
                    <a:pt x="85237" y="20771"/>
                  </a:lnTo>
                  <a:lnTo>
                    <a:pt x="80654" y="23444"/>
                  </a:lnTo>
                  <a:lnTo>
                    <a:pt x="76159" y="26260"/>
                  </a:lnTo>
                  <a:lnTo>
                    <a:pt x="71755" y="29219"/>
                  </a:lnTo>
                  <a:lnTo>
                    <a:pt x="67447" y="32315"/>
                  </a:lnTo>
                  <a:lnTo>
                    <a:pt x="63239" y="35547"/>
                  </a:lnTo>
                  <a:lnTo>
                    <a:pt x="59136" y="38910"/>
                  </a:lnTo>
                  <a:lnTo>
                    <a:pt x="55142" y="42402"/>
                  </a:lnTo>
                  <a:lnTo>
                    <a:pt x="51261" y="46019"/>
                  </a:lnTo>
                  <a:lnTo>
                    <a:pt x="47497" y="49757"/>
                  </a:lnTo>
                  <a:lnTo>
                    <a:pt x="43853" y="53613"/>
                  </a:lnTo>
                  <a:lnTo>
                    <a:pt x="40333" y="57583"/>
                  </a:lnTo>
                  <a:lnTo>
                    <a:pt x="36941" y="61662"/>
                  </a:lnTo>
                  <a:lnTo>
                    <a:pt x="33680" y="65847"/>
                  </a:lnTo>
                  <a:lnTo>
                    <a:pt x="30554" y="70133"/>
                  </a:lnTo>
                  <a:lnTo>
                    <a:pt x="27565" y="74516"/>
                  </a:lnTo>
                  <a:lnTo>
                    <a:pt x="24717" y="78992"/>
                  </a:lnTo>
                  <a:lnTo>
                    <a:pt x="22012" y="83556"/>
                  </a:lnTo>
                  <a:lnTo>
                    <a:pt x="19453" y="88204"/>
                  </a:lnTo>
                  <a:lnTo>
                    <a:pt x="17043" y="92930"/>
                  </a:lnTo>
                  <a:lnTo>
                    <a:pt x="14785" y="97730"/>
                  </a:lnTo>
                  <a:lnTo>
                    <a:pt x="12680" y="102600"/>
                  </a:lnTo>
                  <a:lnTo>
                    <a:pt x="10730" y="107534"/>
                  </a:lnTo>
                  <a:lnTo>
                    <a:pt x="8938" y="112528"/>
                  </a:lnTo>
                  <a:lnTo>
                    <a:pt x="7305" y="117575"/>
                  </a:lnTo>
                  <a:lnTo>
                    <a:pt x="5834" y="122673"/>
                  </a:lnTo>
                  <a:lnTo>
                    <a:pt x="4524" y="127814"/>
                  </a:lnTo>
                  <a:lnTo>
                    <a:pt x="3379" y="132994"/>
                  </a:lnTo>
                  <a:lnTo>
                    <a:pt x="2399" y="138208"/>
                  </a:lnTo>
                  <a:lnTo>
                    <a:pt x="1584" y="143450"/>
                  </a:lnTo>
                  <a:lnTo>
                    <a:pt x="936" y="148716"/>
                  </a:lnTo>
                  <a:lnTo>
                    <a:pt x="456" y="153999"/>
                  </a:lnTo>
                  <a:lnTo>
                    <a:pt x="144" y="159295"/>
                  </a:lnTo>
                  <a:lnTo>
                    <a:pt x="0" y="164599"/>
                  </a:lnTo>
                  <a:lnTo>
                    <a:pt x="24" y="169904"/>
                  </a:lnTo>
                  <a:lnTo>
                    <a:pt x="216" y="175206"/>
                  </a:lnTo>
                  <a:lnTo>
                    <a:pt x="577" y="180499"/>
                  </a:lnTo>
                  <a:lnTo>
                    <a:pt x="1105" y="185777"/>
                  </a:lnTo>
                  <a:lnTo>
                    <a:pt x="1801" y="191037"/>
                  </a:lnTo>
                  <a:lnTo>
                    <a:pt x="2663" y="196272"/>
                  </a:lnTo>
                  <a:lnTo>
                    <a:pt x="3691" y="201476"/>
                  </a:lnTo>
                  <a:lnTo>
                    <a:pt x="4883" y="206646"/>
                  </a:lnTo>
                  <a:lnTo>
                    <a:pt x="6239" y="211775"/>
                  </a:lnTo>
                  <a:lnTo>
                    <a:pt x="7757" y="216858"/>
                  </a:lnTo>
                  <a:lnTo>
                    <a:pt x="9436" y="221891"/>
                  </a:lnTo>
                  <a:lnTo>
                    <a:pt x="11273" y="226868"/>
                  </a:lnTo>
                  <a:lnTo>
                    <a:pt x="13268" y="231784"/>
                  </a:lnTo>
                  <a:lnTo>
                    <a:pt x="15417" y="236635"/>
                  </a:lnTo>
                  <a:lnTo>
                    <a:pt x="17720" y="241414"/>
                  </a:lnTo>
                  <a:lnTo>
                    <a:pt x="20172" y="246118"/>
                  </a:lnTo>
                  <a:lnTo>
                    <a:pt x="22773" y="250742"/>
                  </a:lnTo>
                  <a:lnTo>
                    <a:pt x="25519" y="255282"/>
                  </a:lnTo>
                  <a:lnTo>
                    <a:pt x="28408" y="259731"/>
                  </a:lnTo>
                  <a:lnTo>
                    <a:pt x="31437" y="264087"/>
                  </a:lnTo>
                  <a:lnTo>
                    <a:pt x="34602" y="268345"/>
                  </a:lnTo>
                  <a:lnTo>
                    <a:pt x="37901" y="272500"/>
                  </a:lnTo>
                  <a:lnTo>
                    <a:pt x="41330" y="276548"/>
                  </a:lnTo>
                  <a:lnTo>
                    <a:pt x="44886" y="280485"/>
                  </a:lnTo>
                  <a:lnTo>
                    <a:pt x="48565" y="284308"/>
                  </a:lnTo>
                  <a:lnTo>
                    <a:pt x="52363" y="288012"/>
                  </a:lnTo>
                  <a:lnTo>
                    <a:pt x="56277" y="291593"/>
                  </a:lnTo>
                  <a:lnTo>
                    <a:pt x="60303" y="295048"/>
                  </a:lnTo>
                  <a:lnTo>
                    <a:pt x="64436" y="298374"/>
                  </a:lnTo>
                  <a:lnTo>
                    <a:pt x="68673" y="301568"/>
                  </a:lnTo>
                  <a:lnTo>
                    <a:pt x="73008" y="304625"/>
                  </a:lnTo>
                  <a:lnTo>
                    <a:pt x="77439" y="307543"/>
                  </a:lnTo>
                  <a:lnTo>
                    <a:pt x="81960" y="310319"/>
                  </a:lnTo>
                  <a:lnTo>
                    <a:pt x="86567" y="312950"/>
                  </a:lnTo>
                  <a:lnTo>
                    <a:pt x="91255" y="315433"/>
                  </a:lnTo>
                  <a:lnTo>
                    <a:pt x="96020" y="317767"/>
                  </a:lnTo>
                  <a:lnTo>
                    <a:pt x="100856" y="319948"/>
                  </a:lnTo>
                  <a:lnTo>
                    <a:pt x="105759" y="321974"/>
                  </a:lnTo>
                  <a:lnTo>
                    <a:pt x="110724" y="323844"/>
                  </a:lnTo>
                  <a:lnTo>
                    <a:pt x="115745" y="325556"/>
                  </a:lnTo>
                  <a:lnTo>
                    <a:pt x="120819" y="327107"/>
                  </a:lnTo>
                  <a:lnTo>
                    <a:pt x="125939" y="328497"/>
                  </a:lnTo>
                  <a:lnTo>
                    <a:pt x="131100" y="329723"/>
                  </a:lnTo>
                  <a:lnTo>
                    <a:pt x="136298" y="330785"/>
                  </a:lnTo>
                  <a:lnTo>
                    <a:pt x="141527" y="331681"/>
                  </a:lnTo>
                  <a:lnTo>
                    <a:pt x="146782" y="332411"/>
                  </a:lnTo>
                  <a:lnTo>
                    <a:pt x="152057" y="332974"/>
                  </a:lnTo>
                  <a:lnTo>
                    <a:pt x="157348" y="333370"/>
                  </a:lnTo>
                  <a:lnTo>
                    <a:pt x="162648" y="333597"/>
                  </a:lnTo>
                  <a:lnTo>
                    <a:pt x="167953" y="333656"/>
                  </a:lnTo>
                  <a:lnTo>
                    <a:pt x="173257" y="333546"/>
                  </a:lnTo>
                  <a:lnTo>
                    <a:pt x="178555" y="333268"/>
                  </a:lnTo>
                  <a:lnTo>
                    <a:pt x="183842" y="332823"/>
                  </a:lnTo>
                  <a:lnTo>
                    <a:pt x="189112" y="332210"/>
                  </a:lnTo>
                  <a:lnTo>
                    <a:pt x="194359" y="331429"/>
                  </a:lnTo>
                  <a:lnTo>
                    <a:pt x="199579" y="330483"/>
                  </a:lnTo>
                  <a:lnTo>
                    <a:pt x="204767" y="329372"/>
                  </a:lnTo>
                  <a:lnTo>
                    <a:pt x="209917" y="328096"/>
                  </a:lnTo>
                  <a:lnTo>
                    <a:pt x="215023" y="326658"/>
                  </a:lnTo>
                  <a:lnTo>
                    <a:pt x="220082" y="325058"/>
                  </a:lnTo>
                  <a:lnTo>
                    <a:pt x="225087" y="323299"/>
                  </a:lnTo>
                  <a:lnTo>
                    <a:pt x="230033" y="321382"/>
                  </a:lnTo>
                  <a:lnTo>
                    <a:pt x="234917" y="319309"/>
                  </a:lnTo>
                  <a:lnTo>
                    <a:pt x="239732" y="317081"/>
                  </a:lnTo>
                  <a:lnTo>
                    <a:pt x="244474" y="314703"/>
                  </a:lnTo>
                  <a:lnTo>
                    <a:pt x="249138" y="312174"/>
                  </a:lnTo>
                  <a:lnTo>
                    <a:pt x="253720" y="309500"/>
                  </a:lnTo>
                  <a:lnTo>
                    <a:pt x="258214" y="306681"/>
                  </a:lnTo>
                  <a:lnTo>
                    <a:pt x="262617" y="303721"/>
                  </a:lnTo>
                  <a:lnTo>
                    <a:pt x="266923" y="300622"/>
                  </a:lnTo>
                  <a:lnTo>
                    <a:pt x="271130" y="297389"/>
                  </a:lnTo>
                  <a:lnTo>
                    <a:pt x="275231" y="294024"/>
                  </a:lnTo>
                  <a:lnTo>
                    <a:pt x="279223" y="290530"/>
                  </a:lnTo>
                  <a:lnTo>
                    <a:pt x="283103" y="286911"/>
                  </a:lnTo>
                  <a:lnTo>
                    <a:pt x="286866" y="283172"/>
                  </a:lnTo>
                  <a:lnTo>
                    <a:pt x="290508" y="279314"/>
                  </a:lnTo>
                  <a:lnTo>
                    <a:pt x="294026" y="275343"/>
                  </a:lnTo>
                  <a:lnTo>
                    <a:pt x="297416" y="271262"/>
                  </a:lnTo>
                  <a:lnTo>
                    <a:pt x="300676" y="267076"/>
                  </a:lnTo>
                  <a:lnTo>
                    <a:pt x="303800" y="262789"/>
                  </a:lnTo>
                  <a:lnTo>
                    <a:pt x="306787" y="258404"/>
                  </a:lnTo>
                  <a:lnTo>
                    <a:pt x="309633" y="253927"/>
                  </a:lnTo>
                  <a:lnTo>
                    <a:pt x="312336" y="249362"/>
                  </a:lnTo>
                  <a:lnTo>
                    <a:pt x="314893" y="244713"/>
                  </a:lnTo>
                  <a:lnTo>
                    <a:pt x="317301" y="239986"/>
                  </a:lnTo>
                  <a:lnTo>
                    <a:pt x="319557" y="235184"/>
                  </a:lnTo>
                  <a:lnTo>
                    <a:pt x="321660" y="230314"/>
                  </a:lnTo>
                  <a:lnTo>
                    <a:pt x="323608" y="225379"/>
                  </a:lnTo>
                  <a:lnTo>
                    <a:pt x="325398" y="220385"/>
                  </a:lnTo>
                  <a:lnTo>
                    <a:pt x="327028" y="215336"/>
                  </a:lnTo>
                  <a:lnTo>
                    <a:pt x="328498" y="210238"/>
                  </a:lnTo>
                  <a:lnTo>
                    <a:pt x="329805" y="205097"/>
                  </a:lnTo>
                  <a:lnTo>
                    <a:pt x="330948" y="199916"/>
                  </a:lnTo>
                  <a:lnTo>
                    <a:pt x="331926" y="194702"/>
                  </a:lnTo>
                  <a:lnTo>
                    <a:pt x="332738" y="189459"/>
                  </a:lnTo>
                  <a:lnTo>
                    <a:pt x="333384" y="184193"/>
                  </a:lnTo>
                  <a:lnTo>
                    <a:pt x="333862" y="178909"/>
                  </a:lnTo>
                  <a:lnTo>
                    <a:pt x="334172" y="173613"/>
                  </a:lnTo>
                  <a:lnTo>
                    <a:pt x="334314" y="168310"/>
                  </a:lnTo>
                  <a:lnTo>
                    <a:pt x="334287" y="163005"/>
                  </a:lnTo>
                  <a:lnTo>
                    <a:pt x="334093" y="157703"/>
                  </a:lnTo>
                  <a:lnTo>
                    <a:pt x="333730" y="152410"/>
                  </a:lnTo>
                  <a:lnTo>
                    <a:pt x="333199" y="147132"/>
                  </a:lnTo>
                  <a:lnTo>
                    <a:pt x="332501" y="141872"/>
                  </a:lnTo>
                  <a:lnTo>
                    <a:pt x="331637" y="136638"/>
                  </a:lnTo>
                  <a:lnTo>
                    <a:pt x="330607" y="131434"/>
                  </a:lnTo>
                  <a:lnTo>
                    <a:pt x="329412" y="126265"/>
                  </a:lnTo>
                  <a:lnTo>
                    <a:pt x="328054" y="121136"/>
                  </a:lnTo>
                  <a:lnTo>
                    <a:pt x="326533" y="116053"/>
                  </a:lnTo>
                  <a:lnTo>
                    <a:pt x="324853" y="111021"/>
                  </a:lnTo>
                  <a:lnTo>
                    <a:pt x="323013" y="106045"/>
                  </a:lnTo>
                  <a:lnTo>
                    <a:pt x="321017" y="101130"/>
                  </a:lnTo>
                  <a:lnTo>
                    <a:pt x="318865" y="96281"/>
                  </a:lnTo>
                  <a:lnTo>
                    <a:pt x="316561" y="91502"/>
                  </a:lnTo>
                  <a:lnTo>
                    <a:pt x="314106" y="86799"/>
                  </a:lnTo>
                  <a:lnTo>
                    <a:pt x="311503" y="82176"/>
                  </a:lnTo>
                  <a:lnTo>
                    <a:pt x="308755" y="77638"/>
                  </a:lnTo>
                  <a:lnTo>
                    <a:pt x="305864" y="73189"/>
                  </a:lnTo>
                  <a:lnTo>
                    <a:pt x="302834" y="68835"/>
                  </a:lnTo>
                  <a:lnTo>
                    <a:pt x="299667" y="64579"/>
                  </a:lnTo>
                  <a:lnTo>
                    <a:pt x="296366" y="60425"/>
                  </a:lnTo>
                  <a:lnTo>
                    <a:pt x="292935" y="56378"/>
                  </a:lnTo>
                  <a:lnTo>
                    <a:pt x="289378" y="52443"/>
                  </a:lnTo>
                  <a:lnTo>
                    <a:pt x="285697" y="48622"/>
                  </a:lnTo>
                  <a:lnTo>
                    <a:pt x="281897" y="44919"/>
                  </a:lnTo>
                  <a:lnTo>
                    <a:pt x="277982" y="41340"/>
                  </a:lnTo>
                  <a:lnTo>
                    <a:pt x="273955" y="37886"/>
                  </a:lnTo>
                  <a:lnTo>
                    <a:pt x="269820" y="34562"/>
                  </a:lnTo>
                  <a:lnTo>
                    <a:pt x="265582" y="31370"/>
                  </a:lnTo>
                  <a:lnTo>
                    <a:pt x="261245" y="28315"/>
                  </a:lnTo>
                  <a:lnTo>
                    <a:pt x="256813" y="25399"/>
                  </a:lnTo>
                  <a:lnTo>
                    <a:pt x="252290" y="22625"/>
                  </a:lnTo>
                  <a:lnTo>
                    <a:pt x="247682" y="19996"/>
                  </a:lnTo>
                  <a:lnTo>
                    <a:pt x="242993" y="17515"/>
                  </a:lnTo>
                  <a:lnTo>
                    <a:pt x="238228" y="15183"/>
                  </a:lnTo>
                  <a:lnTo>
                    <a:pt x="233391" y="13004"/>
                  </a:lnTo>
                  <a:lnTo>
                    <a:pt x="228487" y="10980"/>
                  </a:lnTo>
                  <a:lnTo>
                    <a:pt x="223521" y="9112"/>
                  </a:lnTo>
                  <a:lnTo>
                    <a:pt x="218499" y="7402"/>
                  </a:lnTo>
                  <a:lnTo>
                    <a:pt x="213425" y="5853"/>
                  </a:lnTo>
                  <a:lnTo>
                    <a:pt x="208304" y="4466"/>
                  </a:lnTo>
                  <a:lnTo>
                    <a:pt x="203142" y="3242"/>
                  </a:lnTo>
                  <a:lnTo>
                    <a:pt x="197944" y="2182"/>
                  </a:lnTo>
                  <a:lnTo>
                    <a:pt x="192714" y="1288"/>
                  </a:lnTo>
                  <a:lnTo>
                    <a:pt x="187459" y="560"/>
                  </a:lnTo>
                  <a:lnTo>
                    <a:pt x="182184" y="0"/>
                  </a:lnTo>
                  <a:lnTo>
                    <a:pt x="167156" y="1664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5027" cy="167167"/>
            </a:xfrm>
            <a:custGeom>
              <a:avLst/>
              <a:pathLst>
                <a:path w="15027" h="167167">
                  <a:moveTo>
                    <a:pt x="15027" y="6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215" y="2633064"/>
              <a:ext cx="4533" cy="167167"/>
            </a:xfrm>
            <a:custGeom>
              <a:avLst/>
              <a:pathLst>
                <a:path w="4533" h="167167">
                  <a:moveTo>
                    <a:pt x="4533" y="0"/>
                  </a:moveTo>
                  <a:lnTo>
                    <a:pt x="0" y="61"/>
                  </a:lnTo>
                  <a:lnTo>
                    <a:pt x="45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215" y="2633125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89" y="2633125"/>
              <a:ext cx="334323" cy="334268"/>
            </a:xfrm>
            <a:custGeom>
              <a:avLst/>
              <a:pathLst>
                <a:path w="334323" h="334268">
                  <a:moveTo>
                    <a:pt x="162626" y="0"/>
                  </a:moveTo>
                  <a:lnTo>
                    <a:pt x="157331" y="227"/>
                  </a:lnTo>
                  <a:lnTo>
                    <a:pt x="152047" y="623"/>
                  </a:lnTo>
                  <a:lnTo>
                    <a:pt x="146777" y="1185"/>
                  </a:lnTo>
                  <a:lnTo>
                    <a:pt x="141528" y="1915"/>
                  </a:lnTo>
                  <a:lnTo>
                    <a:pt x="136305" y="2810"/>
                  </a:lnTo>
                  <a:lnTo>
                    <a:pt x="131113" y="3871"/>
                  </a:lnTo>
                  <a:lnTo>
                    <a:pt x="125957" y="5095"/>
                  </a:lnTo>
                  <a:lnTo>
                    <a:pt x="120843" y="6482"/>
                  </a:lnTo>
                  <a:lnTo>
                    <a:pt x="115775" y="8031"/>
                  </a:lnTo>
                  <a:lnTo>
                    <a:pt x="110758" y="9740"/>
                  </a:lnTo>
                  <a:lnTo>
                    <a:pt x="105799" y="11607"/>
                  </a:lnTo>
                  <a:lnTo>
                    <a:pt x="100901" y="13630"/>
                  </a:lnTo>
                  <a:lnTo>
                    <a:pt x="96069" y="15807"/>
                  </a:lnTo>
                  <a:lnTo>
                    <a:pt x="91309" y="18136"/>
                  </a:lnTo>
                  <a:lnTo>
                    <a:pt x="86626" y="20615"/>
                  </a:lnTo>
                  <a:lnTo>
                    <a:pt x="82023" y="23242"/>
                  </a:lnTo>
                  <a:lnTo>
                    <a:pt x="77506" y="26013"/>
                  </a:lnTo>
                  <a:lnTo>
                    <a:pt x="73078" y="28925"/>
                  </a:lnTo>
                  <a:lnTo>
                    <a:pt x="68746" y="31977"/>
                  </a:lnTo>
                  <a:lnTo>
                    <a:pt x="64512" y="35164"/>
                  </a:lnTo>
                  <a:lnTo>
                    <a:pt x="60382" y="38484"/>
                  </a:lnTo>
                  <a:lnTo>
                    <a:pt x="56358" y="41933"/>
                  </a:lnTo>
                  <a:lnTo>
                    <a:pt x="52446" y="45508"/>
                  </a:lnTo>
                  <a:lnTo>
                    <a:pt x="48650" y="49205"/>
                  </a:lnTo>
                  <a:lnTo>
                    <a:pt x="44972" y="53021"/>
                  </a:lnTo>
                  <a:lnTo>
                    <a:pt x="41418" y="56951"/>
                  </a:lnTo>
                  <a:lnTo>
                    <a:pt x="37989" y="60992"/>
                  </a:lnTo>
                  <a:lnTo>
                    <a:pt x="34691" y="65139"/>
                  </a:lnTo>
                  <a:lnTo>
                    <a:pt x="31525" y="69389"/>
                  </a:lnTo>
                  <a:lnTo>
                    <a:pt x="28496" y="73738"/>
                  </a:lnTo>
                  <a:lnTo>
                    <a:pt x="25606" y="78180"/>
                  </a:lnTo>
                  <a:lnTo>
                    <a:pt x="22859" y="82711"/>
                  </a:lnTo>
                  <a:lnTo>
                    <a:pt x="20256" y="87327"/>
                  </a:lnTo>
                  <a:lnTo>
                    <a:pt x="17801" y="92024"/>
                  </a:lnTo>
                  <a:lnTo>
                    <a:pt x="15497" y="96796"/>
                  </a:lnTo>
                  <a:lnTo>
                    <a:pt x="13344" y="101638"/>
                  </a:lnTo>
                  <a:lnTo>
                    <a:pt x="11346" y="106547"/>
                  </a:lnTo>
                  <a:lnTo>
                    <a:pt x="9505" y="111516"/>
                  </a:lnTo>
                  <a:lnTo>
                    <a:pt x="7822" y="116541"/>
                  </a:lnTo>
                  <a:lnTo>
                    <a:pt x="6300" y="121617"/>
                  </a:lnTo>
                  <a:lnTo>
                    <a:pt x="4939" y="126738"/>
                  </a:lnTo>
                  <a:lnTo>
                    <a:pt x="3741" y="131901"/>
                  </a:lnTo>
                  <a:lnTo>
                    <a:pt x="2707" y="137098"/>
                  </a:lnTo>
                  <a:lnTo>
                    <a:pt x="1838" y="142326"/>
                  </a:lnTo>
                  <a:lnTo>
                    <a:pt x="1136" y="147578"/>
                  </a:lnTo>
                  <a:lnTo>
                    <a:pt x="600" y="152851"/>
                  </a:lnTo>
                  <a:lnTo>
                    <a:pt x="232" y="158137"/>
                  </a:lnTo>
                  <a:lnTo>
                    <a:pt x="32" y="163433"/>
                  </a:lnTo>
                  <a:lnTo>
                    <a:pt x="0" y="168732"/>
                  </a:lnTo>
                  <a:lnTo>
                    <a:pt x="135" y="174029"/>
                  </a:lnTo>
                  <a:lnTo>
                    <a:pt x="438" y="179320"/>
                  </a:lnTo>
                  <a:lnTo>
                    <a:pt x="909" y="184598"/>
                  </a:lnTo>
                  <a:lnTo>
                    <a:pt x="1547" y="189859"/>
                  </a:lnTo>
                  <a:lnTo>
                    <a:pt x="2352" y="195097"/>
                  </a:lnTo>
                  <a:lnTo>
                    <a:pt x="3322" y="200307"/>
                  </a:lnTo>
                  <a:lnTo>
                    <a:pt x="4457" y="205483"/>
                  </a:lnTo>
                  <a:lnTo>
                    <a:pt x="5755" y="210621"/>
                  </a:lnTo>
                  <a:lnTo>
                    <a:pt x="7215" y="215715"/>
                  </a:lnTo>
                  <a:lnTo>
                    <a:pt x="8836" y="220761"/>
                  </a:lnTo>
                  <a:lnTo>
                    <a:pt x="10617" y="225752"/>
                  </a:lnTo>
                  <a:lnTo>
                    <a:pt x="12554" y="230684"/>
                  </a:lnTo>
                  <a:lnTo>
                    <a:pt x="14647" y="235553"/>
                  </a:lnTo>
                  <a:lnTo>
                    <a:pt x="16893" y="240353"/>
                  </a:lnTo>
                  <a:lnTo>
                    <a:pt x="19291" y="245079"/>
                  </a:lnTo>
                  <a:lnTo>
                    <a:pt x="21836" y="249727"/>
                  </a:lnTo>
                  <a:lnTo>
                    <a:pt x="24528" y="254291"/>
                  </a:lnTo>
                  <a:lnTo>
                    <a:pt x="27363" y="258769"/>
                  </a:lnTo>
                  <a:lnTo>
                    <a:pt x="30339" y="263154"/>
                  </a:lnTo>
                  <a:lnTo>
                    <a:pt x="33452" y="267442"/>
                  </a:lnTo>
                  <a:lnTo>
                    <a:pt x="36700" y="271630"/>
                  </a:lnTo>
                  <a:lnTo>
                    <a:pt x="40078" y="275712"/>
                  </a:lnTo>
                  <a:lnTo>
                    <a:pt x="43585" y="279686"/>
                  </a:lnTo>
                  <a:lnTo>
                    <a:pt x="47215" y="283546"/>
                  </a:lnTo>
                  <a:lnTo>
                    <a:pt x="50966" y="287289"/>
                  </a:lnTo>
                  <a:lnTo>
                    <a:pt x="54834" y="290912"/>
                  </a:lnTo>
                  <a:lnTo>
                    <a:pt x="58815" y="294410"/>
                  </a:lnTo>
                  <a:lnTo>
                    <a:pt x="62904" y="297780"/>
                  </a:lnTo>
                  <a:lnTo>
                    <a:pt x="67099" y="301019"/>
                  </a:lnTo>
                  <a:lnTo>
                    <a:pt x="71394" y="304124"/>
                  </a:lnTo>
                  <a:lnTo>
                    <a:pt x="75785" y="307090"/>
                  </a:lnTo>
                  <a:lnTo>
                    <a:pt x="80268" y="309916"/>
                  </a:lnTo>
                  <a:lnTo>
                    <a:pt x="84838" y="312598"/>
                  </a:lnTo>
                  <a:lnTo>
                    <a:pt x="89491" y="315135"/>
                  </a:lnTo>
                  <a:lnTo>
                    <a:pt x="94222" y="317522"/>
                  </a:lnTo>
                  <a:lnTo>
                    <a:pt x="99027" y="319758"/>
                  </a:lnTo>
                  <a:lnTo>
                    <a:pt x="103899" y="321841"/>
                  </a:lnTo>
                  <a:lnTo>
                    <a:pt x="108836" y="323769"/>
                  </a:lnTo>
                  <a:lnTo>
                    <a:pt x="113831" y="325539"/>
                  </a:lnTo>
                  <a:lnTo>
                    <a:pt x="118880" y="327149"/>
                  </a:lnTo>
                  <a:lnTo>
                    <a:pt x="123977" y="328599"/>
                  </a:lnTo>
                  <a:lnTo>
                    <a:pt x="129117" y="329887"/>
                  </a:lnTo>
                  <a:lnTo>
                    <a:pt x="134296" y="331011"/>
                  </a:lnTo>
                  <a:lnTo>
                    <a:pt x="139508" y="331970"/>
                  </a:lnTo>
                  <a:lnTo>
                    <a:pt x="144747" y="332764"/>
                  </a:lnTo>
                  <a:lnTo>
                    <a:pt x="150009" y="333391"/>
                  </a:lnTo>
                  <a:lnTo>
                    <a:pt x="155289" y="333851"/>
                  </a:lnTo>
                  <a:lnTo>
                    <a:pt x="160580" y="334143"/>
                  </a:lnTo>
                  <a:lnTo>
                    <a:pt x="165878" y="334268"/>
                  </a:lnTo>
                  <a:lnTo>
                    <a:pt x="171177" y="334225"/>
                  </a:lnTo>
                  <a:lnTo>
                    <a:pt x="176472" y="334013"/>
                  </a:lnTo>
                  <a:lnTo>
                    <a:pt x="181758" y="333634"/>
                  </a:lnTo>
                  <a:lnTo>
                    <a:pt x="187029" y="333088"/>
                  </a:lnTo>
                  <a:lnTo>
                    <a:pt x="192280" y="332375"/>
                  </a:lnTo>
                  <a:lnTo>
                    <a:pt x="197506" y="331495"/>
                  </a:lnTo>
                  <a:lnTo>
                    <a:pt x="202701" y="330451"/>
                  </a:lnTo>
                  <a:lnTo>
                    <a:pt x="207861" y="329242"/>
                  </a:lnTo>
                  <a:lnTo>
                    <a:pt x="212980" y="327871"/>
                  </a:lnTo>
                  <a:lnTo>
                    <a:pt x="218053" y="326337"/>
                  </a:lnTo>
                  <a:lnTo>
                    <a:pt x="223074" y="324644"/>
                  </a:lnTo>
                  <a:lnTo>
                    <a:pt x="228039" y="322793"/>
                  </a:lnTo>
                  <a:lnTo>
                    <a:pt x="232944" y="320785"/>
                  </a:lnTo>
                  <a:lnTo>
                    <a:pt x="237782" y="318622"/>
                  </a:lnTo>
                  <a:lnTo>
                    <a:pt x="242549" y="316308"/>
                  </a:lnTo>
                  <a:lnTo>
                    <a:pt x="247240" y="313843"/>
                  </a:lnTo>
                  <a:lnTo>
                    <a:pt x="251851" y="311231"/>
                  </a:lnTo>
                  <a:lnTo>
                    <a:pt x="256377" y="308474"/>
                  </a:lnTo>
                  <a:lnTo>
                    <a:pt x="260813" y="305575"/>
                  </a:lnTo>
                  <a:lnTo>
                    <a:pt x="265155" y="302537"/>
                  </a:lnTo>
                  <a:lnTo>
                    <a:pt x="269398" y="299363"/>
                  </a:lnTo>
                  <a:lnTo>
                    <a:pt x="273539" y="296056"/>
                  </a:lnTo>
                  <a:lnTo>
                    <a:pt x="277573" y="292619"/>
                  </a:lnTo>
                  <a:lnTo>
                    <a:pt x="281496" y="289056"/>
                  </a:lnTo>
                  <a:lnTo>
                    <a:pt x="285304" y="285371"/>
                  </a:lnTo>
                  <a:lnTo>
                    <a:pt x="288993" y="281567"/>
                  </a:lnTo>
                  <a:lnTo>
                    <a:pt x="292560" y="277647"/>
                  </a:lnTo>
                  <a:lnTo>
                    <a:pt x="296001" y="273617"/>
                  </a:lnTo>
                  <a:lnTo>
                    <a:pt x="299312" y="269480"/>
                  </a:lnTo>
                  <a:lnTo>
                    <a:pt x="302491" y="265239"/>
                  </a:lnTo>
                  <a:lnTo>
                    <a:pt x="305533" y="260900"/>
                  </a:lnTo>
                  <a:lnTo>
                    <a:pt x="308437" y="256467"/>
                  </a:lnTo>
                  <a:lnTo>
                    <a:pt x="311198" y="251944"/>
                  </a:lnTo>
                  <a:lnTo>
                    <a:pt x="313815" y="247336"/>
                  </a:lnTo>
                  <a:lnTo>
                    <a:pt x="316284" y="242647"/>
                  </a:lnTo>
                  <a:lnTo>
                    <a:pt x="318604" y="237883"/>
                  </a:lnTo>
                  <a:lnTo>
                    <a:pt x="320771" y="233047"/>
                  </a:lnTo>
                  <a:lnTo>
                    <a:pt x="322784" y="228145"/>
                  </a:lnTo>
                  <a:lnTo>
                    <a:pt x="324641" y="223181"/>
                  </a:lnTo>
                  <a:lnTo>
                    <a:pt x="326339" y="218161"/>
                  </a:lnTo>
                  <a:lnTo>
                    <a:pt x="327877" y="213090"/>
                  </a:lnTo>
                  <a:lnTo>
                    <a:pt x="329254" y="207973"/>
                  </a:lnTo>
                  <a:lnTo>
                    <a:pt x="330468" y="202814"/>
                  </a:lnTo>
                  <a:lnTo>
                    <a:pt x="331518" y="197620"/>
                  </a:lnTo>
                  <a:lnTo>
                    <a:pt x="332402" y="192395"/>
                  </a:lnTo>
                  <a:lnTo>
                    <a:pt x="333121" y="187145"/>
                  </a:lnTo>
                  <a:lnTo>
                    <a:pt x="333673" y="181874"/>
                  </a:lnTo>
                  <a:lnTo>
                    <a:pt x="334057" y="176589"/>
                  </a:lnTo>
                  <a:lnTo>
                    <a:pt x="334274" y="171294"/>
                  </a:lnTo>
                  <a:lnTo>
                    <a:pt x="334323" y="165995"/>
                  </a:lnTo>
                  <a:lnTo>
                    <a:pt x="334204" y="160697"/>
                  </a:lnTo>
                  <a:lnTo>
                    <a:pt x="333917" y="155405"/>
                  </a:lnTo>
                  <a:lnTo>
                    <a:pt x="333462" y="150125"/>
                  </a:lnTo>
                  <a:lnTo>
                    <a:pt x="332840" y="144863"/>
                  </a:lnTo>
                  <a:lnTo>
                    <a:pt x="332052" y="139622"/>
                  </a:lnTo>
                  <a:lnTo>
                    <a:pt x="331098" y="134409"/>
                  </a:lnTo>
                  <a:lnTo>
                    <a:pt x="329979" y="129230"/>
                  </a:lnTo>
                  <a:lnTo>
                    <a:pt x="328697" y="124088"/>
                  </a:lnTo>
                  <a:lnTo>
                    <a:pt x="327252" y="118989"/>
                  </a:lnTo>
                  <a:lnTo>
                    <a:pt x="325646" y="113939"/>
                  </a:lnTo>
                  <a:lnTo>
                    <a:pt x="323882" y="108942"/>
                  </a:lnTo>
                  <a:lnTo>
                    <a:pt x="321959" y="104004"/>
                  </a:lnTo>
                  <a:lnTo>
                    <a:pt x="319881" y="99129"/>
                  </a:lnTo>
                  <a:lnTo>
                    <a:pt x="317650" y="94322"/>
                  </a:lnTo>
                  <a:lnTo>
                    <a:pt x="315267" y="89588"/>
                  </a:lnTo>
                  <a:lnTo>
                    <a:pt x="312736" y="84933"/>
                  </a:lnTo>
                  <a:lnTo>
                    <a:pt x="310058" y="80360"/>
                  </a:lnTo>
                  <a:lnTo>
                    <a:pt x="307237" y="75874"/>
                  </a:lnTo>
                  <a:lnTo>
                    <a:pt x="304275" y="71480"/>
                  </a:lnTo>
                  <a:lnTo>
                    <a:pt x="301175" y="67182"/>
                  </a:lnTo>
                  <a:lnTo>
                    <a:pt x="297940" y="62984"/>
                  </a:lnTo>
                  <a:lnTo>
                    <a:pt x="294574" y="58891"/>
                  </a:lnTo>
                  <a:lnTo>
                    <a:pt x="291080" y="54907"/>
                  </a:lnTo>
                  <a:lnTo>
                    <a:pt x="287461" y="51035"/>
                  </a:lnTo>
                  <a:lnTo>
                    <a:pt x="283722" y="47280"/>
                  </a:lnTo>
                  <a:lnTo>
                    <a:pt x="279865" y="43646"/>
                  </a:lnTo>
                  <a:lnTo>
                    <a:pt x="275895" y="40136"/>
                  </a:lnTo>
                  <a:lnTo>
                    <a:pt x="271816" y="36753"/>
                  </a:lnTo>
                  <a:lnTo>
                    <a:pt x="267632" y="33501"/>
                  </a:lnTo>
                  <a:lnTo>
                    <a:pt x="263347" y="30383"/>
                  </a:lnTo>
                  <a:lnTo>
                    <a:pt x="258965" y="27403"/>
                  </a:lnTo>
                  <a:lnTo>
                    <a:pt x="254490" y="24564"/>
                  </a:lnTo>
                  <a:lnTo>
                    <a:pt x="249928" y="21867"/>
                  </a:lnTo>
                  <a:lnTo>
                    <a:pt x="245283" y="19316"/>
                  </a:lnTo>
                  <a:lnTo>
                    <a:pt x="240559" y="16914"/>
                  </a:lnTo>
                  <a:lnTo>
                    <a:pt x="235762" y="14663"/>
                  </a:lnTo>
                  <a:lnTo>
                    <a:pt x="230896" y="12565"/>
                  </a:lnTo>
                  <a:lnTo>
                    <a:pt x="225965" y="10623"/>
                  </a:lnTo>
                  <a:lnTo>
                    <a:pt x="167159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8806" cy="167167"/>
            </a:xfrm>
            <a:custGeom>
              <a:avLst/>
              <a:pathLst>
                <a:path w="58806" h="167167">
                  <a:moveTo>
                    <a:pt x="58806" y="10684"/>
                  </a:moveTo>
                  <a:lnTo>
                    <a:pt x="53144" y="8672"/>
                  </a:lnTo>
                  <a:lnTo>
                    <a:pt x="47413" y="6864"/>
                  </a:lnTo>
                  <a:lnTo>
                    <a:pt x="41621" y="5264"/>
                  </a:lnTo>
                  <a:lnTo>
                    <a:pt x="35776" y="3873"/>
                  </a:lnTo>
                  <a:lnTo>
                    <a:pt x="29884" y="2692"/>
                  </a:lnTo>
                  <a:lnTo>
                    <a:pt x="23954" y="1725"/>
                  </a:lnTo>
                  <a:lnTo>
                    <a:pt x="17992" y="971"/>
                  </a:lnTo>
                  <a:lnTo>
                    <a:pt x="12008" y="431"/>
                  </a:lnTo>
                  <a:lnTo>
                    <a:pt x="6007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3705" y="3170392"/>
              <a:ext cx="22275" cy="167167"/>
            </a:xfrm>
            <a:custGeom>
              <a:avLst/>
              <a:pathLst>
                <a:path w="22275" h="167167">
                  <a:moveTo>
                    <a:pt x="22275" y="0"/>
                  </a:moveTo>
                  <a:lnTo>
                    <a:pt x="14830" y="165"/>
                  </a:lnTo>
                  <a:lnTo>
                    <a:pt x="7400" y="663"/>
                  </a:lnTo>
                  <a:lnTo>
                    <a:pt x="0" y="1490"/>
                  </a:lnTo>
                  <a:lnTo>
                    <a:pt x="222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3705" y="3171883"/>
              <a:ext cx="22275" cy="165676"/>
            </a:xfrm>
            <a:custGeom>
              <a:avLst/>
              <a:pathLst>
                <a:path w="22275" h="165676">
                  <a:moveTo>
                    <a:pt x="0" y="0"/>
                  </a:moveTo>
                  <a:lnTo>
                    <a:pt x="22275" y="1656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21" y="3171883"/>
              <a:ext cx="334316" cy="332841"/>
            </a:xfrm>
            <a:custGeom>
              <a:avLst/>
              <a:pathLst>
                <a:path w="334316" h="332841">
                  <a:moveTo>
                    <a:pt x="144884" y="0"/>
                  </a:moveTo>
                  <a:lnTo>
                    <a:pt x="139641" y="789"/>
                  </a:lnTo>
                  <a:lnTo>
                    <a:pt x="134426" y="1745"/>
                  </a:lnTo>
                  <a:lnTo>
                    <a:pt x="129243" y="2865"/>
                  </a:lnTo>
                  <a:lnTo>
                    <a:pt x="124099" y="4150"/>
                  </a:lnTo>
                  <a:lnTo>
                    <a:pt x="118998" y="5597"/>
                  </a:lnTo>
                  <a:lnTo>
                    <a:pt x="113946" y="7204"/>
                  </a:lnTo>
                  <a:lnTo>
                    <a:pt x="108947" y="8972"/>
                  </a:lnTo>
                  <a:lnTo>
                    <a:pt x="104006" y="10897"/>
                  </a:lnTo>
                  <a:lnTo>
                    <a:pt x="99130" y="12977"/>
                  </a:lnTo>
                  <a:lnTo>
                    <a:pt x="94321" y="15212"/>
                  </a:lnTo>
                  <a:lnTo>
                    <a:pt x="89586" y="17597"/>
                  </a:lnTo>
                  <a:lnTo>
                    <a:pt x="84929" y="20132"/>
                  </a:lnTo>
                  <a:lnTo>
                    <a:pt x="80355" y="22813"/>
                  </a:lnTo>
                  <a:lnTo>
                    <a:pt x="75868" y="25637"/>
                  </a:lnTo>
                  <a:lnTo>
                    <a:pt x="71472" y="28603"/>
                  </a:lnTo>
                  <a:lnTo>
                    <a:pt x="67173" y="31707"/>
                  </a:lnTo>
                  <a:lnTo>
                    <a:pt x="62975" y="34945"/>
                  </a:lnTo>
                  <a:lnTo>
                    <a:pt x="58882" y="38315"/>
                  </a:lnTo>
                  <a:lnTo>
                    <a:pt x="54897" y="41813"/>
                  </a:lnTo>
                  <a:lnTo>
                    <a:pt x="51025" y="45435"/>
                  </a:lnTo>
                  <a:lnTo>
                    <a:pt x="47270" y="49179"/>
                  </a:lnTo>
                  <a:lnTo>
                    <a:pt x="43636" y="53039"/>
                  </a:lnTo>
                  <a:lnTo>
                    <a:pt x="40126" y="57013"/>
                  </a:lnTo>
                  <a:lnTo>
                    <a:pt x="36744" y="61096"/>
                  </a:lnTo>
                  <a:lnTo>
                    <a:pt x="33493" y="65285"/>
                  </a:lnTo>
                  <a:lnTo>
                    <a:pt x="30377" y="69575"/>
                  </a:lnTo>
                  <a:lnTo>
                    <a:pt x="27398" y="73961"/>
                  </a:lnTo>
                  <a:lnTo>
                    <a:pt x="24559" y="78439"/>
                  </a:lnTo>
                  <a:lnTo>
                    <a:pt x="21864" y="83005"/>
                  </a:lnTo>
                  <a:lnTo>
                    <a:pt x="19316" y="87655"/>
                  </a:lnTo>
                  <a:lnTo>
                    <a:pt x="16916" y="92383"/>
                  </a:lnTo>
                  <a:lnTo>
                    <a:pt x="14667" y="97184"/>
                  </a:lnTo>
                  <a:lnTo>
                    <a:pt x="12572" y="102055"/>
                  </a:lnTo>
                  <a:lnTo>
                    <a:pt x="10632" y="106989"/>
                  </a:lnTo>
                  <a:lnTo>
                    <a:pt x="8849" y="111983"/>
                  </a:lnTo>
                  <a:lnTo>
                    <a:pt x="7226" y="117030"/>
                  </a:lnTo>
                  <a:lnTo>
                    <a:pt x="5764" y="122127"/>
                  </a:lnTo>
                  <a:lnTo>
                    <a:pt x="4464" y="127267"/>
                  </a:lnTo>
                  <a:lnTo>
                    <a:pt x="3328" y="132446"/>
                  </a:lnTo>
                  <a:lnTo>
                    <a:pt x="2356" y="137658"/>
                  </a:lnTo>
                  <a:lnTo>
                    <a:pt x="1550" y="142899"/>
                  </a:lnTo>
                  <a:lnTo>
                    <a:pt x="911" y="148162"/>
                  </a:lnTo>
                  <a:lnTo>
                    <a:pt x="440" y="153443"/>
                  </a:lnTo>
                  <a:lnTo>
                    <a:pt x="136" y="158737"/>
                  </a:lnTo>
                  <a:lnTo>
                    <a:pt x="0" y="164037"/>
                  </a:lnTo>
                  <a:lnTo>
                    <a:pt x="32" y="169339"/>
                  </a:lnTo>
                  <a:lnTo>
                    <a:pt x="232" y="174638"/>
                  </a:lnTo>
                  <a:lnTo>
                    <a:pt x="600" y="179927"/>
                  </a:lnTo>
                  <a:lnTo>
                    <a:pt x="1136" y="185202"/>
                  </a:lnTo>
                  <a:lnTo>
                    <a:pt x="1838" y="190457"/>
                  </a:lnTo>
                  <a:lnTo>
                    <a:pt x="2707" y="195688"/>
                  </a:lnTo>
                  <a:lnTo>
                    <a:pt x="3742" y="200888"/>
                  </a:lnTo>
                  <a:lnTo>
                    <a:pt x="4941" y="206053"/>
                  </a:lnTo>
                  <a:lnTo>
                    <a:pt x="6303" y="211177"/>
                  </a:lnTo>
                  <a:lnTo>
                    <a:pt x="7827" y="216255"/>
                  </a:lnTo>
                  <a:lnTo>
                    <a:pt x="9511" y="221283"/>
                  </a:lnTo>
                  <a:lnTo>
                    <a:pt x="11354" y="226254"/>
                  </a:lnTo>
                  <a:lnTo>
                    <a:pt x="13353" y="231165"/>
                  </a:lnTo>
                  <a:lnTo>
                    <a:pt x="15508" y="236010"/>
                  </a:lnTo>
                  <a:lnTo>
                    <a:pt x="17814" y="240784"/>
                  </a:lnTo>
                  <a:lnTo>
                    <a:pt x="20271" y="245482"/>
                  </a:lnTo>
                  <a:lnTo>
                    <a:pt x="22876" y="250100"/>
                  </a:lnTo>
                  <a:lnTo>
                    <a:pt x="25626" y="254634"/>
                  </a:lnTo>
                  <a:lnTo>
                    <a:pt x="28518" y="259077"/>
                  </a:lnTo>
                  <a:lnTo>
                    <a:pt x="31550" y="263427"/>
                  </a:lnTo>
                  <a:lnTo>
                    <a:pt x="34719" y="267679"/>
                  </a:lnTo>
                  <a:lnTo>
                    <a:pt x="38020" y="271828"/>
                  </a:lnTo>
                  <a:lnTo>
                    <a:pt x="41451" y="275870"/>
                  </a:lnTo>
                  <a:lnTo>
                    <a:pt x="45009" y="279801"/>
                  </a:lnTo>
                  <a:lnTo>
                    <a:pt x="48690" y="283617"/>
                  </a:lnTo>
                  <a:lnTo>
                    <a:pt x="52490" y="287315"/>
                  </a:lnTo>
                  <a:lnTo>
                    <a:pt x="56405" y="290890"/>
                  </a:lnTo>
                  <a:lnTo>
                    <a:pt x="60432" y="294340"/>
                  </a:lnTo>
                  <a:lnTo>
                    <a:pt x="64566" y="297660"/>
                  </a:lnTo>
                  <a:lnTo>
                    <a:pt x="68803" y="300847"/>
                  </a:lnTo>
                  <a:lnTo>
                    <a:pt x="73139" y="303898"/>
                  </a:lnTo>
                  <a:lnTo>
                    <a:pt x="77570" y="306810"/>
                  </a:lnTo>
                  <a:lnTo>
                    <a:pt x="82091" y="309580"/>
                  </a:lnTo>
                  <a:lnTo>
                    <a:pt x="86697" y="312206"/>
                  </a:lnTo>
                  <a:lnTo>
                    <a:pt x="91385" y="314684"/>
                  </a:lnTo>
                  <a:lnTo>
                    <a:pt x="96149" y="317012"/>
                  </a:lnTo>
                  <a:lnTo>
                    <a:pt x="100984" y="319188"/>
                  </a:lnTo>
                  <a:lnTo>
                    <a:pt x="105885" y="321209"/>
                  </a:lnTo>
                  <a:lnTo>
                    <a:pt x="110849" y="323074"/>
                  </a:lnTo>
                  <a:lnTo>
                    <a:pt x="115869" y="324781"/>
                  </a:lnTo>
                  <a:lnTo>
                    <a:pt x="120940" y="326327"/>
                  </a:lnTo>
                  <a:lnTo>
                    <a:pt x="126058" y="327712"/>
                  </a:lnTo>
                  <a:lnTo>
                    <a:pt x="131218" y="328934"/>
                  </a:lnTo>
                  <a:lnTo>
                    <a:pt x="136413" y="329992"/>
                  </a:lnTo>
                  <a:lnTo>
                    <a:pt x="141640" y="330884"/>
                  </a:lnTo>
                  <a:lnTo>
                    <a:pt x="146892" y="331611"/>
                  </a:lnTo>
                  <a:lnTo>
                    <a:pt x="152164" y="332170"/>
                  </a:lnTo>
                  <a:lnTo>
                    <a:pt x="157452" y="332562"/>
                  </a:lnTo>
                  <a:lnTo>
                    <a:pt x="162749" y="332786"/>
                  </a:lnTo>
                  <a:lnTo>
                    <a:pt x="168051" y="332841"/>
                  </a:lnTo>
                  <a:lnTo>
                    <a:pt x="173352" y="332729"/>
                  </a:lnTo>
                  <a:lnTo>
                    <a:pt x="178647" y="332448"/>
                  </a:lnTo>
                  <a:lnTo>
                    <a:pt x="183930" y="332000"/>
                  </a:lnTo>
                  <a:lnTo>
                    <a:pt x="189196" y="331385"/>
                  </a:lnTo>
                  <a:lnTo>
                    <a:pt x="194440" y="330603"/>
                  </a:lnTo>
                  <a:lnTo>
                    <a:pt x="199657" y="329654"/>
                  </a:lnTo>
                  <a:lnTo>
                    <a:pt x="204841" y="328541"/>
                  </a:lnTo>
                  <a:lnTo>
                    <a:pt x="209987" y="327264"/>
                  </a:lnTo>
                  <a:lnTo>
                    <a:pt x="215090" y="325825"/>
                  </a:lnTo>
                  <a:lnTo>
                    <a:pt x="220145" y="324224"/>
                  </a:lnTo>
                  <a:lnTo>
                    <a:pt x="225146" y="322464"/>
                  </a:lnTo>
                  <a:lnTo>
                    <a:pt x="230089" y="320546"/>
                  </a:lnTo>
                  <a:lnTo>
                    <a:pt x="234969" y="318473"/>
                  </a:lnTo>
                  <a:lnTo>
                    <a:pt x="239781" y="316245"/>
                  </a:lnTo>
                  <a:lnTo>
                    <a:pt x="244519" y="313866"/>
                  </a:lnTo>
                  <a:lnTo>
                    <a:pt x="249180" y="311339"/>
                  </a:lnTo>
                  <a:lnTo>
                    <a:pt x="253758" y="308664"/>
                  </a:lnTo>
                  <a:lnTo>
                    <a:pt x="258249" y="305846"/>
                  </a:lnTo>
                  <a:lnTo>
                    <a:pt x="262649" y="302887"/>
                  </a:lnTo>
                  <a:lnTo>
                    <a:pt x="266952" y="299789"/>
                  </a:lnTo>
                  <a:lnTo>
                    <a:pt x="271155" y="296557"/>
                  </a:lnTo>
                  <a:lnTo>
                    <a:pt x="275253" y="293193"/>
                  </a:lnTo>
                  <a:lnTo>
                    <a:pt x="279243" y="289701"/>
                  </a:lnTo>
                  <a:lnTo>
                    <a:pt x="283120" y="286084"/>
                  </a:lnTo>
                  <a:lnTo>
                    <a:pt x="286880" y="282346"/>
                  </a:lnTo>
                  <a:lnTo>
                    <a:pt x="290520" y="278490"/>
                  </a:lnTo>
                  <a:lnTo>
                    <a:pt x="294036" y="274521"/>
                  </a:lnTo>
                  <a:lnTo>
                    <a:pt x="297424" y="270443"/>
                  </a:lnTo>
                  <a:lnTo>
                    <a:pt x="300681" y="266259"/>
                  </a:lnTo>
                  <a:lnTo>
                    <a:pt x="303803" y="261974"/>
                  </a:lnTo>
                  <a:lnTo>
                    <a:pt x="306788" y="257592"/>
                  </a:lnTo>
                  <a:lnTo>
                    <a:pt x="309633" y="253118"/>
                  </a:lnTo>
                  <a:lnTo>
                    <a:pt x="312335" y="248555"/>
                  </a:lnTo>
                  <a:lnTo>
                    <a:pt x="314890" y="243910"/>
                  </a:lnTo>
                  <a:lnTo>
                    <a:pt x="317297" y="239185"/>
                  </a:lnTo>
                  <a:lnTo>
                    <a:pt x="319552" y="234387"/>
                  </a:lnTo>
                  <a:lnTo>
                    <a:pt x="321655" y="229519"/>
                  </a:lnTo>
                  <a:lnTo>
                    <a:pt x="323602" y="224588"/>
                  </a:lnTo>
                  <a:lnTo>
                    <a:pt x="325391" y="219597"/>
                  </a:lnTo>
                  <a:lnTo>
                    <a:pt x="327022" y="214552"/>
                  </a:lnTo>
                  <a:lnTo>
                    <a:pt x="328491" y="209457"/>
                  </a:lnTo>
                  <a:lnTo>
                    <a:pt x="329799" y="204319"/>
                  </a:lnTo>
                  <a:lnTo>
                    <a:pt x="330942" y="199141"/>
                  </a:lnTo>
                  <a:lnTo>
                    <a:pt x="331921" y="193930"/>
                  </a:lnTo>
                  <a:lnTo>
                    <a:pt x="332734" y="188691"/>
                  </a:lnTo>
                  <a:lnTo>
                    <a:pt x="333381" y="183429"/>
                  </a:lnTo>
                  <a:lnTo>
                    <a:pt x="333860" y="178148"/>
                  </a:lnTo>
                  <a:lnTo>
                    <a:pt x="334172" y="172855"/>
                  </a:lnTo>
                  <a:lnTo>
                    <a:pt x="334316" y="167555"/>
                  </a:lnTo>
                  <a:lnTo>
                    <a:pt x="334291" y="162253"/>
                  </a:lnTo>
                  <a:lnTo>
                    <a:pt x="334099" y="156954"/>
                  </a:lnTo>
                  <a:lnTo>
                    <a:pt x="333738" y="151664"/>
                  </a:lnTo>
                  <a:lnTo>
                    <a:pt x="333210" y="146389"/>
                  </a:lnTo>
                  <a:lnTo>
                    <a:pt x="332515" y="141132"/>
                  </a:lnTo>
                  <a:lnTo>
                    <a:pt x="331653" y="135901"/>
                  </a:lnTo>
                  <a:lnTo>
                    <a:pt x="330626" y="130699"/>
                  </a:lnTo>
                  <a:lnTo>
                    <a:pt x="329435" y="125532"/>
                  </a:lnTo>
                  <a:lnTo>
                    <a:pt x="328080" y="120406"/>
                  </a:lnTo>
                  <a:lnTo>
                    <a:pt x="326563" y="115326"/>
                  </a:lnTo>
                  <a:lnTo>
                    <a:pt x="324886" y="110296"/>
                  </a:lnTo>
                  <a:lnTo>
                    <a:pt x="323051" y="105322"/>
                  </a:lnTo>
                  <a:lnTo>
                    <a:pt x="321058" y="100408"/>
                  </a:lnTo>
                  <a:lnTo>
                    <a:pt x="318911" y="95560"/>
                  </a:lnTo>
                  <a:lnTo>
                    <a:pt x="316611" y="90783"/>
                  </a:lnTo>
                  <a:lnTo>
                    <a:pt x="314161" y="86081"/>
                  </a:lnTo>
                  <a:lnTo>
                    <a:pt x="311563" y="81459"/>
                  </a:lnTo>
                  <a:lnTo>
                    <a:pt x="308819" y="76922"/>
                  </a:lnTo>
                  <a:lnTo>
                    <a:pt x="305933" y="72474"/>
                  </a:lnTo>
                  <a:lnTo>
                    <a:pt x="302908" y="68120"/>
                  </a:lnTo>
                  <a:lnTo>
                    <a:pt x="299745" y="63864"/>
                  </a:lnTo>
                  <a:lnTo>
                    <a:pt x="296450" y="59710"/>
                  </a:lnTo>
                  <a:lnTo>
                    <a:pt x="293024" y="55663"/>
                  </a:lnTo>
                  <a:lnTo>
                    <a:pt x="289472" y="51727"/>
                  </a:lnTo>
                  <a:lnTo>
                    <a:pt x="285797" y="47905"/>
                  </a:lnTo>
                  <a:lnTo>
                    <a:pt x="282002" y="44202"/>
                  </a:lnTo>
                  <a:lnTo>
                    <a:pt x="278092" y="40621"/>
                  </a:lnTo>
                  <a:lnTo>
                    <a:pt x="274070" y="37166"/>
                  </a:lnTo>
                  <a:lnTo>
                    <a:pt x="269941" y="33840"/>
                  </a:lnTo>
                  <a:lnTo>
                    <a:pt x="265709" y="30647"/>
                  </a:lnTo>
                  <a:lnTo>
                    <a:pt x="261377" y="27589"/>
                  </a:lnTo>
                  <a:lnTo>
                    <a:pt x="256950" y="24671"/>
                  </a:lnTo>
                  <a:lnTo>
                    <a:pt x="252433" y="21894"/>
                  </a:lnTo>
                  <a:lnTo>
                    <a:pt x="247830" y="19262"/>
                  </a:lnTo>
                  <a:lnTo>
                    <a:pt x="243147" y="16778"/>
                  </a:lnTo>
                  <a:lnTo>
                    <a:pt x="238386" y="14443"/>
                  </a:lnTo>
                  <a:lnTo>
                    <a:pt x="233554" y="12260"/>
                  </a:lnTo>
                  <a:lnTo>
                    <a:pt x="228656" y="10231"/>
                  </a:lnTo>
                  <a:lnTo>
                    <a:pt x="223695" y="8359"/>
                  </a:lnTo>
                  <a:lnTo>
                    <a:pt x="218677" y="6645"/>
                  </a:lnTo>
                  <a:lnTo>
                    <a:pt x="167159" y="1656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51518" cy="167167"/>
            </a:xfrm>
            <a:custGeom>
              <a:avLst/>
              <a:pathLst>
                <a:path w="51518" h="167167">
                  <a:moveTo>
                    <a:pt x="51518" y="8136"/>
                  </a:moveTo>
                  <a:lnTo>
                    <a:pt x="45252" y="6241"/>
                  </a:lnTo>
                  <a:lnTo>
                    <a:pt x="38917" y="4593"/>
                  </a:lnTo>
                  <a:lnTo>
                    <a:pt x="32523" y="3194"/>
                  </a:lnTo>
                  <a:lnTo>
                    <a:pt x="26078" y="2046"/>
                  </a:lnTo>
                  <a:lnTo>
                    <a:pt x="19593" y="1152"/>
                  </a:lnTo>
                  <a:lnTo>
                    <a:pt x="13079" y="512"/>
                  </a:lnTo>
                  <a:lnTo>
                    <a:pt x="6544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018" y="3707720"/>
              <a:ext cx="4730" cy="167167"/>
            </a:xfrm>
            <a:custGeom>
              <a:avLst/>
              <a:pathLst>
                <a:path w="4730" h="167167">
                  <a:moveTo>
                    <a:pt x="4730" y="0"/>
                  </a:moveTo>
                  <a:lnTo>
                    <a:pt x="0" y="66"/>
                  </a:lnTo>
                  <a:lnTo>
                    <a:pt x="473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6018" y="3707787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3" y="3707720"/>
              <a:ext cx="334325" cy="334319"/>
            </a:xfrm>
            <a:custGeom>
              <a:avLst/>
              <a:pathLst>
                <a:path w="334325" h="334319">
                  <a:moveTo>
                    <a:pt x="162434" y="66"/>
                  </a:moveTo>
                  <a:lnTo>
                    <a:pt x="157159" y="299"/>
                  </a:lnTo>
                  <a:lnTo>
                    <a:pt x="151894" y="698"/>
                  </a:lnTo>
                  <a:lnTo>
                    <a:pt x="146645" y="1264"/>
                  </a:lnTo>
                  <a:lnTo>
                    <a:pt x="141416" y="1994"/>
                  </a:lnTo>
                  <a:lnTo>
                    <a:pt x="136212" y="2890"/>
                  </a:lnTo>
                  <a:lnTo>
                    <a:pt x="131040" y="3949"/>
                  </a:lnTo>
                  <a:lnTo>
                    <a:pt x="125903" y="5172"/>
                  </a:lnTo>
                  <a:lnTo>
                    <a:pt x="120808" y="6556"/>
                  </a:lnTo>
                  <a:lnTo>
                    <a:pt x="115758" y="8100"/>
                  </a:lnTo>
                  <a:lnTo>
                    <a:pt x="110761" y="9803"/>
                  </a:lnTo>
                  <a:lnTo>
                    <a:pt x="105819" y="11662"/>
                  </a:lnTo>
                  <a:lnTo>
                    <a:pt x="100939" y="13677"/>
                  </a:lnTo>
                  <a:lnTo>
                    <a:pt x="96124" y="15845"/>
                  </a:lnTo>
                  <a:lnTo>
                    <a:pt x="91381" y="18164"/>
                  </a:lnTo>
                  <a:lnTo>
                    <a:pt x="86713" y="20632"/>
                  </a:lnTo>
                  <a:lnTo>
                    <a:pt x="82125" y="23246"/>
                  </a:lnTo>
                  <a:lnTo>
                    <a:pt x="77622" y="26003"/>
                  </a:lnTo>
                  <a:lnTo>
                    <a:pt x="73209" y="28902"/>
                  </a:lnTo>
                  <a:lnTo>
                    <a:pt x="68889" y="31938"/>
                  </a:lnTo>
                  <a:lnTo>
                    <a:pt x="64668" y="35109"/>
                  </a:lnTo>
                  <a:lnTo>
                    <a:pt x="60548" y="38412"/>
                  </a:lnTo>
                  <a:lnTo>
                    <a:pt x="56535" y="41843"/>
                  </a:lnTo>
                  <a:lnTo>
                    <a:pt x="52633" y="45399"/>
                  </a:lnTo>
                  <a:lnTo>
                    <a:pt x="48844" y="49077"/>
                  </a:lnTo>
                  <a:lnTo>
                    <a:pt x="45174" y="52873"/>
                  </a:lnTo>
                  <a:lnTo>
                    <a:pt x="41625" y="56782"/>
                  </a:lnTo>
                  <a:lnTo>
                    <a:pt x="38202" y="60802"/>
                  </a:lnTo>
                  <a:lnTo>
                    <a:pt x="34907" y="64928"/>
                  </a:lnTo>
                  <a:lnTo>
                    <a:pt x="31744" y="69156"/>
                  </a:lnTo>
                  <a:lnTo>
                    <a:pt x="28716" y="73481"/>
                  </a:lnTo>
                  <a:lnTo>
                    <a:pt x="25827" y="77900"/>
                  </a:lnTo>
                  <a:lnTo>
                    <a:pt x="23078" y="82409"/>
                  </a:lnTo>
                  <a:lnTo>
                    <a:pt x="20473" y="87001"/>
                  </a:lnTo>
                  <a:lnTo>
                    <a:pt x="18014" y="91674"/>
                  </a:lnTo>
                  <a:lnTo>
                    <a:pt x="15705" y="96422"/>
                  </a:lnTo>
                  <a:lnTo>
                    <a:pt x="13546" y="101240"/>
                  </a:lnTo>
                  <a:lnTo>
                    <a:pt x="11541" y="106125"/>
                  </a:lnTo>
                  <a:lnTo>
                    <a:pt x="9691" y="111070"/>
                  </a:lnTo>
                  <a:lnTo>
                    <a:pt x="7997" y="116071"/>
                  </a:lnTo>
                  <a:lnTo>
                    <a:pt x="6463" y="121123"/>
                  </a:lnTo>
                  <a:lnTo>
                    <a:pt x="5089" y="126221"/>
                  </a:lnTo>
                  <a:lnTo>
                    <a:pt x="3877" y="131360"/>
                  </a:lnTo>
                  <a:lnTo>
                    <a:pt x="2828" y="136535"/>
                  </a:lnTo>
                  <a:lnTo>
                    <a:pt x="1942" y="141740"/>
                  </a:lnTo>
                  <a:lnTo>
                    <a:pt x="1222" y="146971"/>
                  </a:lnTo>
                  <a:lnTo>
                    <a:pt x="667" y="152222"/>
                  </a:lnTo>
                  <a:lnTo>
                    <a:pt x="278" y="157487"/>
                  </a:lnTo>
                  <a:lnTo>
                    <a:pt x="55" y="162763"/>
                  </a:lnTo>
                  <a:lnTo>
                    <a:pt x="0" y="168042"/>
                  </a:lnTo>
                  <a:lnTo>
                    <a:pt x="111" y="173321"/>
                  </a:lnTo>
                  <a:lnTo>
                    <a:pt x="388" y="178594"/>
                  </a:lnTo>
                  <a:lnTo>
                    <a:pt x="832" y="183855"/>
                  </a:lnTo>
                  <a:lnTo>
                    <a:pt x="1442" y="189100"/>
                  </a:lnTo>
                  <a:lnTo>
                    <a:pt x="2218" y="194322"/>
                  </a:lnTo>
                  <a:lnTo>
                    <a:pt x="3157" y="199518"/>
                  </a:lnTo>
                  <a:lnTo>
                    <a:pt x="4261" y="204682"/>
                  </a:lnTo>
                  <a:lnTo>
                    <a:pt x="5527" y="209807"/>
                  </a:lnTo>
                  <a:lnTo>
                    <a:pt x="6954" y="214891"/>
                  </a:lnTo>
                  <a:lnTo>
                    <a:pt x="8541" y="219927"/>
                  </a:lnTo>
                  <a:lnTo>
                    <a:pt x="10287" y="224910"/>
                  </a:lnTo>
                  <a:lnTo>
                    <a:pt x="12189" y="229835"/>
                  </a:lnTo>
                  <a:lnTo>
                    <a:pt x="14245" y="234699"/>
                  </a:lnTo>
                  <a:lnTo>
                    <a:pt x="16454" y="239494"/>
                  </a:lnTo>
                  <a:lnTo>
                    <a:pt x="18813" y="244218"/>
                  </a:lnTo>
                  <a:lnTo>
                    <a:pt x="21321" y="248864"/>
                  </a:lnTo>
                  <a:lnTo>
                    <a:pt x="23974" y="253430"/>
                  </a:lnTo>
                  <a:lnTo>
                    <a:pt x="26769" y="257909"/>
                  </a:lnTo>
                  <a:lnTo>
                    <a:pt x="29705" y="262297"/>
                  </a:lnTo>
                  <a:lnTo>
                    <a:pt x="32778" y="266591"/>
                  </a:lnTo>
                  <a:lnTo>
                    <a:pt x="35985" y="270785"/>
                  </a:lnTo>
                  <a:lnTo>
                    <a:pt x="39323" y="274877"/>
                  </a:lnTo>
                  <a:lnTo>
                    <a:pt x="42788" y="278860"/>
                  </a:lnTo>
                  <a:lnTo>
                    <a:pt x="46377" y="282732"/>
                  </a:lnTo>
                  <a:lnTo>
                    <a:pt x="50087" y="286489"/>
                  </a:lnTo>
                  <a:lnTo>
                    <a:pt x="53914" y="290127"/>
                  </a:lnTo>
                  <a:lnTo>
                    <a:pt x="57854" y="293643"/>
                  </a:lnTo>
                  <a:lnTo>
                    <a:pt x="61903" y="297032"/>
                  </a:lnTo>
                  <a:lnTo>
                    <a:pt x="66056" y="300291"/>
                  </a:lnTo>
                  <a:lnTo>
                    <a:pt x="70311" y="303418"/>
                  </a:lnTo>
                  <a:lnTo>
                    <a:pt x="74662" y="306409"/>
                  </a:lnTo>
                  <a:lnTo>
                    <a:pt x="79106" y="309260"/>
                  </a:lnTo>
                  <a:lnTo>
                    <a:pt x="83637" y="311971"/>
                  </a:lnTo>
                  <a:lnTo>
                    <a:pt x="88252" y="314536"/>
                  </a:lnTo>
                  <a:lnTo>
                    <a:pt x="92945" y="316955"/>
                  </a:lnTo>
                  <a:lnTo>
                    <a:pt x="97713" y="319224"/>
                  </a:lnTo>
                  <a:lnTo>
                    <a:pt x="102550" y="321342"/>
                  </a:lnTo>
                  <a:lnTo>
                    <a:pt x="107451" y="323305"/>
                  </a:lnTo>
                  <a:lnTo>
                    <a:pt x="112412" y="325113"/>
                  </a:lnTo>
                  <a:lnTo>
                    <a:pt x="117427" y="326764"/>
                  </a:lnTo>
                  <a:lnTo>
                    <a:pt x="122492" y="328255"/>
                  </a:lnTo>
                  <a:lnTo>
                    <a:pt x="127602" y="329585"/>
                  </a:lnTo>
                  <a:lnTo>
                    <a:pt x="132751" y="330754"/>
                  </a:lnTo>
                  <a:lnTo>
                    <a:pt x="137934" y="331759"/>
                  </a:lnTo>
                  <a:lnTo>
                    <a:pt x="143147" y="332600"/>
                  </a:lnTo>
                  <a:lnTo>
                    <a:pt x="148383" y="333276"/>
                  </a:lnTo>
                  <a:lnTo>
                    <a:pt x="153639" y="333786"/>
                  </a:lnTo>
                  <a:lnTo>
                    <a:pt x="158907" y="334130"/>
                  </a:lnTo>
                  <a:lnTo>
                    <a:pt x="164184" y="334308"/>
                  </a:lnTo>
                  <a:lnTo>
                    <a:pt x="169464" y="334319"/>
                  </a:lnTo>
                  <a:lnTo>
                    <a:pt x="174742" y="334163"/>
                  </a:lnTo>
                  <a:lnTo>
                    <a:pt x="180012" y="333840"/>
                  </a:lnTo>
                  <a:lnTo>
                    <a:pt x="185270" y="333351"/>
                  </a:lnTo>
                  <a:lnTo>
                    <a:pt x="190509" y="332696"/>
                  </a:lnTo>
                  <a:lnTo>
                    <a:pt x="195725" y="331877"/>
                  </a:lnTo>
                  <a:lnTo>
                    <a:pt x="200912" y="330892"/>
                  </a:lnTo>
                  <a:lnTo>
                    <a:pt x="206066" y="329745"/>
                  </a:lnTo>
                  <a:lnTo>
                    <a:pt x="211181" y="328435"/>
                  </a:lnTo>
                  <a:lnTo>
                    <a:pt x="216252" y="326965"/>
                  </a:lnTo>
                  <a:lnTo>
                    <a:pt x="221274" y="325335"/>
                  </a:lnTo>
                  <a:lnTo>
                    <a:pt x="226242" y="323547"/>
                  </a:lnTo>
                  <a:lnTo>
                    <a:pt x="231152" y="321603"/>
                  </a:lnTo>
                  <a:lnTo>
                    <a:pt x="235997" y="319506"/>
                  </a:lnTo>
                  <a:lnTo>
                    <a:pt x="240774" y="317256"/>
                  </a:lnTo>
                  <a:lnTo>
                    <a:pt x="245477" y="314856"/>
                  </a:lnTo>
                  <a:lnTo>
                    <a:pt x="250102" y="312309"/>
                  </a:lnTo>
                  <a:lnTo>
                    <a:pt x="254644" y="309618"/>
                  </a:lnTo>
                  <a:lnTo>
                    <a:pt x="259099" y="306784"/>
                  </a:lnTo>
                  <a:lnTo>
                    <a:pt x="263463" y="303811"/>
                  </a:lnTo>
                  <a:lnTo>
                    <a:pt x="267730" y="300702"/>
                  </a:lnTo>
                  <a:lnTo>
                    <a:pt x="271897" y="297459"/>
                  </a:lnTo>
                  <a:lnTo>
                    <a:pt x="275960" y="294086"/>
                  </a:lnTo>
                  <a:lnTo>
                    <a:pt x="279914" y="290587"/>
                  </a:lnTo>
                  <a:lnTo>
                    <a:pt x="283755" y="286965"/>
                  </a:lnTo>
                  <a:lnTo>
                    <a:pt x="287480" y="283223"/>
                  </a:lnTo>
                  <a:lnTo>
                    <a:pt x="291086" y="279366"/>
                  </a:lnTo>
                  <a:lnTo>
                    <a:pt x="294567" y="275396"/>
                  </a:lnTo>
                  <a:lnTo>
                    <a:pt x="297922" y="271319"/>
                  </a:lnTo>
                  <a:lnTo>
                    <a:pt x="301146" y="267137"/>
                  </a:lnTo>
                  <a:lnTo>
                    <a:pt x="304236" y="262856"/>
                  </a:lnTo>
                  <a:lnTo>
                    <a:pt x="307190" y="258479"/>
                  </a:lnTo>
                  <a:lnTo>
                    <a:pt x="310003" y="254012"/>
                  </a:lnTo>
                  <a:lnTo>
                    <a:pt x="312675" y="249457"/>
                  </a:lnTo>
                  <a:lnTo>
                    <a:pt x="315201" y="244821"/>
                  </a:lnTo>
                  <a:lnTo>
                    <a:pt x="317580" y="240107"/>
                  </a:lnTo>
                  <a:lnTo>
                    <a:pt x="319808" y="235320"/>
                  </a:lnTo>
                  <a:lnTo>
                    <a:pt x="321884" y="230466"/>
                  </a:lnTo>
                  <a:lnTo>
                    <a:pt x="323806" y="225548"/>
                  </a:lnTo>
                  <a:lnTo>
                    <a:pt x="325572" y="220572"/>
                  </a:lnTo>
                  <a:lnTo>
                    <a:pt x="327179" y="215543"/>
                  </a:lnTo>
                  <a:lnTo>
                    <a:pt x="328627" y="210465"/>
                  </a:lnTo>
                  <a:lnTo>
                    <a:pt x="329914" y="205344"/>
                  </a:lnTo>
                  <a:lnTo>
                    <a:pt x="331039" y="200185"/>
                  </a:lnTo>
                  <a:lnTo>
                    <a:pt x="332000" y="194994"/>
                  </a:lnTo>
                  <a:lnTo>
                    <a:pt x="332796" y="189774"/>
                  </a:lnTo>
                  <a:lnTo>
                    <a:pt x="333428" y="184532"/>
                  </a:lnTo>
                  <a:lnTo>
                    <a:pt x="333893" y="179273"/>
                  </a:lnTo>
                  <a:lnTo>
                    <a:pt x="334192" y="174001"/>
                  </a:lnTo>
                  <a:lnTo>
                    <a:pt x="334325" y="168723"/>
                  </a:lnTo>
                  <a:lnTo>
                    <a:pt x="334291" y="163443"/>
                  </a:lnTo>
                  <a:lnTo>
                    <a:pt x="334090" y="158167"/>
                  </a:lnTo>
                  <a:lnTo>
                    <a:pt x="333722" y="152900"/>
                  </a:lnTo>
                  <a:lnTo>
                    <a:pt x="333188" y="147647"/>
                  </a:lnTo>
                  <a:lnTo>
                    <a:pt x="332489" y="142413"/>
                  </a:lnTo>
                  <a:lnTo>
                    <a:pt x="331625" y="137204"/>
                  </a:lnTo>
                  <a:lnTo>
                    <a:pt x="330597" y="132025"/>
                  </a:lnTo>
                  <a:lnTo>
                    <a:pt x="329405" y="126882"/>
                  </a:lnTo>
                  <a:lnTo>
                    <a:pt x="328052" y="121778"/>
                  </a:lnTo>
                  <a:lnTo>
                    <a:pt x="326538" y="116720"/>
                  </a:lnTo>
                  <a:lnTo>
                    <a:pt x="324866" y="111712"/>
                  </a:lnTo>
                  <a:lnTo>
                    <a:pt x="323036" y="106759"/>
                  </a:lnTo>
                  <a:lnTo>
                    <a:pt x="321050" y="101866"/>
                  </a:lnTo>
                  <a:lnTo>
                    <a:pt x="318911" y="97039"/>
                  </a:lnTo>
                  <a:lnTo>
                    <a:pt x="316621" y="92282"/>
                  </a:lnTo>
                  <a:lnTo>
                    <a:pt x="314181" y="87599"/>
                  </a:lnTo>
                  <a:lnTo>
                    <a:pt x="311595" y="82996"/>
                  </a:lnTo>
                  <a:lnTo>
                    <a:pt x="308865" y="78477"/>
                  </a:lnTo>
                  <a:lnTo>
                    <a:pt x="305993" y="74046"/>
                  </a:lnTo>
                  <a:lnTo>
                    <a:pt x="302983" y="69708"/>
                  </a:lnTo>
                  <a:lnTo>
                    <a:pt x="299838" y="65467"/>
                  </a:lnTo>
                  <a:lnTo>
                    <a:pt x="296560" y="61328"/>
                  </a:lnTo>
                  <a:lnTo>
                    <a:pt x="293153" y="57294"/>
                  </a:lnTo>
                  <a:lnTo>
                    <a:pt x="289620" y="53370"/>
                  </a:lnTo>
                  <a:lnTo>
                    <a:pt x="285965" y="49560"/>
                  </a:lnTo>
                  <a:lnTo>
                    <a:pt x="282192" y="45867"/>
                  </a:lnTo>
                  <a:lnTo>
                    <a:pt x="278303" y="42294"/>
                  </a:lnTo>
                  <a:lnTo>
                    <a:pt x="274304" y="38847"/>
                  </a:lnTo>
                  <a:lnTo>
                    <a:pt x="270198" y="35527"/>
                  </a:lnTo>
                  <a:lnTo>
                    <a:pt x="265990" y="32339"/>
                  </a:lnTo>
                  <a:lnTo>
                    <a:pt x="261682" y="29285"/>
                  </a:lnTo>
                  <a:lnTo>
                    <a:pt x="257281" y="26369"/>
                  </a:lnTo>
                  <a:lnTo>
                    <a:pt x="252789" y="23593"/>
                  </a:lnTo>
                  <a:lnTo>
                    <a:pt x="248212" y="20961"/>
                  </a:lnTo>
                  <a:lnTo>
                    <a:pt x="243555" y="18474"/>
                  </a:lnTo>
                  <a:lnTo>
                    <a:pt x="238821" y="16136"/>
                  </a:lnTo>
                  <a:lnTo>
                    <a:pt x="234015" y="13948"/>
                  </a:lnTo>
                  <a:lnTo>
                    <a:pt x="229143" y="11913"/>
                  </a:lnTo>
                  <a:lnTo>
                    <a:pt x="224209" y="10033"/>
                  </a:lnTo>
                  <a:lnTo>
                    <a:pt x="219218" y="8310"/>
                  </a:lnTo>
                  <a:lnTo>
                    <a:pt x="214175" y="6746"/>
                  </a:lnTo>
                  <a:lnTo>
                    <a:pt x="209085" y="5341"/>
                  </a:lnTo>
                  <a:lnTo>
                    <a:pt x="203954" y="4098"/>
                  </a:lnTo>
                  <a:lnTo>
                    <a:pt x="198786" y="3017"/>
                  </a:lnTo>
                  <a:lnTo>
                    <a:pt x="193586" y="2101"/>
                  </a:lnTo>
                  <a:lnTo>
                    <a:pt x="188360" y="1349"/>
                  </a:lnTo>
                  <a:lnTo>
                    <a:pt x="183112" y="762"/>
                  </a:lnTo>
                  <a:lnTo>
                    <a:pt x="177849" y="341"/>
                  </a:lnTo>
                  <a:lnTo>
                    <a:pt x="172575" y="87"/>
                  </a:lnTo>
                  <a:lnTo>
                    <a:pt x="167296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131" cy="167167"/>
            </a:xfrm>
            <a:custGeom>
              <a:avLst/>
              <a:pathLst>
                <a:path w="131" h="167167">
                  <a:moveTo>
                    <a:pt x="131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557" y="4213821"/>
              <a:ext cx="4730" cy="167167"/>
            </a:xfrm>
            <a:custGeom>
              <a:avLst/>
              <a:pathLst>
                <a:path w="4730" h="167167">
                  <a:moveTo>
                    <a:pt x="4730" y="0"/>
                  </a:moveTo>
                  <a:lnTo>
                    <a:pt x="0" y="66"/>
                  </a:lnTo>
                  <a:lnTo>
                    <a:pt x="473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557" y="4213888"/>
              <a:ext cx="4730" cy="167100"/>
            </a:xfrm>
            <a:custGeom>
              <a:avLst/>
              <a:pathLst>
                <a:path w="4730" h="167100">
                  <a:moveTo>
                    <a:pt x="0" y="0"/>
                  </a:moveTo>
                  <a:lnTo>
                    <a:pt x="4730" y="167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2" y="4213822"/>
              <a:ext cx="334323" cy="334320"/>
            </a:xfrm>
            <a:custGeom>
              <a:avLst/>
              <a:pathLst>
                <a:path w="334323" h="334320">
                  <a:moveTo>
                    <a:pt x="162435" y="66"/>
                  </a:moveTo>
                  <a:lnTo>
                    <a:pt x="157161" y="298"/>
                  </a:lnTo>
                  <a:lnTo>
                    <a:pt x="151898" y="697"/>
                  </a:lnTo>
                  <a:lnTo>
                    <a:pt x="146650" y="1262"/>
                  </a:lnTo>
                  <a:lnTo>
                    <a:pt x="141423" y="1993"/>
                  </a:lnTo>
                  <a:lnTo>
                    <a:pt x="136221" y="2888"/>
                  </a:lnTo>
                  <a:lnTo>
                    <a:pt x="131050" y="3947"/>
                  </a:lnTo>
                  <a:lnTo>
                    <a:pt x="125915" y="5168"/>
                  </a:lnTo>
                  <a:lnTo>
                    <a:pt x="120821" y="6551"/>
                  </a:lnTo>
                  <a:lnTo>
                    <a:pt x="115773" y="8095"/>
                  </a:lnTo>
                  <a:lnTo>
                    <a:pt x="110777" y="9796"/>
                  </a:lnTo>
                  <a:lnTo>
                    <a:pt x="105836" y="11655"/>
                  </a:lnTo>
                  <a:lnTo>
                    <a:pt x="100957" y="13669"/>
                  </a:lnTo>
                  <a:lnTo>
                    <a:pt x="96144" y="15836"/>
                  </a:lnTo>
                  <a:lnTo>
                    <a:pt x="91402" y="18153"/>
                  </a:lnTo>
                  <a:lnTo>
                    <a:pt x="86735" y="20619"/>
                  </a:lnTo>
                  <a:lnTo>
                    <a:pt x="82149" y="23232"/>
                  </a:lnTo>
                  <a:lnTo>
                    <a:pt x="77647" y="25988"/>
                  </a:lnTo>
                  <a:lnTo>
                    <a:pt x="73234" y="28884"/>
                  </a:lnTo>
                  <a:lnTo>
                    <a:pt x="68915" y="31919"/>
                  </a:lnTo>
                  <a:lnTo>
                    <a:pt x="64694" y="35088"/>
                  </a:lnTo>
                  <a:lnTo>
                    <a:pt x="60576" y="38389"/>
                  </a:lnTo>
                  <a:lnTo>
                    <a:pt x="56563" y="41818"/>
                  </a:lnTo>
                  <a:lnTo>
                    <a:pt x="52661" y="45373"/>
                  </a:lnTo>
                  <a:lnTo>
                    <a:pt x="48873" y="49048"/>
                  </a:lnTo>
                  <a:lnTo>
                    <a:pt x="45202" y="52842"/>
                  </a:lnTo>
                  <a:lnTo>
                    <a:pt x="41654" y="56749"/>
                  </a:lnTo>
                  <a:lnTo>
                    <a:pt x="38231" y="60767"/>
                  </a:lnTo>
                  <a:lnTo>
                    <a:pt x="34936" y="64891"/>
                  </a:lnTo>
                  <a:lnTo>
                    <a:pt x="31773" y="69116"/>
                  </a:lnTo>
                  <a:lnTo>
                    <a:pt x="28745" y="73440"/>
                  </a:lnTo>
                  <a:lnTo>
                    <a:pt x="25854" y="77856"/>
                  </a:lnTo>
                  <a:lnTo>
                    <a:pt x="23105" y="82362"/>
                  </a:lnTo>
                  <a:lnTo>
                    <a:pt x="20500" y="86953"/>
                  </a:lnTo>
                  <a:lnTo>
                    <a:pt x="18040" y="91623"/>
                  </a:lnTo>
                  <a:lnTo>
                    <a:pt x="15730" y="96369"/>
                  </a:lnTo>
                  <a:lnTo>
                    <a:pt x="13570" y="101185"/>
                  </a:lnTo>
                  <a:lnTo>
                    <a:pt x="11564" y="106067"/>
                  </a:lnTo>
                  <a:lnTo>
                    <a:pt x="9712" y="111010"/>
                  </a:lnTo>
                  <a:lnTo>
                    <a:pt x="8018" y="116009"/>
                  </a:lnTo>
                  <a:lnTo>
                    <a:pt x="6482" y="121059"/>
                  </a:lnTo>
                  <a:lnTo>
                    <a:pt x="5106" y="126155"/>
                  </a:lnTo>
                  <a:lnTo>
                    <a:pt x="3892" y="131292"/>
                  </a:lnTo>
                  <a:lnTo>
                    <a:pt x="2841" y="136464"/>
                  </a:lnTo>
                  <a:lnTo>
                    <a:pt x="1954" y="141668"/>
                  </a:lnTo>
                  <a:lnTo>
                    <a:pt x="1231" y="146896"/>
                  </a:lnTo>
                  <a:lnTo>
                    <a:pt x="674" y="152145"/>
                  </a:lnTo>
                  <a:lnTo>
                    <a:pt x="283" y="157409"/>
                  </a:lnTo>
                  <a:lnTo>
                    <a:pt x="58" y="162682"/>
                  </a:lnTo>
                  <a:lnTo>
                    <a:pt x="0" y="167960"/>
                  </a:lnTo>
                  <a:lnTo>
                    <a:pt x="108" y="173238"/>
                  </a:lnTo>
                  <a:lnTo>
                    <a:pt x="383" y="178509"/>
                  </a:lnTo>
                  <a:lnTo>
                    <a:pt x="824" y="183769"/>
                  </a:lnTo>
                  <a:lnTo>
                    <a:pt x="1431" y="189012"/>
                  </a:lnTo>
                  <a:lnTo>
                    <a:pt x="2203" y="194233"/>
                  </a:lnTo>
                  <a:lnTo>
                    <a:pt x="3140" y="199428"/>
                  </a:lnTo>
                  <a:lnTo>
                    <a:pt x="4241" y="204590"/>
                  </a:lnTo>
                  <a:lnTo>
                    <a:pt x="5503" y="209715"/>
                  </a:lnTo>
                  <a:lnTo>
                    <a:pt x="6927" y="214798"/>
                  </a:lnTo>
                  <a:lnTo>
                    <a:pt x="8511" y="219833"/>
                  </a:lnTo>
                  <a:lnTo>
                    <a:pt x="10253" y="224816"/>
                  </a:lnTo>
                  <a:lnTo>
                    <a:pt x="12151" y="229741"/>
                  </a:lnTo>
                  <a:lnTo>
                    <a:pt x="14204" y="234604"/>
                  </a:lnTo>
                  <a:lnTo>
                    <a:pt x="16409" y="239399"/>
                  </a:lnTo>
                  <a:lnTo>
                    <a:pt x="18765" y="244123"/>
                  </a:lnTo>
                  <a:lnTo>
                    <a:pt x="21268" y="248770"/>
                  </a:lnTo>
                  <a:lnTo>
                    <a:pt x="23917" y="253335"/>
                  </a:lnTo>
                  <a:lnTo>
                    <a:pt x="26709" y="257815"/>
                  </a:lnTo>
                  <a:lnTo>
                    <a:pt x="29641" y="262204"/>
                  </a:lnTo>
                  <a:lnTo>
                    <a:pt x="32710" y="266498"/>
                  </a:lnTo>
                  <a:lnTo>
                    <a:pt x="35913" y="270694"/>
                  </a:lnTo>
                  <a:lnTo>
                    <a:pt x="39247" y="274786"/>
                  </a:lnTo>
                  <a:lnTo>
                    <a:pt x="42709" y="278771"/>
                  </a:lnTo>
                  <a:lnTo>
                    <a:pt x="46294" y="282644"/>
                  </a:lnTo>
                  <a:lnTo>
                    <a:pt x="50000" y="286403"/>
                  </a:lnTo>
                  <a:lnTo>
                    <a:pt x="53823" y="290042"/>
                  </a:lnTo>
                  <a:lnTo>
                    <a:pt x="57759" y="293559"/>
                  </a:lnTo>
                  <a:lnTo>
                    <a:pt x="61804" y="296951"/>
                  </a:lnTo>
                  <a:lnTo>
                    <a:pt x="65954" y="300212"/>
                  </a:lnTo>
                  <a:lnTo>
                    <a:pt x="70205" y="303341"/>
                  </a:lnTo>
                  <a:lnTo>
                    <a:pt x="74552" y="306335"/>
                  </a:lnTo>
                  <a:lnTo>
                    <a:pt x="78992" y="309189"/>
                  </a:lnTo>
                  <a:lnTo>
                    <a:pt x="83520" y="311902"/>
                  </a:lnTo>
                  <a:lnTo>
                    <a:pt x="88131" y="314471"/>
                  </a:lnTo>
                  <a:lnTo>
                    <a:pt x="92821" y="316892"/>
                  </a:lnTo>
                  <a:lnTo>
                    <a:pt x="97585" y="319165"/>
                  </a:lnTo>
                  <a:lnTo>
                    <a:pt x="102418" y="321286"/>
                  </a:lnTo>
                  <a:lnTo>
                    <a:pt x="107316" y="323253"/>
                  </a:lnTo>
                  <a:lnTo>
                    <a:pt x="112274" y="325065"/>
                  </a:lnTo>
                  <a:lnTo>
                    <a:pt x="117287" y="326719"/>
                  </a:lnTo>
                  <a:lnTo>
                    <a:pt x="122349" y="328214"/>
                  </a:lnTo>
                  <a:lnTo>
                    <a:pt x="127455" y="329549"/>
                  </a:lnTo>
                  <a:lnTo>
                    <a:pt x="132602" y="330722"/>
                  </a:lnTo>
                  <a:lnTo>
                    <a:pt x="137783" y="331731"/>
                  </a:lnTo>
                  <a:lnTo>
                    <a:pt x="142993" y="332577"/>
                  </a:lnTo>
                  <a:lnTo>
                    <a:pt x="148227" y="333258"/>
                  </a:lnTo>
                  <a:lnTo>
                    <a:pt x="153480" y="333773"/>
                  </a:lnTo>
                  <a:lnTo>
                    <a:pt x="158747" y="334122"/>
                  </a:lnTo>
                  <a:lnTo>
                    <a:pt x="164022" y="334304"/>
                  </a:lnTo>
                  <a:lnTo>
                    <a:pt x="169301" y="334320"/>
                  </a:lnTo>
                  <a:lnTo>
                    <a:pt x="174577" y="334169"/>
                  </a:lnTo>
                  <a:lnTo>
                    <a:pt x="179846" y="333852"/>
                  </a:lnTo>
                  <a:lnTo>
                    <a:pt x="185102" y="333369"/>
                  </a:lnTo>
                  <a:lnTo>
                    <a:pt x="190340" y="332720"/>
                  </a:lnTo>
                  <a:lnTo>
                    <a:pt x="195555" y="331905"/>
                  </a:lnTo>
                  <a:lnTo>
                    <a:pt x="200742" y="330927"/>
                  </a:lnTo>
                  <a:lnTo>
                    <a:pt x="205895" y="329785"/>
                  </a:lnTo>
                  <a:lnTo>
                    <a:pt x="211010" y="328481"/>
                  </a:lnTo>
                  <a:lnTo>
                    <a:pt x="216081" y="327017"/>
                  </a:lnTo>
                  <a:lnTo>
                    <a:pt x="221103" y="325393"/>
                  </a:lnTo>
                  <a:lnTo>
                    <a:pt x="226072" y="323611"/>
                  </a:lnTo>
                  <a:lnTo>
                    <a:pt x="230982" y="321673"/>
                  </a:lnTo>
                  <a:lnTo>
                    <a:pt x="235828" y="319581"/>
                  </a:lnTo>
                  <a:lnTo>
                    <a:pt x="240606" y="317338"/>
                  </a:lnTo>
                  <a:lnTo>
                    <a:pt x="245310" y="314944"/>
                  </a:lnTo>
                  <a:lnTo>
                    <a:pt x="249937" y="312403"/>
                  </a:lnTo>
                  <a:lnTo>
                    <a:pt x="254481" y="309718"/>
                  </a:lnTo>
                  <a:lnTo>
                    <a:pt x="258938" y="306890"/>
                  </a:lnTo>
                  <a:lnTo>
                    <a:pt x="263303" y="303923"/>
                  </a:lnTo>
                  <a:lnTo>
                    <a:pt x="267573" y="300820"/>
                  </a:lnTo>
                  <a:lnTo>
                    <a:pt x="271742" y="297583"/>
                  </a:lnTo>
                  <a:lnTo>
                    <a:pt x="275808" y="294216"/>
                  </a:lnTo>
                  <a:lnTo>
                    <a:pt x="279765" y="290723"/>
                  </a:lnTo>
                  <a:lnTo>
                    <a:pt x="283609" y="287107"/>
                  </a:lnTo>
                  <a:lnTo>
                    <a:pt x="287338" y="283371"/>
                  </a:lnTo>
                  <a:lnTo>
                    <a:pt x="290947" y="279519"/>
                  </a:lnTo>
                  <a:lnTo>
                    <a:pt x="294432" y="275555"/>
                  </a:lnTo>
                  <a:lnTo>
                    <a:pt x="297791" y="271483"/>
                  </a:lnTo>
                  <a:lnTo>
                    <a:pt x="301019" y="267307"/>
                  </a:lnTo>
                  <a:lnTo>
                    <a:pt x="304114" y="263031"/>
                  </a:lnTo>
                  <a:lnTo>
                    <a:pt x="307072" y="258659"/>
                  </a:lnTo>
                  <a:lnTo>
                    <a:pt x="309891" y="254197"/>
                  </a:lnTo>
                  <a:lnTo>
                    <a:pt x="312567" y="249647"/>
                  </a:lnTo>
                  <a:lnTo>
                    <a:pt x="315099" y="245016"/>
                  </a:lnTo>
                  <a:lnTo>
                    <a:pt x="317483" y="240307"/>
                  </a:lnTo>
                  <a:lnTo>
                    <a:pt x="319717" y="235524"/>
                  </a:lnTo>
                  <a:lnTo>
                    <a:pt x="321799" y="230674"/>
                  </a:lnTo>
                  <a:lnTo>
                    <a:pt x="323727" y="225760"/>
                  </a:lnTo>
                  <a:lnTo>
                    <a:pt x="325499" y="220788"/>
                  </a:lnTo>
                  <a:lnTo>
                    <a:pt x="327113" y="215763"/>
                  </a:lnTo>
                  <a:lnTo>
                    <a:pt x="328567" y="210689"/>
                  </a:lnTo>
                  <a:lnTo>
                    <a:pt x="329861" y="205572"/>
                  </a:lnTo>
                  <a:lnTo>
                    <a:pt x="330992" y="200416"/>
                  </a:lnTo>
                  <a:lnTo>
                    <a:pt x="331961" y="195227"/>
                  </a:lnTo>
                  <a:lnTo>
                    <a:pt x="332764" y="190010"/>
                  </a:lnTo>
                  <a:lnTo>
                    <a:pt x="333403" y="184771"/>
                  </a:lnTo>
                  <a:lnTo>
                    <a:pt x="333876" y="179514"/>
                  </a:lnTo>
                  <a:lnTo>
                    <a:pt x="334183" y="174244"/>
                  </a:lnTo>
                  <a:lnTo>
                    <a:pt x="334323" y="168968"/>
                  </a:lnTo>
                  <a:lnTo>
                    <a:pt x="334296" y="163689"/>
                  </a:lnTo>
                  <a:lnTo>
                    <a:pt x="334103" y="158415"/>
                  </a:lnTo>
                  <a:lnTo>
                    <a:pt x="333744" y="153149"/>
                  </a:lnTo>
                  <a:lnTo>
                    <a:pt x="333218" y="147897"/>
                  </a:lnTo>
                  <a:lnTo>
                    <a:pt x="332527" y="142664"/>
                  </a:lnTo>
                  <a:lnTo>
                    <a:pt x="331671" y="137455"/>
                  </a:lnTo>
                  <a:lnTo>
                    <a:pt x="330651" y="132276"/>
                  </a:lnTo>
                  <a:lnTo>
                    <a:pt x="329468" y="127132"/>
                  </a:lnTo>
                  <a:lnTo>
                    <a:pt x="328123" y="122028"/>
                  </a:lnTo>
                  <a:lnTo>
                    <a:pt x="326618" y="116969"/>
                  </a:lnTo>
                  <a:lnTo>
                    <a:pt x="324954" y="111960"/>
                  </a:lnTo>
                  <a:lnTo>
                    <a:pt x="323132" y="107006"/>
                  </a:lnTo>
                  <a:lnTo>
                    <a:pt x="321155" y="102112"/>
                  </a:lnTo>
                  <a:lnTo>
                    <a:pt x="319024" y="97283"/>
                  </a:lnTo>
                  <a:lnTo>
                    <a:pt x="316742" y="92523"/>
                  </a:lnTo>
                  <a:lnTo>
                    <a:pt x="314311" y="87838"/>
                  </a:lnTo>
                  <a:lnTo>
                    <a:pt x="311733" y="83232"/>
                  </a:lnTo>
                  <a:lnTo>
                    <a:pt x="309011" y="78710"/>
                  </a:lnTo>
                  <a:lnTo>
                    <a:pt x="306148" y="74275"/>
                  </a:lnTo>
                  <a:lnTo>
                    <a:pt x="303146" y="69934"/>
                  </a:lnTo>
                  <a:lnTo>
                    <a:pt x="300008" y="65689"/>
                  </a:lnTo>
                  <a:lnTo>
                    <a:pt x="296738" y="61546"/>
                  </a:lnTo>
                  <a:lnTo>
                    <a:pt x="293339" y="57508"/>
                  </a:lnTo>
                  <a:lnTo>
                    <a:pt x="289814" y="53579"/>
                  </a:lnTo>
                  <a:lnTo>
                    <a:pt x="286167" y="49763"/>
                  </a:lnTo>
                  <a:lnTo>
                    <a:pt x="282401" y="46065"/>
                  </a:lnTo>
                  <a:lnTo>
                    <a:pt x="278520" y="42487"/>
                  </a:lnTo>
                  <a:lnTo>
                    <a:pt x="274529" y="39034"/>
                  </a:lnTo>
                  <a:lnTo>
                    <a:pt x="270430" y="35708"/>
                  </a:lnTo>
                  <a:lnTo>
                    <a:pt x="266228" y="32513"/>
                  </a:lnTo>
                  <a:lnTo>
                    <a:pt x="261928" y="29453"/>
                  </a:lnTo>
                  <a:lnTo>
                    <a:pt x="257533" y="26530"/>
                  </a:lnTo>
                  <a:lnTo>
                    <a:pt x="253047" y="23747"/>
                  </a:lnTo>
                  <a:lnTo>
                    <a:pt x="248477" y="21107"/>
                  </a:lnTo>
                  <a:lnTo>
                    <a:pt x="243825" y="18613"/>
                  </a:lnTo>
                  <a:lnTo>
                    <a:pt x="239097" y="16266"/>
                  </a:lnTo>
                  <a:lnTo>
                    <a:pt x="234297" y="14071"/>
                  </a:lnTo>
                  <a:lnTo>
                    <a:pt x="229430" y="12027"/>
                  </a:lnTo>
                  <a:lnTo>
                    <a:pt x="224501" y="10139"/>
                  </a:lnTo>
                  <a:lnTo>
                    <a:pt x="219515" y="8407"/>
                  </a:lnTo>
                  <a:lnTo>
                    <a:pt x="214476" y="6834"/>
                  </a:lnTo>
                  <a:lnTo>
                    <a:pt x="209391" y="5420"/>
                  </a:lnTo>
                  <a:lnTo>
                    <a:pt x="204263" y="4167"/>
                  </a:lnTo>
                  <a:lnTo>
                    <a:pt x="199099" y="3077"/>
                  </a:lnTo>
                  <a:lnTo>
                    <a:pt x="193902" y="2151"/>
                  </a:lnTo>
                  <a:lnTo>
                    <a:pt x="188679" y="1389"/>
                  </a:lnTo>
                  <a:lnTo>
                    <a:pt x="183435" y="792"/>
                  </a:lnTo>
                  <a:lnTo>
                    <a:pt x="178174" y="362"/>
                  </a:lnTo>
                  <a:lnTo>
                    <a:pt x="172902" y="97"/>
                  </a:lnTo>
                  <a:lnTo>
                    <a:pt x="167625" y="0"/>
                  </a:lnTo>
                  <a:lnTo>
                    <a:pt x="167165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459" cy="167167"/>
            </a:xfrm>
            <a:custGeom>
              <a:avLst/>
              <a:pathLst>
                <a:path w="459" h="167167">
                  <a:moveTo>
                    <a:pt x="459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276" y="4659281"/>
              <a:ext cx="1248" cy="167167"/>
            </a:xfrm>
            <a:custGeom>
              <a:avLst/>
              <a:pathLst>
                <a:path w="1248" h="167167">
                  <a:moveTo>
                    <a:pt x="1248" y="0"/>
                  </a:moveTo>
                  <a:lnTo>
                    <a:pt x="0" y="4"/>
                  </a:lnTo>
                  <a:lnTo>
                    <a:pt x="124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76" y="4659286"/>
              <a:ext cx="1248" cy="167162"/>
            </a:xfrm>
            <a:custGeom>
              <a:avLst/>
              <a:pathLst>
                <a:path w="1248" h="167162">
                  <a:moveTo>
                    <a:pt x="0" y="0"/>
                  </a:moveTo>
                  <a:lnTo>
                    <a:pt x="1248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2185" y="4659286"/>
              <a:ext cx="144339" cy="167162"/>
            </a:xfrm>
            <a:custGeom>
              <a:avLst/>
              <a:pathLst>
                <a:path w="144339" h="167162">
                  <a:moveTo>
                    <a:pt x="143091" y="0"/>
                  </a:moveTo>
                  <a:lnTo>
                    <a:pt x="137513" y="134"/>
                  </a:lnTo>
                  <a:lnTo>
                    <a:pt x="131944" y="455"/>
                  </a:lnTo>
                  <a:lnTo>
                    <a:pt x="126388" y="961"/>
                  </a:lnTo>
                  <a:lnTo>
                    <a:pt x="120852" y="1653"/>
                  </a:lnTo>
                  <a:lnTo>
                    <a:pt x="115343" y="2529"/>
                  </a:lnTo>
                  <a:lnTo>
                    <a:pt x="109866" y="3588"/>
                  </a:lnTo>
                  <a:lnTo>
                    <a:pt x="104427" y="4829"/>
                  </a:lnTo>
                  <a:lnTo>
                    <a:pt x="99032" y="6252"/>
                  </a:lnTo>
                  <a:lnTo>
                    <a:pt x="93688" y="7853"/>
                  </a:lnTo>
                  <a:lnTo>
                    <a:pt x="88401" y="9632"/>
                  </a:lnTo>
                  <a:lnTo>
                    <a:pt x="83176" y="11586"/>
                  </a:lnTo>
                  <a:lnTo>
                    <a:pt x="78018" y="13713"/>
                  </a:lnTo>
                  <a:lnTo>
                    <a:pt x="72935" y="16012"/>
                  </a:lnTo>
                  <a:lnTo>
                    <a:pt x="67931" y="18479"/>
                  </a:lnTo>
                  <a:lnTo>
                    <a:pt x="63013" y="21111"/>
                  </a:lnTo>
                  <a:lnTo>
                    <a:pt x="58185" y="23906"/>
                  </a:lnTo>
                  <a:lnTo>
                    <a:pt x="53452" y="26860"/>
                  </a:lnTo>
                  <a:lnTo>
                    <a:pt x="48822" y="29971"/>
                  </a:lnTo>
                  <a:lnTo>
                    <a:pt x="44297" y="33235"/>
                  </a:lnTo>
                  <a:lnTo>
                    <a:pt x="39884" y="36648"/>
                  </a:lnTo>
                  <a:lnTo>
                    <a:pt x="35587" y="40206"/>
                  </a:lnTo>
                  <a:lnTo>
                    <a:pt x="31411" y="43905"/>
                  </a:lnTo>
                  <a:lnTo>
                    <a:pt x="27362" y="47742"/>
                  </a:lnTo>
                  <a:lnTo>
                    <a:pt x="23442" y="51712"/>
                  </a:lnTo>
                  <a:lnTo>
                    <a:pt x="19657" y="55810"/>
                  </a:lnTo>
                  <a:lnTo>
                    <a:pt x="16011" y="60032"/>
                  </a:lnTo>
                  <a:lnTo>
                    <a:pt x="12508" y="64374"/>
                  </a:lnTo>
                  <a:lnTo>
                    <a:pt x="9151" y="68830"/>
                  </a:lnTo>
                  <a:lnTo>
                    <a:pt x="5945" y="73396"/>
                  </a:lnTo>
                  <a:lnTo>
                    <a:pt x="2894" y="78066"/>
                  </a:lnTo>
                  <a:lnTo>
                    <a:pt x="0" y="82835"/>
                  </a:lnTo>
                  <a:lnTo>
                    <a:pt x="144339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68" y="4659281"/>
              <a:ext cx="334307" cy="334334"/>
            </a:xfrm>
            <a:custGeom>
              <a:avLst/>
              <a:pathLst>
                <a:path w="334307" h="334334">
                  <a:moveTo>
                    <a:pt x="22817" y="82840"/>
                  </a:moveTo>
                  <a:lnTo>
                    <a:pt x="20212" y="87466"/>
                  </a:lnTo>
                  <a:lnTo>
                    <a:pt x="17754" y="92173"/>
                  </a:lnTo>
                  <a:lnTo>
                    <a:pt x="15448" y="96956"/>
                  </a:lnTo>
                  <a:lnTo>
                    <a:pt x="13295" y="101810"/>
                  </a:lnTo>
                  <a:lnTo>
                    <a:pt x="11297" y="106729"/>
                  </a:lnTo>
                  <a:lnTo>
                    <a:pt x="9456" y="111710"/>
                  </a:lnTo>
                  <a:lnTo>
                    <a:pt x="7774" y="116746"/>
                  </a:lnTo>
                  <a:lnTo>
                    <a:pt x="6253" y="121833"/>
                  </a:lnTo>
                  <a:lnTo>
                    <a:pt x="4895" y="126966"/>
                  </a:lnTo>
                  <a:lnTo>
                    <a:pt x="3700" y="132140"/>
                  </a:lnTo>
                  <a:lnTo>
                    <a:pt x="2670" y="137349"/>
                  </a:lnTo>
                  <a:lnTo>
                    <a:pt x="1806" y="142588"/>
                  </a:lnTo>
                  <a:lnTo>
                    <a:pt x="1109" y="147852"/>
                  </a:lnTo>
                  <a:lnTo>
                    <a:pt x="579" y="153135"/>
                  </a:lnTo>
                  <a:lnTo>
                    <a:pt x="217" y="158432"/>
                  </a:lnTo>
                  <a:lnTo>
                    <a:pt x="24" y="163738"/>
                  </a:lnTo>
                  <a:lnTo>
                    <a:pt x="0" y="169048"/>
                  </a:lnTo>
                  <a:lnTo>
                    <a:pt x="144" y="174356"/>
                  </a:lnTo>
                  <a:lnTo>
                    <a:pt x="456" y="179657"/>
                  </a:lnTo>
                  <a:lnTo>
                    <a:pt x="937" y="184944"/>
                  </a:lnTo>
                  <a:lnTo>
                    <a:pt x="1585" y="190214"/>
                  </a:lnTo>
                  <a:lnTo>
                    <a:pt x="2401" y="195461"/>
                  </a:lnTo>
                  <a:lnTo>
                    <a:pt x="3383" y="200679"/>
                  </a:lnTo>
                  <a:lnTo>
                    <a:pt x="4529" y="205864"/>
                  </a:lnTo>
                  <a:lnTo>
                    <a:pt x="5840" y="211009"/>
                  </a:lnTo>
                  <a:lnTo>
                    <a:pt x="7314" y="216110"/>
                  </a:lnTo>
                  <a:lnTo>
                    <a:pt x="8949" y="221162"/>
                  </a:lnTo>
                  <a:lnTo>
                    <a:pt x="10744" y="226159"/>
                  </a:lnTo>
                  <a:lnTo>
                    <a:pt x="12696" y="231097"/>
                  </a:lnTo>
                  <a:lnTo>
                    <a:pt x="14805" y="235970"/>
                  </a:lnTo>
                  <a:lnTo>
                    <a:pt x="17067" y="240774"/>
                  </a:lnTo>
                  <a:lnTo>
                    <a:pt x="19480" y="245504"/>
                  </a:lnTo>
                  <a:lnTo>
                    <a:pt x="22042" y="250154"/>
                  </a:lnTo>
                  <a:lnTo>
                    <a:pt x="24751" y="254721"/>
                  </a:lnTo>
                  <a:lnTo>
                    <a:pt x="27604" y="259200"/>
                  </a:lnTo>
                  <a:lnTo>
                    <a:pt x="30597" y="263585"/>
                  </a:lnTo>
                  <a:lnTo>
                    <a:pt x="33728" y="267874"/>
                  </a:lnTo>
                  <a:lnTo>
                    <a:pt x="36994" y="272060"/>
                  </a:lnTo>
                  <a:lnTo>
                    <a:pt x="40391" y="276141"/>
                  </a:lnTo>
                  <a:lnTo>
                    <a:pt x="43916" y="280112"/>
                  </a:lnTo>
                  <a:lnTo>
                    <a:pt x="47565" y="283969"/>
                  </a:lnTo>
                  <a:lnTo>
                    <a:pt x="51335" y="287709"/>
                  </a:lnTo>
                  <a:lnTo>
                    <a:pt x="55221" y="291326"/>
                  </a:lnTo>
                  <a:lnTo>
                    <a:pt x="59221" y="294818"/>
                  </a:lnTo>
                  <a:lnTo>
                    <a:pt x="63330" y="298182"/>
                  </a:lnTo>
                  <a:lnTo>
                    <a:pt x="67543" y="301413"/>
                  </a:lnTo>
                  <a:lnTo>
                    <a:pt x="71857" y="304509"/>
                  </a:lnTo>
                  <a:lnTo>
                    <a:pt x="76267" y="307467"/>
                  </a:lnTo>
                  <a:lnTo>
                    <a:pt x="80768" y="310282"/>
                  </a:lnTo>
                  <a:lnTo>
                    <a:pt x="85357" y="312954"/>
                  </a:lnTo>
                  <a:lnTo>
                    <a:pt x="90028" y="315478"/>
                  </a:lnTo>
                  <a:lnTo>
                    <a:pt x="94777" y="317853"/>
                  </a:lnTo>
                  <a:lnTo>
                    <a:pt x="99600" y="320076"/>
                  </a:lnTo>
                  <a:lnTo>
                    <a:pt x="104490" y="322144"/>
                  </a:lnTo>
                  <a:lnTo>
                    <a:pt x="109443" y="324056"/>
                  </a:lnTo>
                  <a:lnTo>
                    <a:pt x="114455" y="325810"/>
                  </a:lnTo>
                  <a:lnTo>
                    <a:pt x="119520" y="327403"/>
                  </a:lnTo>
                  <a:lnTo>
                    <a:pt x="124633" y="328836"/>
                  </a:lnTo>
                  <a:lnTo>
                    <a:pt x="129789" y="330104"/>
                  </a:lnTo>
                  <a:lnTo>
                    <a:pt x="134983" y="331209"/>
                  </a:lnTo>
                  <a:lnTo>
                    <a:pt x="140209" y="332148"/>
                  </a:lnTo>
                  <a:lnTo>
                    <a:pt x="145462" y="332921"/>
                  </a:lnTo>
                  <a:lnTo>
                    <a:pt x="150737" y="333526"/>
                  </a:lnTo>
                  <a:lnTo>
                    <a:pt x="156029" y="333964"/>
                  </a:lnTo>
                  <a:lnTo>
                    <a:pt x="161332" y="334233"/>
                  </a:lnTo>
                  <a:lnTo>
                    <a:pt x="166641" y="334334"/>
                  </a:lnTo>
                  <a:lnTo>
                    <a:pt x="171950" y="334266"/>
                  </a:lnTo>
                  <a:lnTo>
                    <a:pt x="177254" y="334029"/>
                  </a:lnTo>
                  <a:lnTo>
                    <a:pt x="182549" y="333624"/>
                  </a:lnTo>
                  <a:lnTo>
                    <a:pt x="187827" y="333051"/>
                  </a:lnTo>
                  <a:lnTo>
                    <a:pt x="193085" y="332311"/>
                  </a:lnTo>
                  <a:lnTo>
                    <a:pt x="198317" y="331404"/>
                  </a:lnTo>
                  <a:lnTo>
                    <a:pt x="203517" y="330332"/>
                  </a:lnTo>
                  <a:lnTo>
                    <a:pt x="208681" y="329095"/>
                  </a:lnTo>
                  <a:lnTo>
                    <a:pt x="213803" y="327694"/>
                  </a:lnTo>
                  <a:lnTo>
                    <a:pt x="218877" y="326132"/>
                  </a:lnTo>
                  <a:lnTo>
                    <a:pt x="223900" y="324409"/>
                  </a:lnTo>
                  <a:lnTo>
                    <a:pt x="228865" y="322528"/>
                  </a:lnTo>
                  <a:lnTo>
                    <a:pt x="233768" y="320490"/>
                  </a:lnTo>
                  <a:lnTo>
                    <a:pt x="238604" y="318297"/>
                  </a:lnTo>
                  <a:lnTo>
                    <a:pt x="243368" y="315951"/>
                  </a:lnTo>
                  <a:lnTo>
                    <a:pt x="248054" y="313456"/>
                  </a:lnTo>
                  <a:lnTo>
                    <a:pt x="252660" y="310813"/>
                  </a:lnTo>
                  <a:lnTo>
                    <a:pt x="257179" y="308025"/>
                  </a:lnTo>
                  <a:lnTo>
                    <a:pt x="261607" y="305095"/>
                  </a:lnTo>
                  <a:lnTo>
                    <a:pt x="265939" y="302026"/>
                  </a:lnTo>
                  <a:lnTo>
                    <a:pt x="270173" y="298820"/>
                  </a:lnTo>
                  <a:lnTo>
                    <a:pt x="274302" y="295482"/>
                  </a:lnTo>
                  <a:lnTo>
                    <a:pt x="278323" y="292015"/>
                  </a:lnTo>
                  <a:lnTo>
                    <a:pt x="282232" y="288421"/>
                  </a:lnTo>
                  <a:lnTo>
                    <a:pt x="286025" y="284705"/>
                  </a:lnTo>
                  <a:lnTo>
                    <a:pt x="289698" y="280871"/>
                  </a:lnTo>
                  <a:lnTo>
                    <a:pt x="293247" y="276922"/>
                  </a:lnTo>
                  <a:lnTo>
                    <a:pt x="296669" y="272862"/>
                  </a:lnTo>
                  <a:lnTo>
                    <a:pt x="299961" y="268695"/>
                  </a:lnTo>
                  <a:lnTo>
                    <a:pt x="303118" y="264426"/>
                  </a:lnTo>
                  <a:lnTo>
                    <a:pt x="306138" y="260059"/>
                  </a:lnTo>
                  <a:lnTo>
                    <a:pt x="309018" y="255598"/>
                  </a:lnTo>
                  <a:lnTo>
                    <a:pt x="311755" y="251048"/>
                  </a:lnTo>
                  <a:lnTo>
                    <a:pt x="314346" y="246414"/>
                  </a:lnTo>
                  <a:lnTo>
                    <a:pt x="316789" y="241699"/>
                  </a:lnTo>
                  <a:lnTo>
                    <a:pt x="319081" y="236909"/>
                  </a:lnTo>
                  <a:lnTo>
                    <a:pt x="321219" y="232049"/>
                  </a:lnTo>
                  <a:lnTo>
                    <a:pt x="323202" y="227123"/>
                  </a:lnTo>
                  <a:lnTo>
                    <a:pt x="325027" y="222137"/>
                  </a:lnTo>
                  <a:lnTo>
                    <a:pt x="326693" y="217096"/>
                  </a:lnTo>
                  <a:lnTo>
                    <a:pt x="328199" y="212004"/>
                  </a:lnTo>
                  <a:lnTo>
                    <a:pt x="329541" y="206867"/>
                  </a:lnTo>
                  <a:lnTo>
                    <a:pt x="330720" y="201689"/>
                  </a:lnTo>
                  <a:lnTo>
                    <a:pt x="331734" y="196477"/>
                  </a:lnTo>
                  <a:lnTo>
                    <a:pt x="332582" y="191236"/>
                  </a:lnTo>
                  <a:lnTo>
                    <a:pt x="333263" y="185970"/>
                  </a:lnTo>
                  <a:lnTo>
                    <a:pt x="333776" y="180685"/>
                  </a:lnTo>
                  <a:lnTo>
                    <a:pt x="334122" y="175387"/>
                  </a:lnTo>
                  <a:lnTo>
                    <a:pt x="334298" y="170080"/>
                  </a:lnTo>
                  <a:lnTo>
                    <a:pt x="334307" y="164770"/>
                  </a:lnTo>
                  <a:lnTo>
                    <a:pt x="334146" y="159463"/>
                  </a:lnTo>
                  <a:lnTo>
                    <a:pt x="333817" y="154163"/>
                  </a:lnTo>
                  <a:lnTo>
                    <a:pt x="333320" y="148877"/>
                  </a:lnTo>
                  <a:lnTo>
                    <a:pt x="332655" y="143609"/>
                  </a:lnTo>
                  <a:lnTo>
                    <a:pt x="331824" y="138364"/>
                  </a:lnTo>
                  <a:lnTo>
                    <a:pt x="330826" y="133149"/>
                  </a:lnTo>
                  <a:lnTo>
                    <a:pt x="329663" y="127968"/>
                  </a:lnTo>
                  <a:lnTo>
                    <a:pt x="328336" y="122827"/>
                  </a:lnTo>
                  <a:lnTo>
                    <a:pt x="326847" y="117731"/>
                  </a:lnTo>
                  <a:lnTo>
                    <a:pt x="325196" y="112684"/>
                  </a:lnTo>
                  <a:lnTo>
                    <a:pt x="323386" y="107692"/>
                  </a:lnTo>
                  <a:lnTo>
                    <a:pt x="321418" y="102760"/>
                  </a:lnTo>
                  <a:lnTo>
                    <a:pt x="319295" y="97894"/>
                  </a:lnTo>
                  <a:lnTo>
                    <a:pt x="317018" y="93097"/>
                  </a:lnTo>
                  <a:lnTo>
                    <a:pt x="314590" y="88375"/>
                  </a:lnTo>
                  <a:lnTo>
                    <a:pt x="312014" y="83732"/>
                  </a:lnTo>
                  <a:lnTo>
                    <a:pt x="309291" y="79174"/>
                  </a:lnTo>
                  <a:lnTo>
                    <a:pt x="306424" y="74704"/>
                  </a:lnTo>
                  <a:lnTo>
                    <a:pt x="303418" y="70328"/>
                  </a:lnTo>
                  <a:lnTo>
                    <a:pt x="300273" y="66049"/>
                  </a:lnTo>
                  <a:lnTo>
                    <a:pt x="296995" y="61872"/>
                  </a:lnTo>
                  <a:lnTo>
                    <a:pt x="293585" y="57802"/>
                  </a:lnTo>
                  <a:lnTo>
                    <a:pt x="290048" y="53842"/>
                  </a:lnTo>
                  <a:lnTo>
                    <a:pt x="286387" y="49996"/>
                  </a:lnTo>
                  <a:lnTo>
                    <a:pt x="282606" y="46269"/>
                  </a:lnTo>
                  <a:lnTo>
                    <a:pt x="278708" y="42663"/>
                  </a:lnTo>
                  <a:lnTo>
                    <a:pt x="274697" y="39183"/>
                  </a:lnTo>
                  <a:lnTo>
                    <a:pt x="270578" y="35832"/>
                  </a:lnTo>
                  <a:lnTo>
                    <a:pt x="266355" y="32614"/>
                  </a:lnTo>
                  <a:lnTo>
                    <a:pt x="262032" y="29531"/>
                  </a:lnTo>
                  <a:lnTo>
                    <a:pt x="257613" y="26587"/>
                  </a:lnTo>
                  <a:lnTo>
                    <a:pt x="253102" y="23786"/>
                  </a:lnTo>
                  <a:lnTo>
                    <a:pt x="248505" y="21128"/>
                  </a:lnTo>
                  <a:lnTo>
                    <a:pt x="243826" y="18618"/>
                  </a:lnTo>
                  <a:lnTo>
                    <a:pt x="239070" y="16258"/>
                  </a:lnTo>
                  <a:lnTo>
                    <a:pt x="234241" y="14051"/>
                  </a:lnTo>
                  <a:lnTo>
                    <a:pt x="229344" y="11997"/>
                  </a:lnTo>
                  <a:lnTo>
                    <a:pt x="224385" y="10101"/>
                  </a:lnTo>
                  <a:lnTo>
                    <a:pt x="219368" y="8362"/>
                  </a:lnTo>
                  <a:lnTo>
                    <a:pt x="214298" y="6784"/>
                  </a:lnTo>
                  <a:lnTo>
                    <a:pt x="209180" y="5368"/>
                  </a:lnTo>
                  <a:lnTo>
                    <a:pt x="204021" y="4115"/>
                  </a:lnTo>
                  <a:lnTo>
                    <a:pt x="198824" y="3026"/>
                  </a:lnTo>
                  <a:lnTo>
                    <a:pt x="193595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22" y="5018213"/>
              <a:ext cx="98" cy="167167"/>
            </a:xfrm>
            <a:custGeom>
              <a:avLst/>
              <a:pathLst>
                <a:path w="98" h="167167">
                  <a:moveTo>
                    <a:pt x="0" y="0"/>
                  </a:moveTo>
                  <a:lnTo>
                    <a:pt x="9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69" y="5018213"/>
              <a:ext cx="334313" cy="334332"/>
            </a:xfrm>
            <a:custGeom>
              <a:avLst/>
              <a:pathLst>
                <a:path w="334313" h="334332">
                  <a:moveTo>
                    <a:pt x="167053" y="0"/>
                  </a:moveTo>
                  <a:lnTo>
                    <a:pt x="161758" y="86"/>
                  </a:lnTo>
                  <a:lnTo>
                    <a:pt x="156469" y="341"/>
                  </a:lnTo>
                  <a:lnTo>
                    <a:pt x="151190" y="763"/>
                  </a:lnTo>
                  <a:lnTo>
                    <a:pt x="145927" y="1352"/>
                  </a:lnTo>
                  <a:lnTo>
                    <a:pt x="140686" y="2108"/>
                  </a:lnTo>
                  <a:lnTo>
                    <a:pt x="135472" y="3029"/>
                  </a:lnTo>
                  <a:lnTo>
                    <a:pt x="130289" y="4114"/>
                  </a:lnTo>
                  <a:lnTo>
                    <a:pt x="125143" y="5364"/>
                  </a:lnTo>
                  <a:lnTo>
                    <a:pt x="120039" y="6776"/>
                  </a:lnTo>
                  <a:lnTo>
                    <a:pt x="114982" y="8348"/>
                  </a:lnTo>
                  <a:lnTo>
                    <a:pt x="109978" y="10080"/>
                  </a:lnTo>
                  <a:lnTo>
                    <a:pt x="105031" y="11970"/>
                  </a:lnTo>
                  <a:lnTo>
                    <a:pt x="100147" y="14015"/>
                  </a:lnTo>
                  <a:lnTo>
                    <a:pt x="95330" y="16214"/>
                  </a:lnTo>
                  <a:lnTo>
                    <a:pt x="90585" y="18565"/>
                  </a:lnTo>
                  <a:lnTo>
                    <a:pt x="85916" y="21065"/>
                  </a:lnTo>
                  <a:lnTo>
                    <a:pt x="81330" y="23711"/>
                  </a:lnTo>
                  <a:lnTo>
                    <a:pt x="76829" y="26501"/>
                  </a:lnTo>
                  <a:lnTo>
                    <a:pt x="72419" y="29433"/>
                  </a:lnTo>
                  <a:lnTo>
                    <a:pt x="68104" y="32502"/>
                  </a:lnTo>
                  <a:lnTo>
                    <a:pt x="63888" y="35707"/>
                  </a:lnTo>
                  <a:lnTo>
                    <a:pt x="59776" y="39044"/>
                  </a:lnTo>
                  <a:lnTo>
                    <a:pt x="55772" y="42509"/>
                  </a:lnTo>
                  <a:lnTo>
                    <a:pt x="51880" y="46099"/>
                  </a:lnTo>
                  <a:lnTo>
                    <a:pt x="48103" y="49811"/>
                  </a:lnTo>
                  <a:lnTo>
                    <a:pt x="44446" y="53640"/>
                  </a:lnTo>
                  <a:lnTo>
                    <a:pt x="40911" y="57584"/>
                  </a:lnTo>
                  <a:lnTo>
                    <a:pt x="37504" y="61637"/>
                  </a:lnTo>
                  <a:lnTo>
                    <a:pt x="34226" y="65797"/>
                  </a:lnTo>
                  <a:lnTo>
                    <a:pt x="31082" y="70058"/>
                  </a:lnTo>
                  <a:lnTo>
                    <a:pt x="28075" y="74416"/>
                  </a:lnTo>
                  <a:lnTo>
                    <a:pt x="25207" y="78868"/>
                  </a:lnTo>
                  <a:lnTo>
                    <a:pt x="22481" y="83408"/>
                  </a:lnTo>
                  <a:lnTo>
                    <a:pt x="19901" y="88032"/>
                  </a:lnTo>
                  <a:lnTo>
                    <a:pt x="17468" y="92736"/>
                  </a:lnTo>
                  <a:lnTo>
                    <a:pt x="15186" y="97514"/>
                  </a:lnTo>
                  <a:lnTo>
                    <a:pt x="13056" y="102362"/>
                  </a:lnTo>
                  <a:lnTo>
                    <a:pt x="11081" y="107275"/>
                  </a:lnTo>
                  <a:lnTo>
                    <a:pt x="9262" y="112249"/>
                  </a:lnTo>
                  <a:lnTo>
                    <a:pt x="7602" y="117277"/>
                  </a:lnTo>
                  <a:lnTo>
                    <a:pt x="6102" y="122356"/>
                  </a:lnTo>
                  <a:lnTo>
                    <a:pt x="4763" y="127479"/>
                  </a:lnTo>
                  <a:lnTo>
                    <a:pt x="3588" y="132642"/>
                  </a:lnTo>
                  <a:lnTo>
                    <a:pt x="2576" y="137840"/>
                  </a:lnTo>
                  <a:lnTo>
                    <a:pt x="1730" y="143068"/>
                  </a:lnTo>
                  <a:lnTo>
                    <a:pt x="1050" y="148319"/>
                  </a:lnTo>
                  <a:lnTo>
                    <a:pt x="536" y="153590"/>
                  </a:lnTo>
                  <a:lnTo>
                    <a:pt x="190" y="158874"/>
                  </a:lnTo>
                  <a:lnTo>
                    <a:pt x="11" y="164166"/>
                  </a:lnTo>
                  <a:lnTo>
                    <a:pt x="0" y="169461"/>
                  </a:lnTo>
                  <a:lnTo>
                    <a:pt x="156" y="174755"/>
                  </a:lnTo>
                  <a:lnTo>
                    <a:pt x="480" y="180040"/>
                  </a:lnTo>
                  <a:lnTo>
                    <a:pt x="972" y="185313"/>
                  </a:lnTo>
                  <a:lnTo>
                    <a:pt x="1630" y="190567"/>
                  </a:lnTo>
                  <a:lnTo>
                    <a:pt x="2454" y="195798"/>
                  </a:lnTo>
                  <a:lnTo>
                    <a:pt x="3443" y="201000"/>
                  </a:lnTo>
                  <a:lnTo>
                    <a:pt x="4597" y="206168"/>
                  </a:lnTo>
                  <a:lnTo>
                    <a:pt x="5914" y="211297"/>
                  </a:lnTo>
                  <a:lnTo>
                    <a:pt x="7393" y="216382"/>
                  </a:lnTo>
                  <a:lnTo>
                    <a:pt x="9032" y="221418"/>
                  </a:lnTo>
                  <a:lnTo>
                    <a:pt x="10829" y="226398"/>
                  </a:lnTo>
                  <a:lnTo>
                    <a:pt x="12784" y="231320"/>
                  </a:lnTo>
                  <a:lnTo>
                    <a:pt x="14893" y="236177"/>
                  </a:lnTo>
                  <a:lnTo>
                    <a:pt x="17155" y="240965"/>
                  </a:lnTo>
                  <a:lnTo>
                    <a:pt x="19568" y="245679"/>
                  </a:lnTo>
                  <a:lnTo>
                    <a:pt x="22129" y="250314"/>
                  </a:lnTo>
                  <a:lnTo>
                    <a:pt x="24835" y="254866"/>
                  </a:lnTo>
                  <a:lnTo>
                    <a:pt x="27684" y="259329"/>
                  </a:lnTo>
                  <a:lnTo>
                    <a:pt x="30673" y="263700"/>
                  </a:lnTo>
                  <a:lnTo>
                    <a:pt x="33799" y="267975"/>
                  </a:lnTo>
                  <a:lnTo>
                    <a:pt x="37059" y="272148"/>
                  </a:lnTo>
                  <a:lnTo>
                    <a:pt x="40449" y="276216"/>
                  </a:lnTo>
                  <a:lnTo>
                    <a:pt x="43967" y="280174"/>
                  </a:lnTo>
                  <a:lnTo>
                    <a:pt x="47608" y="284019"/>
                  </a:lnTo>
                  <a:lnTo>
                    <a:pt x="51369" y="287747"/>
                  </a:lnTo>
                  <a:lnTo>
                    <a:pt x="55246" y="291353"/>
                  </a:lnTo>
                  <a:lnTo>
                    <a:pt x="59236" y="294835"/>
                  </a:lnTo>
                  <a:lnTo>
                    <a:pt x="63334" y="298189"/>
                  </a:lnTo>
                  <a:lnTo>
                    <a:pt x="67536" y="301412"/>
                  </a:lnTo>
                  <a:lnTo>
                    <a:pt x="71838" y="304500"/>
                  </a:lnTo>
                  <a:lnTo>
                    <a:pt x="76235" y="307450"/>
                  </a:lnTo>
                  <a:lnTo>
                    <a:pt x="80724" y="310259"/>
                  </a:lnTo>
                  <a:lnTo>
                    <a:pt x="85300" y="312925"/>
                  </a:lnTo>
                  <a:lnTo>
                    <a:pt x="89957" y="315444"/>
                  </a:lnTo>
                  <a:lnTo>
                    <a:pt x="94693" y="317815"/>
                  </a:lnTo>
                  <a:lnTo>
                    <a:pt x="99500" y="320034"/>
                  </a:lnTo>
                  <a:lnTo>
                    <a:pt x="104376" y="322100"/>
                  </a:lnTo>
                  <a:lnTo>
                    <a:pt x="109315" y="324011"/>
                  </a:lnTo>
                  <a:lnTo>
                    <a:pt x="114312" y="325764"/>
                  </a:lnTo>
                  <a:lnTo>
                    <a:pt x="119362" y="327358"/>
                  </a:lnTo>
                  <a:lnTo>
                    <a:pt x="124459" y="328791"/>
                  </a:lnTo>
                  <a:lnTo>
                    <a:pt x="129600" y="330062"/>
                  </a:lnTo>
                  <a:lnTo>
                    <a:pt x="134778" y="331170"/>
                  </a:lnTo>
                  <a:lnTo>
                    <a:pt x="139989" y="332113"/>
                  </a:lnTo>
                  <a:lnTo>
                    <a:pt x="145227" y="332890"/>
                  </a:lnTo>
                  <a:lnTo>
                    <a:pt x="150487" y="333502"/>
                  </a:lnTo>
                  <a:lnTo>
                    <a:pt x="155764" y="333946"/>
                  </a:lnTo>
                  <a:lnTo>
                    <a:pt x="161052" y="334223"/>
                  </a:lnTo>
                  <a:lnTo>
                    <a:pt x="166346" y="334332"/>
                  </a:lnTo>
                  <a:lnTo>
                    <a:pt x="171641" y="334274"/>
                  </a:lnTo>
                  <a:lnTo>
                    <a:pt x="176932" y="334048"/>
                  </a:lnTo>
                  <a:lnTo>
                    <a:pt x="182213" y="333654"/>
                  </a:lnTo>
                  <a:lnTo>
                    <a:pt x="187478" y="333094"/>
                  </a:lnTo>
                  <a:lnTo>
                    <a:pt x="192724" y="332367"/>
                  </a:lnTo>
                  <a:lnTo>
                    <a:pt x="197943" y="331474"/>
                  </a:lnTo>
                  <a:lnTo>
                    <a:pt x="203132" y="330416"/>
                  </a:lnTo>
                  <a:lnTo>
                    <a:pt x="208285" y="329195"/>
                  </a:lnTo>
                  <a:lnTo>
                    <a:pt x="213396" y="327811"/>
                  </a:lnTo>
                  <a:lnTo>
                    <a:pt x="218461" y="326265"/>
                  </a:lnTo>
                  <a:lnTo>
                    <a:pt x="223474" y="324560"/>
                  </a:lnTo>
                  <a:lnTo>
                    <a:pt x="228431" y="322697"/>
                  </a:lnTo>
                  <a:lnTo>
                    <a:pt x="233327" y="320678"/>
                  </a:lnTo>
                  <a:lnTo>
                    <a:pt x="238156" y="318505"/>
                  </a:lnTo>
                  <a:lnTo>
                    <a:pt x="242913" y="316180"/>
                  </a:lnTo>
                  <a:lnTo>
                    <a:pt x="247595" y="313706"/>
                  </a:lnTo>
                  <a:lnTo>
                    <a:pt x="252196" y="311085"/>
                  </a:lnTo>
                  <a:lnTo>
                    <a:pt x="256712" y="308319"/>
                  </a:lnTo>
                  <a:lnTo>
                    <a:pt x="261138" y="305411"/>
                  </a:lnTo>
                  <a:lnTo>
                    <a:pt x="265469" y="302365"/>
                  </a:lnTo>
                  <a:lnTo>
                    <a:pt x="269702" y="299183"/>
                  </a:lnTo>
                  <a:lnTo>
                    <a:pt x="273832" y="295869"/>
                  </a:lnTo>
                  <a:lnTo>
                    <a:pt x="277855" y="292425"/>
                  </a:lnTo>
                  <a:lnTo>
                    <a:pt x="281767" y="288856"/>
                  </a:lnTo>
                  <a:lnTo>
                    <a:pt x="285563" y="285165"/>
                  </a:lnTo>
                  <a:lnTo>
                    <a:pt x="289241" y="281355"/>
                  </a:lnTo>
                  <a:lnTo>
                    <a:pt x="292797" y="277431"/>
                  </a:lnTo>
                  <a:lnTo>
                    <a:pt x="296226" y="273396"/>
                  </a:lnTo>
                  <a:lnTo>
                    <a:pt x="299526" y="269254"/>
                  </a:lnTo>
                  <a:lnTo>
                    <a:pt x="302693" y="265010"/>
                  </a:lnTo>
                  <a:lnTo>
                    <a:pt x="305724" y="260668"/>
                  </a:lnTo>
                  <a:lnTo>
                    <a:pt x="308616" y="256232"/>
                  </a:lnTo>
                  <a:lnTo>
                    <a:pt x="311366" y="251707"/>
                  </a:lnTo>
                  <a:lnTo>
                    <a:pt x="313972" y="247097"/>
                  </a:lnTo>
                  <a:lnTo>
                    <a:pt x="316429" y="242406"/>
                  </a:lnTo>
                  <a:lnTo>
                    <a:pt x="318738" y="237640"/>
                  </a:lnTo>
                  <a:lnTo>
                    <a:pt x="320894" y="232804"/>
                  </a:lnTo>
                  <a:lnTo>
                    <a:pt x="322896" y="227901"/>
                  </a:lnTo>
                  <a:lnTo>
                    <a:pt x="324741" y="222938"/>
                  </a:lnTo>
                  <a:lnTo>
                    <a:pt x="326428" y="217918"/>
                  </a:lnTo>
                  <a:lnTo>
                    <a:pt x="327956" y="212848"/>
                  </a:lnTo>
                  <a:lnTo>
                    <a:pt x="329322" y="207732"/>
                  </a:lnTo>
                  <a:lnTo>
                    <a:pt x="330526" y="202575"/>
                  </a:lnTo>
                  <a:lnTo>
                    <a:pt x="331565" y="197383"/>
                  </a:lnTo>
                  <a:lnTo>
                    <a:pt x="332440" y="192160"/>
                  </a:lnTo>
                  <a:lnTo>
                    <a:pt x="333148" y="186912"/>
                  </a:lnTo>
                  <a:lnTo>
                    <a:pt x="333691" y="181645"/>
                  </a:lnTo>
                  <a:lnTo>
                    <a:pt x="334066" y="176362"/>
                  </a:lnTo>
                  <a:lnTo>
                    <a:pt x="334273" y="171071"/>
                  </a:lnTo>
                  <a:lnTo>
                    <a:pt x="334313" y="165776"/>
                  </a:lnTo>
                  <a:lnTo>
                    <a:pt x="334185" y="160482"/>
                  </a:lnTo>
                  <a:lnTo>
                    <a:pt x="333889" y="155195"/>
                  </a:lnTo>
                  <a:lnTo>
                    <a:pt x="333427" y="149920"/>
                  </a:lnTo>
                  <a:lnTo>
                    <a:pt x="332797" y="144662"/>
                  </a:lnTo>
                  <a:lnTo>
                    <a:pt x="332001" y="139427"/>
                  </a:lnTo>
                  <a:lnTo>
                    <a:pt x="331040" y="134219"/>
                  </a:lnTo>
                  <a:lnTo>
                    <a:pt x="329914" y="129045"/>
                  </a:lnTo>
                  <a:lnTo>
                    <a:pt x="328625" y="123909"/>
                  </a:lnTo>
                  <a:lnTo>
                    <a:pt x="327173" y="118816"/>
                  </a:lnTo>
                  <a:lnTo>
                    <a:pt x="325562" y="113772"/>
                  </a:lnTo>
                  <a:lnTo>
                    <a:pt x="323791" y="108781"/>
                  </a:lnTo>
                  <a:lnTo>
                    <a:pt x="321863" y="103849"/>
                  </a:lnTo>
                  <a:lnTo>
                    <a:pt x="319780" y="98981"/>
                  </a:lnTo>
                  <a:lnTo>
                    <a:pt x="317544" y="94181"/>
                  </a:lnTo>
                  <a:lnTo>
                    <a:pt x="315157" y="89454"/>
                  </a:lnTo>
                  <a:lnTo>
                    <a:pt x="312621" y="84805"/>
                  </a:lnTo>
                  <a:lnTo>
                    <a:pt x="309939" y="80239"/>
                  </a:lnTo>
                  <a:lnTo>
                    <a:pt x="307114" y="75760"/>
                  </a:lnTo>
                  <a:lnTo>
                    <a:pt x="304149" y="71372"/>
                  </a:lnTo>
                  <a:lnTo>
                    <a:pt x="301046" y="67081"/>
                  </a:lnTo>
                  <a:lnTo>
                    <a:pt x="297809" y="62891"/>
                  </a:lnTo>
                  <a:lnTo>
                    <a:pt x="294441" y="58805"/>
                  </a:lnTo>
                  <a:lnTo>
                    <a:pt x="290944" y="54827"/>
                  </a:lnTo>
                  <a:lnTo>
                    <a:pt x="287324" y="50963"/>
                  </a:lnTo>
                  <a:lnTo>
                    <a:pt x="283583" y="47215"/>
                  </a:lnTo>
                  <a:lnTo>
                    <a:pt x="279726" y="43587"/>
                  </a:lnTo>
                  <a:lnTo>
                    <a:pt x="275755" y="40084"/>
                  </a:lnTo>
                  <a:lnTo>
                    <a:pt x="271675" y="36707"/>
                  </a:lnTo>
                  <a:lnTo>
                    <a:pt x="267491" y="33462"/>
                  </a:lnTo>
                  <a:lnTo>
                    <a:pt x="263206" y="30351"/>
                  </a:lnTo>
                  <a:lnTo>
                    <a:pt x="258824" y="27378"/>
                  </a:lnTo>
                  <a:lnTo>
                    <a:pt x="254350" y="24544"/>
                  </a:lnTo>
                  <a:lnTo>
                    <a:pt x="249789" y="21854"/>
                  </a:lnTo>
                  <a:lnTo>
                    <a:pt x="245145" y="19309"/>
                  </a:lnTo>
                  <a:lnTo>
                    <a:pt x="240423" y="16913"/>
                  </a:lnTo>
                  <a:lnTo>
                    <a:pt x="235627" y="14668"/>
                  </a:lnTo>
                  <a:lnTo>
                    <a:pt x="230763" y="12575"/>
                  </a:lnTo>
                  <a:lnTo>
                    <a:pt x="225834" y="10638"/>
                  </a:lnTo>
                  <a:lnTo>
                    <a:pt x="220847" y="8858"/>
                  </a:lnTo>
                  <a:lnTo>
                    <a:pt x="215806" y="7237"/>
                  </a:lnTo>
                  <a:lnTo>
                    <a:pt x="210716" y="5776"/>
                  </a:lnTo>
                  <a:lnTo>
                    <a:pt x="205582" y="4477"/>
                  </a:lnTo>
                  <a:lnTo>
                    <a:pt x="200410" y="3341"/>
                  </a:lnTo>
                  <a:lnTo>
                    <a:pt x="195204" y="2370"/>
                  </a:lnTo>
                  <a:lnTo>
                    <a:pt x="189971" y="1564"/>
                  </a:lnTo>
                  <a:lnTo>
                    <a:pt x="184714" y="925"/>
                  </a:lnTo>
                  <a:lnTo>
                    <a:pt x="179440" y="452"/>
                  </a:lnTo>
                  <a:lnTo>
                    <a:pt x="174153" y="146"/>
                  </a:lnTo>
                  <a:lnTo>
                    <a:pt x="168860" y="8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708" cy="167167"/>
            </a:xfrm>
            <a:custGeom>
              <a:avLst/>
              <a:pathLst>
                <a:path w="1708" h="167167">
                  <a:moveTo>
                    <a:pt x="1708" y="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5265" y="5269756"/>
              <a:ext cx="149235" cy="167167"/>
            </a:xfrm>
            <a:custGeom>
              <a:avLst/>
              <a:pathLst>
                <a:path w="149235" h="167167">
                  <a:moveTo>
                    <a:pt x="149235" y="0"/>
                  </a:moveTo>
                  <a:lnTo>
                    <a:pt x="143811" y="88"/>
                  </a:lnTo>
                  <a:lnTo>
                    <a:pt x="138393" y="351"/>
                  </a:lnTo>
                  <a:lnTo>
                    <a:pt x="132986" y="791"/>
                  </a:lnTo>
                  <a:lnTo>
                    <a:pt x="127597" y="1406"/>
                  </a:lnTo>
                  <a:lnTo>
                    <a:pt x="122230" y="2195"/>
                  </a:lnTo>
                  <a:lnTo>
                    <a:pt x="116891" y="3158"/>
                  </a:lnTo>
                  <a:lnTo>
                    <a:pt x="111587" y="4294"/>
                  </a:lnTo>
                  <a:lnTo>
                    <a:pt x="106322" y="5602"/>
                  </a:lnTo>
                  <a:lnTo>
                    <a:pt x="101102" y="7079"/>
                  </a:lnTo>
                  <a:lnTo>
                    <a:pt x="95933" y="8725"/>
                  </a:lnTo>
                  <a:lnTo>
                    <a:pt x="90820" y="10538"/>
                  </a:lnTo>
                  <a:lnTo>
                    <a:pt x="85769" y="12516"/>
                  </a:lnTo>
                  <a:lnTo>
                    <a:pt x="80785" y="14657"/>
                  </a:lnTo>
                  <a:lnTo>
                    <a:pt x="75872" y="16958"/>
                  </a:lnTo>
                  <a:lnTo>
                    <a:pt x="71037" y="19417"/>
                  </a:lnTo>
                  <a:lnTo>
                    <a:pt x="66284" y="22032"/>
                  </a:lnTo>
                  <a:lnTo>
                    <a:pt x="61619" y="24800"/>
                  </a:lnTo>
                  <a:lnTo>
                    <a:pt x="57046" y="27718"/>
                  </a:lnTo>
                  <a:lnTo>
                    <a:pt x="52570" y="30783"/>
                  </a:lnTo>
                  <a:lnTo>
                    <a:pt x="48195" y="33991"/>
                  </a:lnTo>
                  <a:lnTo>
                    <a:pt x="43927" y="37340"/>
                  </a:lnTo>
                  <a:lnTo>
                    <a:pt x="39770" y="40825"/>
                  </a:lnTo>
                  <a:lnTo>
                    <a:pt x="35729" y="44443"/>
                  </a:lnTo>
                  <a:lnTo>
                    <a:pt x="31806" y="48191"/>
                  </a:lnTo>
                  <a:lnTo>
                    <a:pt x="28008" y="52063"/>
                  </a:lnTo>
                  <a:lnTo>
                    <a:pt x="24337" y="56057"/>
                  </a:lnTo>
                  <a:lnTo>
                    <a:pt x="20798" y="60168"/>
                  </a:lnTo>
                  <a:lnTo>
                    <a:pt x="17394" y="64392"/>
                  </a:lnTo>
                  <a:lnTo>
                    <a:pt x="14128" y="68724"/>
                  </a:lnTo>
                  <a:lnTo>
                    <a:pt x="11005" y="73160"/>
                  </a:lnTo>
                  <a:lnTo>
                    <a:pt x="8028" y="77694"/>
                  </a:lnTo>
                  <a:lnTo>
                    <a:pt x="5199" y="82323"/>
                  </a:lnTo>
                  <a:lnTo>
                    <a:pt x="2522" y="87041"/>
                  </a:lnTo>
                  <a:lnTo>
                    <a:pt x="0" y="91844"/>
                  </a:lnTo>
                  <a:lnTo>
                    <a:pt x="14923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41" y="5269756"/>
              <a:ext cx="334312" cy="334333"/>
            </a:xfrm>
            <a:custGeom>
              <a:avLst/>
              <a:pathLst>
                <a:path w="334312" h="334333">
                  <a:moveTo>
                    <a:pt x="17924" y="91844"/>
                  </a:moveTo>
                  <a:lnTo>
                    <a:pt x="15606" y="96623"/>
                  </a:lnTo>
                  <a:lnTo>
                    <a:pt x="13441" y="101474"/>
                  </a:lnTo>
                  <a:lnTo>
                    <a:pt x="11432" y="106391"/>
                  </a:lnTo>
                  <a:lnTo>
                    <a:pt x="9579" y="111370"/>
                  </a:lnTo>
                  <a:lnTo>
                    <a:pt x="7886" y="116405"/>
                  </a:lnTo>
                  <a:lnTo>
                    <a:pt x="6353" y="121491"/>
                  </a:lnTo>
                  <a:lnTo>
                    <a:pt x="4983" y="126623"/>
                  </a:lnTo>
                  <a:lnTo>
                    <a:pt x="3777" y="131797"/>
                  </a:lnTo>
                  <a:lnTo>
                    <a:pt x="2736" y="137006"/>
                  </a:lnTo>
                  <a:lnTo>
                    <a:pt x="1861" y="142245"/>
                  </a:lnTo>
                  <a:lnTo>
                    <a:pt x="1152" y="147510"/>
                  </a:lnTo>
                  <a:lnTo>
                    <a:pt x="611" y="152794"/>
                  </a:lnTo>
                  <a:lnTo>
                    <a:pt x="239" y="158093"/>
                  </a:lnTo>
                  <a:lnTo>
                    <a:pt x="35" y="163401"/>
                  </a:lnTo>
                  <a:lnTo>
                    <a:pt x="0" y="168713"/>
                  </a:lnTo>
                  <a:lnTo>
                    <a:pt x="133" y="174023"/>
                  </a:lnTo>
                  <a:lnTo>
                    <a:pt x="435" y="179327"/>
                  </a:lnTo>
                  <a:lnTo>
                    <a:pt x="906" y="184618"/>
                  </a:lnTo>
                  <a:lnTo>
                    <a:pt x="1544" y="189891"/>
                  </a:lnTo>
                  <a:lnTo>
                    <a:pt x="2350" y="195142"/>
                  </a:lnTo>
                  <a:lnTo>
                    <a:pt x="3322" y="200364"/>
                  </a:lnTo>
                  <a:lnTo>
                    <a:pt x="4459" y="205553"/>
                  </a:lnTo>
                  <a:lnTo>
                    <a:pt x="5761" y="210703"/>
                  </a:lnTo>
                  <a:lnTo>
                    <a:pt x="7226" y="215809"/>
                  </a:lnTo>
                  <a:lnTo>
                    <a:pt x="8852" y="220866"/>
                  </a:lnTo>
                  <a:lnTo>
                    <a:pt x="10638" y="225869"/>
                  </a:lnTo>
                  <a:lnTo>
                    <a:pt x="12582" y="230812"/>
                  </a:lnTo>
                  <a:lnTo>
                    <a:pt x="14682" y="235692"/>
                  </a:lnTo>
                  <a:lnTo>
                    <a:pt x="16937" y="240502"/>
                  </a:lnTo>
                  <a:lnTo>
                    <a:pt x="19343" y="245238"/>
                  </a:lnTo>
                  <a:lnTo>
                    <a:pt x="21898" y="249895"/>
                  </a:lnTo>
                  <a:lnTo>
                    <a:pt x="24600" y="254468"/>
                  </a:lnTo>
                  <a:lnTo>
                    <a:pt x="27445" y="258954"/>
                  </a:lnTo>
                  <a:lnTo>
                    <a:pt x="30432" y="263346"/>
                  </a:lnTo>
                  <a:lnTo>
                    <a:pt x="33557" y="267642"/>
                  </a:lnTo>
                  <a:lnTo>
                    <a:pt x="36817" y="271836"/>
                  </a:lnTo>
                  <a:lnTo>
                    <a:pt x="40208" y="275925"/>
                  </a:lnTo>
                  <a:lnTo>
                    <a:pt x="43728" y="279903"/>
                  </a:lnTo>
                  <a:lnTo>
                    <a:pt x="47372" y="283768"/>
                  </a:lnTo>
                  <a:lnTo>
                    <a:pt x="51137" y="287515"/>
                  </a:lnTo>
                  <a:lnTo>
                    <a:pt x="55020" y="291141"/>
                  </a:lnTo>
                  <a:lnTo>
                    <a:pt x="59015" y="294641"/>
                  </a:lnTo>
                  <a:lnTo>
                    <a:pt x="63120" y="298013"/>
                  </a:lnTo>
                  <a:lnTo>
                    <a:pt x="67330" y="301253"/>
                  </a:lnTo>
                  <a:lnTo>
                    <a:pt x="71641" y="304357"/>
                  </a:lnTo>
                  <a:lnTo>
                    <a:pt x="76048" y="307322"/>
                  </a:lnTo>
                  <a:lnTo>
                    <a:pt x="80547" y="310146"/>
                  </a:lnTo>
                  <a:lnTo>
                    <a:pt x="85133" y="312826"/>
                  </a:lnTo>
                  <a:lnTo>
                    <a:pt x="89803" y="315359"/>
                  </a:lnTo>
                  <a:lnTo>
                    <a:pt x="94550" y="317742"/>
                  </a:lnTo>
                  <a:lnTo>
                    <a:pt x="99371" y="319973"/>
                  </a:lnTo>
                  <a:lnTo>
                    <a:pt x="104260" y="322050"/>
                  </a:lnTo>
                  <a:lnTo>
                    <a:pt x="109213" y="323970"/>
                  </a:lnTo>
                  <a:lnTo>
                    <a:pt x="114224" y="325732"/>
                  </a:lnTo>
                  <a:lnTo>
                    <a:pt x="119289" y="327334"/>
                  </a:lnTo>
                  <a:lnTo>
                    <a:pt x="124402" y="328774"/>
                  </a:lnTo>
                  <a:lnTo>
                    <a:pt x="129559" y="330051"/>
                  </a:lnTo>
                  <a:lnTo>
                    <a:pt x="134753" y="331163"/>
                  </a:lnTo>
                  <a:lnTo>
                    <a:pt x="139980" y="332110"/>
                  </a:lnTo>
                  <a:lnTo>
                    <a:pt x="145234" y="332890"/>
                  </a:lnTo>
                  <a:lnTo>
                    <a:pt x="150511" y="333503"/>
                  </a:lnTo>
                  <a:lnTo>
                    <a:pt x="155804" y="333948"/>
                  </a:lnTo>
                  <a:lnTo>
                    <a:pt x="161109" y="334225"/>
                  </a:lnTo>
                  <a:lnTo>
                    <a:pt x="166420" y="334333"/>
                  </a:lnTo>
                  <a:lnTo>
                    <a:pt x="171731" y="334272"/>
                  </a:lnTo>
                  <a:lnTo>
                    <a:pt x="177038" y="334042"/>
                  </a:lnTo>
                  <a:lnTo>
                    <a:pt x="182336" y="333644"/>
                  </a:lnTo>
                  <a:lnTo>
                    <a:pt x="187617" y="333078"/>
                  </a:lnTo>
                  <a:lnTo>
                    <a:pt x="192878" y="332344"/>
                  </a:lnTo>
                  <a:lnTo>
                    <a:pt x="198114" y="331444"/>
                  </a:lnTo>
                  <a:lnTo>
                    <a:pt x="203317" y="330377"/>
                  </a:lnTo>
                  <a:lnTo>
                    <a:pt x="208485" y="329146"/>
                  </a:lnTo>
                  <a:lnTo>
                    <a:pt x="213610" y="327751"/>
                  </a:lnTo>
                  <a:lnTo>
                    <a:pt x="218689" y="326194"/>
                  </a:lnTo>
                  <a:lnTo>
                    <a:pt x="223716" y="324477"/>
                  </a:lnTo>
                  <a:lnTo>
                    <a:pt x="228685" y="322600"/>
                  </a:lnTo>
                  <a:lnTo>
                    <a:pt x="233593" y="320567"/>
                  </a:lnTo>
                  <a:lnTo>
                    <a:pt x="238433" y="318379"/>
                  </a:lnTo>
                  <a:lnTo>
                    <a:pt x="243202" y="316038"/>
                  </a:lnTo>
                  <a:lnTo>
                    <a:pt x="247893" y="313547"/>
                  </a:lnTo>
                  <a:lnTo>
                    <a:pt x="252503" y="310908"/>
                  </a:lnTo>
                  <a:lnTo>
                    <a:pt x="257027" y="308124"/>
                  </a:lnTo>
                  <a:lnTo>
                    <a:pt x="261461" y="305197"/>
                  </a:lnTo>
                  <a:lnTo>
                    <a:pt x="265799" y="302131"/>
                  </a:lnTo>
                  <a:lnTo>
                    <a:pt x="270037" y="298929"/>
                  </a:lnTo>
                  <a:lnTo>
                    <a:pt x="274171" y="295594"/>
                  </a:lnTo>
                  <a:lnTo>
                    <a:pt x="278198" y="292129"/>
                  </a:lnTo>
                  <a:lnTo>
                    <a:pt x="282112" y="288538"/>
                  </a:lnTo>
                  <a:lnTo>
                    <a:pt x="285910" y="284824"/>
                  </a:lnTo>
                  <a:lnTo>
                    <a:pt x="289589" y="280992"/>
                  </a:lnTo>
                  <a:lnTo>
                    <a:pt x="293143" y="277045"/>
                  </a:lnTo>
                  <a:lnTo>
                    <a:pt x="296571" y="272986"/>
                  </a:lnTo>
                  <a:lnTo>
                    <a:pt x="299868" y="268821"/>
                  </a:lnTo>
                  <a:lnTo>
                    <a:pt x="303031" y="264553"/>
                  </a:lnTo>
                  <a:lnTo>
                    <a:pt x="306056" y="260187"/>
                  </a:lnTo>
                  <a:lnTo>
                    <a:pt x="308942" y="255727"/>
                  </a:lnTo>
                  <a:lnTo>
                    <a:pt x="311684" y="251178"/>
                  </a:lnTo>
                  <a:lnTo>
                    <a:pt x="314280" y="246543"/>
                  </a:lnTo>
                  <a:lnTo>
                    <a:pt x="316728" y="241829"/>
                  </a:lnTo>
                  <a:lnTo>
                    <a:pt x="319024" y="237039"/>
                  </a:lnTo>
                  <a:lnTo>
                    <a:pt x="321168" y="232178"/>
                  </a:lnTo>
                  <a:lnTo>
                    <a:pt x="323156" y="227252"/>
                  </a:lnTo>
                  <a:lnTo>
                    <a:pt x="324986" y="222266"/>
                  </a:lnTo>
                  <a:lnTo>
                    <a:pt x="326657" y="217223"/>
                  </a:lnTo>
                  <a:lnTo>
                    <a:pt x="328167" y="212130"/>
                  </a:lnTo>
                  <a:lnTo>
                    <a:pt x="329514" y="206992"/>
                  </a:lnTo>
                  <a:lnTo>
                    <a:pt x="330697" y="201814"/>
                  </a:lnTo>
                  <a:lnTo>
                    <a:pt x="331716" y="196600"/>
                  </a:lnTo>
                  <a:lnTo>
                    <a:pt x="332568" y="191357"/>
                  </a:lnTo>
                  <a:lnTo>
                    <a:pt x="333253" y="186089"/>
                  </a:lnTo>
                  <a:lnTo>
                    <a:pt x="333770" y="180802"/>
                  </a:lnTo>
                  <a:lnTo>
                    <a:pt x="334119" y="175502"/>
                  </a:lnTo>
                  <a:lnTo>
                    <a:pt x="334300" y="170193"/>
                  </a:lnTo>
                  <a:lnTo>
                    <a:pt x="334312" y="164881"/>
                  </a:lnTo>
                  <a:lnTo>
                    <a:pt x="334155" y="159571"/>
                  </a:lnTo>
                  <a:lnTo>
                    <a:pt x="333829" y="154269"/>
                  </a:lnTo>
                  <a:lnTo>
                    <a:pt x="333335" y="148980"/>
                  </a:lnTo>
                  <a:lnTo>
                    <a:pt x="332673" y="143710"/>
                  </a:lnTo>
                  <a:lnTo>
                    <a:pt x="331844" y="138463"/>
                  </a:lnTo>
                  <a:lnTo>
                    <a:pt x="330849" y="133245"/>
                  </a:lnTo>
                  <a:lnTo>
                    <a:pt x="329689" y="128061"/>
                  </a:lnTo>
                  <a:lnTo>
                    <a:pt x="328364" y="122917"/>
                  </a:lnTo>
                  <a:lnTo>
                    <a:pt x="326877" y="117817"/>
                  </a:lnTo>
                  <a:lnTo>
                    <a:pt x="325228" y="112767"/>
                  </a:lnTo>
                  <a:lnTo>
                    <a:pt x="323420" y="107773"/>
                  </a:lnTo>
                  <a:lnTo>
                    <a:pt x="321454" y="102838"/>
                  </a:lnTo>
                  <a:lnTo>
                    <a:pt x="319332" y="97968"/>
                  </a:lnTo>
                  <a:lnTo>
                    <a:pt x="317057" y="93168"/>
                  </a:lnTo>
                  <a:lnTo>
                    <a:pt x="314630" y="88443"/>
                  </a:lnTo>
                  <a:lnTo>
                    <a:pt x="312054" y="83797"/>
                  </a:lnTo>
                  <a:lnTo>
                    <a:pt x="309332" y="79235"/>
                  </a:lnTo>
                  <a:lnTo>
                    <a:pt x="306467" y="74763"/>
                  </a:lnTo>
                  <a:lnTo>
                    <a:pt x="303460" y="70383"/>
                  </a:lnTo>
                  <a:lnTo>
                    <a:pt x="300316" y="66101"/>
                  </a:lnTo>
                  <a:lnTo>
                    <a:pt x="297038" y="61922"/>
                  </a:lnTo>
                  <a:lnTo>
                    <a:pt x="293629" y="57848"/>
                  </a:lnTo>
                  <a:lnTo>
                    <a:pt x="290091" y="53885"/>
                  </a:lnTo>
                  <a:lnTo>
                    <a:pt x="286430" y="50036"/>
                  </a:lnTo>
                  <a:lnTo>
                    <a:pt x="282648" y="46306"/>
                  </a:lnTo>
                  <a:lnTo>
                    <a:pt x="278750" y="42698"/>
                  </a:lnTo>
                  <a:lnTo>
                    <a:pt x="274739" y="39215"/>
                  </a:lnTo>
                  <a:lnTo>
                    <a:pt x="270619" y="35862"/>
                  </a:lnTo>
                  <a:lnTo>
                    <a:pt x="266395" y="32641"/>
                  </a:lnTo>
                  <a:lnTo>
                    <a:pt x="262071" y="29556"/>
                  </a:lnTo>
                  <a:lnTo>
                    <a:pt x="257650" y="26610"/>
                  </a:lnTo>
                  <a:lnTo>
                    <a:pt x="253139" y="23805"/>
                  </a:lnTo>
                  <a:lnTo>
                    <a:pt x="248541" y="21146"/>
                  </a:lnTo>
                  <a:lnTo>
                    <a:pt x="243860" y="18634"/>
                  </a:lnTo>
                  <a:lnTo>
                    <a:pt x="239102" y="16272"/>
                  </a:lnTo>
                  <a:lnTo>
                    <a:pt x="234271" y="14062"/>
                  </a:lnTo>
                  <a:lnTo>
                    <a:pt x="229373" y="12007"/>
                  </a:lnTo>
                  <a:lnTo>
                    <a:pt x="224412" y="10109"/>
                  </a:lnTo>
                  <a:lnTo>
                    <a:pt x="219393" y="8369"/>
                  </a:lnTo>
                  <a:lnTo>
                    <a:pt x="214321" y="6790"/>
                  </a:lnTo>
                  <a:lnTo>
                    <a:pt x="209201" y="5372"/>
                  </a:lnTo>
                  <a:lnTo>
                    <a:pt x="204040" y="4118"/>
                  </a:lnTo>
                  <a:lnTo>
                    <a:pt x="198840" y="3029"/>
                  </a:lnTo>
                  <a:lnTo>
                    <a:pt x="193609" y="2105"/>
                  </a:lnTo>
                  <a:lnTo>
                    <a:pt x="188352" y="1348"/>
                  </a:lnTo>
                  <a:lnTo>
                    <a:pt x="183072" y="759"/>
                  </a:lnTo>
                  <a:lnTo>
                    <a:pt x="177777" y="337"/>
                  </a:lnTo>
                  <a:lnTo>
                    <a:pt x="172471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437" y="5399291"/>
              <a:ext cx="3778" cy="167167"/>
            </a:xfrm>
            <a:custGeom>
              <a:avLst/>
              <a:pathLst>
                <a:path w="3778" h="167167">
                  <a:moveTo>
                    <a:pt x="3778" y="0"/>
                  </a:moveTo>
                  <a:lnTo>
                    <a:pt x="0" y="42"/>
                  </a:lnTo>
                  <a:lnTo>
                    <a:pt x="377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2437" y="5399334"/>
              <a:ext cx="3778" cy="167124"/>
            </a:xfrm>
            <a:custGeom>
              <a:avLst/>
              <a:pathLst>
                <a:path w="3778" h="167124">
                  <a:moveTo>
                    <a:pt x="0" y="0"/>
                  </a:moveTo>
                  <a:lnTo>
                    <a:pt x="3778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52" y="5399334"/>
              <a:ext cx="334327" cy="334285"/>
            </a:xfrm>
            <a:custGeom>
              <a:avLst/>
              <a:pathLst>
                <a:path w="334327" h="334285">
                  <a:moveTo>
                    <a:pt x="163385" y="0"/>
                  </a:moveTo>
                  <a:lnTo>
                    <a:pt x="158084" y="204"/>
                  </a:lnTo>
                  <a:lnTo>
                    <a:pt x="152793" y="576"/>
                  </a:lnTo>
                  <a:lnTo>
                    <a:pt x="147516" y="1115"/>
                  </a:lnTo>
                  <a:lnTo>
                    <a:pt x="142259" y="1822"/>
                  </a:lnTo>
                  <a:lnTo>
                    <a:pt x="137027" y="2696"/>
                  </a:lnTo>
                  <a:lnTo>
                    <a:pt x="131825" y="3735"/>
                  </a:lnTo>
                  <a:lnTo>
                    <a:pt x="126658" y="4938"/>
                  </a:lnTo>
                  <a:lnTo>
                    <a:pt x="121533" y="6305"/>
                  </a:lnTo>
                  <a:lnTo>
                    <a:pt x="116453" y="7834"/>
                  </a:lnTo>
                  <a:lnTo>
                    <a:pt x="111425" y="9523"/>
                  </a:lnTo>
                  <a:lnTo>
                    <a:pt x="106453" y="11371"/>
                  </a:lnTo>
                  <a:lnTo>
                    <a:pt x="101542" y="13375"/>
                  </a:lnTo>
                  <a:lnTo>
                    <a:pt x="96696" y="15535"/>
                  </a:lnTo>
                  <a:lnTo>
                    <a:pt x="91922" y="17847"/>
                  </a:lnTo>
                  <a:lnTo>
                    <a:pt x="87224" y="20309"/>
                  </a:lnTo>
                  <a:lnTo>
                    <a:pt x="82606" y="22919"/>
                  </a:lnTo>
                  <a:lnTo>
                    <a:pt x="78073" y="25675"/>
                  </a:lnTo>
                  <a:lnTo>
                    <a:pt x="73630" y="28573"/>
                  </a:lnTo>
                  <a:lnTo>
                    <a:pt x="69281" y="31610"/>
                  </a:lnTo>
                  <a:lnTo>
                    <a:pt x="65031" y="34784"/>
                  </a:lnTo>
                  <a:lnTo>
                    <a:pt x="60883" y="38091"/>
                  </a:lnTo>
                  <a:lnTo>
                    <a:pt x="56843" y="41528"/>
                  </a:lnTo>
                  <a:lnTo>
                    <a:pt x="52914" y="45092"/>
                  </a:lnTo>
                  <a:lnTo>
                    <a:pt x="49099" y="48778"/>
                  </a:lnTo>
                  <a:lnTo>
                    <a:pt x="45404" y="52583"/>
                  </a:lnTo>
                  <a:lnTo>
                    <a:pt x="41831" y="56504"/>
                  </a:lnTo>
                  <a:lnTo>
                    <a:pt x="38384" y="60537"/>
                  </a:lnTo>
                  <a:lnTo>
                    <a:pt x="35067" y="64676"/>
                  </a:lnTo>
                  <a:lnTo>
                    <a:pt x="31883" y="68919"/>
                  </a:lnTo>
                  <a:lnTo>
                    <a:pt x="28835" y="73260"/>
                  </a:lnTo>
                  <a:lnTo>
                    <a:pt x="25927" y="77697"/>
                  </a:lnTo>
                  <a:lnTo>
                    <a:pt x="23161" y="82223"/>
                  </a:lnTo>
                  <a:lnTo>
                    <a:pt x="20539" y="86834"/>
                  </a:lnTo>
                  <a:lnTo>
                    <a:pt x="18066" y="91527"/>
                  </a:lnTo>
                  <a:lnTo>
                    <a:pt x="15742" y="96296"/>
                  </a:lnTo>
                  <a:lnTo>
                    <a:pt x="13571" y="101136"/>
                  </a:lnTo>
                  <a:lnTo>
                    <a:pt x="11555" y="106042"/>
                  </a:lnTo>
                  <a:lnTo>
                    <a:pt x="9695" y="111010"/>
                  </a:lnTo>
                  <a:lnTo>
                    <a:pt x="7994" y="116034"/>
                  </a:lnTo>
                  <a:lnTo>
                    <a:pt x="6453" y="121110"/>
                  </a:lnTo>
                  <a:lnTo>
                    <a:pt x="5074" y="126232"/>
                  </a:lnTo>
                  <a:lnTo>
                    <a:pt x="3858" y="131396"/>
                  </a:lnTo>
                  <a:lnTo>
                    <a:pt x="2807" y="136595"/>
                  </a:lnTo>
                  <a:lnTo>
                    <a:pt x="1921" y="141825"/>
                  </a:lnTo>
                  <a:lnTo>
                    <a:pt x="1202" y="147081"/>
                  </a:lnTo>
                  <a:lnTo>
                    <a:pt x="649" y="152356"/>
                  </a:lnTo>
                  <a:lnTo>
                    <a:pt x="265" y="157647"/>
                  </a:lnTo>
                  <a:lnTo>
                    <a:pt x="48" y="162947"/>
                  </a:lnTo>
                  <a:lnTo>
                    <a:pt x="0" y="168251"/>
                  </a:lnTo>
                  <a:lnTo>
                    <a:pt x="119" y="173555"/>
                  </a:lnTo>
                  <a:lnTo>
                    <a:pt x="408" y="178851"/>
                  </a:lnTo>
                  <a:lnTo>
                    <a:pt x="864" y="184136"/>
                  </a:lnTo>
                  <a:lnTo>
                    <a:pt x="1487" y="189404"/>
                  </a:lnTo>
                  <a:lnTo>
                    <a:pt x="2277" y="194649"/>
                  </a:lnTo>
                  <a:lnTo>
                    <a:pt x="3234" y="199867"/>
                  </a:lnTo>
                  <a:lnTo>
                    <a:pt x="4355" y="205052"/>
                  </a:lnTo>
                  <a:lnTo>
                    <a:pt x="5640" y="210198"/>
                  </a:lnTo>
                  <a:lnTo>
                    <a:pt x="7088" y="215301"/>
                  </a:lnTo>
                  <a:lnTo>
                    <a:pt x="8698" y="220356"/>
                  </a:lnTo>
                  <a:lnTo>
                    <a:pt x="10466" y="225357"/>
                  </a:lnTo>
                  <a:lnTo>
                    <a:pt x="12393" y="230299"/>
                  </a:lnTo>
                  <a:lnTo>
                    <a:pt x="14475" y="235178"/>
                  </a:lnTo>
                  <a:lnTo>
                    <a:pt x="16711" y="239988"/>
                  </a:lnTo>
                  <a:lnTo>
                    <a:pt x="19099" y="244725"/>
                  </a:lnTo>
                  <a:lnTo>
                    <a:pt x="21635" y="249384"/>
                  </a:lnTo>
                  <a:lnTo>
                    <a:pt x="24319" y="253960"/>
                  </a:lnTo>
                  <a:lnTo>
                    <a:pt x="27146" y="258448"/>
                  </a:lnTo>
                  <a:lnTo>
                    <a:pt x="30114" y="262845"/>
                  </a:lnTo>
                  <a:lnTo>
                    <a:pt x="33220" y="267145"/>
                  </a:lnTo>
                  <a:lnTo>
                    <a:pt x="36461" y="271344"/>
                  </a:lnTo>
                  <a:lnTo>
                    <a:pt x="39833" y="275439"/>
                  </a:lnTo>
                  <a:lnTo>
                    <a:pt x="43334" y="279424"/>
                  </a:lnTo>
                  <a:lnTo>
                    <a:pt x="46959" y="283296"/>
                  </a:lnTo>
                  <a:lnTo>
                    <a:pt x="50706" y="287052"/>
                  </a:lnTo>
                  <a:lnTo>
                    <a:pt x="54569" y="290686"/>
                  </a:lnTo>
                  <a:lnTo>
                    <a:pt x="58547" y="294197"/>
                  </a:lnTo>
                  <a:lnTo>
                    <a:pt x="62633" y="297579"/>
                  </a:lnTo>
                  <a:lnTo>
                    <a:pt x="66825" y="300830"/>
                  </a:lnTo>
                  <a:lnTo>
                    <a:pt x="71117" y="303946"/>
                  </a:lnTo>
                  <a:lnTo>
                    <a:pt x="75507" y="306924"/>
                  </a:lnTo>
                  <a:lnTo>
                    <a:pt x="79989" y="309762"/>
                  </a:lnTo>
                  <a:lnTo>
                    <a:pt x="84558" y="312456"/>
                  </a:lnTo>
                  <a:lnTo>
                    <a:pt x="89211" y="315004"/>
                  </a:lnTo>
                  <a:lnTo>
                    <a:pt x="93942" y="317403"/>
                  </a:lnTo>
                  <a:lnTo>
                    <a:pt x="98747" y="319650"/>
                  </a:lnTo>
                  <a:lnTo>
                    <a:pt x="103621" y="321744"/>
                  </a:lnTo>
                  <a:lnTo>
                    <a:pt x="108558" y="323682"/>
                  </a:lnTo>
                  <a:lnTo>
                    <a:pt x="113555" y="325463"/>
                  </a:lnTo>
                  <a:lnTo>
                    <a:pt x="118606" y="327084"/>
                  </a:lnTo>
                  <a:lnTo>
                    <a:pt x="123706" y="328544"/>
                  </a:lnTo>
                  <a:lnTo>
                    <a:pt x="128849" y="329842"/>
                  </a:lnTo>
                  <a:lnTo>
                    <a:pt x="134031" y="330975"/>
                  </a:lnTo>
                  <a:lnTo>
                    <a:pt x="139246" y="331944"/>
                  </a:lnTo>
                  <a:lnTo>
                    <a:pt x="144490" y="332747"/>
                  </a:lnTo>
                  <a:lnTo>
                    <a:pt x="149756" y="333383"/>
                  </a:lnTo>
                  <a:lnTo>
                    <a:pt x="155040" y="333852"/>
                  </a:lnTo>
                  <a:lnTo>
                    <a:pt x="160336" y="334152"/>
                  </a:lnTo>
                  <a:lnTo>
                    <a:pt x="165639" y="334285"/>
                  </a:lnTo>
                  <a:lnTo>
                    <a:pt x="170944" y="334249"/>
                  </a:lnTo>
                  <a:lnTo>
                    <a:pt x="176244" y="334045"/>
                  </a:lnTo>
                  <a:lnTo>
                    <a:pt x="181536" y="333673"/>
                  </a:lnTo>
                  <a:lnTo>
                    <a:pt x="186813" y="333133"/>
                  </a:lnTo>
                  <a:lnTo>
                    <a:pt x="192070" y="332426"/>
                  </a:lnTo>
                  <a:lnTo>
                    <a:pt x="197302" y="331552"/>
                  </a:lnTo>
                  <a:lnTo>
                    <a:pt x="202504" y="330513"/>
                  </a:lnTo>
                  <a:lnTo>
                    <a:pt x="207670" y="329310"/>
                  </a:lnTo>
                  <a:lnTo>
                    <a:pt x="212796" y="327943"/>
                  </a:lnTo>
                  <a:lnTo>
                    <a:pt x="217875" y="326414"/>
                  </a:lnTo>
                  <a:lnTo>
                    <a:pt x="222903" y="324725"/>
                  </a:lnTo>
                  <a:lnTo>
                    <a:pt x="227876" y="322877"/>
                  </a:lnTo>
                  <a:lnTo>
                    <a:pt x="232787" y="320872"/>
                  </a:lnTo>
                  <a:lnTo>
                    <a:pt x="237632" y="318713"/>
                  </a:lnTo>
                  <a:lnTo>
                    <a:pt x="242406" y="316401"/>
                  </a:lnTo>
                  <a:lnTo>
                    <a:pt x="247105" y="313938"/>
                  </a:lnTo>
                  <a:lnTo>
                    <a:pt x="251722" y="311328"/>
                  </a:lnTo>
                  <a:lnTo>
                    <a:pt x="256255" y="308572"/>
                  </a:lnTo>
                  <a:lnTo>
                    <a:pt x="260698" y="305674"/>
                  </a:lnTo>
                  <a:lnTo>
                    <a:pt x="265047" y="302637"/>
                  </a:lnTo>
                  <a:lnTo>
                    <a:pt x="269297" y="299463"/>
                  </a:lnTo>
                  <a:lnTo>
                    <a:pt x="273445" y="296156"/>
                  </a:lnTo>
                  <a:lnTo>
                    <a:pt x="277485" y="292719"/>
                  </a:lnTo>
                  <a:lnTo>
                    <a:pt x="281414" y="289155"/>
                  </a:lnTo>
                  <a:lnTo>
                    <a:pt x="285229" y="285469"/>
                  </a:lnTo>
                  <a:lnTo>
                    <a:pt x="288924" y="281663"/>
                  </a:lnTo>
                  <a:lnTo>
                    <a:pt x="292497" y="277742"/>
                  </a:lnTo>
                  <a:lnTo>
                    <a:pt x="295944" y="273710"/>
                  </a:lnTo>
                  <a:lnTo>
                    <a:pt x="299261" y="269571"/>
                  </a:lnTo>
                  <a:lnTo>
                    <a:pt x="302444" y="265328"/>
                  </a:lnTo>
                  <a:lnTo>
                    <a:pt x="305492" y="260986"/>
                  </a:lnTo>
                  <a:lnTo>
                    <a:pt x="308401" y="256550"/>
                  </a:lnTo>
                  <a:lnTo>
                    <a:pt x="311167" y="252024"/>
                  </a:lnTo>
                  <a:lnTo>
                    <a:pt x="313788" y="247412"/>
                  </a:lnTo>
                  <a:lnTo>
                    <a:pt x="316261" y="242719"/>
                  </a:lnTo>
                  <a:lnTo>
                    <a:pt x="318585" y="237951"/>
                  </a:lnTo>
                  <a:lnTo>
                    <a:pt x="320756" y="233111"/>
                  </a:lnTo>
                  <a:lnTo>
                    <a:pt x="322772" y="228204"/>
                  </a:lnTo>
                  <a:lnTo>
                    <a:pt x="324632" y="223236"/>
                  </a:lnTo>
                  <a:lnTo>
                    <a:pt x="326333" y="218212"/>
                  </a:lnTo>
                  <a:lnTo>
                    <a:pt x="327874" y="213136"/>
                  </a:lnTo>
                  <a:lnTo>
                    <a:pt x="329253" y="208014"/>
                  </a:lnTo>
                  <a:lnTo>
                    <a:pt x="330468" y="202851"/>
                  </a:lnTo>
                  <a:lnTo>
                    <a:pt x="331520" y="197651"/>
                  </a:lnTo>
                  <a:lnTo>
                    <a:pt x="332405" y="192421"/>
                  </a:lnTo>
                  <a:lnTo>
                    <a:pt x="333125" y="187166"/>
                  </a:lnTo>
                  <a:lnTo>
                    <a:pt x="333677" y="181890"/>
                  </a:lnTo>
                  <a:lnTo>
                    <a:pt x="334062" y="176599"/>
                  </a:lnTo>
                  <a:lnTo>
                    <a:pt x="334278" y="171299"/>
                  </a:lnTo>
                  <a:lnTo>
                    <a:pt x="334327" y="165995"/>
                  </a:lnTo>
                  <a:lnTo>
                    <a:pt x="334207" y="160692"/>
                  </a:lnTo>
                  <a:lnTo>
                    <a:pt x="333919" y="155395"/>
                  </a:lnTo>
                  <a:lnTo>
                    <a:pt x="333462" y="150110"/>
                  </a:lnTo>
                  <a:lnTo>
                    <a:pt x="332839" y="144842"/>
                  </a:lnTo>
                  <a:lnTo>
                    <a:pt x="332049" y="139597"/>
                  </a:lnTo>
                  <a:lnTo>
                    <a:pt x="331092" y="134379"/>
                  </a:lnTo>
                  <a:lnTo>
                    <a:pt x="329971" y="129194"/>
                  </a:lnTo>
                  <a:lnTo>
                    <a:pt x="328685" y="124048"/>
                  </a:lnTo>
                  <a:lnTo>
                    <a:pt x="327237" y="118945"/>
                  </a:lnTo>
                  <a:lnTo>
                    <a:pt x="325628" y="113890"/>
                  </a:lnTo>
                  <a:lnTo>
                    <a:pt x="323859" y="108889"/>
                  </a:lnTo>
                  <a:lnTo>
                    <a:pt x="321933" y="103947"/>
                  </a:lnTo>
                  <a:lnTo>
                    <a:pt x="319850" y="99068"/>
                  </a:lnTo>
                  <a:lnTo>
                    <a:pt x="317614" y="94258"/>
                  </a:lnTo>
                  <a:lnTo>
                    <a:pt x="315226" y="89521"/>
                  </a:lnTo>
                  <a:lnTo>
                    <a:pt x="312690" y="84863"/>
                  </a:lnTo>
                  <a:lnTo>
                    <a:pt x="310006" y="80287"/>
                  </a:lnTo>
                  <a:lnTo>
                    <a:pt x="307179" y="75798"/>
                  </a:lnTo>
                  <a:lnTo>
                    <a:pt x="304211" y="71402"/>
                  </a:lnTo>
                  <a:lnTo>
                    <a:pt x="301105" y="67102"/>
                  </a:lnTo>
                  <a:lnTo>
                    <a:pt x="297864" y="62902"/>
                  </a:lnTo>
                  <a:lnTo>
                    <a:pt x="294492" y="58808"/>
                  </a:lnTo>
                  <a:lnTo>
                    <a:pt x="290991" y="54823"/>
                  </a:lnTo>
                  <a:lnTo>
                    <a:pt x="287365" y="50950"/>
                  </a:lnTo>
                  <a:lnTo>
                    <a:pt x="283619" y="47195"/>
                  </a:lnTo>
                  <a:lnTo>
                    <a:pt x="279755" y="43560"/>
                  </a:lnTo>
                  <a:lnTo>
                    <a:pt x="275778" y="40050"/>
                  </a:lnTo>
                  <a:lnTo>
                    <a:pt x="271691" y="36668"/>
                  </a:lnTo>
                  <a:lnTo>
                    <a:pt x="267500" y="33417"/>
                  </a:lnTo>
                  <a:lnTo>
                    <a:pt x="263207" y="30301"/>
                  </a:lnTo>
                  <a:lnTo>
                    <a:pt x="258817" y="27323"/>
                  </a:lnTo>
                  <a:lnTo>
                    <a:pt x="254336" y="24485"/>
                  </a:lnTo>
                  <a:lnTo>
                    <a:pt x="249766" y="21791"/>
                  </a:lnTo>
                  <a:lnTo>
                    <a:pt x="245113" y="19244"/>
                  </a:lnTo>
                  <a:lnTo>
                    <a:pt x="240382" y="16845"/>
                  </a:lnTo>
                  <a:lnTo>
                    <a:pt x="235577" y="14597"/>
                  </a:lnTo>
                  <a:lnTo>
                    <a:pt x="230703" y="12503"/>
                  </a:lnTo>
                  <a:lnTo>
                    <a:pt x="225766" y="10565"/>
                  </a:lnTo>
                  <a:lnTo>
                    <a:pt x="220769" y="8785"/>
                  </a:lnTo>
                  <a:lnTo>
                    <a:pt x="215718" y="7164"/>
                  </a:lnTo>
                  <a:lnTo>
                    <a:pt x="210618" y="5704"/>
                  </a:lnTo>
                  <a:lnTo>
                    <a:pt x="167163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43455" cy="167167"/>
            </a:xfrm>
            <a:custGeom>
              <a:avLst/>
              <a:pathLst>
                <a:path w="43455" h="167167">
                  <a:moveTo>
                    <a:pt x="43455" y="5746"/>
                  </a:moveTo>
                  <a:lnTo>
                    <a:pt x="37361" y="4228"/>
                  </a:lnTo>
                  <a:lnTo>
                    <a:pt x="31215" y="2940"/>
                  </a:lnTo>
                  <a:lnTo>
                    <a:pt x="25025" y="1883"/>
                  </a:lnTo>
                  <a:lnTo>
                    <a:pt x="18800" y="1060"/>
                  </a:lnTo>
                  <a:lnTo>
                    <a:pt x="12548" y="471"/>
                  </a:lnTo>
                  <a:lnTo>
                    <a:pt x="6278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0403" y="5399291"/>
              <a:ext cx="53141" cy="167167"/>
            </a:xfrm>
            <a:custGeom>
              <a:avLst/>
              <a:pathLst>
                <a:path w="53141" h="167167">
                  <a:moveTo>
                    <a:pt x="53141" y="0"/>
                  </a:moveTo>
                  <a:lnTo>
                    <a:pt x="47133" y="107"/>
                  </a:lnTo>
                  <a:lnTo>
                    <a:pt x="41133" y="431"/>
                  </a:lnTo>
                  <a:lnTo>
                    <a:pt x="35149" y="971"/>
                  </a:lnTo>
                  <a:lnTo>
                    <a:pt x="29188" y="1724"/>
                  </a:lnTo>
                  <a:lnTo>
                    <a:pt x="23258" y="2692"/>
                  </a:lnTo>
                  <a:lnTo>
                    <a:pt x="17366" y="3872"/>
                  </a:lnTo>
                  <a:lnTo>
                    <a:pt x="11521" y="5263"/>
                  </a:lnTo>
                  <a:lnTo>
                    <a:pt x="5730" y="6864"/>
                  </a:lnTo>
                  <a:lnTo>
                    <a:pt x="0" y="8671"/>
                  </a:lnTo>
                  <a:lnTo>
                    <a:pt x="531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0403" y="5407963"/>
              <a:ext cx="53141" cy="158495"/>
            </a:xfrm>
            <a:custGeom>
              <a:avLst/>
              <a:pathLst>
                <a:path w="53141" h="158495">
                  <a:moveTo>
                    <a:pt x="0" y="0"/>
                  </a:moveTo>
                  <a:lnTo>
                    <a:pt x="53141" y="158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0403" y="5407963"/>
              <a:ext cx="53141" cy="158495"/>
            </a:xfrm>
            <a:custGeom>
              <a:avLst/>
              <a:pathLst>
                <a:path w="53141" h="158495">
                  <a:moveTo>
                    <a:pt x="0" y="0"/>
                  </a:moveTo>
                  <a:lnTo>
                    <a:pt x="53141" y="158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0403" y="5407963"/>
              <a:ext cx="53141" cy="158495"/>
            </a:xfrm>
            <a:custGeom>
              <a:avLst/>
              <a:pathLst>
                <a:path w="53141" h="158495">
                  <a:moveTo>
                    <a:pt x="0" y="0"/>
                  </a:moveTo>
                  <a:lnTo>
                    <a:pt x="53141" y="158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0403" y="5407963"/>
              <a:ext cx="53141" cy="158495"/>
            </a:xfrm>
            <a:custGeom>
              <a:avLst/>
              <a:pathLst>
                <a:path w="53141" h="158495">
                  <a:moveTo>
                    <a:pt x="0" y="0"/>
                  </a:moveTo>
                  <a:lnTo>
                    <a:pt x="53141" y="1584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0403" y="5407963"/>
              <a:ext cx="53141" cy="158495"/>
            </a:xfrm>
            <a:custGeom>
              <a:avLst/>
              <a:pathLst>
                <a:path w="53141" h="158495">
                  <a:moveTo>
                    <a:pt x="0" y="0"/>
                  </a:moveTo>
                  <a:lnTo>
                    <a:pt x="53141" y="1584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76" y="5407963"/>
              <a:ext cx="167167" cy="320149"/>
            </a:xfrm>
            <a:custGeom>
              <a:avLst/>
              <a:pathLst>
                <a:path w="167167" h="320149">
                  <a:moveTo>
                    <a:pt x="114026" y="0"/>
                  </a:moveTo>
                  <a:lnTo>
                    <a:pt x="108981" y="1781"/>
                  </a:lnTo>
                  <a:lnTo>
                    <a:pt x="103996" y="3724"/>
                  </a:lnTo>
                  <a:lnTo>
                    <a:pt x="99075" y="5824"/>
                  </a:lnTo>
                  <a:lnTo>
                    <a:pt x="94224" y="8082"/>
                  </a:lnTo>
                  <a:lnTo>
                    <a:pt x="89448" y="10493"/>
                  </a:lnTo>
                  <a:lnTo>
                    <a:pt x="84752" y="13056"/>
                  </a:lnTo>
                  <a:lnTo>
                    <a:pt x="80140" y="15768"/>
                  </a:lnTo>
                  <a:lnTo>
                    <a:pt x="75617" y="18626"/>
                  </a:lnTo>
                  <a:lnTo>
                    <a:pt x="71188" y="21627"/>
                  </a:lnTo>
                  <a:lnTo>
                    <a:pt x="66857" y="24768"/>
                  </a:lnTo>
                  <a:lnTo>
                    <a:pt x="62629" y="28047"/>
                  </a:lnTo>
                  <a:lnTo>
                    <a:pt x="58508" y="31459"/>
                  </a:lnTo>
                  <a:lnTo>
                    <a:pt x="54499" y="35001"/>
                  </a:lnTo>
                  <a:lnTo>
                    <a:pt x="50604" y="38670"/>
                  </a:lnTo>
                  <a:lnTo>
                    <a:pt x="46829" y="42462"/>
                  </a:lnTo>
                  <a:lnTo>
                    <a:pt x="43178" y="46372"/>
                  </a:lnTo>
                  <a:lnTo>
                    <a:pt x="39653" y="50397"/>
                  </a:lnTo>
                  <a:lnTo>
                    <a:pt x="36259" y="54533"/>
                  </a:lnTo>
                  <a:lnTo>
                    <a:pt x="33000" y="58776"/>
                  </a:lnTo>
                  <a:lnTo>
                    <a:pt x="29877" y="63120"/>
                  </a:lnTo>
                  <a:lnTo>
                    <a:pt x="26895" y="67562"/>
                  </a:lnTo>
                  <a:lnTo>
                    <a:pt x="24057" y="72098"/>
                  </a:lnTo>
                  <a:lnTo>
                    <a:pt x="21366" y="76722"/>
                  </a:lnTo>
                  <a:lnTo>
                    <a:pt x="18823" y="81429"/>
                  </a:lnTo>
                  <a:lnTo>
                    <a:pt x="16433" y="86216"/>
                  </a:lnTo>
                  <a:lnTo>
                    <a:pt x="14197" y="91077"/>
                  </a:lnTo>
                  <a:lnTo>
                    <a:pt x="12118" y="96006"/>
                  </a:lnTo>
                  <a:lnTo>
                    <a:pt x="10198" y="101000"/>
                  </a:lnTo>
                  <a:lnTo>
                    <a:pt x="8438" y="106053"/>
                  </a:lnTo>
                  <a:lnTo>
                    <a:pt x="6842" y="111159"/>
                  </a:lnTo>
                  <a:lnTo>
                    <a:pt x="5409" y="116314"/>
                  </a:lnTo>
                  <a:lnTo>
                    <a:pt x="4142" y="121512"/>
                  </a:lnTo>
                  <a:lnTo>
                    <a:pt x="3042" y="126748"/>
                  </a:lnTo>
                  <a:lnTo>
                    <a:pt x="2110" y="132016"/>
                  </a:lnTo>
                  <a:lnTo>
                    <a:pt x="1347" y="137312"/>
                  </a:lnTo>
                  <a:lnTo>
                    <a:pt x="754" y="142629"/>
                  </a:lnTo>
                  <a:lnTo>
                    <a:pt x="332" y="147963"/>
                  </a:lnTo>
                  <a:lnTo>
                    <a:pt x="80" y="153307"/>
                  </a:lnTo>
                  <a:lnTo>
                    <a:pt x="0" y="158656"/>
                  </a:lnTo>
                  <a:lnTo>
                    <a:pt x="90" y="164006"/>
                  </a:lnTo>
                  <a:lnTo>
                    <a:pt x="352" y="169350"/>
                  </a:lnTo>
                  <a:lnTo>
                    <a:pt x="785" y="174682"/>
                  </a:lnTo>
                  <a:lnTo>
                    <a:pt x="1388" y="179999"/>
                  </a:lnTo>
                  <a:lnTo>
                    <a:pt x="2161" y="185293"/>
                  </a:lnTo>
                  <a:lnTo>
                    <a:pt x="3103" y="190559"/>
                  </a:lnTo>
                  <a:lnTo>
                    <a:pt x="4213" y="195793"/>
                  </a:lnTo>
                  <a:lnTo>
                    <a:pt x="5490" y="200989"/>
                  </a:lnTo>
                  <a:lnTo>
                    <a:pt x="6933" y="206141"/>
                  </a:lnTo>
                  <a:lnTo>
                    <a:pt x="8540" y="211244"/>
                  </a:lnTo>
                  <a:lnTo>
                    <a:pt x="10309" y="216293"/>
                  </a:lnTo>
                  <a:lnTo>
                    <a:pt x="12239" y="221283"/>
                  </a:lnTo>
                  <a:lnTo>
                    <a:pt x="14328" y="226209"/>
                  </a:lnTo>
                  <a:lnTo>
                    <a:pt x="16573" y="231065"/>
                  </a:lnTo>
                  <a:lnTo>
                    <a:pt x="18972" y="235847"/>
                  </a:lnTo>
                  <a:lnTo>
                    <a:pt x="21523" y="240550"/>
                  </a:lnTo>
                  <a:lnTo>
                    <a:pt x="24224" y="245169"/>
                  </a:lnTo>
                  <a:lnTo>
                    <a:pt x="27071" y="249699"/>
                  </a:lnTo>
                  <a:lnTo>
                    <a:pt x="30061" y="254135"/>
                  </a:lnTo>
                  <a:lnTo>
                    <a:pt x="33192" y="258474"/>
                  </a:lnTo>
                  <a:lnTo>
                    <a:pt x="36460" y="262710"/>
                  </a:lnTo>
                  <a:lnTo>
                    <a:pt x="39862" y="266839"/>
                  </a:lnTo>
                  <a:lnTo>
                    <a:pt x="43394" y="270858"/>
                  </a:lnTo>
                  <a:lnTo>
                    <a:pt x="47053" y="274761"/>
                  </a:lnTo>
                  <a:lnTo>
                    <a:pt x="50835" y="278545"/>
                  </a:lnTo>
                  <a:lnTo>
                    <a:pt x="54737" y="282206"/>
                  </a:lnTo>
                  <a:lnTo>
                    <a:pt x="58753" y="285741"/>
                  </a:lnTo>
                  <a:lnTo>
                    <a:pt x="62881" y="289145"/>
                  </a:lnTo>
                  <a:lnTo>
                    <a:pt x="67115" y="292415"/>
                  </a:lnTo>
                  <a:lnTo>
                    <a:pt x="71452" y="295549"/>
                  </a:lnTo>
                  <a:lnTo>
                    <a:pt x="75887" y="298541"/>
                  </a:lnTo>
                  <a:lnTo>
                    <a:pt x="80415" y="301391"/>
                  </a:lnTo>
                  <a:lnTo>
                    <a:pt x="85032" y="304094"/>
                  </a:lnTo>
                  <a:lnTo>
                    <a:pt x="89734" y="306648"/>
                  </a:lnTo>
                  <a:lnTo>
                    <a:pt x="94514" y="309050"/>
                  </a:lnTo>
                  <a:lnTo>
                    <a:pt x="99369" y="311298"/>
                  </a:lnTo>
                  <a:lnTo>
                    <a:pt x="104294" y="313389"/>
                  </a:lnTo>
                  <a:lnTo>
                    <a:pt x="109283" y="315322"/>
                  </a:lnTo>
                  <a:lnTo>
                    <a:pt x="114331" y="317094"/>
                  </a:lnTo>
                  <a:lnTo>
                    <a:pt x="119434" y="318703"/>
                  </a:lnTo>
                  <a:lnTo>
                    <a:pt x="124585" y="320149"/>
                  </a:lnTo>
                  <a:lnTo>
                    <a:pt x="167167" y="1584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80962" y="5399291"/>
              <a:ext cx="209732" cy="334333"/>
            </a:xfrm>
            <a:custGeom>
              <a:avLst/>
              <a:pathLst>
                <a:path w="209732" h="334333">
                  <a:moveTo>
                    <a:pt x="0" y="328820"/>
                  </a:moveTo>
                  <a:lnTo>
                    <a:pt x="5155" y="330091"/>
                  </a:lnTo>
                  <a:lnTo>
                    <a:pt x="10349" y="331198"/>
                  </a:lnTo>
                  <a:lnTo>
                    <a:pt x="15576" y="332139"/>
                  </a:lnTo>
                  <a:lnTo>
                    <a:pt x="20829" y="332913"/>
                  </a:lnTo>
                  <a:lnTo>
                    <a:pt x="26105" y="333520"/>
                  </a:lnTo>
                  <a:lnTo>
                    <a:pt x="31397" y="333960"/>
                  </a:lnTo>
                  <a:lnTo>
                    <a:pt x="36700" y="334231"/>
                  </a:lnTo>
                  <a:lnTo>
                    <a:pt x="42009" y="334333"/>
                  </a:lnTo>
                  <a:lnTo>
                    <a:pt x="47319" y="334267"/>
                  </a:lnTo>
                  <a:lnTo>
                    <a:pt x="52624" y="334032"/>
                  </a:lnTo>
                  <a:lnTo>
                    <a:pt x="57919" y="333629"/>
                  </a:lnTo>
                  <a:lnTo>
                    <a:pt x="63199" y="333058"/>
                  </a:lnTo>
                  <a:lnTo>
                    <a:pt x="68458" y="332320"/>
                  </a:lnTo>
                  <a:lnTo>
                    <a:pt x="73690" y="331414"/>
                  </a:lnTo>
                  <a:lnTo>
                    <a:pt x="78891" y="330343"/>
                  </a:lnTo>
                  <a:lnTo>
                    <a:pt x="84056" y="329108"/>
                  </a:lnTo>
                  <a:lnTo>
                    <a:pt x="89179" y="327709"/>
                  </a:lnTo>
                  <a:lnTo>
                    <a:pt x="94254" y="326148"/>
                  </a:lnTo>
                  <a:lnTo>
                    <a:pt x="99278" y="324426"/>
                  </a:lnTo>
                  <a:lnTo>
                    <a:pt x="104244" y="322546"/>
                  </a:lnTo>
                  <a:lnTo>
                    <a:pt x="109148" y="320509"/>
                  </a:lnTo>
                  <a:lnTo>
                    <a:pt x="113985" y="318317"/>
                  </a:lnTo>
                  <a:lnTo>
                    <a:pt x="118750" y="315973"/>
                  </a:lnTo>
                  <a:lnTo>
                    <a:pt x="123438" y="313479"/>
                  </a:lnTo>
                  <a:lnTo>
                    <a:pt x="128045" y="310837"/>
                  </a:lnTo>
                  <a:lnTo>
                    <a:pt x="132565" y="308050"/>
                  </a:lnTo>
                  <a:lnTo>
                    <a:pt x="136994" y="305121"/>
                  </a:lnTo>
                  <a:lnTo>
                    <a:pt x="141328" y="302052"/>
                  </a:lnTo>
                  <a:lnTo>
                    <a:pt x="145563" y="298848"/>
                  </a:lnTo>
                  <a:lnTo>
                    <a:pt x="149693" y="295510"/>
                  </a:lnTo>
                  <a:lnTo>
                    <a:pt x="153716" y="292043"/>
                  </a:lnTo>
                  <a:lnTo>
                    <a:pt x="157626" y="288450"/>
                  </a:lnTo>
                  <a:lnTo>
                    <a:pt x="161420" y="284735"/>
                  </a:lnTo>
                  <a:lnTo>
                    <a:pt x="165095" y="280901"/>
                  </a:lnTo>
                  <a:lnTo>
                    <a:pt x="168645" y="276952"/>
                  </a:lnTo>
                  <a:lnTo>
                    <a:pt x="172069" y="272893"/>
                  </a:lnTo>
                  <a:lnTo>
                    <a:pt x="175362" y="268727"/>
                  </a:lnTo>
                  <a:lnTo>
                    <a:pt x="178520" y="264458"/>
                  </a:lnTo>
                  <a:lnTo>
                    <a:pt x="181542" y="260091"/>
                  </a:lnTo>
                  <a:lnTo>
                    <a:pt x="184423" y="255631"/>
                  </a:lnTo>
                  <a:lnTo>
                    <a:pt x="187162" y="251081"/>
                  </a:lnTo>
                  <a:lnTo>
                    <a:pt x="189754" y="246446"/>
                  </a:lnTo>
                  <a:lnTo>
                    <a:pt x="192198" y="241732"/>
                  </a:lnTo>
                  <a:lnTo>
                    <a:pt x="194491" y="236942"/>
                  </a:lnTo>
                  <a:lnTo>
                    <a:pt x="196630" y="232082"/>
                  </a:lnTo>
                  <a:lnTo>
                    <a:pt x="198615" y="227156"/>
                  </a:lnTo>
                  <a:lnTo>
                    <a:pt x="200441" y="222170"/>
                  </a:lnTo>
                  <a:lnTo>
                    <a:pt x="202109" y="217128"/>
                  </a:lnTo>
                  <a:lnTo>
                    <a:pt x="203615" y="212036"/>
                  </a:lnTo>
                  <a:lnTo>
                    <a:pt x="204959" y="206898"/>
                  </a:lnTo>
                  <a:lnTo>
                    <a:pt x="206139" y="201721"/>
                  </a:lnTo>
                  <a:lnTo>
                    <a:pt x="207154" y="196508"/>
                  </a:lnTo>
                  <a:lnTo>
                    <a:pt x="208003" y="191266"/>
                  </a:lnTo>
                  <a:lnTo>
                    <a:pt x="208685" y="186000"/>
                  </a:lnTo>
                  <a:lnTo>
                    <a:pt x="209199" y="180715"/>
                  </a:lnTo>
                  <a:lnTo>
                    <a:pt x="209545" y="175416"/>
                  </a:lnTo>
                  <a:lnTo>
                    <a:pt x="209723" y="170108"/>
                  </a:lnTo>
                  <a:lnTo>
                    <a:pt x="209732" y="164798"/>
                  </a:lnTo>
                  <a:lnTo>
                    <a:pt x="209573" y="159490"/>
                  </a:lnTo>
                  <a:lnTo>
                    <a:pt x="209245" y="154190"/>
                  </a:lnTo>
                  <a:lnTo>
                    <a:pt x="208748" y="148903"/>
                  </a:lnTo>
                  <a:lnTo>
                    <a:pt x="208084" y="143634"/>
                  </a:lnTo>
                  <a:lnTo>
                    <a:pt x="207253" y="138389"/>
                  </a:lnTo>
                  <a:lnTo>
                    <a:pt x="206256" y="133173"/>
                  </a:lnTo>
                  <a:lnTo>
                    <a:pt x="205094" y="127992"/>
                  </a:lnTo>
                  <a:lnTo>
                    <a:pt x="203768" y="122850"/>
                  </a:lnTo>
                  <a:lnTo>
                    <a:pt x="202279" y="117752"/>
                  </a:lnTo>
                  <a:lnTo>
                    <a:pt x="200629" y="112705"/>
                  </a:lnTo>
                  <a:lnTo>
                    <a:pt x="198819" y="107712"/>
                  </a:lnTo>
                  <a:lnTo>
                    <a:pt x="196852" y="102780"/>
                  </a:lnTo>
                  <a:lnTo>
                    <a:pt x="194729" y="97912"/>
                  </a:lnTo>
                  <a:lnTo>
                    <a:pt x="192452" y="93115"/>
                  </a:lnTo>
                  <a:lnTo>
                    <a:pt x="190025" y="88392"/>
                  </a:lnTo>
                  <a:lnTo>
                    <a:pt x="187448" y="83748"/>
                  </a:lnTo>
                  <a:lnTo>
                    <a:pt x="184725" y="79189"/>
                  </a:lnTo>
                  <a:lnTo>
                    <a:pt x="181859" y="74719"/>
                  </a:lnTo>
                  <a:lnTo>
                    <a:pt x="178853" y="70342"/>
                  </a:lnTo>
                  <a:lnTo>
                    <a:pt x="175709" y="66062"/>
                  </a:lnTo>
                  <a:lnTo>
                    <a:pt x="172430" y="61885"/>
                  </a:lnTo>
                  <a:lnTo>
                    <a:pt x="169020" y="57814"/>
                  </a:lnTo>
                  <a:lnTo>
                    <a:pt x="165483" y="53853"/>
                  </a:lnTo>
                  <a:lnTo>
                    <a:pt x="161822" y="50006"/>
                  </a:lnTo>
                  <a:lnTo>
                    <a:pt x="158041" y="46278"/>
                  </a:lnTo>
                  <a:lnTo>
                    <a:pt x="154143" y="42672"/>
                  </a:lnTo>
                  <a:lnTo>
                    <a:pt x="150132" y="39191"/>
                  </a:lnTo>
                  <a:lnTo>
                    <a:pt x="146013" y="35840"/>
                  </a:lnTo>
                  <a:lnTo>
                    <a:pt x="141790" y="32621"/>
                  </a:lnTo>
                  <a:lnTo>
                    <a:pt x="137466" y="29537"/>
                  </a:lnTo>
                  <a:lnTo>
                    <a:pt x="133047" y="26593"/>
                  </a:lnTo>
                  <a:lnTo>
                    <a:pt x="128536" y="23791"/>
                  </a:lnTo>
                  <a:lnTo>
                    <a:pt x="123939" y="21133"/>
                  </a:lnTo>
                  <a:lnTo>
                    <a:pt x="119259" y="18622"/>
                  </a:lnTo>
                  <a:lnTo>
                    <a:pt x="114502" y="16262"/>
                  </a:lnTo>
                  <a:lnTo>
                    <a:pt x="109673" y="14054"/>
                  </a:lnTo>
                  <a:lnTo>
                    <a:pt x="104776" y="12000"/>
                  </a:lnTo>
                  <a:lnTo>
                    <a:pt x="99816" y="10103"/>
                  </a:lnTo>
                  <a:lnTo>
                    <a:pt x="94798" y="8364"/>
                  </a:lnTo>
                  <a:lnTo>
                    <a:pt x="89728" y="6786"/>
                  </a:lnTo>
                  <a:lnTo>
                    <a:pt x="84610" y="5369"/>
                  </a:lnTo>
                  <a:lnTo>
                    <a:pt x="79450" y="4116"/>
                  </a:lnTo>
                  <a:lnTo>
                    <a:pt x="74252" y="3027"/>
                  </a:lnTo>
                  <a:lnTo>
                    <a:pt x="69023" y="2104"/>
                  </a:lnTo>
                  <a:lnTo>
                    <a:pt x="63767" y="1347"/>
                  </a:lnTo>
                  <a:lnTo>
                    <a:pt x="58489" y="758"/>
                  </a:lnTo>
                  <a:lnTo>
                    <a:pt x="53196" y="337"/>
                  </a:lnTo>
                  <a:lnTo>
                    <a:pt x="47891" y="84"/>
                  </a:lnTo>
                  <a:lnTo>
                    <a:pt x="42582" y="0"/>
                  </a:lnTo>
                  <a:lnTo>
                    <a:pt x="425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5754" y="5269756"/>
              <a:ext cx="19504" cy="167167"/>
            </a:xfrm>
            <a:custGeom>
              <a:avLst/>
              <a:pathLst>
                <a:path w="19504" h="167167">
                  <a:moveTo>
                    <a:pt x="19504" y="0"/>
                  </a:moveTo>
                  <a:lnTo>
                    <a:pt x="9735" y="285"/>
                  </a:lnTo>
                  <a:lnTo>
                    <a:pt x="0" y="1141"/>
                  </a:lnTo>
                  <a:lnTo>
                    <a:pt x="195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5754" y="5270897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5754" y="5270897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5754" y="5270897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5754" y="5270897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90111" y="5270897"/>
              <a:ext cx="155147" cy="166025"/>
            </a:xfrm>
            <a:custGeom>
              <a:avLst/>
              <a:pathLst>
                <a:path w="155147" h="166025">
                  <a:moveTo>
                    <a:pt x="135642" y="0"/>
                  </a:moveTo>
                  <a:lnTo>
                    <a:pt x="130259" y="721"/>
                  </a:lnTo>
                  <a:lnTo>
                    <a:pt x="124901" y="1617"/>
                  </a:lnTo>
                  <a:lnTo>
                    <a:pt x="119576" y="2686"/>
                  </a:lnTo>
                  <a:lnTo>
                    <a:pt x="114288" y="3928"/>
                  </a:lnTo>
                  <a:lnTo>
                    <a:pt x="109043" y="5341"/>
                  </a:lnTo>
                  <a:lnTo>
                    <a:pt x="103847" y="6924"/>
                  </a:lnTo>
                  <a:lnTo>
                    <a:pt x="98705" y="8674"/>
                  </a:lnTo>
                  <a:lnTo>
                    <a:pt x="93623" y="10591"/>
                  </a:lnTo>
                  <a:lnTo>
                    <a:pt x="88605" y="12672"/>
                  </a:lnTo>
                  <a:lnTo>
                    <a:pt x="83658" y="14915"/>
                  </a:lnTo>
                  <a:lnTo>
                    <a:pt x="78787" y="17317"/>
                  </a:lnTo>
                  <a:lnTo>
                    <a:pt x="73996" y="19877"/>
                  </a:lnTo>
                  <a:lnTo>
                    <a:pt x="69290" y="22590"/>
                  </a:lnTo>
                  <a:lnTo>
                    <a:pt x="64675" y="25455"/>
                  </a:lnTo>
                  <a:lnTo>
                    <a:pt x="60156" y="28469"/>
                  </a:lnTo>
                  <a:lnTo>
                    <a:pt x="55737" y="31628"/>
                  </a:lnTo>
                  <a:lnTo>
                    <a:pt x="51423" y="34928"/>
                  </a:lnTo>
                  <a:lnTo>
                    <a:pt x="47219" y="38367"/>
                  </a:lnTo>
                  <a:lnTo>
                    <a:pt x="43128" y="41941"/>
                  </a:lnTo>
                  <a:lnTo>
                    <a:pt x="39156" y="45646"/>
                  </a:lnTo>
                  <a:lnTo>
                    <a:pt x="35306" y="49478"/>
                  </a:lnTo>
                  <a:lnTo>
                    <a:pt x="31583" y="53433"/>
                  </a:lnTo>
                  <a:lnTo>
                    <a:pt x="27990" y="57507"/>
                  </a:lnTo>
                  <a:lnTo>
                    <a:pt x="24532" y="61695"/>
                  </a:lnTo>
                  <a:lnTo>
                    <a:pt x="21211" y="65994"/>
                  </a:lnTo>
                  <a:lnTo>
                    <a:pt x="18032" y="70398"/>
                  </a:lnTo>
                  <a:lnTo>
                    <a:pt x="14998" y="74903"/>
                  </a:lnTo>
                  <a:lnTo>
                    <a:pt x="12111" y="79505"/>
                  </a:lnTo>
                  <a:lnTo>
                    <a:pt x="9376" y="84197"/>
                  </a:lnTo>
                  <a:lnTo>
                    <a:pt x="6794" y="88977"/>
                  </a:lnTo>
                  <a:lnTo>
                    <a:pt x="4369" y="93837"/>
                  </a:lnTo>
                  <a:lnTo>
                    <a:pt x="2104" y="98774"/>
                  </a:lnTo>
                  <a:lnTo>
                    <a:pt x="0" y="103781"/>
                  </a:lnTo>
                  <a:lnTo>
                    <a:pt x="155147" y="166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091" y="5269756"/>
              <a:ext cx="334324" cy="334327"/>
            </a:xfrm>
            <a:custGeom>
              <a:avLst/>
              <a:pathLst>
                <a:path w="334324" h="334327">
                  <a:moveTo>
                    <a:pt x="12019" y="104923"/>
                  </a:moveTo>
                  <a:lnTo>
                    <a:pt x="10128" y="109862"/>
                  </a:lnTo>
                  <a:lnTo>
                    <a:pt x="8394" y="114859"/>
                  </a:lnTo>
                  <a:lnTo>
                    <a:pt x="6819" y="119907"/>
                  </a:lnTo>
                  <a:lnTo>
                    <a:pt x="5404" y="125004"/>
                  </a:lnTo>
                  <a:lnTo>
                    <a:pt x="4151" y="130142"/>
                  </a:lnTo>
                  <a:lnTo>
                    <a:pt x="3061" y="135317"/>
                  </a:lnTo>
                  <a:lnTo>
                    <a:pt x="2136" y="140525"/>
                  </a:lnTo>
                  <a:lnTo>
                    <a:pt x="1376" y="145758"/>
                  </a:lnTo>
                  <a:lnTo>
                    <a:pt x="781" y="151014"/>
                  </a:lnTo>
                  <a:lnTo>
                    <a:pt x="354" y="156285"/>
                  </a:lnTo>
                  <a:lnTo>
                    <a:pt x="93" y="161568"/>
                  </a:lnTo>
                  <a:lnTo>
                    <a:pt x="0" y="166856"/>
                  </a:lnTo>
                  <a:lnTo>
                    <a:pt x="73" y="172144"/>
                  </a:lnTo>
                  <a:lnTo>
                    <a:pt x="314" y="177427"/>
                  </a:lnTo>
                  <a:lnTo>
                    <a:pt x="722" y="182700"/>
                  </a:lnTo>
                  <a:lnTo>
                    <a:pt x="1297" y="187958"/>
                  </a:lnTo>
                  <a:lnTo>
                    <a:pt x="2038" y="193195"/>
                  </a:lnTo>
                  <a:lnTo>
                    <a:pt x="2944" y="198405"/>
                  </a:lnTo>
                  <a:lnTo>
                    <a:pt x="4014" y="203585"/>
                  </a:lnTo>
                  <a:lnTo>
                    <a:pt x="5248" y="208728"/>
                  </a:lnTo>
                  <a:lnTo>
                    <a:pt x="6644" y="213829"/>
                  </a:lnTo>
                  <a:lnTo>
                    <a:pt x="8200" y="218884"/>
                  </a:lnTo>
                  <a:lnTo>
                    <a:pt x="9916" y="223886"/>
                  </a:lnTo>
                  <a:lnTo>
                    <a:pt x="11789" y="228833"/>
                  </a:lnTo>
                  <a:lnTo>
                    <a:pt x="13817" y="233717"/>
                  </a:lnTo>
                  <a:lnTo>
                    <a:pt x="15999" y="238535"/>
                  </a:lnTo>
                  <a:lnTo>
                    <a:pt x="18332" y="243281"/>
                  </a:lnTo>
                  <a:lnTo>
                    <a:pt x="20815" y="247951"/>
                  </a:lnTo>
                  <a:lnTo>
                    <a:pt x="23444" y="252540"/>
                  </a:lnTo>
                  <a:lnTo>
                    <a:pt x="26216" y="257044"/>
                  </a:lnTo>
                  <a:lnTo>
                    <a:pt x="29130" y="261458"/>
                  </a:lnTo>
                  <a:lnTo>
                    <a:pt x="32182" y="265777"/>
                  </a:lnTo>
                  <a:lnTo>
                    <a:pt x="35369" y="269998"/>
                  </a:lnTo>
                  <a:lnTo>
                    <a:pt x="38688" y="274116"/>
                  </a:lnTo>
                  <a:lnTo>
                    <a:pt x="42135" y="278127"/>
                  </a:lnTo>
                  <a:lnTo>
                    <a:pt x="45708" y="282027"/>
                  </a:lnTo>
                  <a:lnTo>
                    <a:pt x="49402" y="285811"/>
                  </a:lnTo>
                  <a:lnTo>
                    <a:pt x="53214" y="289477"/>
                  </a:lnTo>
                  <a:lnTo>
                    <a:pt x="57140" y="293021"/>
                  </a:lnTo>
                  <a:lnTo>
                    <a:pt x="61177" y="296438"/>
                  </a:lnTo>
                  <a:lnTo>
                    <a:pt x="65319" y="299727"/>
                  </a:lnTo>
                  <a:lnTo>
                    <a:pt x="69564" y="302882"/>
                  </a:lnTo>
                  <a:lnTo>
                    <a:pt x="73906" y="305902"/>
                  </a:lnTo>
                  <a:lnTo>
                    <a:pt x="78341" y="308782"/>
                  </a:lnTo>
                  <a:lnTo>
                    <a:pt x="82865" y="311522"/>
                  </a:lnTo>
                  <a:lnTo>
                    <a:pt x="87474" y="314116"/>
                  </a:lnTo>
                  <a:lnTo>
                    <a:pt x="92163" y="316564"/>
                  </a:lnTo>
                  <a:lnTo>
                    <a:pt x="96926" y="318861"/>
                  </a:lnTo>
                  <a:lnTo>
                    <a:pt x="101760" y="321007"/>
                  </a:lnTo>
                  <a:lnTo>
                    <a:pt x="106659" y="323000"/>
                  </a:lnTo>
                  <a:lnTo>
                    <a:pt x="111619" y="324836"/>
                  </a:lnTo>
                  <a:lnTo>
                    <a:pt x="116635" y="326514"/>
                  </a:lnTo>
                  <a:lnTo>
                    <a:pt x="121701" y="328033"/>
                  </a:lnTo>
                  <a:lnTo>
                    <a:pt x="126812" y="329390"/>
                  </a:lnTo>
                  <a:lnTo>
                    <a:pt x="131964" y="330586"/>
                  </a:lnTo>
                  <a:lnTo>
                    <a:pt x="137151" y="331618"/>
                  </a:lnTo>
                  <a:lnTo>
                    <a:pt x="142369" y="332485"/>
                  </a:lnTo>
                  <a:lnTo>
                    <a:pt x="147611" y="333187"/>
                  </a:lnTo>
                  <a:lnTo>
                    <a:pt x="152872" y="333722"/>
                  </a:lnTo>
                  <a:lnTo>
                    <a:pt x="158148" y="334091"/>
                  </a:lnTo>
                  <a:lnTo>
                    <a:pt x="163433" y="334293"/>
                  </a:lnTo>
                  <a:lnTo>
                    <a:pt x="168722" y="334327"/>
                  </a:lnTo>
                  <a:lnTo>
                    <a:pt x="174009" y="334194"/>
                  </a:lnTo>
                  <a:lnTo>
                    <a:pt x="179290" y="333894"/>
                  </a:lnTo>
                  <a:lnTo>
                    <a:pt x="184558" y="333427"/>
                  </a:lnTo>
                  <a:lnTo>
                    <a:pt x="189809" y="332794"/>
                  </a:lnTo>
                  <a:lnTo>
                    <a:pt x="195037" y="331995"/>
                  </a:lnTo>
                  <a:lnTo>
                    <a:pt x="200237" y="331031"/>
                  </a:lnTo>
                  <a:lnTo>
                    <a:pt x="205404" y="329902"/>
                  </a:lnTo>
                  <a:lnTo>
                    <a:pt x="210533" y="328611"/>
                  </a:lnTo>
                  <a:lnTo>
                    <a:pt x="215618" y="327159"/>
                  </a:lnTo>
                  <a:lnTo>
                    <a:pt x="220655" y="325546"/>
                  </a:lnTo>
                  <a:lnTo>
                    <a:pt x="225639" y="323775"/>
                  </a:lnTo>
                  <a:lnTo>
                    <a:pt x="230563" y="321847"/>
                  </a:lnTo>
                  <a:lnTo>
                    <a:pt x="235425" y="319764"/>
                  </a:lnTo>
                  <a:lnTo>
                    <a:pt x="240218" y="317528"/>
                  </a:lnTo>
                  <a:lnTo>
                    <a:pt x="244938" y="315142"/>
                  </a:lnTo>
                  <a:lnTo>
                    <a:pt x="249580" y="312608"/>
                  </a:lnTo>
                  <a:lnTo>
                    <a:pt x="254140" y="309928"/>
                  </a:lnTo>
                  <a:lnTo>
                    <a:pt x="258612" y="307105"/>
                  </a:lnTo>
                  <a:lnTo>
                    <a:pt x="262993" y="304142"/>
                  </a:lnTo>
                  <a:lnTo>
                    <a:pt x="267278" y="301042"/>
                  </a:lnTo>
                  <a:lnTo>
                    <a:pt x="271463" y="297808"/>
                  </a:lnTo>
                  <a:lnTo>
                    <a:pt x="275544" y="294444"/>
                  </a:lnTo>
                  <a:lnTo>
                    <a:pt x="279516" y="290952"/>
                  </a:lnTo>
                  <a:lnTo>
                    <a:pt x="283375" y="287336"/>
                  </a:lnTo>
                  <a:lnTo>
                    <a:pt x="287119" y="283599"/>
                  </a:lnTo>
                  <a:lnTo>
                    <a:pt x="290742" y="279746"/>
                  </a:lnTo>
                  <a:lnTo>
                    <a:pt x="294241" y="275781"/>
                  </a:lnTo>
                  <a:lnTo>
                    <a:pt x="297614" y="271707"/>
                  </a:lnTo>
                  <a:lnTo>
                    <a:pt x="300855" y="267528"/>
                  </a:lnTo>
                  <a:lnTo>
                    <a:pt x="303963" y="263248"/>
                  </a:lnTo>
                  <a:lnTo>
                    <a:pt x="306934" y="258873"/>
                  </a:lnTo>
                  <a:lnTo>
                    <a:pt x="309765" y="254406"/>
                  </a:lnTo>
                  <a:lnTo>
                    <a:pt x="312454" y="249851"/>
                  </a:lnTo>
                  <a:lnTo>
                    <a:pt x="314997" y="245214"/>
                  </a:lnTo>
                  <a:lnTo>
                    <a:pt x="317391" y="240498"/>
                  </a:lnTo>
                  <a:lnTo>
                    <a:pt x="319636" y="235709"/>
                  </a:lnTo>
                  <a:lnTo>
                    <a:pt x="321728" y="230852"/>
                  </a:lnTo>
                  <a:lnTo>
                    <a:pt x="323665" y="225930"/>
                  </a:lnTo>
                  <a:lnTo>
                    <a:pt x="325446" y="220950"/>
                  </a:lnTo>
                  <a:lnTo>
                    <a:pt x="327068" y="215916"/>
                  </a:lnTo>
                  <a:lnTo>
                    <a:pt x="328530" y="210834"/>
                  </a:lnTo>
                  <a:lnTo>
                    <a:pt x="329831" y="205707"/>
                  </a:lnTo>
                  <a:lnTo>
                    <a:pt x="330968" y="200542"/>
                  </a:lnTo>
                  <a:lnTo>
                    <a:pt x="331942" y="195344"/>
                  </a:lnTo>
                  <a:lnTo>
                    <a:pt x="332751" y="190117"/>
                  </a:lnTo>
                  <a:lnTo>
                    <a:pt x="333394" y="184868"/>
                  </a:lnTo>
                  <a:lnTo>
                    <a:pt x="333871" y="179600"/>
                  </a:lnTo>
                  <a:lnTo>
                    <a:pt x="334181" y="174321"/>
                  </a:lnTo>
                  <a:lnTo>
                    <a:pt x="334324" y="169034"/>
                  </a:lnTo>
                  <a:lnTo>
                    <a:pt x="334299" y="163745"/>
                  </a:lnTo>
                  <a:lnTo>
                    <a:pt x="334107" y="158460"/>
                  </a:lnTo>
                  <a:lnTo>
                    <a:pt x="333748" y="153183"/>
                  </a:lnTo>
                  <a:lnTo>
                    <a:pt x="333222" y="147920"/>
                  </a:lnTo>
                  <a:lnTo>
                    <a:pt x="332530" y="142677"/>
                  </a:lnTo>
                  <a:lnTo>
                    <a:pt x="331673" y="137458"/>
                  </a:lnTo>
                  <a:lnTo>
                    <a:pt x="330651" y="132269"/>
                  </a:lnTo>
                  <a:lnTo>
                    <a:pt x="329465" y="127115"/>
                  </a:lnTo>
                  <a:lnTo>
                    <a:pt x="328117" y="122001"/>
                  </a:lnTo>
                  <a:lnTo>
                    <a:pt x="326607" y="116932"/>
                  </a:lnTo>
                  <a:lnTo>
                    <a:pt x="324939" y="111913"/>
                  </a:lnTo>
                  <a:lnTo>
                    <a:pt x="323112" y="106950"/>
                  </a:lnTo>
                  <a:lnTo>
                    <a:pt x="321129" y="102047"/>
                  </a:lnTo>
                  <a:lnTo>
                    <a:pt x="318992" y="97209"/>
                  </a:lnTo>
                  <a:lnTo>
                    <a:pt x="316703" y="92441"/>
                  </a:lnTo>
                  <a:lnTo>
                    <a:pt x="314264" y="87748"/>
                  </a:lnTo>
                  <a:lnTo>
                    <a:pt x="311678" y="83135"/>
                  </a:lnTo>
                  <a:lnTo>
                    <a:pt x="308947" y="78605"/>
                  </a:lnTo>
                  <a:lnTo>
                    <a:pt x="306075" y="74164"/>
                  </a:lnTo>
                  <a:lnTo>
                    <a:pt x="303063" y="69817"/>
                  </a:lnTo>
                  <a:lnTo>
                    <a:pt x="299916" y="65567"/>
                  </a:lnTo>
                  <a:lnTo>
                    <a:pt x="296635" y="61418"/>
                  </a:lnTo>
                  <a:lnTo>
                    <a:pt x="293225" y="57375"/>
                  </a:lnTo>
                  <a:lnTo>
                    <a:pt x="289689" y="53443"/>
                  </a:lnTo>
                  <a:lnTo>
                    <a:pt x="286030" y="49624"/>
                  </a:lnTo>
                  <a:lnTo>
                    <a:pt x="282252" y="45922"/>
                  </a:lnTo>
                  <a:lnTo>
                    <a:pt x="278359" y="42342"/>
                  </a:lnTo>
                  <a:lnTo>
                    <a:pt x="274355" y="38887"/>
                  </a:lnTo>
                  <a:lnTo>
                    <a:pt x="270243" y="35561"/>
                  </a:lnTo>
                  <a:lnTo>
                    <a:pt x="266028" y="32366"/>
                  </a:lnTo>
                  <a:lnTo>
                    <a:pt x="261715" y="29306"/>
                  </a:lnTo>
                  <a:lnTo>
                    <a:pt x="257306" y="26384"/>
                  </a:lnTo>
                  <a:lnTo>
                    <a:pt x="252808" y="23603"/>
                  </a:lnTo>
                  <a:lnTo>
                    <a:pt x="248223" y="20966"/>
                  </a:lnTo>
                  <a:lnTo>
                    <a:pt x="243558" y="18475"/>
                  </a:lnTo>
                  <a:lnTo>
                    <a:pt x="238816" y="16133"/>
                  </a:lnTo>
                  <a:lnTo>
                    <a:pt x="234002" y="13942"/>
                  </a:lnTo>
                  <a:lnTo>
                    <a:pt x="229121" y="11904"/>
                  </a:lnTo>
                  <a:lnTo>
                    <a:pt x="224179" y="10022"/>
                  </a:lnTo>
                  <a:lnTo>
                    <a:pt x="219179" y="8297"/>
                  </a:lnTo>
                  <a:lnTo>
                    <a:pt x="214127" y="6731"/>
                  </a:lnTo>
                  <a:lnTo>
                    <a:pt x="209029" y="5326"/>
                  </a:lnTo>
                  <a:lnTo>
                    <a:pt x="203888" y="4083"/>
                  </a:lnTo>
                  <a:lnTo>
                    <a:pt x="198711" y="3003"/>
                  </a:lnTo>
                  <a:lnTo>
                    <a:pt x="193502" y="2087"/>
                  </a:lnTo>
                  <a:lnTo>
                    <a:pt x="188266" y="1336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7783" y="5018213"/>
              <a:ext cx="33255" cy="167167"/>
            </a:xfrm>
            <a:custGeom>
              <a:avLst/>
              <a:pathLst>
                <a:path w="33255" h="167167">
                  <a:moveTo>
                    <a:pt x="33255" y="0"/>
                  </a:moveTo>
                  <a:lnTo>
                    <a:pt x="26561" y="134"/>
                  </a:lnTo>
                  <a:lnTo>
                    <a:pt x="19878" y="536"/>
                  </a:lnTo>
                  <a:lnTo>
                    <a:pt x="13216" y="1205"/>
                  </a:lnTo>
                  <a:lnTo>
                    <a:pt x="6586" y="2141"/>
                  </a:lnTo>
                  <a:lnTo>
                    <a:pt x="0" y="3341"/>
                  </a:lnTo>
                  <a:lnTo>
                    <a:pt x="332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7783" y="5021554"/>
              <a:ext cx="33255" cy="163826"/>
            </a:xfrm>
            <a:custGeom>
              <a:avLst/>
              <a:pathLst>
                <a:path w="33255" h="163826">
                  <a:moveTo>
                    <a:pt x="0" y="0"/>
                  </a:moveTo>
                  <a:lnTo>
                    <a:pt x="33255" y="1638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7783" y="5021554"/>
              <a:ext cx="33255" cy="163826"/>
            </a:xfrm>
            <a:custGeom>
              <a:avLst/>
              <a:pathLst>
                <a:path w="33255" h="163826">
                  <a:moveTo>
                    <a:pt x="0" y="0"/>
                  </a:moveTo>
                  <a:lnTo>
                    <a:pt x="33255" y="1638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87783" y="5021554"/>
              <a:ext cx="33255" cy="163826"/>
            </a:xfrm>
            <a:custGeom>
              <a:avLst/>
              <a:pathLst>
                <a:path w="33255" h="163826">
                  <a:moveTo>
                    <a:pt x="0" y="0"/>
                  </a:moveTo>
                  <a:lnTo>
                    <a:pt x="33255" y="1638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89" y="5021554"/>
              <a:ext cx="167150" cy="193007"/>
            </a:xfrm>
            <a:custGeom>
              <a:avLst/>
              <a:pathLst>
                <a:path w="167150" h="193007">
                  <a:moveTo>
                    <a:pt x="133894" y="0"/>
                  </a:moveTo>
                  <a:lnTo>
                    <a:pt x="128635" y="1155"/>
                  </a:lnTo>
                  <a:lnTo>
                    <a:pt x="123417" y="2480"/>
                  </a:lnTo>
                  <a:lnTo>
                    <a:pt x="118244" y="3972"/>
                  </a:lnTo>
                  <a:lnTo>
                    <a:pt x="113122" y="5630"/>
                  </a:lnTo>
                  <a:lnTo>
                    <a:pt x="108055" y="7452"/>
                  </a:lnTo>
                  <a:lnTo>
                    <a:pt x="103050" y="9436"/>
                  </a:lnTo>
                  <a:lnTo>
                    <a:pt x="98112" y="11580"/>
                  </a:lnTo>
                  <a:lnTo>
                    <a:pt x="93245" y="13882"/>
                  </a:lnTo>
                  <a:lnTo>
                    <a:pt x="88455" y="16340"/>
                  </a:lnTo>
                  <a:lnTo>
                    <a:pt x="83746" y="18950"/>
                  </a:lnTo>
                  <a:lnTo>
                    <a:pt x="79124" y="21711"/>
                  </a:lnTo>
                  <a:lnTo>
                    <a:pt x="74593" y="24620"/>
                  </a:lnTo>
                  <a:lnTo>
                    <a:pt x="70158" y="27672"/>
                  </a:lnTo>
                  <a:lnTo>
                    <a:pt x="65824" y="30866"/>
                  </a:lnTo>
                  <a:lnTo>
                    <a:pt x="61595" y="34198"/>
                  </a:lnTo>
                  <a:lnTo>
                    <a:pt x="57476" y="37665"/>
                  </a:lnTo>
                  <a:lnTo>
                    <a:pt x="53470" y="41262"/>
                  </a:lnTo>
                  <a:lnTo>
                    <a:pt x="49582" y="44986"/>
                  </a:lnTo>
                  <a:lnTo>
                    <a:pt x="45816" y="48834"/>
                  </a:lnTo>
                  <a:lnTo>
                    <a:pt x="42176" y="52801"/>
                  </a:lnTo>
                  <a:lnTo>
                    <a:pt x="38666" y="56883"/>
                  </a:lnTo>
                  <a:lnTo>
                    <a:pt x="35288" y="61076"/>
                  </a:lnTo>
                  <a:lnTo>
                    <a:pt x="32048" y="65375"/>
                  </a:lnTo>
                  <a:lnTo>
                    <a:pt x="28948" y="69777"/>
                  </a:lnTo>
                  <a:lnTo>
                    <a:pt x="25991" y="74276"/>
                  </a:lnTo>
                  <a:lnTo>
                    <a:pt x="23180" y="78868"/>
                  </a:lnTo>
                  <a:lnTo>
                    <a:pt x="20519" y="83548"/>
                  </a:lnTo>
                  <a:lnTo>
                    <a:pt x="18010" y="88312"/>
                  </a:lnTo>
                  <a:lnTo>
                    <a:pt x="15656" y="93154"/>
                  </a:lnTo>
                  <a:lnTo>
                    <a:pt x="13458" y="98069"/>
                  </a:lnTo>
                  <a:lnTo>
                    <a:pt x="11421" y="103052"/>
                  </a:lnTo>
                  <a:lnTo>
                    <a:pt x="9544" y="108098"/>
                  </a:lnTo>
                  <a:lnTo>
                    <a:pt x="7831" y="113203"/>
                  </a:lnTo>
                  <a:lnTo>
                    <a:pt x="6284" y="118359"/>
                  </a:lnTo>
                  <a:lnTo>
                    <a:pt x="4903" y="123563"/>
                  </a:lnTo>
                  <a:lnTo>
                    <a:pt x="3691" y="128809"/>
                  </a:lnTo>
                  <a:lnTo>
                    <a:pt x="2648" y="134091"/>
                  </a:lnTo>
                  <a:lnTo>
                    <a:pt x="1776" y="139403"/>
                  </a:lnTo>
                  <a:lnTo>
                    <a:pt x="1075" y="144742"/>
                  </a:lnTo>
                  <a:lnTo>
                    <a:pt x="547" y="150099"/>
                  </a:lnTo>
                  <a:lnTo>
                    <a:pt x="191" y="155472"/>
                  </a:lnTo>
                  <a:lnTo>
                    <a:pt x="9" y="160852"/>
                  </a:lnTo>
                  <a:lnTo>
                    <a:pt x="0" y="166236"/>
                  </a:lnTo>
                  <a:lnTo>
                    <a:pt x="164" y="171618"/>
                  </a:lnTo>
                  <a:lnTo>
                    <a:pt x="501" y="176991"/>
                  </a:lnTo>
                  <a:lnTo>
                    <a:pt x="1012" y="182351"/>
                  </a:lnTo>
                  <a:lnTo>
                    <a:pt x="1694" y="187691"/>
                  </a:lnTo>
                  <a:lnTo>
                    <a:pt x="2549" y="193007"/>
                  </a:lnTo>
                  <a:lnTo>
                    <a:pt x="167150" y="1638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6438" y="5018213"/>
              <a:ext cx="331748" cy="334334"/>
            </a:xfrm>
            <a:custGeom>
              <a:avLst/>
              <a:pathLst>
                <a:path w="331748" h="334334">
                  <a:moveTo>
                    <a:pt x="0" y="196348"/>
                  </a:moveTo>
                  <a:lnTo>
                    <a:pt x="1008" y="201555"/>
                  </a:lnTo>
                  <a:lnTo>
                    <a:pt x="2181" y="206727"/>
                  </a:lnTo>
                  <a:lnTo>
                    <a:pt x="3518" y="211859"/>
                  </a:lnTo>
                  <a:lnTo>
                    <a:pt x="5017" y="216946"/>
                  </a:lnTo>
                  <a:lnTo>
                    <a:pt x="6676" y="221984"/>
                  </a:lnTo>
                  <a:lnTo>
                    <a:pt x="8494" y="226966"/>
                  </a:lnTo>
                  <a:lnTo>
                    <a:pt x="10470" y="231887"/>
                  </a:lnTo>
                  <a:lnTo>
                    <a:pt x="12600" y="236744"/>
                  </a:lnTo>
                  <a:lnTo>
                    <a:pt x="14884" y="241531"/>
                  </a:lnTo>
                  <a:lnTo>
                    <a:pt x="17318" y="246242"/>
                  </a:lnTo>
                  <a:lnTo>
                    <a:pt x="19901" y="250875"/>
                  </a:lnTo>
                  <a:lnTo>
                    <a:pt x="22629" y="255423"/>
                  </a:lnTo>
                  <a:lnTo>
                    <a:pt x="25500" y="259882"/>
                  </a:lnTo>
                  <a:lnTo>
                    <a:pt x="28511" y="264248"/>
                  </a:lnTo>
                  <a:lnTo>
                    <a:pt x="31659" y="268516"/>
                  </a:lnTo>
                  <a:lnTo>
                    <a:pt x="34941" y="272682"/>
                  </a:lnTo>
                  <a:lnTo>
                    <a:pt x="38353" y="276742"/>
                  </a:lnTo>
                  <a:lnTo>
                    <a:pt x="41893" y="280691"/>
                  </a:lnTo>
                  <a:lnTo>
                    <a:pt x="45555" y="284527"/>
                  </a:lnTo>
                  <a:lnTo>
                    <a:pt x="49338" y="288244"/>
                  </a:lnTo>
                  <a:lnTo>
                    <a:pt x="53237" y="291839"/>
                  </a:lnTo>
                  <a:lnTo>
                    <a:pt x="57248" y="295309"/>
                  </a:lnTo>
                  <a:lnTo>
                    <a:pt x="61367" y="298650"/>
                  </a:lnTo>
                  <a:lnTo>
                    <a:pt x="65589" y="301858"/>
                  </a:lnTo>
                  <a:lnTo>
                    <a:pt x="69912" y="304931"/>
                  </a:lnTo>
                  <a:lnTo>
                    <a:pt x="74330" y="307866"/>
                  </a:lnTo>
                  <a:lnTo>
                    <a:pt x="78838" y="310658"/>
                  </a:lnTo>
                  <a:lnTo>
                    <a:pt x="83433" y="313307"/>
                  </a:lnTo>
                  <a:lnTo>
                    <a:pt x="88110" y="315808"/>
                  </a:lnTo>
                  <a:lnTo>
                    <a:pt x="92863" y="318160"/>
                  </a:lnTo>
                  <a:lnTo>
                    <a:pt x="97689" y="320359"/>
                  </a:lnTo>
                  <a:lnTo>
                    <a:pt x="102582" y="322405"/>
                  </a:lnTo>
                  <a:lnTo>
                    <a:pt x="107538" y="324294"/>
                  </a:lnTo>
                  <a:lnTo>
                    <a:pt x="112551" y="326025"/>
                  </a:lnTo>
                  <a:lnTo>
                    <a:pt x="117616" y="327596"/>
                  </a:lnTo>
                  <a:lnTo>
                    <a:pt x="122729" y="329006"/>
                  </a:lnTo>
                  <a:lnTo>
                    <a:pt x="127884" y="330252"/>
                  </a:lnTo>
                  <a:lnTo>
                    <a:pt x="133076" y="331335"/>
                  </a:lnTo>
                  <a:lnTo>
                    <a:pt x="138299" y="332252"/>
                  </a:lnTo>
                  <a:lnTo>
                    <a:pt x="143549" y="333004"/>
                  </a:lnTo>
                  <a:lnTo>
                    <a:pt x="148820" y="333588"/>
                  </a:lnTo>
                  <a:lnTo>
                    <a:pt x="154107" y="334005"/>
                  </a:lnTo>
                  <a:lnTo>
                    <a:pt x="159405" y="334254"/>
                  </a:lnTo>
                  <a:lnTo>
                    <a:pt x="164708" y="334334"/>
                  </a:lnTo>
                  <a:lnTo>
                    <a:pt x="170010" y="334247"/>
                  </a:lnTo>
                  <a:lnTo>
                    <a:pt x="175308" y="333991"/>
                  </a:lnTo>
                  <a:lnTo>
                    <a:pt x="180594" y="333568"/>
                  </a:lnTo>
                  <a:lnTo>
                    <a:pt x="185865" y="332976"/>
                  </a:lnTo>
                  <a:lnTo>
                    <a:pt x="191114" y="332218"/>
                  </a:lnTo>
                  <a:lnTo>
                    <a:pt x="196336" y="331294"/>
                  </a:lnTo>
                  <a:lnTo>
                    <a:pt x="201526" y="330205"/>
                  </a:lnTo>
                  <a:lnTo>
                    <a:pt x="206680" y="328952"/>
                  </a:lnTo>
                  <a:lnTo>
                    <a:pt x="211790" y="327535"/>
                  </a:lnTo>
                  <a:lnTo>
                    <a:pt x="216854" y="325958"/>
                  </a:lnTo>
                  <a:lnTo>
                    <a:pt x="221865" y="324220"/>
                  </a:lnTo>
                  <a:lnTo>
                    <a:pt x="226818" y="322325"/>
                  </a:lnTo>
                  <a:lnTo>
                    <a:pt x="231708" y="320273"/>
                  </a:lnTo>
                  <a:lnTo>
                    <a:pt x="236531" y="318067"/>
                  </a:lnTo>
                  <a:lnTo>
                    <a:pt x="241282" y="315710"/>
                  </a:lnTo>
                  <a:lnTo>
                    <a:pt x="245955" y="313202"/>
                  </a:lnTo>
                  <a:lnTo>
                    <a:pt x="250547" y="310548"/>
                  </a:lnTo>
                  <a:lnTo>
                    <a:pt x="255052" y="307750"/>
                  </a:lnTo>
                  <a:lnTo>
                    <a:pt x="259466" y="304810"/>
                  </a:lnTo>
                  <a:lnTo>
                    <a:pt x="263784" y="301731"/>
                  </a:lnTo>
                  <a:lnTo>
                    <a:pt x="268003" y="298517"/>
                  </a:lnTo>
                  <a:lnTo>
                    <a:pt x="272117" y="295171"/>
                  </a:lnTo>
                  <a:lnTo>
                    <a:pt x="276124" y="291696"/>
                  </a:lnTo>
                  <a:lnTo>
                    <a:pt x="280018" y="288096"/>
                  </a:lnTo>
                  <a:lnTo>
                    <a:pt x="283796" y="284373"/>
                  </a:lnTo>
                  <a:lnTo>
                    <a:pt x="287454" y="280533"/>
                  </a:lnTo>
                  <a:lnTo>
                    <a:pt x="290988" y="276579"/>
                  </a:lnTo>
                  <a:lnTo>
                    <a:pt x="294395" y="272515"/>
                  </a:lnTo>
                  <a:lnTo>
                    <a:pt x="297672" y="268345"/>
                  </a:lnTo>
                  <a:lnTo>
                    <a:pt x="300814" y="264073"/>
                  </a:lnTo>
                  <a:lnTo>
                    <a:pt x="303820" y="259703"/>
                  </a:lnTo>
                  <a:lnTo>
                    <a:pt x="306685" y="255240"/>
                  </a:lnTo>
                  <a:lnTo>
                    <a:pt x="309407" y="250689"/>
                  </a:lnTo>
                  <a:lnTo>
                    <a:pt x="311984" y="246053"/>
                  </a:lnTo>
                  <a:lnTo>
                    <a:pt x="314412" y="241338"/>
                  </a:lnTo>
                  <a:lnTo>
                    <a:pt x="316690" y="236549"/>
                  </a:lnTo>
                  <a:lnTo>
                    <a:pt x="318814" y="231689"/>
                  </a:lnTo>
                  <a:lnTo>
                    <a:pt x="320783" y="226765"/>
                  </a:lnTo>
                  <a:lnTo>
                    <a:pt x="322595" y="221781"/>
                  </a:lnTo>
                  <a:lnTo>
                    <a:pt x="324248" y="216741"/>
                  </a:lnTo>
                  <a:lnTo>
                    <a:pt x="325740" y="211652"/>
                  </a:lnTo>
                  <a:lnTo>
                    <a:pt x="327070" y="206518"/>
                  </a:lnTo>
                  <a:lnTo>
                    <a:pt x="328237" y="201344"/>
                  </a:lnTo>
                  <a:lnTo>
                    <a:pt x="329238" y="196136"/>
                  </a:lnTo>
                  <a:lnTo>
                    <a:pt x="330075" y="190899"/>
                  </a:lnTo>
                  <a:lnTo>
                    <a:pt x="330744" y="185638"/>
                  </a:lnTo>
                  <a:lnTo>
                    <a:pt x="331246" y="180359"/>
                  </a:lnTo>
                  <a:lnTo>
                    <a:pt x="331581" y="175066"/>
                  </a:lnTo>
                  <a:lnTo>
                    <a:pt x="331748" y="169765"/>
                  </a:lnTo>
                  <a:lnTo>
                    <a:pt x="331746" y="164462"/>
                  </a:lnTo>
                  <a:lnTo>
                    <a:pt x="331576" y="159161"/>
                  </a:lnTo>
                  <a:lnTo>
                    <a:pt x="331238" y="153868"/>
                  </a:lnTo>
                  <a:lnTo>
                    <a:pt x="330732" y="148589"/>
                  </a:lnTo>
                  <a:lnTo>
                    <a:pt x="330059" y="143328"/>
                  </a:lnTo>
                  <a:lnTo>
                    <a:pt x="329220" y="138092"/>
                  </a:lnTo>
                  <a:lnTo>
                    <a:pt x="328215" y="132884"/>
                  </a:lnTo>
                  <a:lnTo>
                    <a:pt x="327045" y="127711"/>
                  </a:lnTo>
                  <a:lnTo>
                    <a:pt x="325711" y="122578"/>
                  </a:lnTo>
                  <a:lnTo>
                    <a:pt x="324216" y="117490"/>
                  </a:lnTo>
                  <a:lnTo>
                    <a:pt x="322560" y="112452"/>
                  </a:lnTo>
                  <a:lnTo>
                    <a:pt x="320745" y="107469"/>
                  </a:lnTo>
                  <a:lnTo>
                    <a:pt x="318772" y="102546"/>
                  </a:lnTo>
                  <a:lnTo>
                    <a:pt x="316645" y="97688"/>
                  </a:lnTo>
                  <a:lnTo>
                    <a:pt x="314364" y="92899"/>
                  </a:lnTo>
                  <a:lnTo>
                    <a:pt x="311933" y="88186"/>
                  </a:lnTo>
                  <a:lnTo>
                    <a:pt x="309354" y="83552"/>
                  </a:lnTo>
                  <a:lnTo>
                    <a:pt x="306628" y="79003"/>
                  </a:lnTo>
                  <a:lnTo>
                    <a:pt x="303760" y="74542"/>
                  </a:lnTo>
                  <a:lnTo>
                    <a:pt x="300752" y="70174"/>
                  </a:lnTo>
                  <a:lnTo>
                    <a:pt x="297607" y="65904"/>
                  </a:lnTo>
                  <a:lnTo>
                    <a:pt x="294328" y="61735"/>
                  </a:lnTo>
                  <a:lnTo>
                    <a:pt x="290918" y="57673"/>
                  </a:lnTo>
                  <a:lnTo>
                    <a:pt x="287381" y="53722"/>
                  </a:lnTo>
                  <a:lnTo>
                    <a:pt x="283721" y="49884"/>
                  </a:lnTo>
                  <a:lnTo>
                    <a:pt x="279940" y="46164"/>
                  </a:lnTo>
                  <a:lnTo>
                    <a:pt x="276044" y="42566"/>
                  </a:lnTo>
                  <a:lnTo>
                    <a:pt x="272035" y="39094"/>
                  </a:lnTo>
                  <a:lnTo>
                    <a:pt x="267918" y="35750"/>
                  </a:lnTo>
                  <a:lnTo>
                    <a:pt x="263698" y="32539"/>
                  </a:lnTo>
                  <a:lnTo>
                    <a:pt x="259377" y="29463"/>
                  </a:lnTo>
                  <a:lnTo>
                    <a:pt x="254961" y="26526"/>
                  </a:lnTo>
                  <a:lnTo>
                    <a:pt x="250455" y="23731"/>
                  </a:lnTo>
                  <a:lnTo>
                    <a:pt x="245861" y="21079"/>
                  </a:lnTo>
                  <a:lnTo>
                    <a:pt x="241186" y="18575"/>
                  </a:lnTo>
                  <a:lnTo>
                    <a:pt x="236434" y="16220"/>
                  </a:lnTo>
                  <a:lnTo>
                    <a:pt x="231610" y="14018"/>
                  </a:lnTo>
                  <a:lnTo>
                    <a:pt x="226718" y="11969"/>
                  </a:lnTo>
                  <a:lnTo>
                    <a:pt x="221764" y="10077"/>
                  </a:lnTo>
                  <a:lnTo>
                    <a:pt x="216752" y="8343"/>
                  </a:lnTo>
                  <a:lnTo>
                    <a:pt x="211687" y="6768"/>
                  </a:lnTo>
                  <a:lnTo>
                    <a:pt x="206576" y="5355"/>
                  </a:lnTo>
                  <a:lnTo>
                    <a:pt x="201422" y="4105"/>
                  </a:lnTo>
                  <a:lnTo>
                    <a:pt x="196231" y="3019"/>
                  </a:lnTo>
                  <a:lnTo>
                    <a:pt x="191008" y="2098"/>
                  </a:lnTo>
                  <a:lnTo>
                    <a:pt x="185758" y="1344"/>
                  </a:lnTo>
                  <a:lnTo>
                    <a:pt x="180487" y="756"/>
                  </a:lnTo>
                  <a:lnTo>
                    <a:pt x="175201" y="336"/>
                  </a:lnTo>
                  <a:lnTo>
                    <a:pt x="169903" y="84"/>
                  </a:lnTo>
                  <a:lnTo>
                    <a:pt x="164600" y="0"/>
                  </a:lnTo>
                  <a:lnTo>
                    <a:pt x="1646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7260" y="4659281"/>
              <a:ext cx="115974" cy="167167"/>
            </a:xfrm>
            <a:custGeom>
              <a:avLst/>
              <a:pathLst>
                <a:path w="115974" h="167167">
                  <a:moveTo>
                    <a:pt x="115974" y="0"/>
                  </a:moveTo>
                  <a:lnTo>
                    <a:pt x="110403" y="92"/>
                  </a:lnTo>
                  <a:lnTo>
                    <a:pt x="104837" y="371"/>
                  </a:lnTo>
                  <a:lnTo>
                    <a:pt x="99285" y="835"/>
                  </a:lnTo>
                  <a:lnTo>
                    <a:pt x="93750" y="1483"/>
                  </a:lnTo>
                  <a:lnTo>
                    <a:pt x="88241" y="2316"/>
                  </a:lnTo>
                  <a:lnTo>
                    <a:pt x="82762" y="3332"/>
                  </a:lnTo>
                  <a:lnTo>
                    <a:pt x="77320" y="4530"/>
                  </a:lnTo>
                  <a:lnTo>
                    <a:pt x="71921" y="5909"/>
                  </a:lnTo>
                  <a:lnTo>
                    <a:pt x="66571" y="7466"/>
                  </a:lnTo>
                  <a:lnTo>
                    <a:pt x="61276" y="9202"/>
                  </a:lnTo>
                  <a:lnTo>
                    <a:pt x="56041" y="11113"/>
                  </a:lnTo>
                  <a:lnTo>
                    <a:pt x="50873" y="13197"/>
                  </a:lnTo>
                  <a:lnTo>
                    <a:pt x="45778" y="15452"/>
                  </a:lnTo>
                  <a:lnTo>
                    <a:pt x="40760" y="17876"/>
                  </a:lnTo>
                  <a:lnTo>
                    <a:pt x="35827" y="20466"/>
                  </a:lnTo>
                  <a:lnTo>
                    <a:pt x="30982" y="23218"/>
                  </a:lnTo>
                  <a:lnTo>
                    <a:pt x="26231" y="26131"/>
                  </a:lnTo>
                  <a:lnTo>
                    <a:pt x="21581" y="29200"/>
                  </a:lnTo>
                  <a:lnTo>
                    <a:pt x="17035" y="32423"/>
                  </a:lnTo>
                  <a:lnTo>
                    <a:pt x="12599" y="35795"/>
                  </a:lnTo>
                  <a:lnTo>
                    <a:pt x="8278" y="39314"/>
                  </a:lnTo>
                  <a:lnTo>
                    <a:pt x="4077" y="42974"/>
                  </a:lnTo>
                  <a:lnTo>
                    <a:pt x="0" y="46773"/>
                  </a:lnTo>
                  <a:lnTo>
                    <a:pt x="1159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7260" y="4706054"/>
              <a:ext cx="115974" cy="120394"/>
            </a:xfrm>
            <a:custGeom>
              <a:avLst/>
              <a:pathLst>
                <a:path w="115974" h="120394">
                  <a:moveTo>
                    <a:pt x="0" y="0"/>
                  </a:moveTo>
                  <a:lnTo>
                    <a:pt x="115974" y="1203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07260" y="4706054"/>
              <a:ext cx="115974" cy="120394"/>
            </a:xfrm>
            <a:custGeom>
              <a:avLst/>
              <a:pathLst>
                <a:path w="115974" h="120394">
                  <a:moveTo>
                    <a:pt x="0" y="0"/>
                  </a:moveTo>
                  <a:lnTo>
                    <a:pt x="115974" y="1203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81" y="4706054"/>
              <a:ext cx="334311" cy="287561"/>
            </a:xfrm>
            <a:custGeom>
              <a:avLst/>
              <a:pathLst>
                <a:path w="334311" h="287561">
                  <a:moveTo>
                    <a:pt x="51178" y="0"/>
                  </a:moveTo>
                  <a:lnTo>
                    <a:pt x="47427" y="3730"/>
                  </a:lnTo>
                  <a:lnTo>
                    <a:pt x="43795" y="7577"/>
                  </a:lnTo>
                  <a:lnTo>
                    <a:pt x="40286" y="11538"/>
                  </a:lnTo>
                  <a:lnTo>
                    <a:pt x="36905" y="15607"/>
                  </a:lnTo>
                  <a:lnTo>
                    <a:pt x="33654" y="19781"/>
                  </a:lnTo>
                  <a:lnTo>
                    <a:pt x="30537" y="24056"/>
                  </a:lnTo>
                  <a:lnTo>
                    <a:pt x="27557" y="28428"/>
                  </a:lnTo>
                  <a:lnTo>
                    <a:pt x="24716" y="32892"/>
                  </a:lnTo>
                  <a:lnTo>
                    <a:pt x="22018" y="37443"/>
                  </a:lnTo>
                  <a:lnTo>
                    <a:pt x="19466" y="42078"/>
                  </a:lnTo>
                  <a:lnTo>
                    <a:pt x="17062" y="46791"/>
                  </a:lnTo>
                  <a:lnTo>
                    <a:pt x="14807" y="51577"/>
                  </a:lnTo>
                  <a:lnTo>
                    <a:pt x="12706" y="56433"/>
                  </a:lnTo>
                  <a:lnTo>
                    <a:pt x="10759" y="61353"/>
                  </a:lnTo>
                  <a:lnTo>
                    <a:pt x="8969" y="66332"/>
                  </a:lnTo>
                  <a:lnTo>
                    <a:pt x="7337" y="71365"/>
                  </a:lnTo>
                  <a:lnTo>
                    <a:pt x="5866" y="76447"/>
                  </a:lnTo>
                  <a:lnTo>
                    <a:pt x="4556" y="81573"/>
                  </a:lnTo>
                  <a:lnTo>
                    <a:pt x="3409" y="86738"/>
                  </a:lnTo>
                  <a:lnTo>
                    <a:pt x="2426" y="91937"/>
                  </a:lnTo>
                  <a:lnTo>
                    <a:pt x="1608" y="97164"/>
                  </a:lnTo>
                  <a:lnTo>
                    <a:pt x="955" y="102414"/>
                  </a:lnTo>
                  <a:lnTo>
                    <a:pt x="470" y="107683"/>
                  </a:lnTo>
                  <a:lnTo>
                    <a:pt x="151" y="112964"/>
                  </a:lnTo>
                  <a:lnTo>
                    <a:pt x="0" y="118253"/>
                  </a:lnTo>
                  <a:lnTo>
                    <a:pt x="15" y="123544"/>
                  </a:lnTo>
                  <a:lnTo>
                    <a:pt x="199" y="128831"/>
                  </a:lnTo>
                  <a:lnTo>
                    <a:pt x="549" y="134111"/>
                  </a:lnTo>
                  <a:lnTo>
                    <a:pt x="1067" y="139376"/>
                  </a:lnTo>
                  <a:lnTo>
                    <a:pt x="1751" y="144622"/>
                  </a:lnTo>
                  <a:lnTo>
                    <a:pt x="2600" y="149845"/>
                  </a:lnTo>
                  <a:lnTo>
                    <a:pt x="3615" y="155037"/>
                  </a:lnTo>
                  <a:lnTo>
                    <a:pt x="4793" y="160195"/>
                  </a:lnTo>
                  <a:lnTo>
                    <a:pt x="6134" y="165314"/>
                  </a:lnTo>
                  <a:lnTo>
                    <a:pt x="7636" y="170387"/>
                  </a:lnTo>
                  <a:lnTo>
                    <a:pt x="9298" y="175410"/>
                  </a:lnTo>
                  <a:lnTo>
                    <a:pt x="11118" y="180378"/>
                  </a:lnTo>
                  <a:lnTo>
                    <a:pt x="13095" y="185286"/>
                  </a:lnTo>
                  <a:lnTo>
                    <a:pt x="15225" y="190128"/>
                  </a:lnTo>
                  <a:lnTo>
                    <a:pt x="17508" y="194901"/>
                  </a:lnTo>
                  <a:lnTo>
                    <a:pt x="19941" y="199600"/>
                  </a:lnTo>
                  <a:lnTo>
                    <a:pt x="22521" y="204219"/>
                  </a:lnTo>
                  <a:lnTo>
                    <a:pt x="25247" y="208754"/>
                  </a:lnTo>
                  <a:lnTo>
                    <a:pt x="28114" y="213200"/>
                  </a:lnTo>
                  <a:lnTo>
                    <a:pt x="31121" y="217554"/>
                  </a:lnTo>
                  <a:lnTo>
                    <a:pt x="34263" y="221810"/>
                  </a:lnTo>
                  <a:lnTo>
                    <a:pt x="37539" y="225965"/>
                  </a:lnTo>
                  <a:lnTo>
                    <a:pt x="40945" y="230014"/>
                  </a:lnTo>
                  <a:lnTo>
                    <a:pt x="44478" y="233953"/>
                  </a:lnTo>
                  <a:lnTo>
                    <a:pt x="48133" y="237778"/>
                  </a:lnTo>
                  <a:lnTo>
                    <a:pt x="51907" y="241486"/>
                  </a:lnTo>
                  <a:lnTo>
                    <a:pt x="55797" y="245072"/>
                  </a:lnTo>
                  <a:lnTo>
                    <a:pt x="59798" y="248534"/>
                  </a:lnTo>
                  <a:lnTo>
                    <a:pt x="63907" y="251867"/>
                  </a:lnTo>
                  <a:lnTo>
                    <a:pt x="68119" y="255069"/>
                  </a:lnTo>
                  <a:lnTo>
                    <a:pt x="72431" y="258135"/>
                  </a:lnTo>
                  <a:lnTo>
                    <a:pt x="76837" y="261064"/>
                  </a:lnTo>
                  <a:lnTo>
                    <a:pt x="81334" y="263851"/>
                  </a:lnTo>
                  <a:lnTo>
                    <a:pt x="85917" y="266495"/>
                  </a:lnTo>
                  <a:lnTo>
                    <a:pt x="90581" y="268993"/>
                  </a:lnTo>
                  <a:lnTo>
                    <a:pt x="95322" y="271342"/>
                  </a:lnTo>
                  <a:lnTo>
                    <a:pt x="100135" y="273539"/>
                  </a:lnTo>
                  <a:lnTo>
                    <a:pt x="105015" y="275584"/>
                  </a:lnTo>
                  <a:lnTo>
                    <a:pt x="109958" y="277472"/>
                  </a:lnTo>
                  <a:lnTo>
                    <a:pt x="114957" y="279204"/>
                  </a:lnTo>
                  <a:lnTo>
                    <a:pt x="120009" y="280776"/>
                  </a:lnTo>
                  <a:lnTo>
                    <a:pt x="125108" y="282187"/>
                  </a:lnTo>
                  <a:lnTo>
                    <a:pt x="130249" y="283437"/>
                  </a:lnTo>
                  <a:lnTo>
                    <a:pt x="135427" y="284523"/>
                  </a:lnTo>
                  <a:lnTo>
                    <a:pt x="140637" y="285445"/>
                  </a:lnTo>
                  <a:lnTo>
                    <a:pt x="145874" y="286201"/>
                  </a:lnTo>
                  <a:lnTo>
                    <a:pt x="151132" y="286792"/>
                  </a:lnTo>
                  <a:lnTo>
                    <a:pt x="156406" y="287215"/>
                  </a:lnTo>
                  <a:lnTo>
                    <a:pt x="161690" y="287472"/>
                  </a:lnTo>
                  <a:lnTo>
                    <a:pt x="166980" y="287561"/>
                  </a:lnTo>
                  <a:lnTo>
                    <a:pt x="172271" y="287483"/>
                  </a:lnTo>
                  <a:lnTo>
                    <a:pt x="177556" y="287237"/>
                  </a:lnTo>
                  <a:lnTo>
                    <a:pt x="182831" y="286825"/>
                  </a:lnTo>
                  <a:lnTo>
                    <a:pt x="188090" y="286245"/>
                  </a:lnTo>
                  <a:lnTo>
                    <a:pt x="193328" y="285499"/>
                  </a:lnTo>
                  <a:lnTo>
                    <a:pt x="198539" y="284588"/>
                  </a:lnTo>
                  <a:lnTo>
                    <a:pt x="203720" y="283513"/>
                  </a:lnTo>
                  <a:lnTo>
                    <a:pt x="208864" y="282274"/>
                  </a:lnTo>
                  <a:lnTo>
                    <a:pt x="213966" y="280873"/>
                  </a:lnTo>
                  <a:lnTo>
                    <a:pt x="219021" y="279311"/>
                  </a:lnTo>
                  <a:lnTo>
                    <a:pt x="224024" y="277590"/>
                  </a:lnTo>
                  <a:lnTo>
                    <a:pt x="228970" y="275712"/>
                  </a:lnTo>
                  <a:lnTo>
                    <a:pt x="233854" y="273678"/>
                  </a:lnTo>
                  <a:lnTo>
                    <a:pt x="238672" y="271490"/>
                  </a:lnTo>
                  <a:lnTo>
                    <a:pt x="243417" y="269151"/>
                  </a:lnTo>
                  <a:lnTo>
                    <a:pt x="248087" y="266663"/>
                  </a:lnTo>
                  <a:lnTo>
                    <a:pt x="252675" y="264029"/>
                  </a:lnTo>
                  <a:lnTo>
                    <a:pt x="257178" y="261250"/>
                  </a:lnTo>
                  <a:lnTo>
                    <a:pt x="261590" y="258331"/>
                  </a:lnTo>
                  <a:lnTo>
                    <a:pt x="265908" y="255273"/>
                  </a:lnTo>
                  <a:lnTo>
                    <a:pt x="270127" y="252080"/>
                  </a:lnTo>
                  <a:lnTo>
                    <a:pt x="274243" y="248756"/>
                  </a:lnTo>
                  <a:lnTo>
                    <a:pt x="278251" y="245302"/>
                  </a:lnTo>
                  <a:lnTo>
                    <a:pt x="282149" y="241724"/>
                  </a:lnTo>
                  <a:lnTo>
                    <a:pt x="285931" y="238024"/>
                  </a:lnTo>
                  <a:lnTo>
                    <a:pt x="289594" y="234206"/>
                  </a:lnTo>
                  <a:lnTo>
                    <a:pt x="293134" y="230275"/>
                  </a:lnTo>
                  <a:lnTo>
                    <a:pt x="296548" y="226233"/>
                  </a:lnTo>
                  <a:lnTo>
                    <a:pt x="299833" y="222085"/>
                  </a:lnTo>
                  <a:lnTo>
                    <a:pt x="302985" y="217835"/>
                  </a:lnTo>
                  <a:lnTo>
                    <a:pt x="306000" y="213488"/>
                  </a:lnTo>
                  <a:lnTo>
                    <a:pt x="308877" y="209047"/>
                  </a:lnTo>
                  <a:lnTo>
                    <a:pt x="311611" y="204518"/>
                  </a:lnTo>
                  <a:lnTo>
                    <a:pt x="314201" y="199904"/>
                  </a:lnTo>
                  <a:lnTo>
                    <a:pt x="316644" y="195211"/>
                  </a:lnTo>
                  <a:lnTo>
                    <a:pt x="318936" y="190443"/>
                  </a:lnTo>
                  <a:lnTo>
                    <a:pt x="321077" y="185604"/>
                  </a:lnTo>
                  <a:lnTo>
                    <a:pt x="323064" y="180700"/>
                  </a:lnTo>
                  <a:lnTo>
                    <a:pt x="324894" y="175736"/>
                  </a:lnTo>
                  <a:lnTo>
                    <a:pt x="326566" y="170717"/>
                  </a:lnTo>
                  <a:lnTo>
                    <a:pt x="328079" y="165647"/>
                  </a:lnTo>
                  <a:lnTo>
                    <a:pt x="329431" y="160531"/>
                  </a:lnTo>
                  <a:lnTo>
                    <a:pt x="330620" y="155376"/>
                  </a:lnTo>
                  <a:lnTo>
                    <a:pt x="331645" y="150185"/>
                  </a:lnTo>
                  <a:lnTo>
                    <a:pt x="332505" y="144965"/>
                  </a:lnTo>
                  <a:lnTo>
                    <a:pt x="333200" y="139720"/>
                  </a:lnTo>
                  <a:lnTo>
                    <a:pt x="333728" y="134455"/>
                  </a:lnTo>
                  <a:lnTo>
                    <a:pt x="334090" y="129177"/>
                  </a:lnTo>
                  <a:lnTo>
                    <a:pt x="334284" y="123889"/>
                  </a:lnTo>
                  <a:lnTo>
                    <a:pt x="334311" y="118599"/>
                  </a:lnTo>
                  <a:lnTo>
                    <a:pt x="334170" y="113310"/>
                  </a:lnTo>
                  <a:lnTo>
                    <a:pt x="333863" y="108028"/>
                  </a:lnTo>
                  <a:lnTo>
                    <a:pt x="333388" y="102758"/>
                  </a:lnTo>
                  <a:lnTo>
                    <a:pt x="332746" y="97506"/>
                  </a:lnTo>
                  <a:lnTo>
                    <a:pt x="331939" y="92277"/>
                  </a:lnTo>
                  <a:lnTo>
                    <a:pt x="330967" y="87077"/>
                  </a:lnTo>
                  <a:lnTo>
                    <a:pt x="329830" y="81909"/>
                  </a:lnTo>
                  <a:lnTo>
                    <a:pt x="328531" y="76780"/>
                  </a:lnTo>
                  <a:lnTo>
                    <a:pt x="327070" y="71695"/>
                  </a:lnTo>
                  <a:lnTo>
                    <a:pt x="325449" y="66659"/>
                  </a:lnTo>
                  <a:lnTo>
                    <a:pt x="323669" y="61676"/>
                  </a:lnTo>
                  <a:lnTo>
                    <a:pt x="321732" y="56753"/>
                  </a:lnTo>
                  <a:lnTo>
                    <a:pt x="319641" y="51893"/>
                  </a:lnTo>
                  <a:lnTo>
                    <a:pt x="317397" y="47101"/>
                  </a:lnTo>
                  <a:lnTo>
                    <a:pt x="167153" y="120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50243" cy="167167"/>
            </a:xfrm>
            <a:custGeom>
              <a:avLst/>
              <a:pathLst>
                <a:path w="150243" h="167167">
                  <a:moveTo>
                    <a:pt x="150243" y="93874"/>
                  </a:moveTo>
                  <a:lnTo>
                    <a:pt x="147755" y="88979"/>
                  </a:lnTo>
                  <a:lnTo>
                    <a:pt x="145107" y="84168"/>
                  </a:lnTo>
                  <a:lnTo>
                    <a:pt x="142303" y="79447"/>
                  </a:lnTo>
                  <a:lnTo>
                    <a:pt x="139345" y="74820"/>
                  </a:lnTo>
                  <a:lnTo>
                    <a:pt x="136236" y="70293"/>
                  </a:lnTo>
                  <a:lnTo>
                    <a:pt x="132981" y="65871"/>
                  </a:lnTo>
                  <a:lnTo>
                    <a:pt x="129582" y="61558"/>
                  </a:lnTo>
                  <a:lnTo>
                    <a:pt x="126043" y="57359"/>
                  </a:lnTo>
                  <a:lnTo>
                    <a:pt x="122369" y="53278"/>
                  </a:lnTo>
                  <a:lnTo>
                    <a:pt x="118562" y="49320"/>
                  </a:lnTo>
                  <a:lnTo>
                    <a:pt x="114627" y="45490"/>
                  </a:lnTo>
                  <a:lnTo>
                    <a:pt x="110569" y="41790"/>
                  </a:lnTo>
                  <a:lnTo>
                    <a:pt x="106391" y="38226"/>
                  </a:lnTo>
                  <a:lnTo>
                    <a:pt x="102099" y="34801"/>
                  </a:lnTo>
                  <a:lnTo>
                    <a:pt x="97696" y="31519"/>
                  </a:lnTo>
                  <a:lnTo>
                    <a:pt x="93188" y="28384"/>
                  </a:lnTo>
                  <a:lnTo>
                    <a:pt x="88579" y="25398"/>
                  </a:lnTo>
                  <a:lnTo>
                    <a:pt x="83875" y="22565"/>
                  </a:lnTo>
                  <a:lnTo>
                    <a:pt x="79081" y="19888"/>
                  </a:lnTo>
                  <a:lnTo>
                    <a:pt x="74200" y="17370"/>
                  </a:lnTo>
                  <a:lnTo>
                    <a:pt x="69240" y="15014"/>
                  </a:lnTo>
                  <a:lnTo>
                    <a:pt x="64205" y="12821"/>
                  </a:lnTo>
                  <a:lnTo>
                    <a:pt x="59101" y="10796"/>
                  </a:lnTo>
                  <a:lnTo>
                    <a:pt x="53933" y="8939"/>
                  </a:lnTo>
                  <a:lnTo>
                    <a:pt x="48707" y="7253"/>
                  </a:lnTo>
                  <a:lnTo>
                    <a:pt x="43429" y="5739"/>
                  </a:lnTo>
                  <a:lnTo>
                    <a:pt x="38103" y="4400"/>
                  </a:lnTo>
                  <a:lnTo>
                    <a:pt x="32736" y="3236"/>
                  </a:lnTo>
                  <a:lnTo>
                    <a:pt x="27334" y="2250"/>
                  </a:lnTo>
                  <a:lnTo>
                    <a:pt x="21903" y="1441"/>
                  </a:lnTo>
                  <a:lnTo>
                    <a:pt x="16448" y="811"/>
                  </a:lnTo>
                  <a:lnTo>
                    <a:pt x="10975" y="360"/>
                  </a:lnTo>
                  <a:lnTo>
                    <a:pt x="549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08151" y="4213821"/>
              <a:ext cx="120320" cy="167167"/>
            </a:xfrm>
            <a:custGeom>
              <a:avLst/>
              <a:pathLst>
                <a:path w="120320" h="167167">
                  <a:moveTo>
                    <a:pt x="120320" y="0"/>
                  </a:moveTo>
                  <a:lnTo>
                    <a:pt x="114725" y="93"/>
                  </a:lnTo>
                  <a:lnTo>
                    <a:pt x="109136" y="374"/>
                  </a:lnTo>
                  <a:lnTo>
                    <a:pt x="103559" y="842"/>
                  </a:lnTo>
                  <a:lnTo>
                    <a:pt x="98001" y="1496"/>
                  </a:lnTo>
                  <a:lnTo>
                    <a:pt x="92469" y="2336"/>
                  </a:lnTo>
                  <a:lnTo>
                    <a:pt x="86967" y="3360"/>
                  </a:lnTo>
                  <a:lnTo>
                    <a:pt x="81503" y="4569"/>
                  </a:lnTo>
                  <a:lnTo>
                    <a:pt x="76083" y="5959"/>
                  </a:lnTo>
                  <a:lnTo>
                    <a:pt x="70712" y="7530"/>
                  </a:lnTo>
                  <a:lnTo>
                    <a:pt x="65396" y="9280"/>
                  </a:lnTo>
                  <a:lnTo>
                    <a:pt x="60142" y="11207"/>
                  </a:lnTo>
                  <a:lnTo>
                    <a:pt x="54956" y="13308"/>
                  </a:lnTo>
                  <a:lnTo>
                    <a:pt x="49843" y="15582"/>
                  </a:lnTo>
                  <a:lnTo>
                    <a:pt x="44808" y="18026"/>
                  </a:lnTo>
                  <a:lnTo>
                    <a:pt x="39859" y="20637"/>
                  </a:lnTo>
                  <a:lnTo>
                    <a:pt x="34999" y="23412"/>
                  </a:lnTo>
                  <a:lnTo>
                    <a:pt x="30236" y="26349"/>
                  </a:lnTo>
                  <a:lnTo>
                    <a:pt x="25573" y="29443"/>
                  </a:lnTo>
                  <a:lnTo>
                    <a:pt x="21016" y="32691"/>
                  </a:lnTo>
                  <a:lnTo>
                    <a:pt x="16571" y="36090"/>
                  </a:lnTo>
                  <a:lnTo>
                    <a:pt x="12242" y="39636"/>
                  </a:lnTo>
                  <a:lnTo>
                    <a:pt x="8033" y="43325"/>
                  </a:lnTo>
                  <a:lnTo>
                    <a:pt x="3951" y="47153"/>
                  </a:lnTo>
                  <a:lnTo>
                    <a:pt x="0" y="51115"/>
                  </a:lnTo>
                  <a:lnTo>
                    <a:pt x="12032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08151" y="4264937"/>
              <a:ext cx="120320" cy="116051"/>
            </a:xfrm>
            <a:custGeom>
              <a:avLst/>
              <a:pathLst>
                <a:path w="120320" h="116051">
                  <a:moveTo>
                    <a:pt x="0" y="0"/>
                  </a:moveTo>
                  <a:lnTo>
                    <a:pt x="120320" y="116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07" y="4251774"/>
              <a:ext cx="334330" cy="296372"/>
            </a:xfrm>
            <a:custGeom>
              <a:avLst/>
              <a:pathLst>
                <a:path w="334330" h="296372">
                  <a:moveTo>
                    <a:pt x="46844" y="13162"/>
                  </a:moveTo>
                  <a:lnTo>
                    <a:pt x="43222" y="17038"/>
                  </a:lnTo>
                  <a:lnTo>
                    <a:pt x="39725" y="21028"/>
                  </a:lnTo>
                  <a:lnTo>
                    <a:pt x="36356" y="25126"/>
                  </a:lnTo>
                  <a:lnTo>
                    <a:pt x="33119" y="29330"/>
                  </a:lnTo>
                  <a:lnTo>
                    <a:pt x="30017" y="33634"/>
                  </a:lnTo>
                  <a:lnTo>
                    <a:pt x="27053" y="38034"/>
                  </a:lnTo>
                  <a:lnTo>
                    <a:pt x="24230" y="42526"/>
                  </a:lnTo>
                  <a:lnTo>
                    <a:pt x="21551" y="47105"/>
                  </a:lnTo>
                  <a:lnTo>
                    <a:pt x="19019" y="51767"/>
                  </a:lnTo>
                  <a:lnTo>
                    <a:pt x="16636" y="56507"/>
                  </a:lnTo>
                  <a:lnTo>
                    <a:pt x="14405" y="61321"/>
                  </a:lnTo>
                  <a:lnTo>
                    <a:pt x="12327" y="66202"/>
                  </a:lnTo>
                  <a:lnTo>
                    <a:pt x="10406" y="71147"/>
                  </a:lnTo>
                  <a:lnTo>
                    <a:pt x="8642" y="76151"/>
                  </a:lnTo>
                  <a:lnTo>
                    <a:pt x="7038" y="81208"/>
                  </a:lnTo>
                  <a:lnTo>
                    <a:pt x="5595" y="86313"/>
                  </a:lnTo>
                  <a:lnTo>
                    <a:pt x="4315" y="91462"/>
                  </a:lnTo>
                  <a:lnTo>
                    <a:pt x="3199" y="96649"/>
                  </a:lnTo>
                  <a:lnTo>
                    <a:pt x="2249" y="101868"/>
                  </a:lnTo>
                  <a:lnTo>
                    <a:pt x="1464" y="107115"/>
                  </a:lnTo>
                  <a:lnTo>
                    <a:pt x="846" y="112384"/>
                  </a:lnTo>
                  <a:lnTo>
                    <a:pt x="396" y="117670"/>
                  </a:lnTo>
                  <a:lnTo>
                    <a:pt x="114" y="122968"/>
                  </a:lnTo>
                  <a:lnTo>
                    <a:pt x="0" y="128272"/>
                  </a:lnTo>
                  <a:lnTo>
                    <a:pt x="54" y="133577"/>
                  </a:lnTo>
                  <a:lnTo>
                    <a:pt x="276" y="138878"/>
                  </a:lnTo>
                  <a:lnTo>
                    <a:pt x="667" y="144169"/>
                  </a:lnTo>
                  <a:lnTo>
                    <a:pt x="1226" y="149445"/>
                  </a:lnTo>
                  <a:lnTo>
                    <a:pt x="1951" y="154700"/>
                  </a:lnTo>
                  <a:lnTo>
                    <a:pt x="2843" y="159930"/>
                  </a:lnTo>
                  <a:lnTo>
                    <a:pt x="3901" y="165129"/>
                  </a:lnTo>
                  <a:lnTo>
                    <a:pt x="5123" y="170292"/>
                  </a:lnTo>
                  <a:lnTo>
                    <a:pt x="6508" y="175413"/>
                  </a:lnTo>
                  <a:lnTo>
                    <a:pt x="8055" y="180488"/>
                  </a:lnTo>
                  <a:lnTo>
                    <a:pt x="9762" y="185511"/>
                  </a:lnTo>
                  <a:lnTo>
                    <a:pt x="11627" y="190477"/>
                  </a:lnTo>
                  <a:lnTo>
                    <a:pt x="13650" y="195382"/>
                  </a:lnTo>
                  <a:lnTo>
                    <a:pt x="15827" y="200220"/>
                  </a:lnTo>
                  <a:lnTo>
                    <a:pt x="18156" y="204987"/>
                  </a:lnTo>
                  <a:lnTo>
                    <a:pt x="20636" y="209677"/>
                  </a:lnTo>
                  <a:lnTo>
                    <a:pt x="23263" y="214286"/>
                  </a:lnTo>
                  <a:lnTo>
                    <a:pt x="26035" y="218810"/>
                  </a:lnTo>
                  <a:lnTo>
                    <a:pt x="28949" y="223243"/>
                  </a:lnTo>
                  <a:lnTo>
                    <a:pt x="32003" y="227582"/>
                  </a:lnTo>
                  <a:lnTo>
                    <a:pt x="35192" y="231821"/>
                  </a:lnTo>
                  <a:lnTo>
                    <a:pt x="38515" y="235957"/>
                  </a:lnTo>
                  <a:lnTo>
                    <a:pt x="41967" y="239986"/>
                  </a:lnTo>
                  <a:lnTo>
                    <a:pt x="45545" y="243903"/>
                  </a:lnTo>
                  <a:lnTo>
                    <a:pt x="49245" y="247704"/>
                  </a:lnTo>
                  <a:lnTo>
                    <a:pt x="53065" y="251387"/>
                  </a:lnTo>
                  <a:lnTo>
                    <a:pt x="56999" y="254946"/>
                  </a:lnTo>
                  <a:lnTo>
                    <a:pt x="61045" y="258378"/>
                  </a:lnTo>
                  <a:lnTo>
                    <a:pt x="65197" y="261681"/>
                  </a:lnTo>
                  <a:lnTo>
                    <a:pt x="69452" y="264850"/>
                  </a:lnTo>
                  <a:lnTo>
                    <a:pt x="73805" y="267882"/>
                  </a:lnTo>
                  <a:lnTo>
                    <a:pt x="78252" y="270775"/>
                  </a:lnTo>
                  <a:lnTo>
                    <a:pt x="82789" y="273525"/>
                  </a:lnTo>
                  <a:lnTo>
                    <a:pt x="87411" y="276130"/>
                  </a:lnTo>
                  <a:lnTo>
                    <a:pt x="92113" y="278587"/>
                  </a:lnTo>
                  <a:lnTo>
                    <a:pt x="96891" y="280893"/>
                  </a:lnTo>
                  <a:lnTo>
                    <a:pt x="101740" y="283046"/>
                  </a:lnTo>
                  <a:lnTo>
                    <a:pt x="106654" y="285045"/>
                  </a:lnTo>
                  <a:lnTo>
                    <a:pt x="111629" y="286887"/>
                  </a:lnTo>
                  <a:lnTo>
                    <a:pt x="116661" y="288570"/>
                  </a:lnTo>
                  <a:lnTo>
                    <a:pt x="121743" y="290092"/>
                  </a:lnTo>
                  <a:lnTo>
                    <a:pt x="126871" y="291452"/>
                  </a:lnTo>
                  <a:lnTo>
                    <a:pt x="132040" y="292649"/>
                  </a:lnTo>
                  <a:lnTo>
                    <a:pt x="137243" y="293681"/>
                  </a:lnTo>
                  <a:lnTo>
                    <a:pt x="142478" y="294548"/>
                  </a:lnTo>
                  <a:lnTo>
                    <a:pt x="147736" y="295248"/>
                  </a:lnTo>
                  <a:lnTo>
                    <a:pt x="153015" y="295781"/>
                  </a:lnTo>
                  <a:lnTo>
                    <a:pt x="158308" y="296146"/>
                  </a:lnTo>
                  <a:lnTo>
                    <a:pt x="163609" y="296343"/>
                  </a:lnTo>
                  <a:lnTo>
                    <a:pt x="168915" y="296372"/>
                  </a:lnTo>
                  <a:lnTo>
                    <a:pt x="174218" y="296232"/>
                  </a:lnTo>
                  <a:lnTo>
                    <a:pt x="179514" y="295924"/>
                  </a:lnTo>
                  <a:lnTo>
                    <a:pt x="184798" y="295448"/>
                  </a:lnTo>
                  <a:lnTo>
                    <a:pt x="190065" y="294805"/>
                  </a:lnTo>
                  <a:lnTo>
                    <a:pt x="195308" y="293995"/>
                  </a:lnTo>
                  <a:lnTo>
                    <a:pt x="200522" y="293019"/>
                  </a:lnTo>
                  <a:lnTo>
                    <a:pt x="205704" y="291878"/>
                  </a:lnTo>
                  <a:lnTo>
                    <a:pt x="210846" y="290573"/>
                  </a:lnTo>
                  <a:lnTo>
                    <a:pt x="215944" y="289106"/>
                  </a:lnTo>
                  <a:lnTo>
                    <a:pt x="220994" y="287477"/>
                  </a:lnTo>
                  <a:lnTo>
                    <a:pt x="225989" y="285689"/>
                  </a:lnTo>
                  <a:lnTo>
                    <a:pt x="230924" y="283744"/>
                  </a:lnTo>
                  <a:lnTo>
                    <a:pt x="235796" y="281643"/>
                  </a:lnTo>
                  <a:lnTo>
                    <a:pt x="240598" y="279388"/>
                  </a:lnTo>
                  <a:lnTo>
                    <a:pt x="245327" y="276982"/>
                  </a:lnTo>
                  <a:lnTo>
                    <a:pt x="249977" y="274427"/>
                  </a:lnTo>
                  <a:lnTo>
                    <a:pt x="254543" y="271727"/>
                  </a:lnTo>
                  <a:lnTo>
                    <a:pt x="259021" y="268882"/>
                  </a:lnTo>
                  <a:lnTo>
                    <a:pt x="263407" y="265897"/>
                  </a:lnTo>
                  <a:lnTo>
                    <a:pt x="267696" y="262774"/>
                  </a:lnTo>
                  <a:lnTo>
                    <a:pt x="271883" y="259517"/>
                  </a:lnTo>
                  <a:lnTo>
                    <a:pt x="275965" y="256128"/>
                  </a:lnTo>
                  <a:lnTo>
                    <a:pt x="279938" y="252611"/>
                  </a:lnTo>
                  <a:lnTo>
                    <a:pt x="283797" y="248971"/>
                  </a:lnTo>
                  <a:lnTo>
                    <a:pt x="287538" y="245209"/>
                  </a:lnTo>
                  <a:lnTo>
                    <a:pt x="291159" y="241331"/>
                  </a:lnTo>
                  <a:lnTo>
                    <a:pt x="294654" y="237340"/>
                  </a:lnTo>
                  <a:lnTo>
                    <a:pt x="298021" y="233240"/>
                  </a:lnTo>
                  <a:lnTo>
                    <a:pt x="301256" y="229035"/>
                  </a:lnTo>
                  <a:lnTo>
                    <a:pt x="304356" y="224730"/>
                  </a:lnTo>
                  <a:lnTo>
                    <a:pt x="307318" y="220328"/>
                  </a:lnTo>
                  <a:lnTo>
                    <a:pt x="310139" y="215835"/>
                  </a:lnTo>
                  <a:lnTo>
                    <a:pt x="312815" y="211254"/>
                  </a:lnTo>
                  <a:lnTo>
                    <a:pt x="315345" y="206591"/>
                  </a:lnTo>
                  <a:lnTo>
                    <a:pt x="317726" y="201850"/>
                  </a:lnTo>
                  <a:lnTo>
                    <a:pt x="319955" y="197036"/>
                  </a:lnTo>
                  <a:lnTo>
                    <a:pt x="322031" y="192153"/>
                  </a:lnTo>
                  <a:lnTo>
                    <a:pt x="323950" y="187207"/>
                  </a:lnTo>
                  <a:lnTo>
                    <a:pt x="325711" y="182203"/>
                  </a:lnTo>
                  <a:lnTo>
                    <a:pt x="327313" y="177145"/>
                  </a:lnTo>
                  <a:lnTo>
                    <a:pt x="328753" y="172039"/>
                  </a:lnTo>
                  <a:lnTo>
                    <a:pt x="330031" y="166890"/>
                  </a:lnTo>
                  <a:lnTo>
                    <a:pt x="331144" y="161702"/>
                  </a:lnTo>
                  <a:lnTo>
                    <a:pt x="332093" y="156483"/>
                  </a:lnTo>
                  <a:lnTo>
                    <a:pt x="332875" y="151235"/>
                  </a:lnTo>
                  <a:lnTo>
                    <a:pt x="333490" y="145966"/>
                  </a:lnTo>
                  <a:lnTo>
                    <a:pt x="333938" y="140679"/>
                  </a:lnTo>
                  <a:lnTo>
                    <a:pt x="334218" y="135381"/>
                  </a:lnTo>
                  <a:lnTo>
                    <a:pt x="334330" y="130077"/>
                  </a:lnTo>
                  <a:lnTo>
                    <a:pt x="334273" y="124772"/>
                  </a:lnTo>
                  <a:lnTo>
                    <a:pt x="334048" y="119472"/>
                  </a:lnTo>
                  <a:lnTo>
                    <a:pt x="333654" y="114181"/>
                  </a:lnTo>
                  <a:lnTo>
                    <a:pt x="333094" y="108905"/>
                  </a:lnTo>
                  <a:lnTo>
                    <a:pt x="332366" y="103650"/>
                  </a:lnTo>
                  <a:lnTo>
                    <a:pt x="331471" y="98421"/>
                  </a:lnTo>
                  <a:lnTo>
                    <a:pt x="330411" y="93222"/>
                  </a:lnTo>
                  <a:lnTo>
                    <a:pt x="329187" y="88060"/>
                  </a:lnTo>
                  <a:lnTo>
                    <a:pt x="327800" y="82940"/>
                  </a:lnTo>
                  <a:lnTo>
                    <a:pt x="326250" y="77865"/>
                  </a:lnTo>
                  <a:lnTo>
                    <a:pt x="324541" y="72843"/>
                  </a:lnTo>
                  <a:lnTo>
                    <a:pt x="322673" y="67878"/>
                  </a:lnTo>
                  <a:lnTo>
                    <a:pt x="320648" y="62974"/>
                  </a:lnTo>
                  <a:lnTo>
                    <a:pt x="318469" y="58137"/>
                  </a:lnTo>
                  <a:lnTo>
                    <a:pt x="316137" y="53371"/>
                  </a:lnTo>
                  <a:lnTo>
                    <a:pt x="313655" y="48682"/>
                  </a:lnTo>
                  <a:lnTo>
                    <a:pt x="311026" y="44074"/>
                  </a:lnTo>
                  <a:lnTo>
                    <a:pt x="308252" y="39552"/>
                  </a:lnTo>
                  <a:lnTo>
                    <a:pt x="305336" y="35120"/>
                  </a:lnTo>
                  <a:lnTo>
                    <a:pt x="302280" y="30783"/>
                  </a:lnTo>
                  <a:lnTo>
                    <a:pt x="299089" y="26545"/>
                  </a:lnTo>
                  <a:lnTo>
                    <a:pt x="295764" y="22410"/>
                  </a:lnTo>
                  <a:lnTo>
                    <a:pt x="292310" y="18383"/>
                  </a:lnTo>
                  <a:lnTo>
                    <a:pt x="288731" y="14468"/>
                  </a:lnTo>
                  <a:lnTo>
                    <a:pt x="285028" y="10668"/>
                  </a:lnTo>
                  <a:lnTo>
                    <a:pt x="281207" y="6987"/>
                  </a:lnTo>
                  <a:lnTo>
                    <a:pt x="277271" y="3430"/>
                  </a:lnTo>
                  <a:lnTo>
                    <a:pt x="273224" y="0"/>
                  </a:lnTo>
                  <a:lnTo>
                    <a:pt x="167164" y="1292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06059" cy="167167"/>
            </a:xfrm>
            <a:custGeom>
              <a:avLst/>
              <a:pathLst>
                <a:path w="106059" h="167167">
                  <a:moveTo>
                    <a:pt x="106059" y="37953"/>
                  </a:moveTo>
                  <a:lnTo>
                    <a:pt x="101557" y="34385"/>
                  </a:lnTo>
                  <a:lnTo>
                    <a:pt x="96935" y="30974"/>
                  </a:lnTo>
                  <a:lnTo>
                    <a:pt x="92198" y="27724"/>
                  </a:lnTo>
                  <a:lnTo>
                    <a:pt x="87353" y="24639"/>
                  </a:lnTo>
                  <a:lnTo>
                    <a:pt x="82404" y="21721"/>
                  </a:lnTo>
                  <a:lnTo>
                    <a:pt x="77359" y="18976"/>
                  </a:lnTo>
                  <a:lnTo>
                    <a:pt x="72221" y="16406"/>
                  </a:lnTo>
                  <a:lnTo>
                    <a:pt x="66999" y="14013"/>
                  </a:lnTo>
                  <a:lnTo>
                    <a:pt x="61697" y="11802"/>
                  </a:lnTo>
                  <a:lnTo>
                    <a:pt x="56323" y="9774"/>
                  </a:lnTo>
                  <a:lnTo>
                    <a:pt x="50882" y="7931"/>
                  </a:lnTo>
                  <a:lnTo>
                    <a:pt x="45380" y="6277"/>
                  </a:lnTo>
                  <a:lnTo>
                    <a:pt x="39826" y="4813"/>
                  </a:lnTo>
                  <a:lnTo>
                    <a:pt x="34224" y="3540"/>
                  </a:lnTo>
                  <a:lnTo>
                    <a:pt x="28582" y="2461"/>
                  </a:lnTo>
                  <a:lnTo>
                    <a:pt x="22906" y="1576"/>
                  </a:lnTo>
                  <a:lnTo>
                    <a:pt x="17203" y="887"/>
                  </a:lnTo>
                  <a:lnTo>
                    <a:pt x="11480" y="394"/>
                  </a:lnTo>
                  <a:lnTo>
                    <a:pt x="574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7364" y="3707720"/>
              <a:ext cx="161646" cy="167167"/>
            </a:xfrm>
            <a:custGeom>
              <a:avLst/>
              <a:pathLst>
                <a:path w="161646" h="167167">
                  <a:moveTo>
                    <a:pt x="161646" y="0"/>
                  </a:moveTo>
                  <a:lnTo>
                    <a:pt x="156160" y="90"/>
                  </a:lnTo>
                  <a:lnTo>
                    <a:pt x="150679" y="360"/>
                  </a:lnTo>
                  <a:lnTo>
                    <a:pt x="145210" y="809"/>
                  </a:lnTo>
                  <a:lnTo>
                    <a:pt x="139759" y="1439"/>
                  </a:lnTo>
                  <a:lnTo>
                    <a:pt x="134331" y="2246"/>
                  </a:lnTo>
                  <a:lnTo>
                    <a:pt x="128933" y="3232"/>
                  </a:lnTo>
                  <a:lnTo>
                    <a:pt x="123570" y="4394"/>
                  </a:lnTo>
                  <a:lnTo>
                    <a:pt x="118248" y="5731"/>
                  </a:lnTo>
                  <a:lnTo>
                    <a:pt x="112973" y="7242"/>
                  </a:lnTo>
                  <a:lnTo>
                    <a:pt x="107750" y="8926"/>
                  </a:lnTo>
                  <a:lnTo>
                    <a:pt x="102586" y="10780"/>
                  </a:lnTo>
                  <a:lnTo>
                    <a:pt x="97485" y="12803"/>
                  </a:lnTo>
                  <a:lnTo>
                    <a:pt x="92453" y="14992"/>
                  </a:lnTo>
                  <a:lnTo>
                    <a:pt x="87496" y="17345"/>
                  </a:lnTo>
                  <a:lnTo>
                    <a:pt x="82618" y="19859"/>
                  </a:lnTo>
                  <a:lnTo>
                    <a:pt x="77826" y="22533"/>
                  </a:lnTo>
                  <a:lnTo>
                    <a:pt x="73124" y="25362"/>
                  </a:lnTo>
                  <a:lnTo>
                    <a:pt x="68518" y="28343"/>
                  </a:lnTo>
                  <a:lnTo>
                    <a:pt x="64011" y="31475"/>
                  </a:lnTo>
                  <a:lnTo>
                    <a:pt x="59610" y="34752"/>
                  </a:lnTo>
                  <a:lnTo>
                    <a:pt x="55319" y="38173"/>
                  </a:lnTo>
                  <a:lnTo>
                    <a:pt x="51143" y="41732"/>
                  </a:lnTo>
                  <a:lnTo>
                    <a:pt x="47086" y="45426"/>
                  </a:lnTo>
                  <a:lnTo>
                    <a:pt x="43152" y="49252"/>
                  </a:lnTo>
                  <a:lnTo>
                    <a:pt x="39345" y="53205"/>
                  </a:lnTo>
                  <a:lnTo>
                    <a:pt x="35671" y="57280"/>
                  </a:lnTo>
                  <a:lnTo>
                    <a:pt x="32132" y="61474"/>
                  </a:lnTo>
                  <a:lnTo>
                    <a:pt x="28733" y="65782"/>
                  </a:lnTo>
                  <a:lnTo>
                    <a:pt x="25477" y="70199"/>
                  </a:lnTo>
                  <a:lnTo>
                    <a:pt x="22368" y="74720"/>
                  </a:lnTo>
                  <a:lnTo>
                    <a:pt x="19408" y="79341"/>
                  </a:lnTo>
                  <a:lnTo>
                    <a:pt x="16603" y="84057"/>
                  </a:lnTo>
                  <a:lnTo>
                    <a:pt x="13953" y="88862"/>
                  </a:lnTo>
                  <a:lnTo>
                    <a:pt x="11462" y="93752"/>
                  </a:lnTo>
                  <a:lnTo>
                    <a:pt x="9134" y="98721"/>
                  </a:lnTo>
                  <a:lnTo>
                    <a:pt x="6969" y="103763"/>
                  </a:lnTo>
                  <a:lnTo>
                    <a:pt x="4972" y="108874"/>
                  </a:lnTo>
                  <a:lnTo>
                    <a:pt x="3143" y="114048"/>
                  </a:lnTo>
                  <a:lnTo>
                    <a:pt x="1485" y="119279"/>
                  </a:lnTo>
                  <a:lnTo>
                    <a:pt x="0" y="124561"/>
                  </a:lnTo>
                  <a:lnTo>
                    <a:pt x="16164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45" y="3707914"/>
              <a:ext cx="334333" cy="334126"/>
            </a:xfrm>
            <a:custGeom>
              <a:avLst/>
              <a:pathLst>
                <a:path w="334333" h="334126">
                  <a:moveTo>
                    <a:pt x="5519" y="124367"/>
                  </a:moveTo>
                  <a:lnTo>
                    <a:pt x="4248" y="129521"/>
                  </a:lnTo>
                  <a:lnTo>
                    <a:pt x="3141" y="134712"/>
                  </a:lnTo>
                  <a:lnTo>
                    <a:pt x="2199" y="139936"/>
                  </a:lnTo>
                  <a:lnTo>
                    <a:pt x="1424" y="145187"/>
                  </a:lnTo>
                  <a:lnTo>
                    <a:pt x="816" y="150461"/>
                  </a:lnTo>
                  <a:lnTo>
                    <a:pt x="376" y="155750"/>
                  </a:lnTo>
                  <a:lnTo>
                    <a:pt x="103" y="161051"/>
                  </a:lnTo>
                  <a:lnTo>
                    <a:pt x="0" y="166359"/>
                  </a:lnTo>
                  <a:lnTo>
                    <a:pt x="64" y="171666"/>
                  </a:lnTo>
                  <a:lnTo>
                    <a:pt x="298" y="176969"/>
                  </a:lnTo>
                  <a:lnTo>
                    <a:pt x="699" y="182262"/>
                  </a:lnTo>
                  <a:lnTo>
                    <a:pt x="1268" y="187540"/>
                  </a:lnTo>
                  <a:lnTo>
                    <a:pt x="2005" y="192796"/>
                  </a:lnTo>
                  <a:lnTo>
                    <a:pt x="2908" y="198027"/>
                  </a:lnTo>
                  <a:lnTo>
                    <a:pt x="3977" y="203226"/>
                  </a:lnTo>
                  <a:lnTo>
                    <a:pt x="5210" y="208389"/>
                  </a:lnTo>
                  <a:lnTo>
                    <a:pt x="6607" y="213510"/>
                  </a:lnTo>
                  <a:lnTo>
                    <a:pt x="8165" y="218584"/>
                  </a:lnTo>
                  <a:lnTo>
                    <a:pt x="9884" y="223607"/>
                  </a:lnTo>
                  <a:lnTo>
                    <a:pt x="11761" y="228572"/>
                  </a:lnTo>
                  <a:lnTo>
                    <a:pt x="13795" y="233475"/>
                  </a:lnTo>
                  <a:lnTo>
                    <a:pt x="15984" y="238310"/>
                  </a:lnTo>
                  <a:lnTo>
                    <a:pt x="18325" y="243074"/>
                  </a:lnTo>
                  <a:lnTo>
                    <a:pt x="20816" y="247762"/>
                  </a:lnTo>
                  <a:lnTo>
                    <a:pt x="23455" y="252367"/>
                  </a:lnTo>
                  <a:lnTo>
                    <a:pt x="26239" y="256887"/>
                  </a:lnTo>
                  <a:lnTo>
                    <a:pt x="29164" y="261316"/>
                  </a:lnTo>
                  <a:lnTo>
                    <a:pt x="32229" y="265650"/>
                  </a:lnTo>
                  <a:lnTo>
                    <a:pt x="35430" y="269884"/>
                  </a:lnTo>
                  <a:lnTo>
                    <a:pt x="38764" y="274015"/>
                  </a:lnTo>
                  <a:lnTo>
                    <a:pt x="42227" y="278038"/>
                  </a:lnTo>
                  <a:lnTo>
                    <a:pt x="45816" y="281948"/>
                  </a:lnTo>
                  <a:lnTo>
                    <a:pt x="49528" y="285743"/>
                  </a:lnTo>
                  <a:lnTo>
                    <a:pt x="53358" y="289418"/>
                  </a:lnTo>
                  <a:lnTo>
                    <a:pt x="57303" y="292970"/>
                  </a:lnTo>
                  <a:lnTo>
                    <a:pt x="61359" y="296394"/>
                  </a:lnTo>
                  <a:lnTo>
                    <a:pt x="65521" y="299688"/>
                  </a:lnTo>
                  <a:lnTo>
                    <a:pt x="69786" y="302848"/>
                  </a:lnTo>
                  <a:lnTo>
                    <a:pt x="74149" y="305872"/>
                  </a:lnTo>
                  <a:lnTo>
                    <a:pt x="78606" y="308755"/>
                  </a:lnTo>
                  <a:lnTo>
                    <a:pt x="83152" y="311495"/>
                  </a:lnTo>
                  <a:lnTo>
                    <a:pt x="87783" y="314090"/>
                  </a:lnTo>
                  <a:lnTo>
                    <a:pt x="92493" y="316536"/>
                  </a:lnTo>
                  <a:lnTo>
                    <a:pt x="97279" y="318831"/>
                  </a:lnTo>
                  <a:lnTo>
                    <a:pt x="102136" y="320973"/>
                  </a:lnTo>
                  <a:lnTo>
                    <a:pt x="107058" y="322960"/>
                  </a:lnTo>
                  <a:lnTo>
                    <a:pt x="112041" y="324790"/>
                  </a:lnTo>
                  <a:lnTo>
                    <a:pt x="117079" y="326461"/>
                  </a:lnTo>
                  <a:lnTo>
                    <a:pt x="122168" y="327971"/>
                  </a:lnTo>
                  <a:lnTo>
                    <a:pt x="127302" y="329318"/>
                  </a:lnTo>
                  <a:lnTo>
                    <a:pt x="132477" y="330502"/>
                  </a:lnTo>
                  <a:lnTo>
                    <a:pt x="137686" y="331521"/>
                  </a:lnTo>
                  <a:lnTo>
                    <a:pt x="142925" y="332374"/>
                  </a:lnTo>
                  <a:lnTo>
                    <a:pt x="148189" y="333060"/>
                  </a:lnTo>
                  <a:lnTo>
                    <a:pt x="153472" y="333579"/>
                  </a:lnTo>
                  <a:lnTo>
                    <a:pt x="158768" y="333930"/>
                  </a:lnTo>
                  <a:lnTo>
                    <a:pt x="164073" y="334112"/>
                  </a:lnTo>
                  <a:lnTo>
                    <a:pt x="169381" y="334126"/>
                  </a:lnTo>
                  <a:lnTo>
                    <a:pt x="174687" y="333971"/>
                  </a:lnTo>
                  <a:lnTo>
                    <a:pt x="179985" y="333648"/>
                  </a:lnTo>
                  <a:lnTo>
                    <a:pt x="185271" y="333157"/>
                  </a:lnTo>
                  <a:lnTo>
                    <a:pt x="190538" y="332499"/>
                  </a:lnTo>
                  <a:lnTo>
                    <a:pt x="195781" y="331673"/>
                  </a:lnTo>
                  <a:lnTo>
                    <a:pt x="200996" y="330682"/>
                  </a:lnTo>
                  <a:lnTo>
                    <a:pt x="206176" y="329525"/>
                  </a:lnTo>
                  <a:lnTo>
                    <a:pt x="211318" y="328205"/>
                  </a:lnTo>
                  <a:lnTo>
                    <a:pt x="216414" y="326722"/>
                  </a:lnTo>
                  <a:lnTo>
                    <a:pt x="221461" y="325077"/>
                  </a:lnTo>
                  <a:lnTo>
                    <a:pt x="226454" y="323274"/>
                  </a:lnTo>
                  <a:lnTo>
                    <a:pt x="231386" y="321313"/>
                  </a:lnTo>
                  <a:lnTo>
                    <a:pt x="236254" y="319196"/>
                  </a:lnTo>
                  <a:lnTo>
                    <a:pt x="241052" y="316926"/>
                  </a:lnTo>
                  <a:lnTo>
                    <a:pt x="245776" y="314504"/>
                  </a:lnTo>
                  <a:lnTo>
                    <a:pt x="250420" y="311934"/>
                  </a:lnTo>
                  <a:lnTo>
                    <a:pt x="254981" y="309218"/>
                  </a:lnTo>
                  <a:lnTo>
                    <a:pt x="259452" y="306358"/>
                  </a:lnTo>
                  <a:lnTo>
                    <a:pt x="263831" y="303358"/>
                  </a:lnTo>
                  <a:lnTo>
                    <a:pt x="268113" y="300220"/>
                  </a:lnTo>
                  <a:lnTo>
                    <a:pt x="272292" y="296948"/>
                  </a:lnTo>
                  <a:lnTo>
                    <a:pt x="276366" y="293545"/>
                  </a:lnTo>
                  <a:lnTo>
                    <a:pt x="280329" y="290014"/>
                  </a:lnTo>
                  <a:lnTo>
                    <a:pt x="284179" y="286359"/>
                  </a:lnTo>
                  <a:lnTo>
                    <a:pt x="287910" y="282584"/>
                  </a:lnTo>
                  <a:lnTo>
                    <a:pt x="291520" y="278692"/>
                  </a:lnTo>
                  <a:lnTo>
                    <a:pt x="295004" y="274687"/>
                  </a:lnTo>
                  <a:lnTo>
                    <a:pt x="298359" y="270574"/>
                  </a:lnTo>
                  <a:lnTo>
                    <a:pt x="301583" y="266357"/>
                  </a:lnTo>
                  <a:lnTo>
                    <a:pt x="304670" y="262039"/>
                  </a:lnTo>
                  <a:lnTo>
                    <a:pt x="307619" y="257626"/>
                  </a:lnTo>
                  <a:lnTo>
                    <a:pt x="310426" y="253121"/>
                  </a:lnTo>
                  <a:lnTo>
                    <a:pt x="313089" y="248529"/>
                  </a:lnTo>
                  <a:lnTo>
                    <a:pt x="315605" y="243855"/>
                  </a:lnTo>
                  <a:lnTo>
                    <a:pt x="317971" y="239103"/>
                  </a:lnTo>
                  <a:lnTo>
                    <a:pt x="320185" y="234279"/>
                  </a:lnTo>
                  <a:lnTo>
                    <a:pt x="322245" y="229387"/>
                  </a:lnTo>
                  <a:lnTo>
                    <a:pt x="324148" y="224431"/>
                  </a:lnTo>
                  <a:lnTo>
                    <a:pt x="325893" y="219418"/>
                  </a:lnTo>
                  <a:lnTo>
                    <a:pt x="327478" y="214353"/>
                  </a:lnTo>
                  <a:lnTo>
                    <a:pt x="328902" y="209239"/>
                  </a:lnTo>
                  <a:lnTo>
                    <a:pt x="330162" y="204083"/>
                  </a:lnTo>
                  <a:lnTo>
                    <a:pt x="331258" y="198889"/>
                  </a:lnTo>
                  <a:lnTo>
                    <a:pt x="332189" y="193663"/>
                  </a:lnTo>
                  <a:lnTo>
                    <a:pt x="332953" y="188410"/>
                  </a:lnTo>
                  <a:lnTo>
                    <a:pt x="333550" y="183136"/>
                  </a:lnTo>
                  <a:lnTo>
                    <a:pt x="333979" y="177845"/>
                  </a:lnTo>
                  <a:lnTo>
                    <a:pt x="334240" y="172543"/>
                  </a:lnTo>
                  <a:lnTo>
                    <a:pt x="334333" y="167236"/>
                  </a:lnTo>
                  <a:lnTo>
                    <a:pt x="334257" y="161929"/>
                  </a:lnTo>
                  <a:lnTo>
                    <a:pt x="334013" y="156626"/>
                  </a:lnTo>
                  <a:lnTo>
                    <a:pt x="333600" y="151334"/>
                  </a:lnTo>
                  <a:lnTo>
                    <a:pt x="333020" y="146058"/>
                  </a:lnTo>
                  <a:lnTo>
                    <a:pt x="332272" y="140803"/>
                  </a:lnTo>
                  <a:lnTo>
                    <a:pt x="331358" y="135574"/>
                  </a:lnTo>
                  <a:lnTo>
                    <a:pt x="330278" y="130377"/>
                  </a:lnTo>
                  <a:lnTo>
                    <a:pt x="329034" y="125216"/>
                  </a:lnTo>
                  <a:lnTo>
                    <a:pt x="327627" y="120098"/>
                  </a:lnTo>
                  <a:lnTo>
                    <a:pt x="326058" y="115027"/>
                  </a:lnTo>
                  <a:lnTo>
                    <a:pt x="324328" y="110009"/>
                  </a:lnTo>
                  <a:lnTo>
                    <a:pt x="322440" y="105048"/>
                  </a:lnTo>
                  <a:lnTo>
                    <a:pt x="320396" y="100149"/>
                  </a:lnTo>
                  <a:lnTo>
                    <a:pt x="318197" y="95318"/>
                  </a:lnTo>
                  <a:lnTo>
                    <a:pt x="315846" y="90559"/>
                  </a:lnTo>
                  <a:lnTo>
                    <a:pt x="313345" y="85877"/>
                  </a:lnTo>
                  <a:lnTo>
                    <a:pt x="310697" y="81277"/>
                  </a:lnTo>
                  <a:lnTo>
                    <a:pt x="307903" y="76763"/>
                  </a:lnTo>
                  <a:lnTo>
                    <a:pt x="304968" y="72340"/>
                  </a:lnTo>
                  <a:lnTo>
                    <a:pt x="301894" y="68013"/>
                  </a:lnTo>
                  <a:lnTo>
                    <a:pt x="298685" y="63785"/>
                  </a:lnTo>
                  <a:lnTo>
                    <a:pt x="295342" y="59662"/>
                  </a:lnTo>
                  <a:lnTo>
                    <a:pt x="291870" y="55646"/>
                  </a:lnTo>
                  <a:lnTo>
                    <a:pt x="288273" y="51743"/>
                  </a:lnTo>
                  <a:lnTo>
                    <a:pt x="284554" y="47956"/>
                  </a:lnTo>
                  <a:lnTo>
                    <a:pt x="280716" y="44289"/>
                  </a:lnTo>
                  <a:lnTo>
                    <a:pt x="276763" y="40746"/>
                  </a:lnTo>
                  <a:lnTo>
                    <a:pt x="272700" y="37330"/>
                  </a:lnTo>
                  <a:lnTo>
                    <a:pt x="268531" y="34045"/>
                  </a:lnTo>
                  <a:lnTo>
                    <a:pt x="264260" y="30893"/>
                  </a:lnTo>
                  <a:lnTo>
                    <a:pt x="259890" y="27879"/>
                  </a:lnTo>
                  <a:lnTo>
                    <a:pt x="255427" y="25005"/>
                  </a:lnTo>
                  <a:lnTo>
                    <a:pt x="250876" y="22275"/>
                  </a:lnTo>
                  <a:lnTo>
                    <a:pt x="246239" y="19690"/>
                  </a:lnTo>
                  <a:lnTo>
                    <a:pt x="241523" y="17254"/>
                  </a:lnTo>
                  <a:lnTo>
                    <a:pt x="236732" y="14968"/>
                  </a:lnTo>
                  <a:lnTo>
                    <a:pt x="231871" y="12836"/>
                  </a:lnTo>
                  <a:lnTo>
                    <a:pt x="226945" y="10860"/>
                  </a:lnTo>
                  <a:lnTo>
                    <a:pt x="221958" y="9041"/>
                  </a:lnTo>
                  <a:lnTo>
                    <a:pt x="216917" y="7381"/>
                  </a:lnTo>
                  <a:lnTo>
                    <a:pt x="211825" y="5881"/>
                  </a:lnTo>
                  <a:lnTo>
                    <a:pt x="206687" y="4545"/>
                  </a:lnTo>
                  <a:lnTo>
                    <a:pt x="201511" y="3372"/>
                  </a:lnTo>
                  <a:lnTo>
                    <a:pt x="196299" y="2364"/>
                  </a:lnTo>
                  <a:lnTo>
                    <a:pt x="191058" y="1522"/>
                  </a:lnTo>
                  <a:lnTo>
                    <a:pt x="185793" y="847"/>
                  </a:lnTo>
                  <a:lnTo>
                    <a:pt x="180509" y="339"/>
                  </a:lnTo>
                  <a:lnTo>
                    <a:pt x="175212" y="0"/>
                  </a:lnTo>
                  <a:lnTo>
                    <a:pt x="167166" y="1669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8046" cy="167167"/>
            </a:xfrm>
            <a:custGeom>
              <a:avLst/>
              <a:pathLst>
                <a:path w="8046" h="167167">
                  <a:moveTo>
                    <a:pt x="8046" y="19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2025-06-06T04:10:52Z</dcterms:modified>
  <cp:category/>
</cp:coreProperties>
</file>