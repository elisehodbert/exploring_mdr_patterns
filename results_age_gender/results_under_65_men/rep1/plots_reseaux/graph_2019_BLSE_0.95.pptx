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32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60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2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4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42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8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8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83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8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3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4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5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59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8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8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60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60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60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1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15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8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83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71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2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63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54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43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37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4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2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64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42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86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2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3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3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63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54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66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79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42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2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64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4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6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4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2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54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6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0798" y="3170392"/>
              <a:ext cx="42980" cy="167167"/>
            </a:xfrm>
            <a:custGeom>
              <a:avLst/>
              <a:pathLst>
                <a:path w="42980" h="167167">
                  <a:moveTo>
                    <a:pt x="42980" y="0"/>
                  </a:moveTo>
                  <a:lnTo>
                    <a:pt x="36772" y="115"/>
                  </a:lnTo>
                  <a:lnTo>
                    <a:pt x="30572" y="461"/>
                  </a:lnTo>
                  <a:lnTo>
                    <a:pt x="24389" y="1036"/>
                  </a:lnTo>
                  <a:lnTo>
                    <a:pt x="18232" y="1842"/>
                  </a:lnTo>
                  <a:lnTo>
                    <a:pt x="12109" y="2875"/>
                  </a:lnTo>
                  <a:lnTo>
                    <a:pt x="6029" y="4135"/>
                  </a:lnTo>
                  <a:lnTo>
                    <a:pt x="0" y="5619"/>
                  </a:lnTo>
                  <a:lnTo>
                    <a:pt x="429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40798" y="3176012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816626" y="3171333"/>
              <a:ext cx="334312" cy="333393"/>
            </a:xfrm>
            <a:custGeom>
              <a:avLst/>
              <a:pathLst>
                <a:path w="334312" h="333393">
                  <a:moveTo>
                    <a:pt x="124171" y="4679"/>
                  </a:moveTo>
                  <a:lnTo>
                    <a:pt x="119082" y="6119"/>
                  </a:lnTo>
                  <a:lnTo>
                    <a:pt x="114041" y="7720"/>
                  </a:lnTo>
                  <a:lnTo>
                    <a:pt x="109053" y="9480"/>
                  </a:lnTo>
                  <a:lnTo>
                    <a:pt x="104123" y="11396"/>
                  </a:lnTo>
                  <a:lnTo>
                    <a:pt x="99256" y="13468"/>
                  </a:lnTo>
                  <a:lnTo>
                    <a:pt x="94458" y="15692"/>
                  </a:lnTo>
                  <a:lnTo>
                    <a:pt x="89732" y="18067"/>
                  </a:lnTo>
                  <a:lnTo>
                    <a:pt x="85083" y="20591"/>
                  </a:lnTo>
                  <a:lnTo>
                    <a:pt x="80517" y="23260"/>
                  </a:lnTo>
                  <a:lnTo>
                    <a:pt x="76037" y="26073"/>
                  </a:lnTo>
                  <a:lnTo>
                    <a:pt x="71649" y="29025"/>
                  </a:lnTo>
                  <a:lnTo>
                    <a:pt x="67356" y="32115"/>
                  </a:lnTo>
                  <a:lnTo>
                    <a:pt x="63163" y="35340"/>
                  </a:lnTo>
                  <a:lnTo>
                    <a:pt x="59074" y="38695"/>
                  </a:lnTo>
                  <a:lnTo>
                    <a:pt x="55094" y="42178"/>
                  </a:lnTo>
                  <a:lnTo>
                    <a:pt x="51226" y="45785"/>
                  </a:lnTo>
                  <a:lnTo>
                    <a:pt x="47473" y="49513"/>
                  </a:lnTo>
                  <a:lnTo>
                    <a:pt x="43841" y="53358"/>
                  </a:lnTo>
                  <a:lnTo>
                    <a:pt x="40332" y="57315"/>
                  </a:lnTo>
                  <a:lnTo>
                    <a:pt x="36950" y="61382"/>
                  </a:lnTo>
                  <a:lnTo>
                    <a:pt x="33698" y="65554"/>
                  </a:lnTo>
                  <a:lnTo>
                    <a:pt x="30580" y="69826"/>
                  </a:lnTo>
                  <a:lnTo>
                    <a:pt x="27598" y="74195"/>
                  </a:lnTo>
                  <a:lnTo>
                    <a:pt x="24757" y="78656"/>
                  </a:lnTo>
                  <a:lnTo>
                    <a:pt x="22057" y="83205"/>
                  </a:lnTo>
                  <a:lnTo>
                    <a:pt x="19504" y="87837"/>
                  </a:lnTo>
                  <a:lnTo>
                    <a:pt x="17098" y="92547"/>
                  </a:lnTo>
                  <a:lnTo>
                    <a:pt x="14842" y="97331"/>
                  </a:lnTo>
                  <a:lnTo>
                    <a:pt x="12738" y="102184"/>
                  </a:lnTo>
                  <a:lnTo>
                    <a:pt x="10790" y="107101"/>
                  </a:lnTo>
                  <a:lnTo>
                    <a:pt x="8997" y="112077"/>
                  </a:lnTo>
                  <a:lnTo>
                    <a:pt x="7363" y="117108"/>
                  </a:lnTo>
                  <a:lnTo>
                    <a:pt x="5889" y="122188"/>
                  </a:lnTo>
                  <a:lnTo>
                    <a:pt x="4577" y="127312"/>
                  </a:lnTo>
                  <a:lnTo>
                    <a:pt x="3427" y="132474"/>
                  </a:lnTo>
                  <a:lnTo>
                    <a:pt x="2441" y="137671"/>
                  </a:lnTo>
                  <a:lnTo>
                    <a:pt x="1620" y="142896"/>
                  </a:lnTo>
                  <a:lnTo>
                    <a:pt x="965" y="148145"/>
                  </a:lnTo>
                  <a:lnTo>
                    <a:pt x="476" y="153411"/>
                  </a:lnTo>
                  <a:lnTo>
                    <a:pt x="154" y="158691"/>
                  </a:lnTo>
                  <a:lnTo>
                    <a:pt x="0" y="163978"/>
                  </a:lnTo>
                  <a:lnTo>
                    <a:pt x="12" y="169267"/>
                  </a:lnTo>
                  <a:lnTo>
                    <a:pt x="192" y="174553"/>
                  </a:lnTo>
                  <a:lnTo>
                    <a:pt x="539" y="179831"/>
                  </a:lnTo>
                  <a:lnTo>
                    <a:pt x="1053" y="185095"/>
                  </a:lnTo>
                  <a:lnTo>
                    <a:pt x="1733" y="190341"/>
                  </a:lnTo>
                  <a:lnTo>
                    <a:pt x="2578" y="195562"/>
                  </a:lnTo>
                  <a:lnTo>
                    <a:pt x="3589" y="200754"/>
                  </a:lnTo>
                  <a:lnTo>
                    <a:pt x="4763" y="205911"/>
                  </a:lnTo>
                  <a:lnTo>
                    <a:pt x="6100" y="211029"/>
                  </a:lnTo>
                  <a:lnTo>
                    <a:pt x="7598" y="216101"/>
                  </a:lnTo>
                  <a:lnTo>
                    <a:pt x="9256" y="221124"/>
                  </a:lnTo>
                  <a:lnTo>
                    <a:pt x="11071" y="226092"/>
                  </a:lnTo>
                  <a:lnTo>
                    <a:pt x="13044" y="231000"/>
                  </a:lnTo>
                  <a:lnTo>
                    <a:pt x="15170" y="235843"/>
                  </a:lnTo>
                  <a:lnTo>
                    <a:pt x="17448" y="240616"/>
                  </a:lnTo>
                  <a:lnTo>
                    <a:pt x="19877" y="245315"/>
                  </a:lnTo>
                  <a:lnTo>
                    <a:pt x="22453" y="249935"/>
                  </a:lnTo>
                  <a:lnTo>
                    <a:pt x="25173" y="254470"/>
                  </a:lnTo>
                  <a:lnTo>
                    <a:pt x="28036" y="258918"/>
                  </a:lnTo>
                  <a:lnTo>
                    <a:pt x="31038" y="263273"/>
                  </a:lnTo>
                  <a:lnTo>
                    <a:pt x="34176" y="267530"/>
                  </a:lnTo>
                  <a:lnTo>
                    <a:pt x="37448" y="271687"/>
                  </a:lnTo>
                  <a:lnTo>
                    <a:pt x="40849" y="275737"/>
                  </a:lnTo>
                  <a:lnTo>
                    <a:pt x="44377" y="279678"/>
                  </a:lnTo>
                  <a:lnTo>
                    <a:pt x="48028" y="283505"/>
                  </a:lnTo>
                  <a:lnTo>
                    <a:pt x="51798" y="287215"/>
                  </a:lnTo>
                  <a:lnTo>
                    <a:pt x="55683" y="290804"/>
                  </a:lnTo>
                  <a:lnTo>
                    <a:pt x="59680" y="294268"/>
                  </a:lnTo>
                  <a:lnTo>
                    <a:pt x="63785" y="297604"/>
                  </a:lnTo>
                  <a:lnTo>
                    <a:pt x="67993" y="300809"/>
                  </a:lnTo>
                  <a:lnTo>
                    <a:pt x="72300" y="303878"/>
                  </a:lnTo>
                  <a:lnTo>
                    <a:pt x="76702" y="306810"/>
                  </a:lnTo>
                  <a:lnTo>
                    <a:pt x="81195" y="309601"/>
                  </a:lnTo>
                  <a:lnTo>
                    <a:pt x="85774" y="312249"/>
                  </a:lnTo>
                  <a:lnTo>
                    <a:pt x="90435" y="314750"/>
                  </a:lnTo>
                  <a:lnTo>
                    <a:pt x="95172" y="317103"/>
                  </a:lnTo>
                  <a:lnTo>
                    <a:pt x="99981" y="319305"/>
                  </a:lnTo>
                  <a:lnTo>
                    <a:pt x="104858" y="321353"/>
                  </a:lnTo>
                  <a:lnTo>
                    <a:pt x="109796" y="323246"/>
                  </a:lnTo>
                  <a:lnTo>
                    <a:pt x="114793" y="324982"/>
                  </a:lnTo>
                  <a:lnTo>
                    <a:pt x="119841" y="326559"/>
                  </a:lnTo>
                  <a:lnTo>
                    <a:pt x="124937" y="327976"/>
                  </a:lnTo>
                  <a:lnTo>
                    <a:pt x="130076" y="329230"/>
                  </a:lnTo>
                  <a:lnTo>
                    <a:pt x="135251" y="330322"/>
                  </a:lnTo>
                  <a:lnTo>
                    <a:pt x="140459" y="331249"/>
                  </a:lnTo>
                  <a:lnTo>
                    <a:pt x="145693" y="332011"/>
                  </a:lnTo>
                  <a:lnTo>
                    <a:pt x="150948" y="332607"/>
                  </a:lnTo>
                  <a:lnTo>
                    <a:pt x="156220" y="333036"/>
                  </a:lnTo>
                  <a:lnTo>
                    <a:pt x="161503" y="333298"/>
                  </a:lnTo>
                  <a:lnTo>
                    <a:pt x="166791" y="333393"/>
                  </a:lnTo>
                  <a:lnTo>
                    <a:pt x="172080" y="333321"/>
                  </a:lnTo>
                  <a:lnTo>
                    <a:pt x="177364" y="333082"/>
                  </a:lnTo>
                  <a:lnTo>
                    <a:pt x="182637" y="332675"/>
                  </a:lnTo>
                  <a:lnTo>
                    <a:pt x="187896" y="332102"/>
                  </a:lnTo>
                  <a:lnTo>
                    <a:pt x="193133" y="331362"/>
                  </a:lnTo>
                  <a:lnTo>
                    <a:pt x="198344" y="330458"/>
                  </a:lnTo>
                  <a:lnTo>
                    <a:pt x="203524" y="329389"/>
                  </a:lnTo>
                  <a:lnTo>
                    <a:pt x="208668" y="328156"/>
                  </a:lnTo>
                  <a:lnTo>
                    <a:pt x="213770" y="326762"/>
                  </a:lnTo>
                  <a:lnTo>
                    <a:pt x="218826" y="325207"/>
                  </a:lnTo>
                  <a:lnTo>
                    <a:pt x="223829" y="323492"/>
                  </a:lnTo>
                  <a:lnTo>
                    <a:pt x="228776" y="321621"/>
                  </a:lnTo>
                  <a:lnTo>
                    <a:pt x="233662" y="319593"/>
                  </a:lnTo>
                  <a:lnTo>
                    <a:pt x="238480" y="317412"/>
                  </a:lnTo>
                  <a:lnTo>
                    <a:pt x="243228" y="315080"/>
                  </a:lnTo>
                  <a:lnTo>
                    <a:pt x="247899" y="312599"/>
                  </a:lnTo>
                  <a:lnTo>
                    <a:pt x="252489" y="309971"/>
                  </a:lnTo>
                  <a:lnTo>
                    <a:pt x="256994" y="307199"/>
                  </a:lnTo>
                  <a:lnTo>
                    <a:pt x="261409" y="304286"/>
                  </a:lnTo>
                  <a:lnTo>
                    <a:pt x="265729" y="301235"/>
                  </a:lnTo>
                  <a:lnTo>
                    <a:pt x="269951" y="298049"/>
                  </a:lnTo>
                  <a:lnTo>
                    <a:pt x="274070" y="294731"/>
                  </a:lnTo>
                  <a:lnTo>
                    <a:pt x="278082" y="291284"/>
                  </a:lnTo>
                  <a:lnTo>
                    <a:pt x="281983" y="287712"/>
                  </a:lnTo>
                  <a:lnTo>
                    <a:pt x="285769" y="284018"/>
                  </a:lnTo>
                  <a:lnTo>
                    <a:pt x="289436" y="280207"/>
                  </a:lnTo>
                  <a:lnTo>
                    <a:pt x="292981" y="276281"/>
                  </a:lnTo>
                  <a:lnTo>
                    <a:pt x="296400" y="272245"/>
                  </a:lnTo>
                  <a:lnTo>
                    <a:pt x="299689" y="268103"/>
                  </a:lnTo>
                  <a:lnTo>
                    <a:pt x="302846" y="263859"/>
                  </a:lnTo>
                  <a:lnTo>
                    <a:pt x="305866" y="259517"/>
                  </a:lnTo>
                  <a:lnTo>
                    <a:pt x="308748" y="255082"/>
                  </a:lnTo>
                  <a:lnTo>
                    <a:pt x="311489" y="250558"/>
                  </a:lnTo>
                  <a:lnTo>
                    <a:pt x="314084" y="245949"/>
                  </a:lnTo>
                  <a:lnTo>
                    <a:pt x="316533" y="241261"/>
                  </a:lnTo>
                  <a:lnTo>
                    <a:pt x="318832" y="236498"/>
                  </a:lnTo>
                  <a:lnTo>
                    <a:pt x="320979" y="231664"/>
                  </a:lnTo>
                  <a:lnTo>
                    <a:pt x="322972" y="226765"/>
                  </a:lnTo>
                  <a:lnTo>
                    <a:pt x="324810" y="221805"/>
                  </a:lnTo>
                  <a:lnTo>
                    <a:pt x="326489" y="216789"/>
                  </a:lnTo>
                  <a:lnTo>
                    <a:pt x="328009" y="211723"/>
                  </a:lnTo>
                  <a:lnTo>
                    <a:pt x="329368" y="206611"/>
                  </a:lnTo>
                  <a:lnTo>
                    <a:pt x="330564" y="201459"/>
                  </a:lnTo>
                  <a:lnTo>
                    <a:pt x="331597" y="196271"/>
                  </a:lnTo>
                  <a:lnTo>
                    <a:pt x="332465" y="191054"/>
                  </a:lnTo>
                  <a:lnTo>
                    <a:pt x="333168" y="185812"/>
                  </a:lnTo>
                  <a:lnTo>
                    <a:pt x="333705" y="180550"/>
                  </a:lnTo>
                  <a:lnTo>
                    <a:pt x="334074" y="175273"/>
                  </a:lnTo>
                  <a:lnTo>
                    <a:pt x="334277" y="169988"/>
                  </a:lnTo>
                  <a:lnTo>
                    <a:pt x="334312" y="164699"/>
                  </a:lnTo>
                  <a:lnTo>
                    <a:pt x="334180" y="159411"/>
                  </a:lnTo>
                  <a:lnTo>
                    <a:pt x="333881" y="154130"/>
                  </a:lnTo>
                  <a:lnTo>
                    <a:pt x="333415" y="148862"/>
                  </a:lnTo>
                  <a:lnTo>
                    <a:pt x="332782" y="143610"/>
                  </a:lnTo>
                  <a:lnTo>
                    <a:pt x="331984" y="138382"/>
                  </a:lnTo>
                  <a:lnTo>
                    <a:pt x="331021" y="133181"/>
                  </a:lnTo>
                  <a:lnTo>
                    <a:pt x="329893" y="128013"/>
                  </a:lnTo>
                  <a:lnTo>
                    <a:pt x="328603" y="122884"/>
                  </a:lnTo>
                  <a:lnTo>
                    <a:pt x="327151" y="117798"/>
                  </a:lnTo>
                  <a:lnTo>
                    <a:pt x="325538" y="112760"/>
                  </a:lnTo>
                  <a:lnTo>
                    <a:pt x="323768" y="107776"/>
                  </a:lnTo>
                  <a:lnTo>
                    <a:pt x="321840" y="102851"/>
                  </a:lnTo>
                  <a:lnTo>
                    <a:pt x="319758" y="97989"/>
                  </a:lnTo>
                  <a:lnTo>
                    <a:pt x="317523" y="93195"/>
                  </a:lnTo>
                  <a:lnTo>
                    <a:pt x="315137" y="88474"/>
                  </a:lnTo>
                  <a:lnTo>
                    <a:pt x="312603" y="83831"/>
                  </a:lnTo>
                  <a:lnTo>
                    <a:pt x="309923" y="79271"/>
                  </a:lnTo>
                  <a:lnTo>
                    <a:pt x="307101" y="74798"/>
                  </a:lnTo>
                  <a:lnTo>
                    <a:pt x="304138" y="70416"/>
                  </a:lnTo>
                  <a:lnTo>
                    <a:pt x="301039" y="66130"/>
                  </a:lnTo>
                  <a:lnTo>
                    <a:pt x="297805" y="61945"/>
                  </a:lnTo>
                  <a:lnTo>
                    <a:pt x="294441" y="57863"/>
                  </a:lnTo>
                  <a:lnTo>
                    <a:pt x="290949" y="53891"/>
                  </a:lnTo>
                  <a:lnTo>
                    <a:pt x="287333" y="50030"/>
                  </a:lnTo>
                  <a:lnTo>
                    <a:pt x="283597" y="46286"/>
                  </a:lnTo>
                  <a:lnTo>
                    <a:pt x="279744" y="42662"/>
                  </a:lnTo>
                  <a:lnTo>
                    <a:pt x="275778" y="39162"/>
                  </a:lnTo>
                  <a:lnTo>
                    <a:pt x="271704" y="35789"/>
                  </a:lnTo>
                  <a:lnTo>
                    <a:pt x="267525" y="32547"/>
                  </a:lnTo>
                  <a:lnTo>
                    <a:pt x="263246" y="29438"/>
                  </a:lnTo>
                  <a:lnTo>
                    <a:pt x="258870" y="26467"/>
                  </a:lnTo>
                  <a:lnTo>
                    <a:pt x="254403" y="23635"/>
                  </a:lnTo>
                  <a:lnTo>
                    <a:pt x="249848" y="20946"/>
                  </a:lnTo>
                  <a:lnTo>
                    <a:pt x="245210" y="18403"/>
                  </a:lnTo>
                  <a:lnTo>
                    <a:pt x="240495" y="16007"/>
                  </a:lnTo>
                  <a:lnTo>
                    <a:pt x="235706" y="13762"/>
                  </a:lnTo>
                  <a:lnTo>
                    <a:pt x="230848" y="11670"/>
                  </a:lnTo>
                  <a:lnTo>
                    <a:pt x="225926" y="9732"/>
                  </a:lnTo>
                  <a:lnTo>
                    <a:pt x="220946" y="7951"/>
                  </a:lnTo>
                  <a:lnTo>
                    <a:pt x="215912" y="6328"/>
                  </a:lnTo>
                  <a:lnTo>
                    <a:pt x="210829" y="4866"/>
                  </a:lnTo>
                  <a:lnTo>
                    <a:pt x="205702" y="3565"/>
                  </a:lnTo>
                  <a:lnTo>
                    <a:pt x="200537" y="2426"/>
                  </a:lnTo>
                  <a:lnTo>
                    <a:pt x="195338" y="1452"/>
                  </a:lnTo>
                  <a:lnTo>
                    <a:pt x="190111" y="643"/>
                  </a:lnTo>
                  <a:lnTo>
                    <a:pt x="184861" y="0"/>
                  </a:lnTo>
                  <a:lnTo>
                    <a:pt x="167152" y="166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83779" y="3170392"/>
              <a:ext cx="17709" cy="167167"/>
            </a:xfrm>
            <a:custGeom>
              <a:avLst/>
              <a:pathLst>
                <a:path w="17709" h="167167">
                  <a:moveTo>
                    <a:pt x="17709" y="940"/>
                  </a:moveTo>
                  <a:lnTo>
                    <a:pt x="8866" y="2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51" y="2633064"/>
              <a:ext cx="167160" cy="184876"/>
            </a:xfrm>
            <a:custGeom>
              <a:avLst/>
              <a:pathLst>
                <a:path w="167160" h="184876">
                  <a:moveTo>
                    <a:pt x="167160" y="0"/>
                  </a:moveTo>
                  <a:lnTo>
                    <a:pt x="161770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6" y="1388"/>
                  </a:lnTo>
                  <a:lnTo>
                    <a:pt x="140322" y="2168"/>
                  </a:lnTo>
                  <a:lnTo>
                    <a:pt x="135015" y="3119"/>
                  </a:lnTo>
                  <a:lnTo>
                    <a:pt x="129743" y="4241"/>
                  </a:lnTo>
                  <a:lnTo>
                    <a:pt x="124509" y="5532"/>
                  </a:lnTo>
                  <a:lnTo>
                    <a:pt x="119320" y="6991"/>
                  </a:lnTo>
                  <a:lnTo>
                    <a:pt x="114180" y="8617"/>
                  </a:lnTo>
                  <a:lnTo>
                    <a:pt x="109095" y="10408"/>
                  </a:lnTo>
                  <a:lnTo>
                    <a:pt x="104071" y="12361"/>
                  </a:lnTo>
                  <a:lnTo>
                    <a:pt x="99112" y="14476"/>
                  </a:lnTo>
                  <a:lnTo>
                    <a:pt x="94225" y="16749"/>
                  </a:lnTo>
                  <a:lnTo>
                    <a:pt x="89413" y="19179"/>
                  </a:lnTo>
                  <a:lnTo>
                    <a:pt x="84681" y="21763"/>
                  </a:lnTo>
                  <a:lnTo>
                    <a:pt x="80036" y="24498"/>
                  </a:lnTo>
                  <a:lnTo>
                    <a:pt x="75481" y="27381"/>
                  </a:lnTo>
                  <a:lnTo>
                    <a:pt x="71022" y="30410"/>
                  </a:lnTo>
                  <a:lnTo>
                    <a:pt x="66662" y="33581"/>
                  </a:lnTo>
                  <a:lnTo>
                    <a:pt x="62407" y="36891"/>
                  </a:lnTo>
                  <a:lnTo>
                    <a:pt x="58261" y="40336"/>
                  </a:lnTo>
                  <a:lnTo>
                    <a:pt x="54228" y="43913"/>
                  </a:lnTo>
                  <a:lnTo>
                    <a:pt x="50313" y="47618"/>
                  </a:lnTo>
                  <a:lnTo>
                    <a:pt x="46519" y="51448"/>
                  </a:lnTo>
                  <a:lnTo>
                    <a:pt x="42851" y="55398"/>
                  </a:lnTo>
                  <a:lnTo>
                    <a:pt x="39312" y="59464"/>
                  </a:lnTo>
                  <a:lnTo>
                    <a:pt x="35906" y="63642"/>
                  </a:lnTo>
                  <a:lnTo>
                    <a:pt x="32636" y="67928"/>
                  </a:lnTo>
                  <a:lnTo>
                    <a:pt x="29506" y="72317"/>
                  </a:lnTo>
                  <a:lnTo>
                    <a:pt x="26519" y="76805"/>
                  </a:lnTo>
                  <a:lnTo>
                    <a:pt x="23679" y="81387"/>
                  </a:lnTo>
                  <a:lnTo>
                    <a:pt x="20988" y="86058"/>
                  </a:lnTo>
                  <a:lnTo>
                    <a:pt x="18448" y="90813"/>
                  </a:lnTo>
                  <a:lnTo>
                    <a:pt x="16064" y="95647"/>
                  </a:lnTo>
                  <a:lnTo>
                    <a:pt x="13836" y="100556"/>
                  </a:lnTo>
                  <a:lnTo>
                    <a:pt x="11768" y="105535"/>
                  </a:lnTo>
                  <a:lnTo>
                    <a:pt x="9862" y="110577"/>
                  </a:lnTo>
                  <a:lnTo>
                    <a:pt x="8119" y="115678"/>
                  </a:lnTo>
                  <a:lnTo>
                    <a:pt x="6542" y="120833"/>
                  </a:lnTo>
                  <a:lnTo>
                    <a:pt x="5131" y="126036"/>
                  </a:lnTo>
                  <a:lnTo>
                    <a:pt x="3889" y="131281"/>
                  </a:lnTo>
                  <a:lnTo>
                    <a:pt x="2817" y="136564"/>
                  </a:lnTo>
                  <a:lnTo>
                    <a:pt x="1916" y="141879"/>
                  </a:lnTo>
                  <a:lnTo>
                    <a:pt x="1186" y="147220"/>
                  </a:lnTo>
                  <a:lnTo>
                    <a:pt x="630" y="152582"/>
                  </a:lnTo>
                  <a:lnTo>
                    <a:pt x="246" y="157959"/>
                  </a:lnTo>
                  <a:lnTo>
                    <a:pt x="36" y="163346"/>
                  </a:lnTo>
                  <a:lnTo>
                    <a:pt x="0" y="168736"/>
                  </a:lnTo>
                  <a:lnTo>
                    <a:pt x="137" y="174125"/>
                  </a:lnTo>
                  <a:lnTo>
                    <a:pt x="448" y="179507"/>
                  </a:lnTo>
                  <a:lnTo>
                    <a:pt x="933" y="18487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2784" y="2800231"/>
              <a:ext cx="166226" cy="17709"/>
            </a:xfrm>
            <a:custGeom>
              <a:avLst/>
              <a:pathLst>
                <a:path w="166226" h="17709">
                  <a:moveTo>
                    <a:pt x="0" y="17709"/>
                  </a:moveTo>
                  <a:lnTo>
                    <a:pt x="16622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2784" y="2691800"/>
              <a:ext cx="333388" cy="275595"/>
            </a:xfrm>
            <a:custGeom>
              <a:avLst/>
              <a:pathLst>
                <a:path w="333388" h="275595">
                  <a:moveTo>
                    <a:pt x="0" y="126140"/>
                  </a:moveTo>
                  <a:lnTo>
                    <a:pt x="644" y="131401"/>
                  </a:lnTo>
                  <a:lnTo>
                    <a:pt x="1456" y="136638"/>
                  </a:lnTo>
                  <a:lnTo>
                    <a:pt x="2433" y="141847"/>
                  </a:lnTo>
                  <a:lnTo>
                    <a:pt x="3574" y="147023"/>
                  </a:lnTo>
                  <a:lnTo>
                    <a:pt x="4879" y="152159"/>
                  </a:lnTo>
                  <a:lnTo>
                    <a:pt x="6347" y="157252"/>
                  </a:lnTo>
                  <a:lnTo>
                    <a:pt x="7975" y="162296"/>
                  </a:lnTo>
                  <a:lnTo>
                    <a:pt x="9762" y="167285"/>
                  </a:lnTo>
                  <a:lnTo>
                    <a:pt x="11706" y="172216"/>
                  </a:lnTo>
                  <a:lnTo>
                    <a:pt x="13806" y="177082"/>
                  </a:lnTo>
                  <a:lnTo>
                    <a:pt x="16059" y="181879"/>
                  </a:lnTo>
                  <a:lnTo>
                    <a:pt x="18462" y="186603"/>
                  </a:lnTo>
                  <a:lnTo>
                    <a:pt x="21015" y="191248"/>
                  </a:lnTo>
                  <a:lnTo>
                    <a:pt x="23713" y="195809"/>
                  </a:lnTo>
                  <a:lnTo>
                    <a:pt x="26555" y="200283"/>
                  </a:lnTo>
                  <a:lnTo>
                    <a:pt x="29536" y="204664"/>
                  </a:lnTo>
                  <a:lnTo>
                    <a:pt x="32656" y="208949"/>
                  </a:lnTo>
                  <a:lnTo>
                    <a:pt x="35909" y="213133"/>
                  </a:lnTo>
                  <a:lnTo>
                    <a:pt x="39294" y="217211"/>
                  </a:lnTo>
                  <a:lnTo>
                    <a:pt x="42806" y="221180"/>
                  </a:lnTo>
                  <a:lnTo>
                    <a:pt x="46442" y="225036"/>
                  </a:lnTo>
                  <a:lnTo>
                    <a:pt x="50199" y="228775"/>
                  </a:lnTo>
                  <a:lnTo>
                    <a:pt x="54072" y="232392"/>
                  </a:lnTo>
                  <a:lnTo>
                    <a:pt x="58058" y="235885"/>
                  </a:lnTo>
                  <a:lnTo>
                    <a:pt x="62153" y="239250"/>
                  </a:lnTo>
                  <a:lnTo>
                    <a:pt x="66352" y="242484"/>
                  </a:lnTo>
                  <a:lnTo>
                    <a:pt x="70652" y="245582"/>
                  </a:lnTo>
                  <a:lnTo>
                    <a:pt x="75048" y="248543"/>
                  </a:lnTo>
                  <a:lnTo>
                    <a:pt x="79535" y="251363"/>
                  </a:lnTo>
                  <a:lnTo>
                    <a:pt x="84110" y="254039"/>
                  </a:lnTo>
                  <a:lnTo>
                    <a:pt x="88767" y="256569"/>
                  </a:lnTo>
                  <a:lnTo>
                    <a:pt x="93502" y="258950"/>
                  </a:lnTo>
                  <a:lnTo>
                    <a:pt x="98310" y="261180"/>
                  </a:lnTo>
                  <a:lnTo>
                    <a:pt x="103186" y="263256"/>
                  </a:lnTo>
                  <a:lnTo>
                    <a:pt x="108126" y="265177"/>
                  </a:lnTo>
                  <a:lnTo>
                    <a:pt x="113124" y="266940"/>
                  </a:lnTo>
                  <a:lnTo>
                    <a:pt x="118175" y="268544"/>
                  </a:lnTo>
                  <a:lnTo>
                    <a:pt x="123275" y="269986"/>
                  </a:lnTo>
                  <a:lnTo>
                    <a:pt x="128418" y="271267"/>
                  </a:lnTo>
                  <a:lnTo>
                    <a:pt x="133599" y="272384"/>
                  </a:lnTo>
                  <a:lnTo>
                    <a:pt x="138813" y="273335"/>
                  </a:lnTo>
                  <a:lnTo>
                    <a:pt x="144054" y="274122"/>
                  </a:lnTo>
                  <a:lnTo>
                    <a:pt x="149317" y="274741"/>
                  </a:lnTo>
                  <a:lnTo>
                    <a:pt x="154598" y="275194"/>
                  </a:lnTo>
                  <a:lnTo>
                    <a:pt x="159890" y="275478"/>
                  </a:lnTo>
                  <a:lnTo>
                    <a:pt x="165189" y="275595"/>
                  </a:lnTo>
                  <a:lnTo>
                    <a:pt x="170488" y="275544"/>
                  </a:lnTo>
                  <a:lnTo>
                    <a:pt x="175784" y="275325"/>
                  </a:lnTo>
                  <a:lnTo>
                    <a:pt x="181070" y="274938"/>
                  </a:lnTo>
                  <a:lnTo>
                    <a:pt x="186341" y="274384"/>
                  </a:lnTo>
                  <a:lnTo>
                    <a:pt x="191591" y="273663"/>
                  </a:lnTo>
                  <a:lnTo>
                    <a:pt x="196816" y="272776"/>
                  </a:lnTo>
                  <a:lnTo>
                    <a:pt x="202011" y="271724"/>
                  </a:lnTo>
                  <a:lnTo>
                    <a:pt x="207169" y="270507"/>
                  </a:lnTo>
                  <a:lnTo>
                    <a:pt x="212286" y="269128"/>
                  </a:lnTo>
                  <a:lnTo>
                    <a:pt x="217357" y="267587"/>
                  </a:lnTo>
                  <a:lnTo>
                    <a:pt x="222377" y="265886"/>
                  </a:lnTo>
                  <a:lnTo>
                    <a:pt x="227340" y="264027"/>
                  </a:lnTo>
                  <a:lnTo>
                    <a:pt x="232242" y="262011"/>
                  </a:lnTo>
                  <a:lnTo>
                    <a:pt x="237077" y="259842"/>
                  </a:lnTo>
                  <a:lnTo>
                    <a:pt x="241841" y="257519"/>
                  </a:lnTo>
                  <a:lnTo>
                    <a:pt x="246529" y="255047"/>
                  </a:lnTo>
                  <a:lnTo>
                    <a:pt x="251137" y="252428"/>
                  </a:lnTo>
                  <a:lnTo>
                    <a:pt x="255659" y="249664"/>
                  </a:lnTo>
                  <a:lnTo>
                    <a:pt x="260091" y="246758"/>
                  </a:lnTo>
                  <a:lnTo>
                    <a:pt x="264429" y="243713"/>
                  </a:lnTo>
                  <a:lnTo>
                    <a:pt x="268668" y="240532"/>
                  </a:lnTo>
                  <a:lnTo>
                    <a:pt x="272804" y="237218"/>
                  </a:lnTo>
                  <a:lnTo>
                    <a:pt x="276833" y="233775"/>
                  </a:lnTo>
                  <a:lnTo>
                    <a:pt x="280751" y="230206"/>
                  </a:lnTo>
                  <a:lnTo>
                    <a:pt x="284554" y="226514"/>
                  </a:lnTo>
                  <a:lnTo>
                    <a:pt x="288238" y="222704"/>
                  </a:lnTo>
                  <a:lnTo>
                    <a:pt x="291799" y="218778"/>
                  </a:lnTo>
                  <a:lnTo>
                    <a:pt x="295234" y="214742"/>
                  </a:lnTo>
                  <a:lnTo>
                    <a:pt x="298539" y="210599"/>
                  </a:lnTo>
                  <a:lnTo>
                    <a:pt x="301711" y="206354"/>
                  </a:lnTo>
                  <a:lnTo>
                    <a:pt x="304747" y="202010"/>
                  </a:lnTo>
                  <a:lnTo>
                    <a:pt x="307644" y="197571"/>
                  </a:lnTo>
                  <a:lnTo>
                    <a:pt x="310399" y="193044"/>
                  </a:lnTo>
                  <a:lnTo>
                    <a:pt x="313008" y="188431"/>
                  </a:lnTo>
                  <a:lnTo>
                    <a:pt x="315471" y="183737"/>
                  </a:lnTo>
                  <a:lnTo>
                    <a:pt x="317783" y="178969"/>
                  </a:lnTo>
                  <a:lnTo>
                    <a:pt x="319943" y="174129"/>
                  </a:lnTo>
                  <a:lnTo>
                    <a:pt x="321948" y="169223"/>
                  </a:lnTo>
                  <a:lnTo>
                    <a:pt x="323797" y="164256"/>
                  </a:lnTo>
                  <a:lnTo>
                    <a:pt x="325488" y="159233"/>
                  </a:lnTo>
                  <a:lnTo>
                    <a:pt x="327018" y="154159"/>
                  </a:lnTo>
                  <a:lnTo>
                    <a:pt x="328387" y="149039"/>
                  </a:lnTo>
                  <a:lnTo>
                    <a:pt x="329592" y="143878"/>
                  </a:lnTo>
                  <a:lnTo>
                    <a:pt x="330634" y="138681"/>
                  </a:lnTo>
                  <a:lnTo>
                    <a:pt x="331510" y="133454"/>
                  </a:lnTo>
                  <a:lnTo>
                    <a:pt x="332220" y="128202"/>
                  </a:lnTo>
                  <a:lnTo>
                    <a:pt x="332764" y="122930"/>
                  </a:lnTo>
                  <a:lnTo>
                    <a:pt x="333140" y="117643"/>
                  </a:lnTo>
                  <a:lnTo>
                    <a:pt x="333348" y="112348"/>
                  </a:lnTo>
                  <a:lnTo>
                    <a:pt x="333388" y="107048"/>
                  </a:lnTo>
                  <a:lnTo>
                    <a:pt x="333260" y="101749"/>
                  </a:lnTo>
                  <a:lnTo>
                    <a:pt x="332964" y="96458"/>
                  </a:lnTo>
                  <a:lnTo>
                    <a:pt x="332501" y="91178"/>
                  </a:lnTo>
                  <a:lnTo>
                    <a:pt x="331871" y="85916"/>
                  </a:lnTo>
                  <a:lnTo>
                    <a:pt x="331074" y="80676"/>
                  </a:lnTo>
                  <a:lnTo>
                    <a:pt x="330111" y="75464"/>
                  </a:lnTo>
                  <a:lnTo>
                    <a:pt x="328983" y="70286"/>
                  </a:lnTo>
                  <a:lnTo>
                    <a:pt x="327692" y="65146"/>
                  </a:lnTo>
                  <a:lnTo>
                    <a:pt x="326239" y="60049"/>
                  </a:lnTo>
                  <a:lnTo>
                    <a:pt x="324625" y="55001"/>
                  </a:lnTo>
                  <a:lnTo>
                    <a:pt x="322852" y="50006"/>
                  </a:lnTo>
                  <a:lnTo>
                    <a:pt x="320921" y="45071"/>
                  </a:lnTo>
                  <a:lnTo>
                    <a:pt x="318835" y="40199"/>
                  </a:lnTo>
                  <a:lnTo>
                    <a:pt x="316595" y="35395"/>
                  </a:lnTo>
                  <a:lnTo>
                    <a:pt x="314204" y="30665"/>
                  </a:lnTo>
                  <a:lnTo>
                    <a:pt x="311664" y="26013"/>
                  </a:lnTo>
                  <a:lnTo>
                    <a:pt x="308979" y="21444"/>
                  </a:lnTo>
                  <a:lnTo>
                    <a:pt x="306149" y="16963"/>
                  </a:lnTo>
                  <a:lnTo>
                    <a:pt x="303180" y="12573"/>
                  </a:lnTo>
                  <a:lnTo>
                    <a:pt x="300072" y="8280"/>
                  </a:lnTo>
                  <a:lnTo>
                    <a:pt x="296830" y="4087"/>
                  </a:lnTo>
                  <a:lnTo>
                    <a:pt x="293457" y="0"/>
                  </a:lnTo>
                  <a:lnTo>
                    <a:pt x="166226" y="1084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19011" y="2633064"/>
              <a:ext cx="127230" cy="167167"/>
            </a:xfrm>
            <a:custGeom>
              <a:avLst/>
              <a:pathLst>
                <a:path w="127230" h="167167">
                  <a:moveTo>
                    <a:pt x="127230" y="58735"/>
                  </a:moveTo>
                  <a:lnTo>
                    <a:pt x="123553" y="54563"/>
                  </a:lnTo>
                  <a:lnTo>
                    <a:pt x="119739" y="50516"/>
                  </a:lnTo>
                  <a:lnTo>
                    <a:pt x="115792" y="46597"/>
                  </a:lnTo>
                  <a:lnTo>
                    <a:pt x="111718" y="42813"/>
                  </a:lnTo>
                  <a:lnTo>
                    <a:pt x="107519" y="39165"/>
                  </a:lnTo>
                  <a:lnTo>
                    <a:pt x="103202" y="35660"/>
                  </a:lnTo>
                  <a:lnTo>
                    <a:pt x="98771" y="32300"/>
                  </a:lnTo>
                  <a:lnTo>
                    <a:pt x="94230" y="29089"/>
                  </a:lnTo>
                  <a:lnTo>
                    <a:pt x="89585" y="26031"/>
                  </a:lnTo>
                  <a:lnTo>
                    <a:pt x="84841" y="23129"/>
                  </a:lnTo>
                  <a:lnTo>
                    <a:pt x="80003" y="20387"/>
                  </a:lnTo>
                  <a:lnTo>
                    <a:pt x="75076" y="17807"/>
                  </a:lnTo>
                  <a:lnTo>
                    <a:pt x="70066" y="15392"/>
                  </a:lnTo>
                  <a:lnTo>
                    <a:pt x="64979" y="13145"/>
                  </a:lnTo>
                  <a:lnTo>
                    <a:pt x="59820" y="11069"/>
                  </a:lnTo>
                  <a:lnTo>
                    <a:pt x="54594" y="9166"/>
                  </a:lnTo>
                  <a:lnTo>
                    <a:pt x="49309" y="7437"/>
                  </a:lnTo>
                  <a:lnTo>
                    <a:pt x="43968" y="5886"/>
                  </a:lnTo>
                  <a:lnTo>
                    <a:pt x="38579" y="4512"/>
                  </a:lnTo>
                  <a:lnTo>
                    <a:pt x="33148" y="3319"/>
                  </a:lnTo>
                  <a:lnTo>
                    <a:pt x="27679" y="2307"/>
                  </a:lnTo>
                  <a:lnTo>
                    <a:pt x="22180" y="1478"/>
                  </a:lnTo>
                  <a:lnTo>
                    <a:pt x="16656" y="831"/>
                  </a:lnTo>
                  <a:lnTo>
                    <a:pt x="11114" y="369"/>
                  </a:lnTo>
                  <a:lnTo>
                    <a:pt x="556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0717" y="2126963"/>
              <a:ext cx="107754" cy="167167"/>
            </a:xfrm>
            <a:custGeom>
              <a:avLst/>
              <a:pathLst>
                <a:path w="107754" h="167167">
                  <a:moveTo>
                    <a:pt x="107754" y="0"/>
                  </a:moveTo>
                  <a:lnTo>
                    <a:pt x="102179" y="92"/>
                  </a:lnTo>
                  <a:lnTo>
                    <a:pt x="96610" y="371"/>
                  </a:lnTo>
                  <a:lnTo>
                    <a:pt x="91054" y="836"/>
                  </a:lnTo>
                  <a:lnTo>
                    <a:pt x="85516" y="1485"/>
                  </a:lnTo>
                  <a:lnTo>
                    <a:pt x="80003" y="2319"/>
                  </a:lnTo>
                  <a:lnTo>
                    <a:pt x="74520" y="3336"/>
                  </a:lnTo>
                  <a:lnTo>
                    <a:pt x="69075" y="4536"/>
                  </a:lnTo>
                  <a:lnTo>
                    <a:pt x="63673" y="5916"/>
                  </a:lnTo>
                  <a:lnTo>
                    <a:pt x="58319" y="7476"/>
                  </a:lnTo>
                  <a:lnTo>
                    <a:pt x="53021" y="9214"/>
                  </a:lnTo>
                  <a:lnTo>
                    <a:pt x="47784" y="11127"/>
                  </a:lnTo>
                  <a:lnTo>
                    <a:pt x="42613" y="13214"/>
                  </a:lnTo>
                  <a:lnTo>
                    <a:pt x="37515" y="15472"/>
                  </a:lnTo>
                  <a:lnTo>
                    <a:pt x="32495" y="17899"/>
                  </a:lnTo>
                  <a:lnTo>
                    <a:pt x="27559" y="20492"/>
                  </a:lnTo>
                  <a:lnTo>
                    <a:pt x="22712" y="23248"/>
                  </a:lnTo>
                  <a:lnTo>
                    <a:pt x="17959" y="26164"/>
                  </a:lnTo>
                  <a:lnTo>
                    <a:pt x="13307" y="29237"/>
                  </a:lnTo>
                  <a:lnTo>
                    <a:pt x="8759" y="32464"/>
                  </a:lnTo>
                  <a:lnTo>
                    <a:pt x="4322" y="35840"/>
                  </a:lnTo>
                  <a:lnTo>
                    <a:pt x="0" y="39363"/>
                  </a:lnTo>
                  <a:lnTo>
                    <a:pt x="1077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20717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561306" y="2166327"/>
              <a:ext cx="244005" cy="294970"/>
            </a:xfrm>
            <a:custGeom>
              <a:avLst/>
              <a:pathLst>
                <a:path w="244005" h="294970">
                  <a:moveTo>
                    <a:pt x="59410" y="0"/>
                  </a:moveTo>
                  <a:lnTo>
                    <a:pt x="55367" y="3521"/>
                  </a:lnTo>
                  <a:lnTo>
                    <a:pt x="51439" y="7170"/>
                  </a:lnTo>
                  <a:lnTo>
                    <a:pt x="47630" y="10943"/>
                  </a:lnTo>
                  <a:lnTo>
                    <a:pt x="43944" y="14836"/>
                  </a:lnTo>
                  <a:lnTo>
                    <a:pt x="40385" y="18846"/>
                  </a:lnTo>
                  <a:lnTo>
                    <a:pt x="36956" y="22968"/>
                  </a:lnTo>
                  <a:lnTo>
                    <a:pt x="33661" y="27197"/>
                  </a:lnTo>
                  <a:lnTo>
                    <a:pt x="30504" y="31530"/>
                  </a:lnTo>
                  <a:lnTo>
                    <a:pt x="27487" y="35962"/>
                  </a:lnTo>
                  <a:lnTo>
                    <a:pt x="24613" y="40489"/>
                  </a:lnTo>
                  <a:lnTo>
                    <a:pt x="21887" y="45105"/>
                  </a:lnTo>
                  <a:lnTo>
                    <a:pt x="19309" y="49806"/>
                  </a:lnTo>
                  <a:lnTo>
                    <a:pt x="16884" y="54588"/>
                  </a:lnTo>
                  <a:lnTo>
                    <a:pt x="14614" y="59445"/>
                  </a:lnTo>
                  <a:lnTo>
                    <a:pt x="12500" y="64372"/>
                  </a:lnTo>
                  <a:lnTo>
                    <a:pt x="10545" y="69364"/>
                  </a:lnTo>
                  <a:lnTo>
                    <a:pt x="8752" y="74417"/>
                  </a:lnTo>
                  <a:lnTo>
                    <a:pt x="7121" y="79525"/>
                  </a:lnTo>
                  <a:lnTo>
                    <a:pt x="5655" y="84682"/>
                  </a:lnTo>
                  <a:lnTo>
                    <a:pt x="4356" y="89883"/>
                  </a:lnTo>
                  <a:lnTo>
                    <a:pt x="3223" y="95124"/>
                  </a:lnTo>
                  <a:lnTo>
                    <a:pt x="2260" y="100398"/>
                  </a:lnTo>
                  <a:lnTo>
                    <a:pt x="1466" y="105700"/>
                  </a:lnTo>
                  <a:lnTo>
                    <a:pt x="842" y="111025"/>
                  </a:lnTo>
                  <a:lnTo>
                    <a:pt x="390" y="116368"/>
                  </a:lnTo>
                  <a:lnTo>
                    <a:pt x="109" y="121722"/>
                  </a:lnTo>
                  <a:lnTo>
                    <a:pt x="0" y="127082"/>
                  </a:lnTo>
                  <a:lnTo>
                    <a:pt x="62" y="132443"/>
                  </a:lnTo>
                  <a:lnTo>
                    <a:pt x="297" y="137799"/>
                  </a:lnTo>
                  <a:lnTo>
                    <a:pt x="703" y="143145"/>
                  </a:lnTo>
                  <a:lnTo>
                    <a:pt x="1281" y="148476"/>
                  </a:lnTo>
                  <a:lnTo>
                    <a:pt x="2029" y="153785"/>
                  </a:lnTo>
                  <a:lnTo>
                    <a:pt x="2947" y="159067"/>
                  </a:lnTo>
                  <a:lnTo>
                    <a:pt x="4034" y="164317"/>
                  </a:lnTo>
                  <a:lnTo>
                    <a:pt x="5289" y="169530"/>
                  </a:lnTo>
                  <a:lnTo>
                    <a:pt x="6711" y="174699"/>
                  </a:lnTo>
                  <a:lnTo>
                    <a:pt x="8297" y="179821"/>
                  </a:lnTo>
                  <a:lnTo>
                    <a:pt x="10047" y="184888"/>
                  </a:lnTo>
                  <a:lnTo>
                    <a:pt x="11958" y="189898"/>
                  </a:lnTo>
                  <a:lnTo>
                    <a:pt x="14029" y="194843"/>
                  </a:lnTo>
                  <a:lnTo>
                    <a:pt x="16258" y="199719"/>
                  </a:lnTo>
                  <a:lnTo>
                    <a:pt x="18642" y="204522"/>
                  </a:lnTo>
                  <a:lnTo>
                    <a:pt x="21178" y="209245"/>
                  </a:lnTo>
                  <a:lnTo>
                    <a:pt x="23865" y="213885"/>
                  </a:lnTo>
                  <a:lnTo>
                    <a:pt x="26699" y="218436"/>
                  </a:lnTo>
                  <a:lnTo>
                    <a:pt x="29678" y="222894"/>
                  </a:lnTo>
                  <a:lnTo>
                    <a:pt x="32798" y="227254"/>
                  </a:lnTo>
                  <a:lnTo>
                    <a:pt x="36056" y="231512"/>
                  </a:lnTo>
                  <a:lnTo>
                    <a:pt x="39450" y="235663"/>
                  </a:lnTo>
                  <a:lnTo>
                    <a:pt x="42974" y="239703"/>
                  </a:lnTo>
                  <a:lnTo>
                    <a:pt x="46626" y="243628"/>
                  </a:lnTo>
                  <a:lnTo>
                    <a:pt x="50403" y="247434"/>
                  </a:lnTo>
                  <a:lnTo>
                    <a:pt x="54299" y="251117"/>
                  </a:lnTo>
                  <a:lnTo>
                    <a:pt x="58311" y="254673"/>
                  </a:lnTo>
                  <a:lnTo>
                    <a:pt x="62436" y="258098"/>
                  </a:lnTo>
                  <a:lnTo>
                    <a:pt x="66668" y="261390"/>
                  </a:lnTo>
                  <a:lnTo>
                    <a:pt x="71004" y="264544"/>
                  </a:lnTo>
                  <a:lnTo>
                    <a:pt x="75438" y="267557"/>
                  </a:lnTo>
                  <a:lnTo>
                    <a:pt x="79967" y="270427"/>
                  </a:lnTo>
                  <a:lnTo>
                    <a:pt x="84585" y="273150"/>
                  </a:lnTo>
                  <a:lnTo>
                    <a:pt x="89289" y="275723"/>
                  </a:lnTo>
                  <a:lnTo>
                    <a:pt x="94073" y="278144"/>
                  </a:lnTo>
                  <a:lnTo>
                    <a:pt x="98931" y="280411"/>
                  </a:lnTo>
                  <a:lnTo>
                    <a:pt x="103860" y="282521"/>
                  </a:lnTo>
                  <a:lnTo>
                    <a:pt x="108854" y="284471"/>
                  </a:lnTo>
                  <a:lnTo>
                    <a:pt x="113908" y="286260"/>
                  </a:lnTo>
                  <a:lnTo>
                    <a:pt x="119017" y="287887"/>
                  </a:lnTo>
                  <a:lnTo>
                    <a:pt x="124176" y="289349"/>
                  </a:lnTo>
                  <a:lnTo>
                    <a:pt x="129378" y="290644"/>
                  </a:lnTo>
                  <a:lnTo>
                    <a:pt x="134620" y="291772"/>
                  </a:lnTo>
                  <a:lnTo>
                    <a:pt x="139894" y="292731"/>
                  </a:lnTo>
                  <a:lnTo>
                    <a:pt x="145197" y="293521"/>
                  </a:lnTo>
                  <a:lnTo>
                    <a:pt x="150523" y="294140"/>
                  </a:lnTo>
                  <a:lnTo>
                    <a:pt x="155866" y="294589"/>
                  </a:lnTo>
                  <a:lnTo>
                    <a:pt x="161220" y="294865"/>
                  </a:lnTo>
                  <a:lnTo>
                    <a:pt x="166580" y="294970"/>
                  </a:lnTo>
                  <a:lnTo>
                    <a:pt x="171942" y="294903"/>
                  </a:lnTo>
                  <a:lnTo>
                    <a:pt x="177298" y="294663"/>
                  </a:lnTo>
                  <a:lnTo>
                    <a:pt x="182643" y="294253"/>
                  </a:lnTo>
                  <a:lnTo>
                    <a:pt x="187973" y="293671"/>
                  </a:lnTo>
                  <a:lnTo>
                    <a:pt x="193281" y="292918"/>
                  </a:lnTo>
                  <a:lnTo>
                    <a:pt x="198563" y="291996"/>
                  </a:lnTo>
                  <a:lnTo>
                    <a:pt x="203812" y="290904"/>
                  </a:lnTo>
                  <a:lnTo>
                    <a:pt x="209024" y="289645"/>
                  </a:lnTo>
                  <a:lnTo>
                    <a:pt x="214192" y="288220"/>
                  </a:lnTo>
                  <a:lnTo>
                    <a:pt x="219312" y="286629"/>
                  </a:lnTo>
                  <a:lnTo>
                    <a:pt x="224379" y="284875"/>
                  </a:lnTo>
                  <a:lnTo>
                    <a:pt x="229386" y="282960"/>
                  </a:lnTo>
                  <a:lnTo>
                    <a:pt x="234330" y="280885"/>
                  </a:lnTo>
                  <a:lnTo>
                    <a:pt x="239204" y="278652"/>
                  </a:lnTo>
                  <a:lnTo>
                    <a:pt x="244005" y="276264"/>
                  </a:lnTo>
                  <a:lnTo>
                    <a:pt x="167165" y="127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28472" y="2126963"/>
              <a:ext cx="167167" cy="315628"/>
            </a:xfrm>
            <a:custGeom>
              <a:avLst/>
              <a:pathLst>
                <a:path w="167167" h="315628">
                  <a:moveTo>
                    <a:pt x="76839" y="315628"/>
                  </a:moveTo>
                  <a:lnTo>
                    <a:pt x="81564" y="313086"/>
                  </a:lnTo>
                  <a:lnTo>
                    <a:pt x="86204" y="310393"/>
                  </a:lnTo>
                  <a:lnTo>
                    <a:pt x="90756" y="307553"/>
                  </a:lnTo>
                  <a:lnTo>
                    <a:pt x="95214" y="304568"/>
                  </a:lnTo>
                  <a:lnTo>
                    <a:pt x="99575" y="301442"/>
                  </a:lnTo>
                  <a:lnTo>
                    <a:pt x="103832" y="298177"/>
                  </a:lnTo>
                  <a:lnTo>
                    <a:pt x="107983" y="294778"/>
                  </a:lnTo>
                  <a:lnTo>
                    <a:pt x="112023" y="291247"/>
                  </a:lnTo>
                  <a:lnTo>
                    <a:pt x="115947" y="287588"/>
                  </a:lnTo>
                  <a:lnTo>
                    <a:pt x="119751" y="283805"/>
                  </a:lnTo>
                  <a:lnTo>
                    <a:pt x="123433" y="279902"/>
                  </a:lnTo>
                  <a:lnTo>
                    <a:pt x="126987" y="275883"/>
                  </a:lnTo>
                  <a:lnTo>
                    <a:pt x="130410" y="271752"/>
                  </a:lnTo>
                  <a:lnTo>
                    <a:pt x="133699" y="267513"/>
                  </a:lnTo>
                  <a:lnTo>
                    <a:pt x="136851" y="263171"/>
                  </a:lnTo>
                  <a:lnTo>
                    <a:pt x="139861" y="258730"/>
                  </a:lnTo>
                  <a:lnTo>
                    <a:pt x="142727" y="254194"/>
                  </a:lnTo>
                  <a:lnTo>
                    <a:pt x="145446" y="249569"/>
                  </a:lnTo>
                  <a:lnTo>
                    <a:pt x="148016" y="244859"/>
                  </a:lnTo>
                  <a:lnTo>
                    <a:pt x="150433" y="240069"/>
                  </a:lnTo>
                  <a:lnTo>
                    <a:pt x="152695" y="235204"/>
                  </a:lnTo>
                  <a:lnTo>
                    <a:pt x="154800" y="230269"/>
                  </a:lnTo>
                  <a:lnTo>
                    <a:pt x="156745" y="225269"/>
                  </a:lnTo>
                  <a:lnTo>
                    <a:pt x="158529" y="220209"/>
                  </a:lnTo>
                  <a:lnTo>
                    <a:pt x="160149" y="215094"/>
                  </a:lnTo>
                  <a:lnTo>
                    <a:pt x="161605" y="209930"/>
                  </a:lnTo>
                  <a:lnTo>
                    <a:pt x="162894" y="204722"/>
                  </a:lnTo>
                  <a:lnTo>
                    <a:pt x="164015" y="199476"/>
                  </a:lnTo>
                  <a:lnTo>
                    <a:pt x="164967" y="194196"/>
                  </a:lnTo>
                  <a:lnTo>
                    <a:pt x="165750" y="188888"/>
                  </a:lnTo>
                  <a:lnTo>
                    <a:pt x="166361" y="183558"/>
                  </a:lnTo>
                  <a:lnTo>
                    <a:pt x="166802" y="178210"/>
                  </a:lnTo>
                  <a:lnTo>
                    <a:pt x="167070" y="172852"/>
                  </a:lnTo>
                  <a:lnTo>
                    <a:pt x="167167" y="167488"/>
                  </a:lnTo>
                  <a:lnTo>
                    <a:pt x="167091" y="162123"/>
                  </a:lnTo>
                  <a:lnTo>
                    <a:pt x="166843" y="156763"/>
                  </a:lnTo>
                  <a:lnTo>
                    <a:pt x="166423" y="151415"/>
                  </a:lnTo>
                  <a:lnTo>
                    <a:pt x="165832" y="146082"/>
                  </a:lnTo>
                  <a:lnTo>
                    <a:pt x="165070" y="140771"/>
                  </a:lnTo>
                  <a:lnTo>
                    <a:pt x="164138" y="135488"/>
                  </a:lnTo>
                  <a:lnTo>
                    <a:pt x="163037" y="130237"/>
                  </a:lnTo>
                  <a:lnTo>
                    <a:pt x="161768" y="125024"/>
                  </a:lnTo>
                  <a:lnTo>
                    <a:pt x="160332" y="119854"/>
                  </a:lnTo>
                  <a:lnTo>
                    <a:pt x="158731" y="114733"/>
                  </a:lnTo>
                  <a:lnTo>
                    <a:pt x="156967" y="109667"/>
                  </a:lnTo>
                  <a:lnTo>
                    <a:pt x="155040" y="104659"/>
                  </a:lnTo>
                  <a:lnTo>
                    <a:pt x="152955" y="99716"/>
                  </a:lnTo>
                  <a:lnTo>
                    <a:pt x="150711" y="94842"/>
                  </a:lnTo>
                  <a:lnTo>
                    <a:pt x="148313" y="90043"/>
                  </a:lnTo>
                  <a:lnTo>
                    <a:pt x="145761" y="85323"/>
                  </a:lnTo>
                  <a:lnTo>
                    <a:pt x="143060" y="80688"/>
                  </a:lnTo>
                  <a:lnTo>
                    <a:pt x="140211" y="76141"/>
                  </a:lnTo>
                  <a:lnTo>
                    <a:pt x="137218" y="71689"/>
                  </a:lnTo>
                  <a:lnTo>
                    <a:pt x="134083" y="67334"/>
                  </a:lnTo>
                  <a:lnTo>
                    <a:pt x="130810" y="63083"/>
                  </a:lnTo>
                  <a:lnTo>
                    <a:pt x="127403" y="58939"/>
                  </a:lnTo>
                  <a:lnTo>
                    <a:pt x="123864" y="54906"/>
                  </a:lnTo>
                  <a:lnTo>
                    <a:pt x="120198" y="50989"/>
                  </a:lnTo>
                  <a:lnTo>
                    <a:pt x="116408" y="47192"/>
                  </a:lnTo>
                  <a:lnTo>
                    <a:pt x="112498" y="43518"/>
                  </a:lnTo>
                  <a:lnTo>
                    <a:pt x="108472" y="39971"/>
                  </a:lnTo>
                  <a:lnTo>
                    <a:pt x="104334" y="36556"/>
                  </a:lnTo>
                  <a:lnTo>
                    <a:pt x="100089" y="33275"/>
                  </a:lnTo>
                  <a:lnTo>
                    <a:pt x="95741" y="30132"/>
                  </a:lnTo>
                  <a:lnTo>
                    <a:pt x="91294" y="27130"/>
                  </a:lnTo>
                  <a:lnTo>
                    <a:pt x="86753" y="24273"/>
                  </a:lnTo>
                  <a:lnTo>
                    <a:pt x="82123" y="21562"/>
                  </a:lnTo>
                  <a:lnTo>
                    <a:pt x="77408" y="19002"/>
                  </a:lnTo>
                  <a:lnTo>
                    <a:pt x="72613" y="16594"/>
                  </a:lnTo>
                  <a:lnTo>
                    <a:pt x="67744" y="14341"/>
                  </a:lnTo>
                  <a:lnTo>
                    <a:pt x="62805" y="12246"/>
                  </a:lnTo>
                  <a:lnTo>
                    <a:pt x="57801" y="10310"/>
                  </a:lnTo>
                  <a:lnTo>
                    <a:pt x="52737" y="8536"/>
                  </a:lnTo>
                  <a:lnTo>
                    <a:pt x="47620" y="6926"/>
                  </a:lnTo>
                  <a:lnTo>
                    <a:pt x="42453" y="5480"/>
                  </a:lnTo>
                  <a:lnTo>
                    <a:pt x="37242" y="4201"/>
                  </a:lnTo>
                  <a:lnTo>
                    <a:pt x="31994" y="3090"/>
                  </a:lnTo>
                  <a:lnTo>
                    <a:pt x="26712" y="2148"/>
                  </a:lnTo>
                  <a:lnTo>
                    <a:pt x="21402" y="1375"/>
                  </a:lnTo>
                  <a:lnTo>
                    <a:pt x="16071" y="774"/>
                  </a:lnTo>
                  <a:lnTo>
                    <a:pt x="10723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1112" y="1681503"/>
              <a:ext cx="42122" cy="167167"/>
            </a:xfrm>
            <a:custGeom>
              <a:avLst/>
              <a:pathLst>
                <a:path w="42122" h="167167">
                  <a:moveTo>
                    <a:pt x="42122" y="0"/>
                  </a:moveTo>
                  <a:lnTo>
                    <a:pt x="36040" y="110"/>
                  </a:lnTo>
                  <a:lnTo>
                    <a:pt x="29967" y="442"/>
                  </a:lnTo>
                  <a:lnTo>
                    <a:pt x="23909" y="995"/>
                  </a:lnTo>
                  <a:lnTo>
                    <a:pt x="17876" y="1767"/>
                  </a:lnTo>
                  <a:lnTo>
                    <a:pt x="11874" y="2759"/>
                  </a:lnTo>
                  <a:lnTo>
                    <a:pt x="5913" y="3968"/>
                  </a:lnTo>
                  <a:lnTo>
                    <a:pt x="0" y="5394"/>
                  </a:lnTo>
                  <a:lnTo>
                    <a:pt x="4212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81112" y="1686897"/>
              <a:ext cx="42122" cy="161773"/>
            </a:xfrm>
            <a:custGeom>
              <a:avLst/>
              <a:pathLst>
                <a:path w="42122" h="161773">
                  <a:moveTo>
                    <a:pt x="0" y="0"/>
                  </a:moveTo>
                  <a:lnTo>
                    <a:pt x="42122" y="161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256077" y="1686897"/>
              <a:ext cx="334324" cy="328929"/>
            </a:xfrm>
            <a:custGeom>
              <a:avLst/>
              <a:pathLst>
                <a:path w="334324" h="328929">
                  <a:moveTo>
                    <a:pt x="125034" y="0"/>
                  </a:moveTo>
                  <a:lnTo>
                    <a:pt x="119945" y="1411"/>
                  </a:lnTo>
                  <a:lnTo>
                    <a:pt x="114902" y="2982"/>
                  </a:lnTo>
                  <a:lnTo>
                    <a:pt x="109912" y="4713"/>
                  </a:lnTo>
                  <a:lnTo>
                    <a:pt x="104979" y="6599"/>
                  </a:lnTo>
                  <a:lnTo>
                    <a:pt x="100108" y="8641"/>
                  </a:lnTo>
                  <a:lnTo>
                    <a:pt x="95304" y="10836"/>
                  </a:lnTo>
                  <a:lnTo>
                    <a:pt x="90571" y="13181"/>
                  </a:lnTo>
                  <a:lnTo>
                    <a:pt x="85915" y="15675"/>
                  </a:lnTo>
                  <a:lnTo>
                    <a:pt x="81340" y="18314"/>
                  </a:lnTo>
                  <a:lnTo>
                    <a:pt x="76851" y="21097"/>
                  </a:lnTo>
                  <a:lnTo>
                    <a:pt x="72452" y="24020"/>
                  </a:lnTo>
                  <a:lnTo>
                    <a:pt x="68147" y="27080"/>
                  </a:lnTo>
                  <a:lnTo>
                    <a:pt x="63942" y="30275"/>
                  </a:lnTo>
                  <a:lnTo>
                    <a:pt x="59839" y="33602"/>
                  </a:lnTo>
                  <a:lnTo>
                    <a:pt x="55844" y="37056"/>
                  </a:lnTo>
                  <a:lnTo>
                    <a:pt x="51959" y="40635"/>
                  </a:lnTo>
                  <a:lnTo>
                    <a:pt x="48190" y="44334"/>
                  </a:lnTo>
                  <a:lnTo>
                    <a:pt x="44539" y="48151"/>
                  </a:lnTo>
                  <a:lnTo>
                    <a:pt x="41011" y="52082"/>
                  </a:lnTo>
                  <a:lnTo>
                    <a:pt x="37609" y="56122"/>
                  </a:lnTo>
                  <a:lnTo>
                    <a:pt x="34336" y="60267"/>
                  </a:lnTo>
                  <a:lnTo>
                    <a:pt x="31195" y="64514"/>
                  </a:lnTo>
                  <a:lnTo>
                    <a:pt x="28191" y="68857"/>
                  </a:lnTo>
                  <a:lnTo>
                    <a:pt x="25325" y="73294"/>
                  </a:lnTo>
                  <a:lnTo>
                    <a:pt x="22600" y="77819"/>
                  </a:lnTo>
                  <a:lnTo>
                    <a:pt x="20020" y="82427"/>
                  </a:lnTo>
                  <a:lnTo>
                    <a:pt x="17587" y="87115"/>
                  </a:lnTo>
                  <a:lnTo>
                    <a:pt x="15303" y="91877"/>
                  </a:lnTo>
                  <a:lnTo>
                    <a:pt x="13171" y="96710"/>
                  </a:lnTo>
                  <a:lnTo>
                    <a:pt x="11192" y="101607"/>
                  </a:lnTo>
                  <a:lnTo>
                    <a:pt x="9369" y="106564"/>
                  </a:lnTo>
                  <a:lnTo>
                    <a:pt x="7704" y="111576"/>
                  </a:lnTo>
                  <a:lnTo>
                    <a:pt x="6198" y="116638"/>
                  </a:lnTo>
                  <a:lnTo>
                    <a:pt x="4852" y="121746"/>
                  </a:lnTo>
                  <a:lnTo>
                    <a:pt x="3669" y="126893"/>
                  </a:lnTo>
                  <a:lnTo>
                    <a:pt x="2648" y="132075"/>
                  </a:lnTo>
                  <a:lnTo>
                    <a:pt x="1792" y="137287"/>
                  </a:lnTo>
                  <a:lnTo>
                    <a:pt x="1101" y="142524"/>
                  </a:lnTo>
                  <a:lnTo>
                    <a:pt x="576" y="147779"/>
                  </a:lnTo>
                  <a:lnTo>
                    <a:pt x="217" y="153049"/>
                  </a:lnTo>
                  <a:lnTo>
                    <a:pt x="25" y="158327"/>
                  </a:lnTo>
                  <a:lnTo>
                    <a:pt x="0" y="163608"/>
                  </a:lnTo>
                  <a:lnTo>
                    <a:pt x="141" y="168888"/>
                  </a:lnTo>
                  <a:lnTo>
                    <a:pt x="449" y="174161"/>
                  </a:lnTo>
                  <a:lnTo>
                    <a:pt x="924" y="179421"/>
                  </a:lnTo>
                  <a:lnTo>
                    <a:pt x="1564" y="184664"/>
                  </a:lnTo>
                  <a:lnTo>
                    <a:pt x="2370" y="189884"/>
                  </a:lnTo>
                  <a:lnTo>
                    <a:pt x="3340" y="195075"/>
                  </a:lnTo>
                  <a:lnTo>
                    <a:pt x="4474" y="200234"/>
                  </a:lnTo>
                  <a:lnTo>
                    <a:pt x="5770" y="205354"/>
                  </a:lnTo>
                  <a:lnTo>
                    <a:pt x="7228" y="210431"/>
                  </a:lnTo>
                  <a:lnTo>
                    <a:pt x="8845" y="215459"/>
                  </a:lnTo>
                  <a:lnTo>
                    <a:pt x="10620" y="220433"/>
                  </a:lnTo>
                  <a:lnTo>
                    <a:pt x="12551" y="225349"/>
                  </a:lnTo>
                  <a:lnTo>
                    <a:pt x="14637" y="230202"/>
                  </a:lnTo>
                  <a:lnTo>
                    <a:pt x="16874" y="234986"/>
                  </a:lnTo>
                  <a:lnTo>
                    <a:pt x="19262" y="239697"/>
                  </a:lnTo>
                  <a:lnTo>
                    <a:pt x="21798" y="244330"/>
                  </a:lnTo>
                  <a:lnTo>
                    <a:pt x="24478" y="248881"/>
                  </a:lnTo>
                  <a:lnTo>
                    <a:pt x="27302" y="253345"/>
                  </a:lnTo>
                  <a:lnTo>
                    <a:pt x="30264" y="257717"/>
                  </a:lnTo>
                  <a:lnTo>
                    <a:pt x="33364" y="261994"/>
                  </a:lnTo>
                  <a:lnTo>
                    <a:pt x="36596" y="266171"/>
                  </a:lnTo>
                  <a:lnTo>
                    <a:pt x="39960" y="270243"/>
                  </a:lnTo>
                  <a:lnTo>
                    <a:pt x="43450" y="274208"/>
                  </a:lnTo>
                  <a:lnTo>
                    <a:pt x="47064" y="278059"/>
                  </a:lnTo>
                  <a:lnTo>
                    <a:pt x="50797" y="281795"/>
                  </a:lnTo>
                  <a:lnTo>
                    <a:pt x="54647" y="285411"/>
                  </a:lnTo>
                  <a:lnTo>
                    <a:pt x="58609" y="288904"/>
                  </a:lnTo>
                  <a:lnTo>
                    <a:pt x="62679" y="292270"/>
                  </a:lnTo>
                  <a:lnTo>
                    <a:pt x="66854" y="295505"/>
                  </a:lnTo>
                  <a:lnTo>
                    <a:pt x="71129" y="298607"/>
                  </a:lnTo>
                  <a:lnTo>
                    <a:pt x="75500" y="301572"/>
                  </a:lnTo>
                  <a:lnTo>
                    <a:pt x="79962" y="304398"/>
                  </a:lnTo>
                  <a:lnTo>
                    <a:pt x="84511" y="307082"/>
                  </a:lnTo>
                  <a:lnTo>
                    <a:pt x="89143" y="309620"/>
                  </a:lnTo>
                  <a:lnTo>
                    <a:pt x="93852" y="312011"/>
                  </a:lnTo>
                  <a:lnTo>
                    <a:pt x="98635" y="314252"/>
                  </a:lnTo>
                  <a:lnTo>
                    <a:pt x="103486" y="316340"/>
                  </a:lnTo>
                  <a:lnTo>
                    <a:pt x="108401" y="318274"/>
                  </a:lnTo>
                  <a:lnTo>
                    <a:pt x="113374" y="320052"/>
                  </a:lnTo>
                  <a:lnTo>
                    <a:pt x="118401" y="321672"/>
                  </a:lnTo>
                  <a:lnTo>
                    <a:pt x="123477" y="323133"/>
                  </a:lnTo>
                  <a:lnTo>
                    <a:pt x="128597" y="324432"/>
                  </a:lnTo>
                  <a:lnTo>
                    <a:pt x="133754" y="325569"/>
                  </a:lnTo>
                  <a:lnTo>
                    <a:pt x="138946" y="326543"/>
                  </a:lnTo>
                  <a:lnTo>
                    <a:pt x="144165" y="327352"/>
                  </a:lnTo>
                  <a:lnTo>
                    <a:pt x="149407" y="327995"/>
                  </a:lnTo>
                  <a:lnTo>
                    <a:pt x="154667" y="328473"/>
                  </a:lnTo>
                  <a:lnTo>
                    <a:pt x="159940" y="328785"/>
                  </a:lnTo>
                  <a:lnTo>
                    <a:pt x="165220" y="328929"/>
                  </a:lnTo>
                  <a:lnTo>
                    <a:pt x="170501" y="328907"/>
                  </a:lnTo>
                  <a:lnTo>
                    <a:pt x="175779" y="328718"/>
                  </a:lnTo>
                  <a:lnTo>
                    <a:pt x="181049" y="328362"/>
                  </a:lnTo>
                  <a:lnTo>
                    <a:pt x="186305" y="327840"/>
                  </a:lnTo>
                  <a:lnTo>
                    <a:pt x="191542" y="327152"/>
                  </a:lnTo>
                  <a:lnTo>
                    <a:pt x="196754" y="326299"/>
                  </a:lnTo>
                  <a:lnTo>
                    <a:pt x="201937" y="325282"/>
                  </a:lnTo>
                  <a:lnTo>
                    <a:pt x="207085" y="324102"/>
                  </a:lnTo>
                  <a:lnTo>
                    <a:pt x="212193" y="322760"/>
                  </a:lnTo>
                  <a:lnTo>
                    <a:pt x="217256" y="321256"/>
                  </a:lnTo>
                  <a:lnTo>
                    <a:pt x="222270" y="319594"/>
                  </a:lnTo>
                  <a:lnTo>
                    <a:pt x="227228" y="317774"/>
                  </a:lnTo>
                  <a:lnTo>
                    <a:pt x="232126" y="315799"/>
                  </a:lnTo>
                  <a:lnTo>
                    <a:pt x="236960" y="313669"/>
                  </a:lnTo>
                  <a:lnTo>
                    <a:pt x="241723" y="311388"/>
                  </a:lnTo>
                  <a:lnTo>
                    <a:pt x="246413" y="308958"/>
                  </a:lnTo>
                  <a:lnTo>
                    <a:pt x="251023" y="306381"/>
                  </a:lnTo>
                  <a:lnTo>
                    <a:pt x="255549" y="303659"/>
                  </a:lnTo>
                  <a:lnTo>
                    <a:pt x="259988" y="300796"/>
                  </a:lnTo>
                  <a:lnTo>
                    <a:pt x="264333" y="297794"/>
                  </a:lnTo>
                  <a:lnTo>
                    <a:pt x="268582" y="294656"/>
                  </a:lnTo>
                  <a:lnTo>
                    <a:pt x="272729" y="291386"/>
                  </a:lnTo>
                  <a:lnTo>
                    <a:pt x="276771" y="287986"/>
                  </a:lnTo>
                  <a:lnTo>
                    <a:pt x="280704" y="284460"/>
                  </a:lnTo>
                  <a:lnTo>
                    <a:pt x="284523" y="280812"/>
                  </a:lnTo>
                  <a:lnTo>
                    <a:pt x="288225" y="277044"/>
                  </a:lnTo>
                  <a:lnTo>
                    <a:pt x="291806" y="273162"/>
                  </a:lnTo>
                  <a:lnTo>
                    <a:pt x="295263" y="269169"/>
                  </a:lnTo>
                  <a:lnTo>
                    <a:pt x="298591" y="265068"/>
                  </a:lnTo>
                  <a:lnTo>
                    <a:pt x="301789" y="260864"/>
                  </a:lnTo>
                  <a:lnTo>
                    <a:pt x="304852" y="256562"/>
                  </a:lnTo>
                  <a:lnTo>
                    <a:pt x="307778" y="252165"/>
                  </a:lnTo>
                  <a:lnTo>
                    <a:pt x="310563" y="247677"/>
                  </a:lnTo>
                  <a:lnTo>
                    <a:pt x="313206" y="243104"/>
                  </a:lnTo>
                  <a:lnTo>
                    <a:pt x="315702" y="238449"/>
                  </a:lnTo>
                  <a:lnTo>
                    <a:pt x="318050" y="233718"/>
                  </a:lnTo>
                  <a:lnTo>
                    <a:pt x="320248" y="228915"/>
                  </a:lnTo>
                  <a:lnTo>
                    <a:pt x="322293" y="224046"/>
                  </a:lnTo>
                  <a:lnTo>
                    <a:pt x="324182" y="219114"/>
                  </a:lnTo>
                  <a:lnTo>
                    <a:pt x="325915" y="214124"/>
                  </a:lnTo>
                  <a:lnTo>
                    <a:pt x="327490" y="209083"/>
                  </a:lnTo>
                  <a:lnTo>
                    <a:pt x="328905" y="203994"/>
                  </a:lnTo>
                  <a:lnTo>
                    <a:pt x="330158" y="198863"/>
                  </a:lnTo>
                  <a:lnTo>
                    <a:pt x="331248" y="193695"/>
                  </a:lnTo>
                  <a:lnTo>
                    <a:pt x="332175" y="188496"/>
                  </a:lnTo>
                  <a:lnTo>
                    <a:pt x="332936" y="183269"/>
                  </a:lnTo>
                  <a:lnTo>
                    <a:pt x="333533" y="178021"/>
                  </a:lnTo>
                  <a:lnTo>
                    <a:pt x="333963" y="172757"/>
                  </a:lnTo>
                  <a:lnTo>
                    <a:pt x="334227" y="167482"/>
                  </a:lnTo>
                  <a:lnTo>
                    <a:pt x="334324" y="162201"/>
                  </a:lnTo>
                  <a:lnTo>
                    <a:pt x="334254" y="156920"/>
                  </a:lnTo>
                  <a:lnTo>
                    <a:pt x="334017" y="151644"/>
                  </a:lnTo>
                  <a:lnTo>
                    <a:pt x="333614" y="146377"/>
                  </a:lnTo>
                  <a:lnTo>
                    <a:pt x="333044" y="141126"/>
                  </a:lnTo>
                  <a:lnTo>
                    <a:pt x="332309" y="135896"/>
                  </a:lnTo>
                  <a:lnTo>
                    <a:pt x="331409" y="130692"/>
                  </a:lnTo>
                  <a:lnTo>
                    <a:pt x="330346" y="125518"/>
                  </a:lnTo>
                  <a:lnTo>
                    <a:pt x="329119" y="120381"/>
                  </a:lnTo>
                  <a:lnTo>
                    <a:pt x="327730" y="115285"/>
                  </a:lnTo>
                  <a:lnTo>
                    <a:pt x="326182" y="110236"/>
                  </a:lnTo>
                  <a:lnTo>
                    <a:pt x="324474" y="105238"/>
                  </a:lnTo>
                  <a:lnTo>
                    <a:pt x="322610" y="100296"/>
                  </a:lnTo>
                  <a:lnTo>
                    <a:pt x="320590" y="95416"/>
                  </a:lnTo>
                  <a:lnTo>
                    <a:pt x="318417" y="90602"/>
                  </a:lnTo>
                  <a:lnTo>
                    <a:pt x="316093" y="85859"/>
                  </a:lnTo>
                  <a:lnTo>
                    <a:pt x="313620" y="81192"/>
                  </a:lnTo>
                  <a:lnTo>
                    <a:pt x="311002" y="76605"/>
                  </a:lnTo>
                  <a:lnTo>
                    <a:pt x="308239" y="72103"/>
                  </a:lnTo>
                  <a:lnTo>
                    <a:pt x="305336" y="67691"/>
                  </a:lnTo>
                  <a:lnTo>
                    <a:pt x="302295" y="63373"/>
                  </a:lnTo>
                  <a:lnTo>
                    <a:pt x="299119" y="59152"/>
                  </a:lnTo>
                  <a:lnTo>
                    <a:pt x="295811" y="55035"/>
                  </a:lnTo>
                  <a:lnTo>
                    <a:pt x="292375" y="51024"/>
                  </a:lnTo>
                  <a:lnTo>
                    <a:pt x="288814" y="47123"/>
                  </a:lnTo>
                  <a:lnTo>
                    <a:pt x="285131" y="43337"/>
                  </a:lnTo>
                  <a:lnTo>
                    <a:pt x="281331" y="39669"/>
                  </a:lnTo>
                  <a:lnTo>
                    <a:pt x="277416" y="36123"/>
                  </a:lnTo>
                  <a:lnTo>
                    <a:pt x="273392" y="32703"/>
                  </a:lnTo>
                  <a:lnTo>
                    <a:pt x="269261" y="29411"/>
                  </a:lnTo>
                  <a:lnTo>
                    <a:pt x="265029" y="26252"/>
                  </a:lnTo>
                  <a:lnTo>
                    <a:pt x="260699" y="23227"/>
                  </a:lnTo>
                  <a:lnTo>
                    <a:pt x="256275" y="20341"/>
                  </a:lnTo>
                  <a:lnTo>
                    <a:pt x="251763" y="17597"/>
                  </a:lnTo>
                  <a:lnTo>
                    <a:pt x="167157" y="161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423235" y="1681503"/>
              <a:ext cx="84605" cy="167167"/>
            </a:xfrm>
            <a:custGeom>
              <a:avLst/>
              <a:pathLst>
                <a:path w="84605" h="167167">
                  <a:moveTo>
                    <a:pt x="84605" y="22991"/>
                  </a:moveTo>
                  <a:lnTo>
                    <a:pt x="79453" y="20088"/>
                  </a:lnTo>
                  <a:lnTo>
                    <a:pt x="74201" y="17370"/>
                  </a:lnTo>
                  <a:lnTo>
                    <a:pt x="68856" y="14839"/>
                  </a:lnTo>
                  <a:lnTo>
                    <a:pt x="63425" y="12499"/>
                  </a:lnTo>
                  <a:lnTo>
                    <a:pt x="57914" y="10352"/>
                  </a:lnTo>
                  <a:lnTo>
                    <a:pt x="52332" y="8402"/>
                  </a:ln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1" y="3024"/>
                  </a:lnTo>
                  <a:lnTo>
                    <a:pt x="130296" y="4112"/>
                  </a:lnTo>
                  <a:lnTo>
                    <a:pt x="125138" y="5364"/>
                  </a:lnTo>
                  <a:lnTo>
                    <a:pt x="120022" y="6780"/>
                  </a:lnTo>
                  <a:lnTo>
                    <a:pt x="114954" y="8357"/>
                  </a:lnTo>
                  <a:lnTo>
                    <a:pt x="109938" y="10094"/>
                  </a:lnTo>
                  <a:lnTo>
                    <a:pt x="104980" y="11989"/>
                  </a:lnTo>
                  <a:lnTo>
                    <a:pt x="100085" y="14041"/>
                  </a:lnTo>
                  <a:lnTo>
                    <a:pt x="95257" y="16248"/>
                  </a:lnTo>
                  <a:lnTo>
                    <a:pt x="90502" y="18606"/>
                  </a:lnTo>
                  <a:lnTo>
                    <a:pt x="85824" y="21115"/>
                  </a:lnTo>
                  <a:lnTo>
                    <a:pt x="81228" y="23770"/>
                  </a:lnTo>
                  <a:lnTo>
                    <a:pt x="76719" y="26570"/>
                  </a:lnTo>
                  <a:lnTo>
                    <a:pt x="72300" y="29512"/>
                  </a:lnTo>
                  <a:lnTo>
                    <a:pt x="67978" y="32593"/>
                  </a:lnTo>
                  <a:lnTo>
                    <a:pt x="63755" y="35809"/>
                  </a:lnTo>
                  <a:lnTo>
                    <a:pt x="59637" y="39158"/>
                  </a:lnTo>
                  <a:lnTo>
                    <a:pt x="55627" y="42636"/>
                  </a:lnTo>
                  <a:lnTo>
                    <a:pt x="51730" y="46239"/>
                  </a:lnTo>
                  <a:lnTo>
                    <a:pt x="47949" y="49965"/>
                  </a:lnTo>
                  <a:lnTo>
                    <a:pt x="44288" y="53808"/>
                  </a:lnTo>
                  <a:lnTo>
                    <a:pt x="40751" y="57766"/>
                  </a:lnTo>
                  <a:lnTo>
                    <a:pt x="37341" y="61834"/>
                  </a:lnTo>
                  <a:lnTo>
                    <a:pt x="34062" y="66009"/>
                  </a:lnTo>
                  <a:lnTo>
                    <a:pt x="30918" y="70285"/>
                  </a:lnTo>
                  <a:lnTo>
                    <a:pt x="27911" y="74659"/>
                  </a:lnTo>
                  <a:lnTo>
                    <a:pt x="25044" y="79126"/>
                  </a:lnTo>
                  <a:lnTo>
                    <a:pt x="22320" y="83682"/>
                  </a:lnTo>
                  <a:lnTo>
                    <a:pt x="19743" y="88322"/>
                  </a:lnTo>
                  <a:lnTo>
                    <a:pt x="17314" y="93042"/>
                  </a:lnTo>
                  <a:lnTo>
                    <a:pt x="15036" y="97836"/>
                  </a:lnTo>
                  <a:lnTo>
                    <a:pt x="12912" y="102701"/>
                  </a:lnTo>
                  <a:lnTo>
                    <a:pt x="10943" y="107630"/>
                  </a:lnTo>
                  <a:lnTo>
                    <a:pt x="9131" y="112619"/>
                  </a:lnTo>
                  <a:lnTo>
                    <a:pt x="7479" y="117664"/>
                  </a:lnTo>
                  <a:lnTo>
                    <a:pt x="5988" y="122758"/>
                  </a:lnTo>
                  <a:lnTo>
                    <a:pt x="4659" y="127897"/>
                  </a:lnTo>
                  <a:lnTo>
                    <a:pt x="3494" y="133075"/>
                  </a:lnTo>
                  <a:lnTo>
                    <a:pt x="2494" y="138288"/>
                  </a:lnTo>
                  <a:lnTo>
                    <a:pt x="1661" y="143531"/>
                  </a:lnTo>
                  <a:lnTo>
                    <a:pt x="994" y="148796"/>
                  </a:lnTo>
                  <a:lnTo>
                    <a:pt x="494" y="154081"/>
                  </a:lnTo>
                  <a:lnTo>
                    <a:pt x="163" y="159379"/>
                  </a:lnTo>
                  <a:lnTo>
                    <a:pt x="0" y="164684"/>
                  </a:lnTo>
                  <a:lnTo>
                    <a:pt x="5" y="169992"/>
                  </a:lnTo>
                  <a:lnTo>
                    <a:pt x="179" y="175297"/>
                  </a:lnTo>
                  <a:lnTo>
                    <a:pt x="521" y="180594"/>
                  </a:lnTo>
                  <a:lnTo>
                    <a:pt x="1031" y="185878"/>
                  </a:lnTo>
                  <a:lnTo>
                    <a:pt x="1709" y="191142"/>
                  </a:lnTo>
                  <a:lnTo>
                    <a:pt x="2554" y="196383"/>
                  </a:lnTo>
                  <a:lnTo>
                    <a:pt x="3564" y="201593"/>
                  </a:lnTo>
                  <a:lnTo>
                    <a:pt x="4740" y="206770"/>
                  </a:lnTo>
                  <a:lnTo>
                    <a:pt x="6079" y="211906"/>
                  </a:lnTo>
                  <a:lnTo>
                    <a:pt x="7581" y="216997"/>
                  </a:lnTo>
                  <a:lnTo>
                    <a:pt x="9243" y="222038"/>
                  </a:lnTo>
                  <a:lnTo>
                    <a:pt x="11065" y="227024"/>
                  </a:lnTo>
                  <a:lnTo>
                    <a:pt x="13044" y="231949"/>
                  </a:lnTo>
                  <a:lnTo>
                    <a:pt x="15178" y="236809"/>
                  </a:lnTo>
                  <a:lnTo>
                    <a:pt x="17466" y="241599"/>
                  </a:lnTo>
                  <a:lnTo>
                    <a:pt x="19904" y="246313"/>
                  </a:lnTo>
                  <a:lnTo>
                    <a:pt x="22491" y="250948"/>
                  </a:lnTo>
                  <a:lnTo>
                    <a:pt x="25224" y="255499"/>
                  </a:lnTo>
                  <a:lnTo>
                    <a:pt x="28100" y="259960"/>
                  </a:lnTo>
                  <a:lnTo>
                    <a:pt x="31116" y="264328"/>
                  </a:lnTo>
                  <a:lnTo>
                    <a:pt x="34270" y="268598"/>
                  </a:lnTo>
                  <a:lnTo>
                    <a:pt x="37557" y="272765"/>
                  </a:lnTo>
                  <a:lnTo>
                    <a:pt x="40975" y="276826"/>
                  </a:lnTo>
                  <a:lnTo>
                    <a:pt x="44520" y="280777"/>
                  </a:lnTo>
                  <a:lnTo>
                    <a:pt x="48189" y="284613"/>
                  </a:lnTo>
                  <a:lnTo>
                    <a:pt x="51978" y="288331"/>
                  </a:lnTo>
                  <a:lnTo>
                    <a:pt x="55882" y="291926"/>
                  </a:lnTo>
                  <a:lnTo>
                    <a:pt x="59899" y="295396"/>
                  </a:lnTo>
                  <a:lnTo>
                    <a:pt x="64025" y="298736"/>
                  </a:lnTo>
                  <a:lnTo>
                    <a:pt x="68254" y="301944"/>
                  </a:lnTo>
                  <a:lnTo>
                    <a:pt x="72583" y="305016"/>
                  </a:lnTo>
                  <a:lnTo>
                    <a:pt x="77007" y="307948"/>
                  </a:lnTo>
                  <a:lnTo>
                    <a:pt x="81522" y="310739"/>
                  </a:lnTo>
                  <a:lnTo>
                    <a:pt x="86123" y="313385"/>
                  </a:lnTo>
                  <a:lnTo>
                    <a:pt x="90806" y="315884"/>
                  </a:lnTo>
                  <a:lnTo>
                    <a:pt x="95566" y="318233"/>
                  </a:lnTo>
                  <a:lnTo>
                    <a:pt x="100398" y="320429"/>
                  </a:lnTo>
                  <a:lnTo>
                    <a:pt x="105298" y="322471"/>
                  </a:lnTo>
                  <a:lnTo>
                    <a:pt x="110260" y="324357"/>
                  </a:lnTo>
                  <a:lnTo>
                    <a:pt x="115279" y="326084"/>
                  </a:lnTo>
                  <a:lnTo>
                    <a:pt x="120351" y="327650"/>
                  </a:lnTo>
                  <a:lnTo>
                    <a:pt x="125469" y="329055"/>
                  </a:lnTo>
                  <a:lnTo>
                    <a:pt x="130630" y="330297"/>
                  </a:lnTo>
                  <a:lnTo>
                    <a:pt x="135828" y="331374"/>
                  </a:lnTo>
                  <a:lnTo>
                    <a:pt x="141057" y="332286"/>
                  </a:lnTo>
                  <a:lnTo>
                    <a:pt x="146312" y="333031"/>
                  </a:lnTo>
                  <a:lnTo>
                    <a:pt x="151589" y="333609"/>
                  </a:lnTo>
                  <a:lnTo>
                    <a:pt x="156881" y="334019"/>
                  </a:lnTo>
                  <a:lnTo>
                    <a:pt x="162183" y="334261"/>
                  </a:lnTo>
                  <a:lnTo>
                    <a:pt x="167491" y="334334"/>
                  </a:lnTo>
                  <a:lnTo>
                    <a:pt x="172798" y="334239"/>
                  </a:lnTo>
                  <a:lnTo>
                    <a:pt x="178099" y="333975"/>
                  </a:lnTo>
                  <a:lnTo>
                    <a:pt x="183390" y="333544"/>
                  </a:lnTo>
                  <a:lnTo>
                    <a:pt x="188664" y="332944"/>
                  </a:lnTo>
                  <a:lnTo>
                    <a:pt x="193916" y="332177"/>
                  </a:lnTo>
                  <a:lnTo>
                    <a:pt x="199142" y="331244"/>
                  </a:lnTo>
                  <a:lnTo>
                    <a:pt x="204335" y="330146"/>
                  </a:lnTo>
                  <a:lnTo>
                    <a:pt x="209490" y="328883"/>
                  </a:lnTo>
                  <a:lnTo>
                    <a:pt x="214603" y="327457"/>
                  </a:lnTo>
                  <a:lnTo>
                    <a:pt x="219668" y="325870"/>
                  </a:lnTo>
                  <a:lnTo>
                    <a:pt x="224680" y="324122"/>
                  </a:lnTo>
                  <a:lnTo>
                    <a:pt x="229635" y="322217"/>
                  </a:lnTo>
                  <a:lnTo>
                    <a:pt x="234526" y="320155"/>
                  </a:lnTo>
                  <a:lnTo>
                    <a:pt x="239349" y="317939"/>
                  </a:lnTo>
                  <a:lnTo>
                    <a:pt x="244099" y="315570"/>
                  </a:lnTo>
                  <a:lnTo>
                    <a:pt x="248772" y="313052"/>
                  </a:lnTo>
                  <a:lnTo>
                    <a:pt x="253363" y="310387"/>
                  </a:lnTo>
                  <a:lnTo>
                    <a:pt x="257866" y="307578"/>
                  </a:lnTo>
                  <a:lnTo>
                    <a:pt x="262278" y="304627"/>
                  </a:lnTo>
                  <a:lnTo>
                    <a:pt x="266594" y="301538"/>
                  </a:lnTo>
                  <a:lnTo>
                    <a:pt x="270810" y="298313"/>
                  </a:lnTo>
                  <a:lnTo>
                    <a:pt x="274922" y="294955"/>
                  </a:lnTo>
                  <a:lnTo>
                    <a:pt x="278925" y="291469"/>
                  </a:lnTo>
                  <a:lnTo>
                    <a:pt x="282815" y="287858"/>
                  </a:lnTo>
                  <a:lnTo>
                    <a:pt x="286588" y="284125"/>
                  </a:lnTo>
                  <a:lnTo>
                    <a:pt x="290241" y="280274"/>
                  </a:lnTo>
                  <a:lnTo>
                    <a:pt x="293770" y="276309"/>
                  </a:lnTo>
                  <a:lnTo>
                    <a:pt x="297171" y="272234"/>
                  </a:lnTo>
                  <a:lnTo>
                    <a:pt x="300442" y="268053"/>
                  </a:lnTo>
                  <a:lnTo>
                    <a:pt x="303577" y="263770"/>
                  </a:lnTo>
                  <a:lnTo>
                    <a:pt x="306576" y="259390"/>
                  </a:lnTo>
                  <a:lnTo>
                    <a:pt x="309433" y="254917"/>
                  </a:lnTo>
                  <a:lnTo>
                    <a:pt x="312147" y="250355"/>
                  </a:lnTo>
                  <a:lnTo>
                    <a:pt x="314715" y="245710"/>
                  </a:lnTo>
                  <a:lnTo>
                    <a:pt x="317135" y="240985"/>
                  </a:lnTo>
                  <a:lnTo>
                    <a:pt x="319403" y="236186"/>
                  </a:lnTo>
                  <a:lnTo>
                    <a:pt x="321517" y="231317"/>
                  </a:lnTo>
                  <a:lnTo>
                    <a:pt x="323476" y="226384"/>
                  </a:lnTo>
                  <a:lnTo>
                    <a:pt x="325277" y="221391"/>
                  </a:lnTo>
                  <a:lnTo>
                    <a:pt x="326919" y="216343"/>
                  </a:lnTo>
                  <a:lnTo>
                    <a:pt x="328400" y="211246"/>
                  </a:lnTo>
                  <a:lnTo>
                    <a:pt x="329718" y="206104"/>
                  </a:lnTo>
                  <a:lnTo>
                    <a:pt x="330872" y="200923"/>
                  </a:lnTo>
                  <a:lnTo>
                    <a:pt x="331861" y="195708"/>
                  </a:lnTo>
                  <a:lnTo>
                    <a:pt x="332685" y="190464"/>
                  </a:lnTo>
                  <a:lnTo>
                    <a:pt x="333341" y="185197"/>
                  </a:lnTo>
                  <a:lnTo>
                    <a:pt x="333829" y="179912"/>
                  </a:lnTo>
                  <a:lnTo>
                    <a:pt x="334150" y="174613"/>
                  </a:lnTo>
                  <a:lnTo>
                    <a:pt x="334302" y="169308"/>
                  </a:lnTo>
                  <a:lnTo>
                    <a:pt x="334286" y="164000"/>
                  </a:lnTo>
                  <a:lnTo>
                    <a:pt x="334101" y="158695"/>
                  </a:lnTo>
                  <a:lnTo>
                    <a:pt x="333748" y="153399"/>
                  </a:lnTo>
                  <a:lnTo>
                    <a:pt x="333227" y="148116"/>
                  </a:lnTo>
                  <a:lnTo>
                    <a:pt x="332538" y="142853"/>
                  </a:lnTo>
                  <a:lnTo>
                    <a:pt x="331683" y="137614"/>
                  </a:lnTo>
                  <a:lnTo>
                    <a:pt x="330662" y="132406"/>
                  </a:lnTo>
                  <a:lnTo>
                    <a:pt x="329476" y="127232"/>
                  </a:lnTo>
                  <a:lnTo>
                    <a:pt x="328126" y="122098"/>
                  </a:lnTo>
                  <a:lnTo>
                    <a:pt x="326614" y="117010"/>
                  </a:lnTo>
                  <a:lnTo>
                    <a:pt x="324941" y="111973"/>
                  </a:lnTo>
                  <a:lnTo>
                    <a:pt x="323109" y="106991"/>
                  </a:lnTo>
                  <a:lnTo>
                    <a:pt x="321120" y="102070"/>
                  </a:lnTo>
                  <a:lnTo>
                    <a:pt x="318976" y="97214"/>
                  </a:lnTo>
                  <a:lnTo>
                    <a:pt x="316678" y="92429"/>
                  </a:lnTo>
                  <a:lnTo>
                    <a:pt x="314230" y="87719"/>
                  </a:lnTo>
                  <a:lnTo>
                    <a:pt x="311634" y="83090"/>
                  </a:lnTo>
                  <a:lnTo>
                    <a:pt x="308891" y="78545"/>
                  </a:lnTo>
                  <a:lnTo>
                    <a:pt x="306006" y="74089"/>
                  </a:lnTo>
                  <a:lnTo>
                    <a:pt x="302981" y="69728"/>
                  </a:lnTo>
                  <a:lnTo>
                    <a:pt x="299819" y="65464"/>
                  </a:lnTo>
                  <a:lnTo>
                    <a:pt x="296523" y="61303"/>
                  </a:lnTo>
                  <a:lnTo>
                    <a:pt x="293097" y="57249"/>
                  </a:lnTo>
                  <a:lnTo>
                    <a:pt x="289544" y="53306"/>
                  </a:lnTo>
                  <a:lnTo>
                    <a:pt x="285867" y="49478"/>
                  </a:lnTo>
                  <a:lnTo>
                    <a:pt x="282071" y="45768"/>
                  </a:lnTo>
                  <a:lnTo>
                    <a:pt x="278159" y="42180"/>
                  </a:lnTo>
                  <a:lnTo>
                    <a:pt x="274135" y="38719"/>
                  </a:lnTo>
                  <a:lnTo>
                    <a:pt x="270003" y="35387"/>
                  </a:lnTo>
                  <a:lnTo>
                    <a:pt x="265767" y="32188"/>
                  </a:lnTo>
                  <a:lnTo>
                    <a:pt x="261432" y="29125"/>
                  </a:lnTo>
                  <a:lnTo>
                    <a:pt x="257002" y="26201"/>
                  </a:lnTo>
                  <a:lnTo>
                    <a:pt x="252481" y="23420"/>
                  </a:lnTo>
                  <a:lnTo>
                    <a:pt x="247874" y="20783"/>
                  </a:lnTo>
                  <a:lnTo>
                    <a:pt x="243186" y="18294"/>
                  </a:lnTo>
                  <a:lnTo>
                    <a:pt x="238421" y="1595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38526"/>
              <a:ext cx="71272" cy="151212"/>
            </a:xfrm>
            <a:custGeom>
              <a:avLst/>
              <a:pathLst>
                <a:path w="71272" h="151212">
                  <a:moveTo>
                    <a:pt x="71272" y="0"/>
                  </a:moveTo>
                  <a:lnTo>
                    <a:pt x="0" y="151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22571"/>
              <a:ext cx="71272" cy="167167"/>
            </a:xfrm>
            <a:custGeom>
              <a:avLst/>
              <a:pathLst>
                <a:path w="71272" h="167167">
                  <a:moveTo>
                    <a:pt x="71272" y="15955"/>
                  </a:moveTo>
                  <a:lnTo>
                    <a:pt x="66109" y="13627"/>
                  </a:lnTo>
                  <a:lnTo>
                    <a:pt x="60870" y="11476"/>
                  </a:lnTo>
                  <a:lnTo>
                    <a:pt x="55561" y="9503"/>
                  </a:lnTo>
                  <a:lnTo>
                    <a:pt x="50188" y="7711"/>
                  </a:lnTo>
                  <a:lnTo>
                    <a:pt x="44758" y="6103"/>
                  </a:lnTo>
                  <a:lnTo>
                    <a:pt x="39276" y="4679"/>
                  </a:lnTo>
                  <a:lnTo>
                    <a:pt x="33749" y="3442"/>
                  </a:lnTo>
                  <a:lnTo>
                    <a:pt x="28184" y="2393"/>
                  </a:lnTo>
                  <a:lnTo>
                    <a:pt x="22586" y="1532"/>
                  </a:lnTo>
                  <a:lnTo>
                    <a:pt x="16962" y="862"/>
                  </a:lnTo>
                  <a:lnTo>
                    <a:pt x="11319" y="383"/>
                  </a:lnTo>
                  <a:lnTo>
                    <a:pt x="566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378108" y="1071028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0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3" y="6759"/>
                  </a:lnTo>
                  <a:lnTo>
                    <a:pt x="115032" y="8331"/>
                  </a:lnTo>
                  <a:lnTo>
                    <a:pt x="110023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1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5"/>
                  </a:lnTo>
                  <a:lnTo>
                    <a:pt x="68110" y="32496"/>
                  </a:lnTo>
                  <a:lnTo>
                    <a:pt x="63891" y="35704"/>
                  </a:lnTo>
                  <a:lnTo>
                    <a:pt x="59775" y="39043"/>
                  </a:lnTo>
                  <a:lnTo>
                    <a:pt x="55768" y="42511"/>
                  </a:lnTo>
                  <a:lnTo>
                    <a:pt x="51872" y="46105"/>
                  </a:lnTo>
                  <a:lnTo>
                    <a:pt x="48092" y="49820"/>
                  </a:lnTo>
                  <a:lnTo>
                    <a:pt x="44432" y="53653"/>
                  </a:lnTo>
                  <a:lnTo>
                    <a:pt x="40896" y="57600"/>
                  </a:lnTo>
                  <a:lnTo>
                    <a:pt x="37486" y="61657"/>
                  </a:lnTo>
                  <a:lnTo>
                    <a:pt x="34206" y="65821"/>
                  </a:lnTo>
                  <a:lnTo>
                    <a:pt x="31060" y="70086"/>
                  </a:lnTo>
                  <a:lnTo>
                    <a:pt x="28051" y="74449"/>
                  </a:lnTo>
                  <a:lnTo>
                    <a:pt x="25182" y="78905"/>
                  </a:lnTo>
                  <a:lnTo>
                    <a:pt x="22455" y="83450"/>
                  </a:lnTo>
                  <a:lnTo>
                    <a:pt x="19874" y="88078"/>
                  </a:lnTo>
                  <a:lnTo>
                    <a:pt x="17441" y="92787"/>
                  </a:lnTo>
                  <a:lnTo>
                    <a:pt x="15159" y="97570"/>
                  </a:lnTo>
                  <a:lnTo>
                    <a:pt x="13029" y="102423"/>
                  </a:lnTo>
                  <a:lnTo>
                    <a:pt x="11054" y="107341"/>
                  </a:lnTo>
                  <a:lnTo>
                    <a:pt x="9236" y="112319"/>
                  </a:lnTo>
                  <a:lnTo>
                    <a:pt x="7577" y="117353"/>
                  </a:lnTo>
                  <a:lnTo>
                    <a:pt x="6078" y="122436"/>
                  </a:lnTo>
                  <a:lnTo>
                    <a:pt x="4741" y="127565"/>
                  </a:lnTo>
                  <a:lnTo>
                    <a:pt x="3567" y="132733"/>
                  </a:lnTo>
                  <a:lnTo>
                    <a:pt x="2558" y="137936"/>
                  </a:lnTo>
                  <a:lnTo>
                    <a:pt x="1714" y="143168"/>
                  </a:lnTo>
                  <a:lnTo>
                    <a:pt x="1036" y="148424"/>
                  </a:lnTo>
                  <a:lnTo>
                    <a:pt x="525" y="153700"/>
                  </a:lnTo>
                  <a:lnTo>
                    <a:pt x="182" y="158988"/>
                  </a:lnTo>
                  <a:lnTo>
                    <a:pt x="7" y="164285"/>
                  </a:lnTo>
                  <a:lnTo>
                    <a:pt x="0" y="169585"/>
                  </a:lnTo>
                  <a:lnTo>
                    <a:pt x="160" y="174883"/>
                  </a:lnTo>
                  <a:lnTo>
                    <a:pt x="489" y="180172"/>
                  </a:lnTo>
                  <a:lnTo>
                    <a:pt x="985" y="185449"/>
                  </a:lnTo>
                  <a:lnTo>
                    <a:pt x="1648" y="190707"/>
                  </a:lnTo>
                  <a:lnTo>
                    <a:pt x="2477" y="195942"/>
                  </a:lnTo>
                  <a:lnTo>
                    <a:pt x="3472" y="201147"/>
                  </a:lnTo>
                  <a:lnTo>
                    <a:pt x="4632" y="206319"/>
                  </a:lnTo>
                  <a:lnTo>
                    <a:pt x="5954" y="211451"/>
                  </a:lnTo>
                  <a:lnTo>
                    <a:pt x="7439" y="216539"/>
                  </a:lnTo>
                  <a:lnTo>
                    <a:pt x="9084" y="221577"/>
                  </a:lnTo>
                  <a:lnTo>
                    <a:pt x="10889" y="226560"/>
                  </a:lnTo>
                  <a:lnTo>
                    <a:pt x="12850" y="231484"/>
                  </a:lnTo>
                  <a:lnTo>
                    <a:pt x="14966" y="236342"/>
                  </a:lnTo>
                  <a:lnTo>
                    <a:pt x="17236" y="241132"/>
                  </a:lnTo>
                  <a:lnTo>
                    <a:pt x="19656" y="245847"/>
                  </a:lnTo>
                  <a:lnTo>
                    <a:pt x="22224" y="250483"/>
                  </a:lnTo>
                  <a:lnTo>
                    <a:pt x="24938" y="255035"/>
                  </a:lnTo>
                  <a:lnTo>
                    <a:pt x="27795" y="259499"/>
                  </a:lnTo>
                  <a:lnTo>
                    <a:pt x="30792" y="263870"/>
                  </a:lnTo>
                  <a:lnTo>
                    <a:pt x="33926" y="268144"/>
                  </a:lnTo>
                  <a:lnTo>
                    <a:pt x="37194" y="272317"/>
                  </a:lnTo>
                  <a:lnTo>
                    <a:pt x="40592" y="276383"/>
                  </a:lnTo>
                  <a:lnTo>
                    <a:pt x="44118" y="280340"/>
                  </a:lnTo>
                  <a:lnTo>
                    <a:pt x="47768" y="284184"/>
                  </a:lnTo>
                  <a:lnTo>
                    <a:pt x="51537" y="287909"/>
                  </a:lnTo>
                  <a:lnTo>
                    <a:pt x="55423" y="291513"/>
                  </a:lnTo>
                  <a:lnTo>
                    <a:pt x="59420" y="294993"/>
                  </a:lnTo>
                  <a:lnTo>
                    <a:pt x="63527" y="298343"/>
                  </a:lnTo>
                  <a:lnTo>
                    <a:pt x="67737" y="301562"/>
                  </a:lnTo>
                  <a:lnTo>
                    <a:pt x="72047" y="304646"/>
                  </a:lnTo>
                  <a:lnTo>
                    <a:pt x="76453" y="307592"/>
                  </a:lnTo>
                  <a:lnTo>
                    <a:pt x="80950" y="310396"/>
                  </a:lnTo>
                  <a:lnTo>
                    <a:pt x="85534" y="313057"/>
                  </a:lnTo>
                  <a:lnTo>
                    <a:pt x="90200" y="315571"/>
                  </a:lnTo>
                  <a:lnTo>
                    <a:pt x="94943" y="317935"/>
                  </a:lnTo>
                  <a:lnTo>
                    <a:pt x="99758" y="320149"/>
                  </a:lnTo>
                  <a:lnTo>
                    <a:pt x="104642" y="322208"/>
                  </a:lnTo>
                  <a:lnTo>
                    <a:pt x="109588" y="324112"/>
                  </a:lnTo>
                  <a:lnTo>
                    <a:pt x="114592" y="325857"/>
                  </a:lnTo>
                  <a:lnTo>
                    <a:pt x="119649" y="327444"/>
                  </a:lnTo>
                  <a:lnTo>
                    <a:pt x="124754" y="328869"/>
                  </a:lnTo>
                  <a:lnTo>
                    <a:pt x="129901" y="330132"/>
                  </a:lnTo>
                  <a:lnTo>
                    <a:pt x="135086" y="331231"/>
                  </a:lnTo>
                  <a:lnTo>
                    <a:pt x="140302" y="332164"/>
                  </a:lnTo>
                  <a:lnTo>
                    <a:pt x="145546" y="332933"/>
                  </a:lnTo>
                  <a:lnTo>
                    <a:pt x="150812" y="333534"/>
                  </a:lnTo>
                  <a:lnTo>
                    <a:pt x="156094" y="333968"/>
                  </a:lnTo>
                  <a:lnTo>
                    <a:pt x="161387" y="334235"/>
                  </a:lnTo>
                  <a:lnTo>
                    <a:pt x="166686" y="334334"/>
                  </a:lnTo>
                  <a:lnTo>
                    <a:pt x="171986" y="334264"/>
                  </a:lnTo>
                  <a:lnTo>
                    <a:pt x="177280" y="334027"/>
                  </a:lnTo>
                  <a:lnTo>
                    <a:pt x="182564" y="333622"/>
                  </a:lnTo>
                  <a:lnTo>
                    <a:pt x="187833" y="333050"/>
                  </a:lnTo>
                  <a:lnTo>
                    <a:pt x="193081" y="332311"/>
                  </a:lnTo>
                  <a:lnTo>
                    <a:pt x="198303" y="331406"/>
                  </a:lnTo>
                  <a:lnTo>
                    <a:pt x="203494" y="330336"/>
                  </a:lnTo>
                  <a:lnTo>
                    <a:pt x="208648" y="329101"/>
                  </a:lnTo>
                  <a:lnTo>
                    <a:pt x="213761" y="327705"/>
                  </a:lnTo>
                  <a:lnTo>
                    <a:pt x="218826" y="326146"/>
                  </a:lnTo>
                  <a:lnTo>
                    <a:pt x="223840" y="324428"/>
                  </a:lnTo>
                  <a:lnTo>
                    <a:pt x="228797" y="322552"/>
                  </a:lnTo>
                  <a:lnTo>
                    <a:pt x="233691" y="320520"/>
                  </a:lnTo>
                  <a:lnTo>
                    <a:pt x="238519" y="318333"/>
                  </a:lnTo>
                  <a:lnTo>
                    <a:pt x="243275" y="315995"/>
                  </a:lnTo>
                  <a:lnTo>
                    <a:pt x="247955" y="313507"/>
                  </a:lnTo>
                  <a:lnTo>
                    <a:pt x="252553" y="310872"/>
                  </a:lnTo>
                  <a:lnTo>
                    <a:pt x="257066" y="308092"/>
                  </a:lnTo>
                  <a:lnTo>
                    <a:pt x="261488" y="305171"/>
                  </a:lnTo>
                  <a:lnTo>
                    <a:pt x="265815" y="302111"/>
                  </a:lnTo>
                  <a:lnTo>
                    <a:pt x="270043" y="298916"/>
                  </a:lnTo>
                  <a:lnTo>
                    <a:pt x="274168" y="295588"/>
                  </a:lnTo>
                  <a:lnTo>
                    <a:pt x="278185" y="292131"/>
                  </a:lnTo>
                  <a:lnTo>
                    <a:pt x="282091" y="288548"/>
                  </a:lnTo>
                  <a:lnTo>
                    <a:pt x="285881" y="284844"/>
                  </a:lnTo>
                  <a:lnTo>
                    <a:pt x="289552" y="281021"/>
                  </a:lnTo>
                  <a:lnTo>
                    <a:pt x="293099" y="277083"/>
                  </a:lnTo>
                  <a:lnTo>
                    <a:pt x="296520" y="273035"/>
                  </a:lnTo>
                  <a:lnTo>
                    <a:pt x="299811" y="268881"/>
                  </a:lnTo>
                  <a:lnTo>
                    <a:pt x="302969" y="264625"/>
                  </a:lnTo>
                  <a:lnTo>
                    <a:pt x="305990" y="260270"/>
                  </a:lnTo>
                  <a:lnTo>
                    <a:pt x="308872" y="255822"/>
                  </a:lnTo>
                  <a:lnTo>
                    <a:pt x="311611" y="251285"/>
                  </a:lnTo>
                  <a:lnTo>
                    <a:pt x="314205" y="246663"/>
                  </a:lnTo>
                  <a:lnTo>
                    <a:pt x="316651" y="241962"/>
                  </a:lnTo>
                  <a:lnTo>
                    <a:pt x="318947" y="237185"/>
                  </a:lnTo>
                  <a:lnTo>
                    <a:pt x="321090" y="232338"/>
                  </a:lnTo>
                  <a:lnTo>
                    <a:pt x="323079" y="227425"/>
                  </a:lnTo>
                  <a:lnTo>
                    <a:pt x="324910" y="222452"/>
                  </a:lnTo>
                  <a:lnTo>
                    <a:pt x="326584" y="217423"/>
                  </a:lnTo>
                  <a:lnTo>
                    <a:pt x="328097" y="212344"/>
                  </a:lnTo>
                  <a:lnTo>
                    <a:pt x="329448" y="207219"/>
                  </a:lnTo>
                  <a:lnTo>
                    <a:pt x="330636" y="202054"/>
                  </a:lnTo>
                  <a:lnTo>
                    <a:pt x="331660" y="196854"/>
                  </a:lnTo>
                  <a:lnTo>
                    <a:pt x="332518" y="191624"/>
                  </a:lnTo>
                  <a:lnTo>
                    <a:pt x="333210" y="186370"/>
                  </a:lnTo>
                  <a:lnTo>
                    <a:pt x="333736" y="181096"/>
                  </a:lnTo>
                  <a:lnTo>
                    <a:pt x="334093" y="175808"/>
                  </a:lnTo>
                  <a:lnTo>
                    <a:pt x="334283" y="170512"/>
                  </a:lnTo>
                  <a:lnTo>
                    <a:pt x="334305" y="165212"/>
                  </a:lnTo>
                  <a:lnTo>
                    <a:pt x="334159" y="159914"/>
                  </a:lnTo>
                  <a:lnTo>
                    <a:pt x="333846" y="154624"/>
                  </a:lnTo>
                  <a:lnTo>
                    <a:pt x="333364" y="149346"/>
                  </a:lnTo>
                  <a:lnTo>
                    <a:pt x="332716" y="144086"/>
                  </a:lnTo>
                  <a:lnTo>
                    <a:pt x="331901" y="138849"/>
                  </a:lnTo>
                  <a:lnTo>
                    <a:pt x="330920" y="133640"/>
                  </a:lnTo>
                  <a:lnTo>
                    <a:pt x="329775" y="128466"/>
                  </a:lnTo>
                  <a:lnTo>
                    <a:pt x="328467" y="12333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194359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193503"/>
              <a:ext cx="161317" cy="44692"/>
            </a:xfrm>
            <a:custGeom>
              <a:avLst/>
              <a:pathLst>
                <a:path w="161317" h="44692">
                  <a:moveTo>
                    <a:pt x="161317" y="855"/>
                  </a:moveTo>
                  <a:lnTo>
                    <a:pt x="161082" y="0"/>
                  </a:lnTo>
                  <a:lnTo>
                    <a:pt x="0" y="446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071028"/>
              <a:ext cx="161082" cy="167167"/>
            </a:xfrm>
            <a:custGeom>
              <a:avLst/>
              <a:pathLst>
                <a:path w="161082" h="167167">
                  <a:moveTo>
                    <a:pt x="161082" y="122474"/>
                  </a:moveTo>
                  <a:lnTo>
                    <a:pt x="159544" y="117263"/>
                  </a:lnTo>
                  <a:lnTo>
                    <a:pt x="157838" y="112105"/>
                  </a:lnTo>
                  <a:lnTo>
                    <a:pt x="155966" y="107004"/>
                  </a:lnTo>
                  <a:lnTo>
                    <a:pt x="153928" y="101967"/>
                  </a:lnTo>
                  <a:lnTo>
                    <a:pt x="151728" y="96999"/>
                  </a:lnTo>
                  <a:lnTo>
                    <a:pt x="149367" y="92106"/>
                  </a:lnTo>
                  <a:lnTo>
                    <a:pt x="146849" y="87291"/>
                  </a:lnTo>
                  <a:lnTo>
                    <a:pt x="144176" y="82561"/>
                  </a:lnTo>
                  <a:lnTo>
                    <a:pt x="141350" y="77920"/>
                  </a:lnTo>
                  <a:lnTo>
                    <a:pt x="138375" y="73374"/>
                  </a:lnTo>
                  <a:lnTo>
                    <a:pt x="135254" y="68926"/>
                  </a:lnTo>
                  <a:lnTo>
                    <a:pt x="131990" y="64583"/>
                  </a:lnTo>
                  <a:lnTo>
                    <a:pt x="128586" y="60347"/>
                  </a:lnTo>
                  <a:lnTo>
                    <a:pt x="125047" y="56225"/>
                  </a:lnTo>
                  <a:lnTo>
                    <a:pt x="121375" y="52220"/>
                  </a:lnTo>
                  <a:lnTo>
                    <a:pt x="117576" y="48336"/>
                  </a:lnTo>
                  <a:lnTo>
                    <a:pt x="113652" y="44578"/>
                  </a:lnTo>
                  <a:lnTo>
                    <a:pt x="109608" y="40949"/>
                  </a:lnTo>
                  <a:lnTo>
                    <a:pt x="105448" y="37454"/>
                  </a:lnTo>
                  <a:lnTo>
                    <a:pt x="101177" y="34095"/>
                  </a:lnTo>
                  <a:lnTo>
                    <a:pt x="96799" y="30878"/>
                  </a:lnTo>
                  <a:lnTo>
                    <a:pt x="92319" y="27804"/>
                  </a:lnTo>
                  <a:lnTo>
                    <a:pt x="87741" y="24877"/>
                  </a:lnTo>
                  <a:lnTo>
                    <a:pt x="83071" y="22101"/>
                  </a:lnTo>
                  <a:lnTo>
                    <a:pt x="78312" y="19478"/>
                  </a:lnTo>
                  <a:lnTo>
                    <a:pt x="73471" y="17011"/>
                  </a:lnTo>
                  <a:lnTo>
                    <a:pt x="68553" y="14702"/>
                  </a:lnTo>
                  <a:lnTo>
                    <a:pt x="63562" y="12555"/>
                  </a:lnTo>
                  <a:lnTo>
                    <a:pt x="58504" y="10571"/>
                  </a:lnTo>
                  <a:lnTo>
                    <a:pt x="53384" y="8753"/>
                  </a:lnTo>
                  <a:lnTo>
                    <a:pt x="48207" y="7101"/>
                  </a:lnTo>
                  <a:lnTo>
                    <a:pt x="42980" y="5619"/>
                  </a:lnTo>
                  <a:lnTo>
                    <a:pt x="37707" y="4308"/>
                  </a:lnTo>
                  <a:lnTo>
                    <a:pt x="32395" y="3168"/>
                  </a:lnTo>
                  <a:lnTo>
                    <a:pt x="27048" y="2202"/>
                  </a:lnTo>
                  <a:lnTo>
                    <a:pt x="21673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50670" y="941493"/>
              <a:ext cx="72873" cy="167167"/>
            </a:xfrm>
            <a:custGeom>
              <a:avLst/>
              <a:pathLst>
                <a:path w="72873" h="167167">
                  <a:moveTo>
                    <a:pt x="72873" y="0"/>
                  </a:moveTo>
                  <a:lnTo>
                    <a:pt x="67074" y="100"/>
                  </a:lnTo>
                  <a:lnTo>
                    <a:pt x="61282" y="402"/>
                  </a:lnTo>
                  <a:lnTo>
                    <a:pt x="55503" y="904"/>
                  </a:lnTo>
                  <a:lnTo>
                    <a:pt x="49746" y="1607"/>
                  </a:lnTo>
                  <a:lnTo>
                    <a:pt x="44017" y="2509"/>
                  </a:lnTo>
                  <a:lnTo>
                    <a:pt x="38322" y="3609"/>
                  </a:lnTo>
                  <a:lnTo>
                    <a:pt x="32669" y="4906"/>
                  </a:lnTo>
                  <a:lnTo>
                    <a:pt x="27064" y="6399"/>
                  </a:lnTo>
                  <a:lnTo>
                    <a:pt x="21514" y="8085"/>
                  </a:lnTo>
                  <a:lnTo>
                    <a:pt x="16026" y="9962"/>
                  </a:lnTo>
                  <a:lnTo>
                    <a:pt x="10607" y="12029"/>
                  </a:lnTo>
                  <a:lnTo>
                    <a:pt x="5263" y="14282"/>
                  </a:lnTo>
                  <a:lnTo>
                    <a:pt x="0" y="16720"/>
                  </a:lnTo>
                  <a:lnTo>
                    <a:pt x="7287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50670" y="958213"/>
              <a:ext cx="72873" cy="150447"/>
            </a:xfrm>
            <a:custGeom>
              <a:avLst/>
              <a:pathLst>
                <a:path w="72873" h="150447">
                  <a:moveTo>
                    <a:pt x="0" y="0"/>
                  </a:moveTo>
                  <a:lnTo>
                    <a:pt x="72873" y="1504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856385" y="958213"/>
              <a:ext cx="334310" cy="317613"/>
            </a:xfrm>
            <a:custGeom>
              <a:avLst/>
              <a:pathLst>
                <a:path w="334310" h="317613">
                  <a:moveTo>
                    <a:pt x="94284" y="0"/>
                  </a:moveTo>
                  <a:lnTo>
                    <a:pt x="89553" y="2385"/>
                  </a:lnTo>
                  <a:lnTo>
                    <a:pt x="84900" y="4919"/>
                  </a:lnTo>
                  <a:lnTo>
                    <a:pt x="80329" y="7599"/>
                  </a:lnTo>
                  <a:lnTo>
                    <a:pt x="75845" y="10422"/>
                  </a:lnTo>
                  <a:lnTo>
                    <a:pt x="71453" y="13387"/>
                  </a:lnTo>
                  <a:lnTo>
                    <a:pt x="67157" y="16489"/>
                  </a:lnTo>
                  <a:lnTo>
                    <a:pt x="62962" y="19725"/>
                  </a:lnTo>
                  <a:lnTo>
                    <a:pt x="58872" y="23093"/>
                  </a:lnTo>
                  <a:lnTo>
                    <a:pt x="54890" y="26589"/>
                  </a:lnTo>
                  <a:lnTo>
                    <a:pt x="51021" y="30209"/>
                  </a:lnTo>
                  <a:lnTo>
                    <a:pt x="47268" y="33950"/>
                  </a:lnTo>
                  <a:lnTo>
                    <a:pt x="43637" y="37808"/>
                  </a:lnTo>
                  <a:lnTo>
                    <a:pt x="40129" y="41780"/>
                  </a:lnTo>
                  <a:lnTo>
                    <a:pt x="36749" y="45860"/>
                  </a:lnTo>
                  <a:lnTo>
                    <a:pt x="33500" y="50046"/>
                  </a:lnTo>
                  <a:lnTo>
                    <a:pt x="30385" y="54332"/>
                  </a:lnTo>
                  <a:lnTo>
                    <a:pt x="27407" y="58715"/>
                  </a:lnTo>
                  <a:lnTo>
                    <a:pt x="24570" y="63190"/>
                  </a:lnTo>
                  <a:lnTo>
                    <a:pt x="21877" y="67753"/>
                  </a:lnTo>
                  <a:lnTo>
                    <a:pt x="19329" y="72399"/>
                  </a:lnTo>
                  <a:lnTo>
                    <a:pt x="16929" y="77123"/>
                  </a:lnTo>
                  <a:lnTo>
                    <a:pt x="14681" y="81921"/>
                  </a:lnTo>
                  <a:lnTo>
                    <a:pt x="12586" y="86788"/>
                  </a:lnTo>
                  <a:lnTo>
                    <a:pt x="10646" y="91719"/>
                  </a:lnTo>
                  <a:lnTo>
                    <a:pt x="8863" y="96709"/>
                  </a:lnTo>
                  <a:lnTo>
                    <a:pt x="7240" y="101753"/>
                  </a:lnTo>
                  <a:lnTo>
                    <a:pt x="5777" y="106845"/>
                  </a:lnTo>
                  <a:lnTo>
                    <a:pt x="4476" y="111982"/>
                  </a:lnTo>
                  <a:lnTo>
                    <a:pt x="3339" y="117157"/>
                  </a:lnTo>
                  <a:lnTo>
                    <a:pt x="2366" y="122366"/>
                  </a:lnTo>
                  <a:lnTo>
                    <a:pt x="1559" y="127602"/>
                  </a:lnTo>
                  <a:lnTo>
                    <a:pt x="918" y="132862"/>
                  </a:lnTo>
                  <a:lnTo>
                    <a:pt x="444" y="138140"/>
                  </a:lnTo>
                  <a:lnTo>
                    <a:pt x="138" y="143429"/>
                  </a:lnTo>
                  <a:lnTo>
                    <a:pt x="0" y="148726"/>
                  </a:lnTo>
                  <a:lnTo>
                    <a:pt x="29" y="154025"/>
                  </a:lnTo>
                  <a:lnTo>
                    <a:pt x="226" y="159320"/>
                  </a:lnTo>
                  <a:lnTo>
                    <a:pt x="591" y="164606"/>
                  </a:lnTo>
                  <a:lnTo>
                    <a:pt x="1124" y="169878"/>
                  </a:lnTo>
                  <a:lnTo>
                    <a:pt x="1823" y="175130"/>
                  </a:lnTo>
                  <a:lnTo>
                    <a:pt x="2688" y="180357"/>
                  </a:lnTo>
                  <a:lnTo>
                    <a:pt x="3719" y="185555"/>
                  </a:lnTo>
                  <a:lnTo>
                    <a:pt x="4914" y="190717"/>
                  </a:lnTo>
                  <a:lnTo>
                    <a:pt x="6271" y="195839"/>
                  </a:lnTo>
                  <a:lnTo>
                    <a:pt x="7791" y="200915"/>
                  </a:lnTo>
                  <a:lnTo>
                    <a:pt x="9470" y="205940"/>
                  </a:lnTo>
                  <a:lnTo>
                    <a:pt x="11308" y="210910"/>
                  </a:lnTo>
                  <a:lnTo>
                    <a:pt x="13303" y="215819"/>
                  </a:lnTo>
                  <a:lnTo>
                    <a:pt x="15452" y="220662"/>
                  </a:lnTo>
                  <a:lnTo>
                    <a:pt x="17754" y="225435"/>
                  </a:lnTo>
                  <a:lnTo>
                    <a:pt x="20205" y="230132"/>
                  </a:lnTo>
                  <a:lnTo>
                    <a:pt x="22804" y="234750"/>
                  </a:lnTo>
                  <a:lnTo>
                    <a:pt x="25549" y="239282"/>
                  </a:lnTo>
                  <a:lnTo>
                    <a:pt x="28435" y="243726"/>
                  </a:lnTo>
                  <a:lnTo>
                    <a:pt x="31461" y="248075"/>
                  </a:lnTo>
                  <a:lnTo>
                    <a:pt x="34623" y="252327"/>
                  </a:lnTo>
                  <a:lnTo>
                    <a:pt x="37919" y="256476"/>
                  </a:lnTo>
                  <a:lnTo>
                    <a:pt x="41344" y="260519"/>
                  </a:lnTo>
                  <a:lnTo>
                    <a:pt x="44896" y="264451"/>
                  </a:lnTo>
                  <a:lnTo>
                    <a:pt x="48570" y="268268"/>
                  </a:lnTo>
                  <a:lnTo>
                    <a:pt x="52364" y="271967"/>
                  </a:lnTo>
                  <a:lnTo>
                    <a:pt x="56273" y="275545"/>
                  </a:lnTo>
                  <a:lnTo>
                    <a:pt x="60293" y="278996"/>
                  </a:lnTo>
                  <a:lnTo>
                    <a:pt x="64421" y="282318"/>
                  </a:lnTo>
                  <a:lnTo>
                    <a:pt x="68652" y="285508"/>
                  </a:lnTo>
                  <a:lnTo>
                    <a:pt x="72982" y="288562"/>
                  </a:lnTo>
                  <a:lnTo>
                    <a:pt x="77407" y="291477"/>
                  </a:lnTo>
                  <a:lnTo>
                    <a:pt x="81921" y="294251"/>
                  </a:lnTo>
                  <a:lnTo>
                    <a:pt x="86522" y="296880"/>
                  </a:lnTo>
                  <a:lnTo>
                    <a:pt x="91203" y="299362"/>
                  </a:lnTo>
                  <a:lnTo>
                    <a:pt x="95961" y="301695"/>
                  </a:lnTo>
                  <a:lnTo>
                    <a:pt x="100790" y="303875"/>
                  </a:lnTo>
                  <a:lnTo>
                    <a:pt x="105686" y="305901"/>
                  </a:lnTo>
                  <a:lnTo>
                    <a:pt x="110644" y="307771"/>
                  </a:lnTo>
                  <a:lnTo>
                    <a:pt x="115658" y="309484"/>
                  </a:lnTo>
                  <a:lnTo>
                    <a:pt x="120724" y="311036"/>
                  </a:lnTo>
                  <a:lnTo>
                    <a:pt x="125837" y="312427"/>
                  </a:lnTo>
                  <a:lnTo>
                    <a:pt x="130991" y="313655"/>
                  </a:lnTo>
                  <a:lnTo>
                    <a:pt x="136182" y="314719"/>
                  </a:lnTo>
                  <a:lnTo>
                    <a:pt x="141404" y="315618"/>
                  </a:lnTo>
                  <a:lnTo>
                    <a:pt x="146651" y="316352"/>
                  </a:lnTo>
                  <a:lnTo>
                    <a:pt x="151920" y="316918"/>
                  </a:lnTo>
                  <a:lnTo>
                    <a:pt x="157203" y="317318"/>
                  </a:lnTo>
                  <a:lnTo>
                    <a:pt x="162497" y="317549"/>
                  </a:lnTo>
                  <a:lnTo>
                    <a:pt x="167795" y="317613"/>
                  </a:lnTo>
                  <a:lnTo>
                    <a:pt x="173093" y="317509"/>
                  </a:lnTo>
                  <a:lnTo>
                    <a:pt x="178384" y="317237"/>
                  </a:lnTo>
                  <a:lnTo>
                    <a:pt x="183665" y="316797"/>
                  </a:lnTo>
                  <a:lnTo>
                    <a:pt x="188929" y="316191"/>
                  </a:lnTo>
                  <a:lnTo>
                    <a:pt x="194171" y="315417"/>
                  </a:lnTo>
                  <a:lnTo>
                    <a:pt x="199385" y="314478"/>
                  </a:lnTo>
                  <a:lnTo>
                    <a:pt x="204568" y="313375"/>
                  </a:lnTo>
                  <a:lnTo>
                    <a:pt x="209713" y="312107"/>
                  </a:lnTo>
                  <a:lnTo>
                    <a:pt x="214815" y="310677"/>
                  </a:lnTo>
                  <a:lnTo>
                    <a:pt x="219869" y="309086"/>
                  </a:lnTo>
                  <a:lnTo>
                    <a:pt x="224870" y="307336"/>
                  </a:lnTo>
                  <a:lnTo>
                    <a:pt x="229813" y="305428"/>
                  </a:lnTo>
                  <a:lnTo>
                    <a:pt x="234694" y="303365"/>
                  </a:lnTo>
                  <a:lnTo>
                    <a:pt x="239506" y="301148"/>
                  </a:lnTo>
                  <a:lnTo>
                    <a:pt x="244246" y="298779"/>
                  </a:lnTo>
                  <a:lnTo>
                    <a:pt x="248908" y="296261"/>
                  </a:lnTo>
                  <a:lnTo>
                    <a:pt x="253488" y="293597"/>
                  </a:lnTo>
                  <a:lnTo>
                    <a:pt x="257982" y="290789"/>
                  </a:lnTo>
                  <a:lnTo>
                    <a:pt x="262384" y="287840"/>
                  </a:lnTo>
                  <a:lnTo>
                    <a:pt x="266691" y="284753"/>
                  </a:lnTo>
                  <a:lnTo>
                    <a:pt x="270897" y="281531"/>
                  </a:lnTo>
                  <a:lnTo>
                    <a:pt x="274999" y="278178"/>
                  </a:lnTo>
                  <a:lnTo>
                    <a:pt x="278993" y="274696"/>
                  </a:lnTo>
                  <a:lnTo>
                    <a:pt x="282875" y="271089"/>
                  </a:lnTo>
                  <a:lnTo>
                    <a:pt x="286640" y="267361"/>
                  </a:lnTo>
                  <a:lnTo>
                    <a:pt x="290286" y="263516"/>
                  </a:lnTo>
                  <a:lnTo>
                    <a:pt x="293807" y="259557"/>
                  </a:lnTo>
                  <a:lnTo>
                    <a:pt x="297202" y="255488"/>
                  </a:lnTo>
                  <a:lnTo>
                    <a:pt x="300465" y="251314"/>
                  </a:lnTo>
                  <a:lnTo>
                    <a:pt x="303595" y="247038"/>
                  </a:lnTo>
                  <a:lnTo>
                    <a:pt x="306588" y="242666"/>
                  </a:lnTo>
                  <a:lnTo>
                    <a:pt x="309440" y="238200"/>
                  </a:lnTo>
                  <a:lnTo>
                    <a:pt x="312150" y="233647"/>
                  </a:lnTo>
                  <a:lnTo>
                    <a:pt x="314714" y="229010"/>
                  </a:lnTo>
                  <a:lnTo>
                    <a:pt x="317130" y="224294"/>
                  </a:lnTo>
                  <a:lnTo>
                    <a:pt x="319395" y="219504"/>
                  </a:lnTo>
                  <a:lnTo>
                    <a:pt x="321507" y="214644"/>
                  </a:lnTo>
                  <a:lnTo>
                    <a:pt x="323464" y="209720"/>
                  </a:lnTo>
                  <a:lnTo>
                    <a:pt x="325264" y="204737"/>
                  </a:lnTo>
                  <a:lnTo>
                    <a:pt x="326905" y="199699"/>
                  </a:lnTo>
                  <a:lnTo>
                    <a:pt x="328386" y="194611"/>
                  </a:lnTo>
                  <a:lnTo>
                    <a:pt x="329705" y="189479"/>
                  </a:lnTo>
                  <a:lnTo>
                    <a:pt x="330860" y="184308"/>
                  </a:lnTo>
                  <a:lnTo>
                    <a:pt x="331851" y="179103"/>
                  </a:lnTo>
                  <a:lnTo>
                    <a:pt x="332677" y="173869"/>
                  </a:lnTo>
                  <a:lnTo>
                    <a:pt x="333336" y="168612"/>
                  </a:lnTo>
                  <a:lnTo>
                    <a:pt x="333828" y="163336"/>
                  </a:lnTo>
                  <a:lnTo>
                    <a:pt x="334153" y="158047"/>
                  </a:lnTo>
                  <a:lnTo>
                    <a:pt x="334310" y="152751"/>
                  </a:lnTo>
                  <a:lnTo>
                    <a:pt x="334299" y="147452"/>
                  </a:lnTo>
                  <a:lnTo>
                    <a:pt x="334120" y="142157"/>
                  </a:lnTo>
                  <a:lnTo>
                    <a:pt x="333773" y="136869"/>
                  </a:lnTo>
                  <a:lnTo>
                    <a:pt x="333259" y="131596"/>
                  </a:lnTo>
                  <a:lnTo>
                    <a:pt x="332578" y="126341"/>
                  </a:lnTo>
                  <a:lnTo>
                    <a:pt x="331731" y="121110"/>
                  </a:lnTo>
                  <a:lnTo>
                    <a:pt x="330719" y="115909"/>
                  </a:lnTo>
                  <a:lnTo>
                    <a:pt x="329542" y="110743"/>
                  </a:lnTo>
                  <a:lnTo>
                    <a:pt x="328202" y="105617"/>
                  </a:lnTo>
                  <a:lnTo>
                    <a:pt x="326701" y="100535"/>
                  </a:lnTo>
                  <a:lnTo>
                    <a:pt x="325039" y="95504"/>
                  </a:lnTo>
                  <a:lnTo>
                    <a:pt x="323218" y="90528"/>
                  </a:lnTo>
                  <a:lnTo>
                    <a:pt x="321241" y="85612"/>
                  </a:lnTo>
                  <a:lnTo>
                    <a:pt x="319108" y="80761"/>
                  </a:lnTo>
                  <a:lnTo>
                    <a:pt x="316823" y="75981"/>
                  </a:lnTo>
                  <a:lnTo>
                    <a:pt x="167158" y="1504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023544" y="941493"/>
              <a:ext cx="149665" cy="167167"/>
            </a:xfrm>
            <a:custGeom>
              <a:avLst/>
              <a:pathLst>
                <a:path w="149665" h="167167">
                  <a:moveTo>
                    <a:pt x="149665" y="92701"/>
                  </a:moveTo>
                  <a:lnTo>
                    <a:pt x="147157" y="87859"/>
                  </a:lnTo>
                  <a:lnTo>
                    <a:pt x="144492" y="83102"/>
                  </a:lnTo>
                  <a:lnTo>
                    <a:pt x="141673" y="78434"/>
                  </a:lnTo>
                  <a:lnTo>
                    <a:pt x="138704" y="73860"/>
                  </a:lnTo>
                  <a:lnTo>
                    <a:pt x="135587" y="69386"/>
                  </a:lnTo>
                  <a:lnTo>
                    <a:pt x="132325" y="65016"/>
                  </a:lnTo>
                  <a:lnTo>
                    <a:pt x="128923" y="60754"/>
                  </a:lnTo>
                  <a:lnTo>
                    <a:pt x="125384" y="56606"/>
                  </a:lnTo>
                  <a:lnTo>
                    <a:pt x="121711" y="52576"/>
                  </a:lnTo>
                  <a:lnTo>
                    <a:pt x="117909" y="48667"/>
                  </a:lnTo>
                  <a:lnTo>
                    <a:pt x="113982" y="44884"/>
                  </a:lnTo>
                  <a:lnTo>
                    <a:pt x="109933" y="41232"/>
                  </a:lnTo>
                  <a:lnTo>
                    <a:pt x="105767" y="37713"/>
                  </a:lnTo>
                  <a:lnTo>
                    <a:pt x="101488" y="34333"/>
                  </a:lnTo>
                  <a:lnTo>
                    <a:pt x="97102" y="31093"/>
                  </a:lnTo>
                  <a:lnTo>
                    <a:pt x="92612" y="27999"/>
                  </a:lnTo>
                  <a:lnTo>
                    <a:pt x="88024" y="25052"/>
                  </a:lnTo>
                  <a:lnTo>
                    <a:pt x="83342" y="22257"/>
                  </a:lnTo>
                  <a:lnTo>
                    <a:pt x="78571" y="19616"/>
                  </a:lnTo>
                  <a:lnTo>
                    <a:pt x="73717" y="17131"/>
                  </a:lnTo>
                  <a:lnTo>
                    <a:pt x="68785" y="14807"/>
                  </a:lnTo>
                  <a:lnTo>
                    <a:pt x="63779" y="12645"/>
                  </a:lnTo>
                  <a:lnTo>
                    <a:pt x="58705" y="10647"/>
                  </a:lnTo>
                  <a:lnTo>
                    <a:pt x="53569" y="8815"/>
                  </a:lnTo>
                  <a:lnTo>
                    <a:pt x="48376" y="7152"/>
                  </a:lnTo>
                  <a:lnTo>
                    <a:pt x="43131" y="5660"/>
                  </a:lnTo>
                  <a:lnTo>
                    <a:pt x="37841" y="4339"/>
                  </a:lnTo>
                  <a:lnTo>
                    <a:pt x="32510" y="3191"/>
                  </a:lnTo>
                  <a:lnTo>
                    <a:pt x="27145" y="2218"/>
                  </a:lnTo>
                  <a:lnTo>
                    <a:pt x="21750" y="1421"/>
                  </a:lnTo>
                  <a:lnTo>
                    <a:pt x="16333" y="799"/>
                  </a:lnTo>
                  <a:lnTo>
                    <a:pt x="10898" y="355"/>
                  </a:lnTo>
                  <a:lnTo>
                    <a:pt x="545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100" y="941493"/>
              <a:ext cx="100115" cy="167167"/>
            </a:xfrm>
            <a:custGeom>
              <a:avLst/>
              <a:pathLst>
                <a:path w="100115" h="167167">
                  <a:moveTo>
                    <a:pt x="100115" y="0"/>
                  </a:moveTo>
                  <a:lnTo>
                    <a:pt x="94466" y="95"/>
                  </a:lnTo>
                  <a:lnTo>
                    <a:pt x="88824" y="381"/>
                  </a:lnTo>
                  <a:lnTo>
                    <a:pt x="83195" y="858"/>
                  </a:lnTo>
                  <a:lnTo>
                    <a:pt x="77585" y="1525"/>
                  </a:lnTo>
                  <a:lnTo>
                    <a:pt x="72001" y="2380"/>
                  </a:lnTo>
                  <a:lnTo>
                    <a:pt x="66449" y="3424"/>
                  </a:lnTo>
                  <a:lnTo>
                    <a:pt x="60936" y="4655"/>
                  </a:lnTo>
                  <a:lnTo>
                    <a:pt x="55467" y="6072"/>
                  </a:lnTo>
                  <a:lnTo>
                    <a:pt x="50049" y="7673"/>
                  </a:lnTo>
                  <a:lnTo>
                    <a:pt x="44689" y="9455"/>
                  </a:lnTo>
                  <a:lnTo>
                    <a:pt x="39391" y="11418"/>
                  </a:lnTo>
                  <a:lnTo>
                    <a:pt x="34164" y="13559"/>
                  </a:lnTo>
                  <a:lnTo>
                    <a:pt x="29011" y="15875"/>
                  </a:lnTo>
                  <a:lnTo>
                    <a:pt x="23939" y="18364"/>
                  </a:lnTo>
                  <a:lnTo>
                    <a:pt x="18955" y="21023"/>
                  </a:lnTo>
                  <a:lnTo>
                    <a:pt x="14063" y="23849"/>
                  </a:lnTo>
                  <a:lnTo>
                    <a:pt x="9270" y="26838"/>
                  </a:lnTo>
                  <a:lnTo>
                    <a:pt x="4580" y="29988"/>
                  </a:lnTo>
                  <a:lnTo>
                    <a:pt x="0" y="33294"/>
                  </a:lnTo>
                  <a:lnTo>
                    <a:pt x="1001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86100" y="974788"/>
              <a:ext cx="100115" cy="133872"/>
            </a:xfrm>
            <a:custGeom>
              <a:avLst/>
              <a:pathLst>
                <a:path w="100115" h="133872">
                  <a:moveTo>
                    <a:pt x="0" y="0"/>
                  </a:moveTo>
                  <a:lnTo>
                    <a:pt x="100115" y="1338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19066" y="974788"/>
              <a:ext cx="167149" cy="224521"/>
            </a:xfrm>
            <a:custGeom>
              <a:avLst/>
              <a:pathLst>
                <a:path w="167149" h="224521">
                  <a:moveTo>
                    <a:pt x="67034" y="0"/>
                  </a:moveTo>
                  <a:lnTo>
                    <a:pt x="62718" y="3339"/>
                  </a:lnTo>
                  <a:lnTo>
                    <a:pt x="58512" y="6817"/>
                  </a:lnTo>
                  <a:lnTo>
                    <a:pt x="54423" y="10431"/>
                  </a:lnTo>
                  <a:lnTo>
                    <a:pt x="50454" y="14177"/>
                  </a:lnTo>
                  <a:lnTo>
                    <a:pt x="46609" y="18050"/>
                  </a:lnTo>
                  <a:lnTo>
                    <a:pt x="42892" y="22046"/>
                  </a:lnTo>
                  <a:lnTo>
                    <a:pt x="39308" y="26162"/>
                  </a:lnTo>
                  <a:lnTo>
                    <a:pt x="35860" y="30392"/>
                  </a:lnTo>
                  <a:lnTo>
                    <a:pt x="32552" y="34733"/>
                  </a:lnTo>
                  <a:lnTo>
                    <a:pt x="29388" y="39179"/>
                  </a:lnTo>
                  <a:lnTo>
                    <a:pt x="26370" y="43726"/>
                  </a:lnTo>
                  <a:lnTo>
                    <a:pt x="23503" y="48370"/>
                  </a:lnTo>
                  <a:lnTo>
                    <a:pt x="20788" y="53104"/>
                  </a:lnTo>
                  <a:lnTo>
                    <a:pt x="18230" y="57925"/>
                  </a:lnTo>
                  <a:lnTo>
                    <a:pt x="15830" y="62826"/>
                  </a:lnTo>
                  <a:lnTo>
                    <a:pt x="13592" y="67804"/>
                  </a:lnTo>
                  <a:lnTo>
                    <a:pt x="11517" y="72851"/>
                  </a:lnTo>
                  <a:lnTo>
                    <a:pt x="9608" y="77964"/>
                  </a:lnTo>
                  <a:lnTo>
                    <a:pt x="7867" y="83136"/>
                  </a:lnTo>
                  <a:lnTo>
                    <a:pt x="6296" y="88363"/>
                  </a:lnTo>
                  <a:lnTo>
                    <a:pt x="4896" y="93637"/>
                  </a:lnTo>
                  <a:lnTo>
                    <a:pt x="3669" y="98955"/>
                  </a:lnTo>
                  <a:lnTo>
                    <a:pt x="2616" y="104310"/>
                  </a:lnTo>
                  <a:lnTo>
                    <a:pt x="1739" y="109697"/>
                  </a:lnTo>
                  <a:lnTo>
                    <a:pt x="1038" y="115109"/>
                  </a:lnTo>
                  <a:lnTo>
                    <a:pt x="514" y="120541"/>
                  </a:lnTo>
                  <a:lnTo>
                    <a:pt x="168" y="125988"/>
                  </a:lnTo>
                  <a:lnTo>
                    <a:pt x="0" y="131442"/>
                  </a:lnTo>
                  <a:lnTo>
                    <a:pt x="9" y="136900"/>
                  </a:lnTo>
                  <a:lnTo>
                    <a:pt x="197" y="142354"/>
                  </a:lnTo>
                  <a:lnTo>
                    <a:pt x="563" y="147799"/>
                  </a:lnTo>
                  <a:lnTo>
                    <a:pt x="1106" y="153230"/>
                  </a:lnTo>
                  <a:lnTo>
                    <a:pt x="1827" y="158639"/>
                  </a:lnTo>
                  <a:lnTo>
                    <a:pt x="2723" y="164023"/>
                  </a:lnTo>
                  <a:lnTo>
                    <a:pt x="3795" y="169374"/>
                  </a:lnTo>
                  <a:lnTo>
                    <a:pt x="5041" y="174687"/>
                  </a:lnTo>
                  <a:lnTo>
                    <a:pt x="6460" y="179957"/>
                  </a:lnTo>
                  <a:lnTo>
                    <a:pt x="8050" y="185178"/>
                  </a:lnTo>
                  <a:lnTo>
                    <a:pt x="9809" y="190344"/>
                  </a:lnTo>
                  <a:lnTo>
                    <a:pt x="11736" y="195449"/>
                  </a:lnTo>
                  <a:lnTo>
                    <a:pt x="13829" y="200490"/>
                  </a:lnTo>
                  <a:lnTo>
                    <a:pt x="16085" y="205459"/>
                  </a:lnTo>
                  <a:lnTo>
                    <a:pt x="18503" y="210352"/>
                  </a:lnTo>
                  <a:lnTo>
                    <a:pt x="21078" y="215163"/>
                  </a:lnTo>
                  <a:lnTo>
                    <a:pt x="23810" y="219888"/>
                  </a:lnTo>
                  <a:lnTo>
                    <a:pt x="26694" y="224521"/>
                  </a:lnTo>
                  <a:lnTo>
                    <a:pt x="167149" y="1338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45760" y="941493"/>
              <a:ext cx="307613" cy="334325"/>
            </a:xfrm>
            <a:custGeom>
              <a:avLst/>
              <a:pathLst>
                <a:path w="307613" h="334325">
                  <a:moveTo>
                    <a:pt x="0" y="257816"/>
                  </a:moveTo>
                  <a:lnTo>
                    <a:pt x="2957" y="262241"/>
                  </a:lnTo>
                  <a:lnTo>
                    <a:pt x="6053" y="266570"/>
                  </a:lnTo>
                  <a:lnTo>
                    <a:pt x="9286" y="270799"/>
                  </a:lnTo>
                  <a:lnTo>
                    <a:pt x="12651" y="274922"/>
                  </a:lnTo>
                  <a:lnTo>
                    <a:pt x="16146" y="278936"/>
                  </a:lnTo>
                  <a:lnTo>
                    <a:pt x="19767" y="282837"/>
                  </a:lnTo>
                  <a:lnTo>
                    <a:pt x="23511" y="286620"/>
                  </a:lnTo>
                  <a:lnTo>
                    <a:pt x="27373" y="290282"/>
                  </a:lnTo>
                  <a:lnTo>
                    <a:pt x="31350" y="293820"/>
                  </a:lnTo>
                  <a:lnTo>
                    <a:pt x="35437" y="297229"/>
                  </a:lnTo>
                  <a:lnTo>
                    <a:pt x="39631" y="300507"/>
                  </a:lnTo>
                  <a:lnTo>
                    <a:pt x="43927" y="303649"/>
                  </a:lnTo>
                  <a:lnTo>
                    <a:pt x="48321" y="306652"/>
                  </a:lnTo>
                  <a:lnTo>
                    <a:pt x="52808" y="309515"/>
                  </a:lnTo>
                  <a:lnTo>
                    <a:pt x="57384" y="312233"/>
                  </a:lnTo>
                  <a:lnTo>
                    <a:pt x="62044" y="314804"/>
                  </a:lnTo>
                  <a:lnTo>
                    <a:pt x="66784" y="317225"/>
                  </a:lnTo>
                  <a:lnTo>
                    <a:pt x="71599" y="319495"/>
                  </a:lnTo>
                  <a:lnTo>
                    <a:pt x="76483" y="321610"/>
                  </a:lnTo>
                  <a:lnTo>
                    <a:pt x="81432" y="323568"/>
                  </a:lnTo>
                  <a:lnTo>
                    <a:pt x="86441" y="325368"/>
                  </a:lnTo>
                  <a:lnTo>
                    <a:pt x="91505" y="327007"/>
                  </a:lnTo>
                  <a:lnTo>
                    <a:pt x="96618" y="328484"/>
                  </a:lnTo>
                  <a:lnTo>
                    <a:pt x="101776" y="329798"/>
                  </a:lnTo>
                  <a:lnTo>
                    <a:pt x="106973" y="330947"/>
                  </a:lnTo>
                  <a:lnTo>
                    <a:pt x="112204" y="331930"/>
                  </a:lnTo>
                  <a:lnTo>
                    <a:pt x="117463" y="332746"/>
                  </a:lnTo>
                  <a:lnTo>
                    <a:pt x="122746" y="333394"/>
                  </a:lnTo>
                  <a:lnTo>
                    <a:pt x="128047" y="333873"/>
                  </a:lnTo>
                  <a:lnTo>
                    <a:pt x="133360" y="334184"/>
                  </a:lnTo>
                  <a:lnTo>
                    <a:pt x="138681" y="334325"/>
                  </a:lnTo>
                  <a:lnTo>
                    <a:pt x="144003" y="334297"/>
                  </a:lnTo>
                  <a:lnTo>
                    <a:pt x="149322" y="334099"/>
                  </a:lnTo>
                  <a:lnTo>
                    <a:pt x="154632" y="333732"/>
                  </a:lnTo>
                  <a:lnTo>
                    <a:pt x="159927" y="333196"/>
                  </a:lnTo>
                  <a:lnTo>
                    <a:pt x="165203" y="332492"/>
                  </a:lnTo>
                  <a:lnTo>
                    <a:pt x="170454" y="331621"/>
                  </a:lnTo>
                  <a:lnTo>
                    <a:pt x="175674" y="330582"/>
                  </a:lnTo>
                  <a:lnTo>
                    <a:pt x="180858" y="329378"/>
                  </a:lnTo>
                  <a:lnTo>
                    <a:pt x="186002" y="328010"/>
                  </a:lnTo>
                  <a:lnTo>
                    <a:pt x="191099" y="326478"/>
                  </a:lnTo>
                  <a:lnTo>
                    <a:pt x="196145" y="324785"/>
                  </a:lnTo>
                  <a:lnTo>
                    <a:pt x="201135" y="322933"/>
                  </a:lnTo>
                  <a:lnTo>
                    <a:pt x="206063" y="320922"/>
                  </a:lnTo>
                  <a:lnTo>
                    <a:pt x="210924" y="318755"/>
                  </a:lnTo>
                  <a:lnTo>
                    <a:pt x="215714" y="316435"/>
                  </a:lnTo>
                  <a:lnTo>
                    <a:pt x="220428" y="313964"/>
                  </a:lnTo>
                  <a:lnTo>
                    <a:pt x="225061" y="311343"/>
                  </a:lnTo>
                  <a:lnTo>
                    <a:pt x="229608" y="308577"/>
                  </a:lnTo>
                  <a:lnTo>
                    <a:pt x="234065" y="305667"/>
                  </a:lnTo>
                  <a:lnTo>
                    <a:pt x="238426" y="302617"/>
                  </a:lnTo>
                  <a:lnTo>
                    <a:pt x="242689" y="299429"/>
                  </a:lnTo>
                  <a:lnTo>
                    <a:pt x="246847" y="296107"/>
                  </a:lnTo>
                  <a:lnTo>
                    <a:pt x="250898" y="292655"/>
                  </a:lnTo>
                  <a:lnTo>
                    <a:pt x="254837" y="289075"/>
                  </a:lnTo>
                  <a:lnTo>
                    <a:pt x="258660" y="285372"/>
                  </a:lnTo>
                  <a:lnTo>
                    <a:pt x="262363" y="281549"/>
                  </a:lnTo>
                  <a:lnTo>
                    <a:pt x="265943" y="277610"/>
                  </a:lnTo>
                  <a:lnTo>
                    <a:pt x="269395" y="273559"/>
                  </a:lnTo>
                  <a:lnTo>
                    <a:pt x="272717" y="269401"/>
                  </a:lnTo>
                  <a:lnTo>
                    <a:pt x="275905" y="265138"/>
                  </a:lnTo>
                  <a:lnTo>
                    <a:pt x="278955" y="260776"/>
                  </a:lnTo>
                  <a:lnTo>
                    <a:pt x="281865" y="256320"/>
                  </a:lnTo>
                  <a:lnTo>
                    <a:pt x="284631" y="251773"/>
                  </a:lnTo>
                  <a:lnTo>
                    <a:pt x="287252" y="247140"/>
                  </a:lnTo>
                  <a:lnTo>
                    <a:pt x="289723" y="242426"/>
                  </a:lnTo>
                  <a:lnTo>
                    <a:pt x="292043" y="237636"/>
                  </a:lnTo>
                  <a:lnTo>
                    <a:pt x="294210" y="232775"/>
                  </a:lnTo>
                  <a:lnTo>
                    <a:pt x="296221" y="227847"/>
                  </a:lnTo>
                  <a:lnTo>
                    <a:pt x="298073" y="222857"/>
                  </a:lnTo>
                  <a:lnTo>
                    <a:pt x="299766" y="217811"/>
                  </a:lnTo>
                  <a:lnTo>
                    <a:pt x="301298" y="212714"/>
                  </a:lnTo>
                  <a:lnTo>
                    <a:pt x="302666" y="207570"/>
                  </a:lnTo>
                  <a:lnTo>
                    <a:pt x="303870" y="202386"/>
                  </a:lnTo>
                  <a:lnTo>
                    <a:pt x="304909" y="197165"/>
                  </a:lnTo>
                  <a:lnTo>
                    <a:pt x="305780" y="191915"/>
                  </a:lnTo>
                  <a:lnTo>
                    <a:pt x="306485" y="186639"/>
                  </a:lnTo>
                  <a:lnTo>
                    <a:pt x="307020" y="181344"/>
                  </a:lnTo>
                  <a:lnTo>
                    <a:pt x="307387" y="176034"/>
                  </a:lnTo>
                  <a:lnTo>
                    <a:pt x="307585" y="170715"/>
                  </a:lnTo>
                  <a:lnTo>
                    <a:pt x="307613" y="165393"/>
                  </a:lnTo>
                  <a:lnTo>
                    <a:pt x="307472" y="160072"/>
                  </a:lnTo>
                  <a:lnTo>
                    <a:pt x="307161" y="154759"/>
                  </a:lnTo>
                  <a:lnTo>
                    <a:pt x="306682" y="149458"/>
                  </a:lnTo>
                  <a:lnTo>
                    <a:pt x="306034" y="144175"/>
                  </a:lnTo>
                  <a:lnTo>
                    <a:pt x="305218" y="138916"/>
                  </a:lnTo>
                  <a:lnTo>
                    <a:pt x="304235" y="133685"/>
                  </a:lnTo>
                  <a:lnTo>
                    <a:pt x="303086" y="128488"/>
                  </a:lnTo>
                  <a:lnTo>
                    <a:pt x="301772" y="123330"/>
                  </a:lnTo>
                  <a:lnTo>
                    <a:pt x="300295" y="118217"/>
                  </a:lnTo>
                  <a:lnTo>
                    <a:pt x="298656" y="113153"/>
                  </a:lnTo>
                  <a:lnTo>
                    <a:pt x="296856" y="108144"/>
                  </a:lnTo>
                  <a:lnTo>
                    <a:pt x="294898" y="103195"/>
                  </a:lnTo>
                  <a:lnTo>
                    <a:pt x="292783" y="98310"/>
                  </a:lnTo>
                  <a:lnTo>
                    <a:pt x="290514" y="93496"/>
                  </a:lnTo>
                  <a:lnTo>
                    <a:pt x="288092" y="88756"/>
                  </a:lnTo>
                  <a:lnTo>
                    <a:pt x="285521" y="84096"/>
                  </a:lnTo>
                  <a:lnTo>
                    <a:pt x="282803" y="79520"/>
                  </a:lnTo>
                  <a:lnTo>
                    <a:pt x="279941" y="75033"/>
                  </a:lnTo>
                  <a:lnTo>
                    <a:pt x="276937" y="70639"/>
                  </a:lnTo>
                  <a:lnTo>
                    <a:pt x="273795" y="66343"/>
                  </a:lnTo>
                  <a:lnTo>
                    <a:pt x="270517" y="62149"/>
                  </a:lnTo>
                  <a:lnTo>
                    <a:pt x="267108" y="58062"/>
                  </a:lnTo>
                  <a:lnTo>
                    <a:pt x="263571" y="54085"/>
                  </a:lnTo>
                  <a:lnTo>
                    <a:pt x="259908" y="50223"/>
                  </a:lnTo>
                  <a:lnTo>
                    <a:pt x="256125" y="46479"/>
                  </a:lnTo>
                  <a:lnTo>
                    <a:pt x="252224" y="42858"/>
                  </a:lnTo>
                  <a:lnTo>
                    <a:pt x="248210" y="39363"/>
                  </a:lnTo>
                  <a:lnTo>
                    <a:pt x="244087" y="35997"/>
                  </a:lnTo>
                  <a:lnTo>
                    <a:pt x="239858" y="32765"/>
                  </a:lnTo>
                  <a:lnTo>
                    <a:pt x="235529" y="29668"/>
                  </a:lnTo>
                  <a:lnTo>
                    <a:pt x="231104" y="26711"/>
                  </a:lnTo>
                  <a:lnTo>
                    <a:pt x="226586" y="23897"/>
                  </a:lnTo>
                  <a:lnTo>
                    <a:pt x="221982" y="21227"/>
                  </a:lnTo>
                  <a:lnTo>
                    <a:pt x="217294" y="18706"/>
                  </a:lnTo>
                  <a:lnTo>
                    <a:pt x="212529" y="16335"/>
                  </a:lnTo>
                  <a:lnTo>
                    <a:pt x="207691" y="14117"/>
                  </a:lnTo>
                  <a:lnTo>
                    <a:pt x="202784" y="12054"/>
                  </a:lnTo>
                  <a:lnTo>
                    <a:pt x="197815" y="10148"/>
                  </a:lnTo>
                  <a:lnTo>
                    <a:pt x="192787" y="8402"/>
                  </a:lnTo>
                  <a:lnTo>
                    <a:pt x="187706" y="6816"/>
                  </a:lnTo>
                  <a:lnTo>
                    <a:pt x="182578" y="5394"/>
                  </a:lnTo>
                  <a:lnTo>
                    <a:pt x="177406" y="4135"/>
                  </a:lnTo>
                  <a:lnTo>
                    <a:pt x="172197" y="3041"/>
                  </a:lnTo>
                  <a:lnTo>
                    <a:pt x="166956" y="2113"/>
                  </a:lnTo>
                  <a:lnTo>
                    <a:pt x="161688" y="1353"/>
                  </a:lnTo>
                  <a:lnTo>
                    <a:pt x="156399" y="762"/>
                  </a:lnTo>
                  <a:lnTo>
                    <a:pt x="151093" y="338"/>
                  </a:lnTo>
                  <a:lnTo>
                    <a:pt x="145777" y="84"/>
                  </a:lnTo>
                  <a:lnTo>
                    <a:pt x="140455" y="0"/>
                  </a:lnTo>
                  <a:lnTo>
                    <a:pt x="1404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797336" y="1071028"/>
              <a:ext cx="176031" cy="334325"/>
            </a:xfrm>
            <a:custGeom>
              <a:avLst/>
              <a:pathLst>
                <a:path w="176031" h="334325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8" y="767"/>
                  </a:lnTo>
                  <a:lnTo>
                    <a:pt x="145861" y="1363"/>
                  </a:lnTo>
                  <a:lnTo>
                    <a:pt x="140576" y="2128"/>
                  </a:lnTo>
                  <a:lnTo>
                    <a:pt x="135318" y="3061"/>
                  </a:lnTo>
                  <a:lnTo>
                    <a:pt x="130092" y="4162"/>
                  </a:lnTo>
                  <a:lnTo>
                    <a:pt x="124905" y="5429"/>
                  </a:lnTo>
                  <a:lnTo>
                    <a:pt x="119760" y="6862"/>
                  </a:lnTo>
                  <a:lnTo>
                    <a:pt x="114664" y="8458"/>
                  </a:lnTo>
                  <a:lnTo>
                    <a:pt x="109621" y="10216"/>
                  </a:lnTo>
                  <a:lnTo>
                    <a:pt x="104638" y="12134"/>
                  </a:lnTo>
                  <a:lnTo>
                    <a:pt x="99717" y="14210"/>
                  </a:lnTo>
                  <a:lnTo>
                    <a:pt x="94866" y="16442"/>
                  </a:lnTo>
                  <a:lnTo>
                    <a:pt x="90089" y="18828"/>
                  </a:lnTo>
                  <a:lnTo>
                    <a:pt x="85390" y="21366"/>
                  </a:lnTo>
                  <a:lnTo>
                    <a:pt x="80775" y="24052"/>
                  </a:lnTo>
                  <a:lnTo>
                    <a:pt x="76248" y="26885"/>
                  </a:lnTo>
                  <a:lnTo>
                    <a:pt x="71813" y="29860"/>
                  </a:lnTo>
                  <a:lnTo>
                    <a:pt x="67476" y="32976"/>
                  </a:lnTo>
                  <a:lnTo>
                    <a:pt x="63241" y="36229"/>
                  </a:lnTo>
                  <a:lnTo>
                    <a:pt x="59111" y="39615"/>
                  </a:lnTo>
                  <a:lnTo>
                    <a:pt x="55092" y="43131"/>
                  </a:lnTo>
                  <a:lnTo>
                    <a:pt x="51188" y="46774"/>
                  </a:lnTo>
                  <a:lnTo>
                    <a:pt x="47401" y="50540"/>
                  </a:lnTo>
                  <a:lnTo>
                    <a:pt x="43737" y="54425"/>
                  </a:lnTo>
                  <a:lnTo>
                    <a:pt x="40199" y="58425"/>
                  </a:lnTo>
                  <a:lnTo>
                    <a:pt x="36791" y="62536"/>
                  </a:lnTo>
                  <a:lnTo>
                    <a:pt x="33515" y="66754"/>
                  </a:lnTo>
                  <a:lnTo>
                    <a:pt x="30376" y="71074"/>
                  </a:lnTo>
                  <a:lnTo>
                    <a:pt x="27377" y="75492"/>
                  </a:lnTo>
                  <a:lnTo>
                    <a:pt x="24520" y="80004"/>
                  </a:lnTo>
                  <a:lnTo>
                    <a:pt x="21808" y="84605"/>
                  </a:lnTo>
                  <a:lnTo>
                    <a:pt x="19245" y="89289"/>
                  </a:lnTo>
                  <a:lnTo>
                    <a:pt x="16833" y="94054"/>
                  </a:lnTo>
                  <a:lnTo>
                    <a:pt x="14575" y="98893"/>
                  </a:lnTo>
                  <a:lnTo>
                    <a:pt x="12472" y="103802"/>
                  </a:lnTo>
                  <a:lnTo>
                    <a:pt x="10527" y="108775"/>
                  </a:lnTo>
                  <a:lnTo>
                    <a:pt x="8742" y="113808"/>
                  </a:lnTo>
                  <a:lnTo>
                    <a:pt x="7118" y="118896"/>
                  </a:lnTo>
                  <a:lnTo>
                    <a:pt x="5658" y="124032"/>
                  </a:lnTo>
                  <a:lnTo>
                    <a:pt x="4363" y="129213"/>
                  </a:lnTo>
                  <a:lnTo>
                    <a:pt x="3233" y="134432"/>
                  </a:lnTo>
                  <a:lnTo>
                    <a:pt x="2271" y="139685"/>
                  </a:lnTo>
                  <a:lnTo>
                    <a:pt x="1478" y="144966"/>
                  </a:lnTo>
                  <a:lnTo>
                    <a:pt x="853" y="150270"/>
                  </a:lnTo>
                  <a:lnTo>
                    <a:pt x="398" y="155590"/>
                  </a:lnTo>
                  <a:lnTo>
                    <a:pt x="114" y="160923"/>
                  </a:lnTo>
                  <a:lnTo>
                    <a:pt x="0" y="166262"/>
                  </a:lnTo>
                  <a:lnTo>
                    <a:pt x="56" y="171602"/>
                  </a:lnTo>
                  <a:lnTo>
                    <a:pt x="283" y="176937"/>
                  </a:lnTo>
                  <a:lnTo>
                    <a:pt x="680" y="182263"/>
                  </a:lnTo>
                  <a:lnTo>
                    <a:pt x="1247" y="187573"/>
                  </a:lnTo>
                  <a:lnTo>
                    <a:pt x="1984" y="192862"/>
                  </a:lnTo>
                  <a:lnTo>
                    <a:pt x="2889" y="198125"/>
                  </a:lnTo>
                  <a:lnTo>
                    <a:pt x="3961" y="203356"/>
                  </a:lnTo>
                  <a:lnTo>
                    <a:pt x="5200" y="208551"/>
                  </a:lnTo>
                  <a:lnTo>
                    <a:pt x="6605" y="213703"/>
                  </a:lnTo>
                  <a:lnTo>
                    <a:pt x="8173" y="218808"/>
                  </a:lnTo>
                  <a:lnTo>
                    <a:pt x="9904" y="223860"/>
                  </a:lnTo>
                  <a:lnTo>
                    <a:pt x="11795" y="228854"/>
                  </a:lnTo>
                  <a:lnTo>
                    <a:pt x="13845" y="233785"/>
                  </a:lnTo>
                  <a:lnTo>
                    <a:pt x="16051" y="238648"/>
                  </a:lnTo>
                  <a:lnTo>
                    <a:pt x="18411" y="243439"/>
                  </a:lnTo>
                  <a:lnTo>
                    <a:pt x="20923" y="248151"/>
                  </a:lnTo>
                  <a:lnTo>
                    <a:pt x="23584" y="252781"/>
                  </a:lnTo>
                  <a:lnTo>
                    <a:pt x="26392" y="257323"/>
                  </a:lnTo>
                  <a:lnTo>
                    <a:pt x="29344" y="261774"/>
                  </a:lnTo>
                  <a:lnTo>
                    <a:pt x="32436" y="266128"/>
                  </a:lnTo>
                  <a:lnTo>
                    <a:pt x="35666" y="270380"/>
                  </a:lnTo>
                  <a:lnTo>
                    <a:pt x="39030" y="274528"/>
                  </a:lnTo>
                  <a:lnTo>
                    <a:pt x="42524" y="278566"/>
                  </a:lnTo>
                  <a:lnTo>
                    <a:pt x="46146" y="282490"/>
                  </a:lnTo>
                  <a:lnTo>
                    <a:pt x="49891" y="286297"/>
                  </a:lnTo>
                  <a:lnTo>
                    <a:pt x="53756" y="289982"/>
                  </a:lnTo>
                  <a:lnTo>
                    <a:pt x="57737" y="293542"/>
                  </a:lnTo>
                  <a:lnTo>
                    <a:pt x="61829" y="296972"/>
                  </a:lnTo>
                  <a:lnTo>
                    <a:pt x="66029" y="300271"/>
                  </a:lnTo>
                  <a:lnTo>
                    <a:pt x="70332" y="303433"/>
                  </a:lnTo>
                  <a:lnTo>
                    <a:pt x="74734" y="306457"/>
                  </a:lnTo>
                  <a:lnTo>
                    <a:pt x="79231" y="309338"/>
                  </a:lnTo>
                  <a:lnTo>
                    <a:pt x="83816" y="312074"/>
                  </a:lnTo>
                  <a:lnTo>
                    <a:pt x="88488" y="314662"/>
                  </a:lnTo>
                  <a:lnTo>
                    <a:pt x="93239" y="317100"/>
                  </a:lnTo>
                  <a:lnTo>
                    <a:pt x="98066" y="319385"/>
                  </a:lnTo>
                  <a:lnTo>
                    <a:pt x="102963" y="321514"/>
                  </a:lnTo>
                  <a:lnTo>
                    <a:pt x="107926" y="323486"/>
                  </a:lnTo>
                  <a:lnTo>
                    <a:pt x="112949" y="325299"/>
                  </a:lnTo>
                  <a:lnTo>
                    <a:pt x="118027" y="326950"/>
                  </a:lnTo>
                  <a:lnTo>
                    <a:pt x="123156" y="328438"/>
                  </a:lnTo>
                  <a:lnTo>
                    <a:pt x="128330" y="329761"/>
                  </a:lnTo>
                  <a:lnTo>
                    <a:pt x="133543" y="330918"/>
                  </a:lnTo>
                  <a:lnTo>
                    <a:pt x="138791" y="331909"/>
                  </a:lnTo>
                  <a:lnTo>
                    <a:pt x="144067" y="332731"/>
                  </a:lnTo>
                  <a:lnTo>
                    <a:pt x="149367" y="333384"/>
                  </a:lnTo>
                  <a:lnTo>
                    <a:pt x="154686" y="333868"/>
                  </a:lnTo>
                  <a:lnTo>
                    <a:pt x="160017" y="334181"/>
                  </a:lnTo>
                  <a:lnTo>
                    <a:pt x="165355" y="334325"/>
                  </a:lnTo>
                  <a:lnTo>
                    <a:pt x="170695" y="334297"/>
                  </a:lnTo>
                  <a:lnTo>
                    <a:pt x="176031" y="33409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238196"/>
              <a:ext cx="8866" cy="166932"/>
            </a:xfrm>
            <a:custGeom>
              <a:avLst/>
              <a:pathLst>
                <a:path w="8866" h="166932">
                  <a:moveTo>
                    <a:pt x="8866" y="1669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073904"/>
              <a:ext cx="167152" cy="331224"/>
            </a:xfrm>
            <a:custGeom>
              <a:avLst/>
              <a:pathLst>
                <a:path w="167152" h="331224">
                  <a:moveTo>
                    <a:pt x="8866" y="331224"/>
                  </a:moveTo>
                  <a:lnTo>
                    <a:pt x="14186" y="330856"/>
                  </a:lnTo>
                  <a:lnTo>
                    <a:pt x="19491" y="330319"/>
                  </a:lnTo>
                  <a:lnTo>
                    <a:pt x="24776" y="329613"/>
                  </a:lnTo>
                  <a:lnTo>
                    <a:pt x="30036" y="328739"/>
                  </a:lnTo>
                  <a:lnTo>
                    <a:pt x="35266" y="327697"/>
                  </a:lnTo>
                  <a:lnTo>
                    <a:pt x="40459" y="326489"/>
                  </a:lnTo>
                  <a:lnTo>
                    <a:pt x="45612" y="325116"/>
                  </a:lnTo>
                  <a:lnTo>
                    <a:pt x="50718" y="323580"/>
                  </a:lnTo>
                  <a:lnTo>
                    <a:pt x="55772" y="321881"/>
                  </a:lnTo>
                  <a:lnTo>
                    <a:pt x="60770" y="320022"/>
                  </a:lnTo>
                  <a:lnTo>
                    <a:pt x="65706" y="318005"/>
                  </a:lnTo>
                  <a:lnTo>
                    <a:pt x="70575" y="315831"/>
                  </a:lnTo>
                  <a:lnTo>
                    <a:pt x="75372" y="313503"/>
                  </a:lnTo>
                  <a:lnTo>
                    <a:pt x="80093" y="311023"/>
                  </a:lnTo>
                  <a:lnTo>
                    <a:pt x="84732" y="308394"/>
                  </a:lnTo>
                  <a:lnTo>
                    <a:pt x="89284" y="305618"/>
                  </a:lnTo>
                  <a:lnTo>
                    <a:pt x="93746" y="302699"/>
                  </a:lnTo>
                  <a:lnTo>
                    <a:pt x="98113" y="299638"/>
                  </a:lnTo>
                  <a:lnTo>
                    <a:pt x="102380" y="296440"/>
                  </a:lnTo>
                  <a:lnTo>
                    <a:pt x="106542" y="293108"/>
                  </a:lnTo>
                  <a:lnTo>
                    <a:pt x="110596" y="289644"/>
                  </a:lnTo>
                  <a:lnTo>
                    <a:pt x="114538" y="286053"/>
                  </a:lnTo>
                  <a:lnTo>
                    <a:pt x="118363" y="282338"/>
                  </a:lnTo>
                  <a:lnTo>
                    <a:pt x="122068" y="278503"/>
                  </a:lnTo>
                  <a:lnTo>
                    <a:pt x="125648" y="274552"/>
                  </a:lnTo>
                  <a:lnTo>
                    <a:pt x="129101" y="270489"/>
                  </a:lnTo>
                  <a:lnTo>
                    <a:pt x="132422" y="266317"/>
                  </a:lnTo>
                  <a:lnTo>
                    <a:pt x="135609" y="262042"/>
                  </a:lnTo>
                  <a:lnTo>
                    <a:pt x="138657" y="257667"/>
                  </a:lnTo>
                  <a:lnTo>
                    <a:pt x="141565" y="253197"/>
                  </a:lnTo>
                  <a:lnTo>
                    <a:pt x="144328" y="248637"/>
                  </a:lnTo>
                  <a:lnTo>
                    <a:pt x="146945" y="243991"/>
                  </a:lnTo>
                  <a:lnTo>
                    <a:pt x="149412" y="239264"/>
                  </a:lnTo>
                  <a:lnTo>
                    <a:pt x="151727" y="234460"/>
                  </a:lnTo>
                  <a:lnTo>
                    <a:pt x="153888" y="229586"/>
                  </a:lnTo>
                  <a:lnTo>
                    <a:pt x="155892" y="224644"/>
                  </a:lnTo>
                  <a:lnTo>
                    <a:pt x="157738" y="219642"/>
                  </a:lnTo>
                  <a:lnTo>
                    <a:pt x="159423" y="214583"/>
                  </a:lnTo>
                  <a:lnTo>
                    <a:pt x="160946" y="209473"/>
                  </a:lnTo>
                  <a:lnTo>
                    <a:pt x="162305" y="204316"/>
                  </a:lnTo>
                  <a:lnTo>
                    <a:pt x="163499" y="199120"/>
                  </a:lnTo>
                  <a:lnTo>
                    <a:pt x="164526" y="193887"/>
                  </a:lnTo>
                  <a:lnTo>
                    <a:pt x="165386" y="188625"/>
                  </a:lnTo>
                  <a:lnTo>
                    <a:pt x="166078" y="183338"/>
                  </a:lnTo>
                  <a:lnTo>
                    <a:pt x="166601" y="178031"/>
                  </a:lnTo>
                  <a:lnTo>
                    <a:pt x="166955" y="172711"/>
                  </a:lnTo>
                  <a:lnTo>
                    <a:pt x="167138" y="167382"/>
                  </a:lnTo>
                  <a:lnTo>
                    <a:pt x="167152" y="162050"/>
                  </a:lnTo>
                  <a:lnTo>
                    <a:pt x="166995" y="156720"/>
                  </a:lnTo>
                  <a:lnTo>
                    <a:pt x="166669" y="151398"/>
                  </a:lnTo>
                  <a:lnTo>
                    <a:pt x="166173" y="146088"/>
                  </a:lnTo>
                  <a:lnTo>
                    <a:pt x="165508" y="140798"/>
                  </a:lnTo>
                  <a:lnTo>
                    <a:pt x="164674" y="135531"/>
                  </a:lnTo>
                  <a:lnTo>
                    <a:pt x="163673" y="130294"/>
                  </a:lnTo>
                  <a:lnTo>
                    <a:pt x="162506" y="125091"/>
                  </a:lnTo>
                  <a:lnTo>
                    <a:pt x="161173" y="119928"/>
                  </a:lnTo>
                  <a:lnTo>
                    <a:pt x="159676" y="114810"/>
                  </a:lnTo>
                  <a:lnTo>
                    <a:pt x="158016" y="109743"/>
                  </a:lnTo>
                  <a:lnTo>
                    <a:pt x="156196" y="104731"/>
                  </a:lnTo>
                  <a:lnTo>
                    <a:pt x="154217" y="99780"/>
                  </a:lnTo>
                  <a:lnTo>
                    <a:pt x="152081" y="94894"/>
                  </a:lnTo>
                  <a:lnTo>
                    <a:pt x="149791" y="90079"/>
                  </a:lnTo>
                  <a:lnTo>
                    <a:pt x="147348" y="85339"/>
                  </a:lnTo>
                  <a:lnTo>
                    <a:pt x="144755" y="80680"/>
                  </a:lnTo>
                  <a:lnTo>
                    <a:pt x="142014" y="76106"/>
                  </a:lnTo>
                  <a:lnTo>
                    <a:pt x="139129" y="71621"/>
                  </a:lnTo>
                  <a:lnTo>
                    <a:pt x="136103" y="67231"/>
                  </a:lnTo>
                  <a:lnTo>
                    <a:pt x="132938" y="62940"/>
                  </a:lnTo>
                  <a:lnTo>
                    <a:pt x="129638" y="58751"/>
                  </a:lnTo>
                  <a:lnTo>
                    <a:pt x="126206" y="54670"/>
                  </a:lnTo>
                  <a:lnTo>
                    <a:pt x="122646" y="50701"/>
                  </a:lnTo>
                  <a:lnTo>
                    <a:pt x="118961" y="46847"/>
                  </a:lnTo>
                  <a:lnTo>
                    <a:pt x="115154" y="43113"/>
                  </a:lnTo>
                  <a:lnTo>
                    <a:pt x="111231" y="39502"/>
                  </a:lnTo>
                  <a:lnTo>
                    <a:pt x="107194" y="36018"/>
                  </a:lnTo>
                  <a:lnTo>
                    <a:pt x="103049" y="32664"/>
                  </a:lnTo>
                  <a:lnTo>
                    <a:pt x="98798" y="29445"/>
                  </a:lnTo>
                  <a:lnTo>
                    <a:pt x="94447" y="26362"/>
                  </a:lnTo>
                  <a:lnTo>
                    <a:pt x="90000" y="23420"/>
                  </a:lnTo>
                  <a:lnTo>
                    <a:pt x="85462" y="20621"/>
                  </a:lnTo>
                  <a:lnTo>
                    <a:pt x="80836" y="17969"/>
                  </a:lnTo>
                  <a:lnTo>
                    <a:pt x="76128" y="15465"/>
                  </a:lnTo>
                  <a:lnTo>
                    <a:pt x="71343" y="13113"/>
                  </a:lnTo>
                  <a:lnTo>
                    <a:pt x="66485" y="10914"/>
                  </a:lnTo>
                  <a:lnTo>
                    <a:pt x="61559" y="8872"/>
                  </a:lnTo>
                  <a:lnTo>
                    <a:pt x="56571" y="6988"/>
                  </a:lnTo>
                  <a:lnTo>
                    <a:pt x="51525" y="5263"/>
                  </a:lnTo>
                  <a:lnTo>
                    <a:pt x="46427" y="3701"/>
                  </a:lnTo>
                  <a:lnTo>
                    <a:pt x="41282" y="2302"/>
                  </a:lnTo>
                  <a:lnTo>
                    <a:pt x="36094" y="1068"/>
                  </a:lnTo>
                  <a:lnTo>
                    <a:pt x="30870" y="0"/>
                  </a:lnTo>
                  <a:lnTo>
                    <a:pt x="0" y="164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64501" y="1071028"/>
              <a:ext cx="30870" cy="167167"/>
            </a:xfrm>
            <a:custGeom>
              <a:avLst/>
              <a:pathLst>
                <a:path w="30870" h="167167">
                  <a:moveTo>
                    <a:pt x="30870" y="2875"/>
                  </a:moveTo>
                  <a:lnTo>
                    <a:pt x="23211" y="1619"/>
                  </a:lnTo>
                  <a:lnTo>
                    <a:pt x="15502" y="720"/>
                  </a:lnTo>
                  <a:lnTo>
                    <a:pt x="7759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0917" y="1322571"/>
              <a:ext cx="127803" cy="167167"/>
            </a:xfrm>
            <a:custGeom>
              <a:avLst/>
              <a:pathLst>
                <a:path w="127803" h="167167">
                  <a:moveTo>
                    <a:pt x="127803" y="0"/>
                  </a:moveTo>
                  <a:lnTo>
                    <a:pt x="122209" y="93"/>
                  </a:lnTo>
                  <a:lnTo>
                    <a:pt x="116620" y="374"/>
                  </a:lnTo>
                  <a:lnTo>
                    <a:pt x="111045" y="842"/>
                  </a:lnTo>
                  <a:lnTo>
                    <a:pt x="105488" y="1496"/>
                  </a:lnTo>
                  <a:lnTo>
                    <a:pt x="99956" y="2335"/>
                  </a:lnTo>
                  <a:lnTo>
                    <a:pt x="94455" y="3360"/>
                  </a:lnTo>
                  <a:lnTo>
                    <a:pt x="88991" y="4568"/>
                  </a:lnTo>
                  <a:lnTo>
                    <a:pt x="83571" y="5958"/>
                  </a:lnTo>
                  <a:lnTo>
                    <a:pt x="78201" y="7528"/>
                  </a:lnTo>
                  <a:lnTo>
                    <a:pt x="72886" y="9278"/>
                  </a:lnTo>
                  <a:lnTo>
                    <a:pt x="67633" y="11204"/>
                  </a:lnTo>
                  <a:lnTo>
                    <a:pt x="62447" y="13305"/>
                  </a:lnTo>
                  <a:lnTo>
                    <a:pt x="57334" y="15579"/>
                  </a:lnTo>
                  <a:lnTo>
                    <a:pt x="52300" y="18022"/>
                  </a:lnTo>
                  <a:lnTo>
                    <a:pt x="47351" y="20632"/>
                  </a:lnTo>
                  <a:lnTo>
                    <a:pt x="42492" y="23407"/>
                  </a:lnTo>
                  <a:lnTo>
                    <a:pt x="37729" y="26343"/>
                  </a:lnTo>
                  <a:lnTo>
                    <a:pt x="33066" y="29436"/>
                  </a:lnTo>
                  <a:lnTo>
                    <a:pt x="28510" y="32684"/>
                  </a:lnTo>
                  <a:lnTo>
                    <a:pt x="24065" y="36082"/>
                  </a:lnTo>
                  <a:lnTo>
                    <a:pt x="19736" y="39627"/>
                  </a:lnTo>
                  <a:lnTo>
                    <a:pt x="15528" y="43315"/>
                  </a:lnTo>
                  <a:lnTo>
                    <a:pt x="11446" y="47142"/>
                  </a:lnTo>
                  <a:lnTo>
                    <a:pt x="7494" y="51104"/>
                  </a:lnTo>
                  <a:lnTo>
                    <a:pt x="3677" y="55195"/>
                  </a:lnTo>
                  <a:lnTo>
                    <a:pt x="0" y="59412"/>
                  </a:lnTo>
                  <a:lnTo>
                    <a:pt x="12780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60917" y="1381984"/>
              <a:ext cx="127803" cy="107754"/>
            </a:xfrm>
            <a:custGeom>
              <a:avLst/>
              <a:pathLst>
                <a:path w="127803" h="107754">
                  <a:moveTo>
                    <a:pt x="0" y="0"/>
                  </a:moveTo>
                  <a:lnTo>
                    <a:pt x="127803" y="1077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21553" y="1344234"/>
              <a:ext cx="334331" cy="312658"/>
            </a:xfrm>
            <a:custGeom>
              <a:avLst/>
              <a:pathLst>
                <a:path w="334331" h="312658">
                  <a:moveTo>
                    <a:pt x="39363" y="37749"/>
                  </a:moveTo>
                  <a:lnTo>
                    <a:pt x="36001" y="41868"/>
                  </a:lnTo>
                  <a:lnTo>
                    <a:pt x="32772" y="46092"/>
                  </a:lnTo>
                  <a:lnTo>
                    <a:pt x="29678" y="50416"/>
                  </a:lnTo>
                  <a:lnTo>
                    <a:pt x="26724" y="54836"/>
                  </a:lnTo>
                  <a:lnTo>
                    <a:pt x="23912" y="59348"/>
                  </a:lnTo>
                  <a:lnTo>
                    <a:pt x="21244" y="63947"/>
                  </a:lnTo>
                  <a:lnTo>
                    <a:pt x="18724" y="68629"/>
                  </a:lnTo>
                  <a:lnTo>
                    <a:pt x="16355" y="73389"/>
                  </a:lnTo>
                  <a:lnTo>
                    <a:pt x="14138" y="78221"/>
                  </a:lnTo>
                  <a:lnTo>
                    <a:pt x="12076" y="83121"/>
                  </a:lnTo>
                  <a:lnTo>
                    <a:pt x="10170" y="88085"/>
                  </a:lnTo>
                  <a:lnTo>
                    <a:pt x="8424" y="93107"/>
                  </a:lnTo>
                  <a:lnTo>
                    <a:pt x="6838" y="98181"/>
                  </a:lnTo>
                  <a:lnTo>
                    <a:pt x="5414" y="103304"/>
                  </a:lnTo>
                  <a:lnTo>
                    <a:pt x="4154" y="108469"/>
                  </a:lnTo>
                  <a:lnTo>
                    <a:pt x="3058" y="113672"/>
                  </a:lnTo>
                  <a:lnTo>
                    <a:pt x="2129" y="118906"/>
                  </a:lnTo>
                  <a:lnTo>
                    <a:pt x="1367" y="124168"/>
                  </a:lnTo>
                  <a:lnTo>
                    <a:pt x="772" y="129452"/>
                  </a:lnTo>
                  <a:lnTo>
                    <a:pt x="346" y="134751"/>
                  </a:lnTo>
                  <a:lnTo>
                    <a:pt x="88" y="140062"/>
                  </a:lnTo>
                  <a:lnTo>
                    <a:pt x="0" y="145378"/>
                  </a:lnTo>
                  <a:lnTo>
                    <a:pt x="80" y="150694"/>
                  </a:lnTo>
                  <a:lnTo>
                    <a:pt x="330" y="156005"/>
                  </a:lnTo>
                  <a:lnTo>
                    <a:pt x="748" y="161305"/>
                  </a:lnTo>
                  <a:lnTo>
                    <a:pt x="1334" y="166589"/>
                  </a:lnTo>
                  <a:lnTo>
                    <a:pt x="2089" y="171852"/>
                  </a:lnTo>
                  <a:lnTo>
                    <a:pt x="3010" y="177088"/>
                  </a:lnTo>
                  <a:lnTo>
                    <a:pt x="4098" y="182293"/>
                  </a:lnTo>
                  <a:lnTo>
                    <a:pt x="5350" y="187460"/>
                  </a:lnTo>
                  <a:lnTo>
                    <a:pt x="6766" y="192584"/>
                  </a:lnTo>
                  <a:lnTo>
                    <a:pt x="8344" y="197661"/>
                  </a:lnTo>
                  <a:lnTo>
                    <a:pt x="10083" y="202686"/>
                  </a:lnTo>
                  <a:lnTo>
                    <a:pt x="11981" y="207652"/>
                  </a:lnTo>
                  <a:lnTo>
                    <a:pt x="14036" y="212556"/>
                  </a:lnTo>
                  <a:lnTo>
                    <a:pt x="16246" y="217391"/>
                  </a:lnTo>
                  <a:lnTo>
                    <a:pt x="18608" y="222154"/>
                  </a:lnTo>
                  <a:lnTo>
                    <a:pt x="21121" y="226840"/>
                  </a:lnTo>
                  <a:lnTo>
                    <a:pt x="23781" y="231443"/>
                  </a:lnTo>
                  <a:lnTo>
                    <a:pt x="26587" y="235959"/>
                  </a:lnTo>
                  <a:lnTo>
                    <a:pt x="29534" y="240384"/>
                  </a:lnTo>
                  <a:lnTo>
                    <a:pt x="32621" y="244713"/>
                  </a:lnTo>
                  <a:lnTo>
                    <a:pt x="35844" y="248941"/>
                  </a:lnTo>
                  <a:lnTo>
                    <a:pt x="39200" y="253065"/>
                  </a:lnTo>
                  <a:lnTo>
                    <a:pt x="42685" y="257080"/>
                  </a:lnTo>
                  <a:lnTo>
                    <a:pt x="46296" y="260983"/>
                  </a:lnTo>
                  <a:lnTo>
                    <a:pt x="50030" y="264768"/>
                  </a:lnTo>
                  <a:lnTo>
                    <a:pt x="53881" y="268433"/>
                  </a:lnTo>
                  <a:lnTo>
                    <a:pt x="57848" y="271973"/>
                  </a:lnTo>
                  <a:lnTo>
                    <a:pt x="61925" y="275385"/>
                  </a:lnTo>
                  <a:lnTo>
                    <a:pt x="66109" y="278667"/>
                  </a:lnTo>
                  <a:lnTo>
                    <a:pt x="70394" y="281813"/>
                  </a:lnTo>
                  <a:lnTo>
                    <a:pt x="74778" y="284821"/>
                  </a:lnTo>
                  <a:lnTo>
                    <a:pt x="79255" y="287689"/>
                  </a:lnTo>
                  <a:lnTo>
                    <a:pt x="83821" y="290413"/>
                  </a:lnTo>
                  <a:lnTo>
                    <a:pt x="88471" y="292990"/>
                  </a:lnTo>
                  <a:lnTo>
                    <a:pt x="93201" y="295418"/>
                  </a:lnTo>
                  <a:lnTo>
                    <a:pt x="98006" y="297694"/>
                  </a:lnTo>
                  <a:lnTo>
                    <a:pt x="102881" y="299817"/>
                  </a:lnTo>
                  <a:lnTo>
                    <a:pt x="107821" y="301783"/>
                  </a:lnTo>
                  <a:lnTo>
                    <a:pt x="112820" y="303591"/>
                  </a:lnTo>
                  <a:lnTo>
                    <a:pt x="117875" y="305239"/>
                  </a:lnTo>
                  <a:lnTo>
                    <a:pt x="122980" y="306726"/>
                  </a:lnTo>
                  <a:lnTo>
                    <a:pt x="128129" y="308050"/>
                  </a:lnTo>
                  <a:lnTo>
                    <a:pt x="133318" y="309209"/>
                  </a:lnTo>
                  <a:lnTo>
                    <a:pt x="138541" y="310203"/>
                  </a:lnTo>
                  <a:lnTo>
                    <a:pt x="143793" y="311030"/>
                  </a:lnTo>
                  <a:lnTo>
                    <a:pt x="149068" y="311689"/>
                  </a:lnTo>
                  <a:lnTo>
                    <a:pt x="154362" y="312181"/>
                  </a:lnTo>
                  <a:lnTo>
                    <a:pt x="159669" y="312504"/>
                  </a:lnTo>
                  <a:lnTo>
                    <a:pt x="164984" y="312658"/>
                  </a:lnTo>
                  <a:lnTo>
                    <a:pt x="170300" y="312642"/>
                  </a:lnTo>
                  <a:lnTo>
                    <a:pt x="175614" y="312458"/>
                  </a:lnTo>
                  <a:lnTo>
                    <a:pt x="180919" y="312105"/>
                  </a:lnTo>
                  <a:lnTo>
                    <a:pt x="186210" y="311584"/>
                  </a:lnTo>
                  <a:lnTo>
                    <a:pt x="191482" y="310894"/>
                  </a:lnTo>
                  <a:lnTo>
                    <a:pt x="196729" y="310037"/>
                  </a:lnTo>
                  <a:lnTo>
                    <a:pt x="201946" y="309014"/>
                  </a:lnTo>
                  <a:lnTo>
                    <a:pt x="207128" y="307825"/>
                  </a:lnTo>
                  <a:lnTo>
                    <a:pt x="212270" y="306472"/>
                  </a:lnTo>
                  <a:lnTo>
                    <a:pt x="217366" y="304956"/>
                  </a:lnTo>
                  <a:lnTo>
                    <a:pt x="222411" y="303279"/>
                  </a:lnTo>
                  <a:lnTo>
                    <a:pt x="227401" y="301443"/>
                  </a:lnTo>
                  <a:lnTo>
                    <a:pt x="232329" y="299449"/>
                  </a:lnTo>
                  <a:lnTo>
                    <a:pt x="237192" y="297298"/>
                  </a:lnTo>
                  <a:lnTo>
                    <a:pt x="241984" y="294995"/>
                  </a:lnTo>
                  <a:lnTo>
                    <a:pt x="246700" y="292540"/>
                  </a:lnTo>
                  <a:lnTo>
                    <a:pt x="251335" y="289936"/>
                  </a:lnTo>
                  <a:lnTo>
                    <a:pt x="255886" y="287187"/>
                  </a:lnTo>
                  <a:lnTo>
                    <a:pt x="260346" y="284294"/>
                  </a:lnTo>
                  <a:lnTo>
                    <a:pt x="264713" y="281260"/>
                  </a:lnTo>
                  <a:lnTo>
                    <a:pt x="268981" y="278090"/>
                  </a:lnTo>
                  <a:lnTo>
                    <a:pt x="273146" y="274785"/>
                  </a:lnTo>
                  <a:lnTo>
                    <a:pt x="277203" y="271349"/>
                  </a:lnTo>
                  <a:lnTo>
                    <a:pt x="281149" y="267787"/>
                  </a:lnTo>
                  <a:lnTo>
                    <a:pt x="284980" y="264100"/>
                  </a:lnTo>
                  <a:lnTo>
                    <a:pt x="288692" y="260293"/>
                  </a:lnTo>
                  <a:lnTo>
                    <a:pt x="292281" y="256371"/>
                  </a:lnTo>
                  <a:lnTo>
                    <a:pt x="295744" y="252336"/>
                  </a:lnTo>
                  <a:lnTo>
                    <a:pt x="299076" y="248193"/>
                  </a:lnTo>
                  <a:lnTo>
                    <a:pt x="302275" y="243946"/>
                  </a:lnTo>
                  <a:lnTo>
                    <a:pt x="305337" y="239600"/>
                  </a:lnTo>
                  <a:lnTo>
                    <a:pt x="308259" y="235159"/>
                  </a:lnTo>
                  <a:lnTo>
                    <a:pt x="311039" y="230626"/>
                  </a:lnTo>
                  <a:lnTo>
                    <a:pt x="313673" y="226008"/>
                  </a:lnTo>
                  <a:lnTo>
                    <a:pt x="316159" y="221308"/>
                  </a:lnTo>
                  <a:lnTo>
                    <a:pt x="318494" y="216532"/>
                  </a:lnTo>
                  <a:lnTo>
                    <a:pt x="320677" y="211684"/>
                  </a:lnTo>
                  <a:lnTo>
                    <a:pt x="322703" y="206769"/>
                  </a:lnTo>
                  <a:lnTo>
                    <a:pt x="324573" y="201792"/>
                  </a:lnTo>
                  <a:lnTo>
                    <a:pt x="326283" y="196757"/>
                  </a:lnTo>
                  <a:lnTo>
                    <a:pt x="327833" y="191672"/>
                  </a:lnTo>
                  <a:lnTo>
                    <a:pt x="329220" y="186539"/>
                  </a:lnTo>
                  <a:lnTo>
                    <a:pt x="330443" y="181365"/>
                  </a:lnTo>
                  <a:lnTo>
                    <a:pt x="331500" y="176154"/>
                  </a:lnTo>
                  <a:lnTo>
                    <a:pt x="332392" y="170913"/>
                  </a:lnTo>
                  <a:lnTo>
                    <a:pt x="333117" y="165646"/>
                  </a:lnTo>
                  <a:lnTo>
                    <a:pt x="333673" y="160358"/>
                  </a:lnTo>
                  <a:lnTo>
                    <a:pt x="334061" y="155056"/>
                  </a:lnTo>
                  <a:lnTo>
                    <a:pt x="334281" y="149744"/>
                  </a:lnTo>
                  <a:lnTo>
                    <a:pt x="334331" y="144427"/>
                  </a:lnTo>
                  <a:lnTo>
                    <a:pt x="334212" y="139112"/>
                  </a:lnTo>
                  <a:lnTo>
                    <a:pt x="333924" y="133803"/>
                  </a:lnTo>
                  <a:lnTo>
                    <a:pt x="333468" y="128506"/>
                  </a:lnTo>
                  <a:lnTo>
                    <a:pt x="332843" y="123226"/>
                  </a:lnTo>
                  <a:lnTo>
                    <a:pt x="332051" y="117969"/>
                  </a:lnTo>
                  <a:lnTo>
                    <a:pt x="331092" y="112739"/>
                  </a:lnTo>
                  <a:lnTo>
                    <a:pt x="329967" y="107543"/>
                  </a:lnTo>
                  <a:lnTo>
                    <a:pt x="328677" y="102385"/>
                  </a:lnTo>
                  <a:lnTo>
                    <a:pt x="327225" y="97270"/>
                  </a:lnTo>
                  <a:lnTo>
                    <a:pt x="325610" y="92205"/>
                  </a:lnTo>
                  <a:lnTo>
                    <a:pt x="323835" y="87193"/>
                  </a:lnTo>
                  <a:lnTo>
                    <a:pt x="321901" y="82241"/>
                  </a:lnTo>
                  <a:lnTo>
                    <a:pt x="319811" y="77352"/>
                  </a:lnTo>
                  <a:lnTo>
                    <a:pt x="317566" y="72532"/>
                  </a:lnTo>
                  <a:lnTo>
                    <a:pt x="315170" y="67786"/>
                  </a:lnTo>
                  <a:lnTo>
                    <a:pt x="312623" y="63119"/>
                  </a:lnTo>
                  <a:lnTo>
                    <a:pt x="309930" y="58535"/>
                  </a:lnTo>
                  <a:lnTo>
                    <a:pt x="307092" y="54039"/>
                  </a:lnTo>
                  <a:lnTo>
                    <a:pt x="304113" y="49636"/>
                  </a:lnTo>
                  <a:lnTo>
                    <a:pt x="300995" y="45329"/>
                  </a:lnTo>
                  <a:lnTo>
                    <a:pt x="297741" y="41124"/>
                  </a:lnTo>
                  <a:lnTo>
                    <a:pt x="294356" y="37025"/>
                  </a:lnTo>
                  <a:lnTo>
                    <a:pt x="290842" y="33035"/>
                  </a:lnTo>
                  <a:lnTo>
                    <a:pt x="287203" y="29159"/>
                  </a:lnTo>
                  <a:lnTo>
                    <a:pt x="283442" y="25400"/>
                  </a:lnTo>
                  <a:lnTo>
                    <a:pt x="279564" y="21763"/>
                  </a:lnTo>
                  <a:lnTo>
                    <a:pt x="275572" y="18252"/>
                  </a:lnTo>
                  <a:lnTo>
                    <a:pt x="271471" y="14869"/>
                  </a:lnTo>
                  <a:lnTo>
                    <a:pt x="267264" y="11618"/>
                  </a:lnTo>
                  <a:lnTo>
                    <a:pt x="262955" y="8502"/>
                  </a:lnTo>
                  <a:lnTo>
                    <a:pt x="258550" y="5526"/>
                  </a:lnTo>
                  <a:lnTo>
                    <a:pt x="254052" y="2690"/>
                  </a:lnTo>
                  <a:lnTo>
                    <a:pt x="249467" y="0"/>
                  </a:lnTo>
                  <a:lnTo>
                    <a:pt x="167167" y="1455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488720" y="1322571"/>
              <a:ext cx="82300" cy="167167"/>
            </a:xfrm>
            <a:custGeom>
              <a:avLst/>
              <a:pathLst>
                <a:path w="82300" h="167167">
                  <a:moveTo>
                    <a:pt x="82300" y="21662"/>
                  </a:moveTo>
                  <a:lnTo>
                    <a:pt x="77259" y="18924"/>
                  </a:lnTo>
                  <a:lnTo>
                    <a:pt x="72127" y="16361"/>
                  </a:lnTo>
                  <a:lnTo>
                    <a:pt x="66910" y="13975"/>
                  </a:lnTo>
                  <a:lnTo>
                    <a:pt x="61615" y="11769"/>
                  </a:lnTo>
                  <a:lnTo>
                    <a:pt x="56247" y="9747"/>
                  </a:lnTo>
                  <a:lnTo>
                    <a:pt x="50813" y="7909"/>
                  </a:lnTo>
                  <a:lnTo>
                    <a:pt x="45319" y="6260"/>
                  </a:lnTo>
                  <a:lnTo>
                    <a:pt x="39771" y="4800"/>
                  </a:lnTo>
                  <a:lnTo>
                    <a:pt x="34177" y="3531"/>
                  </a:lnTo>
                  <a:lnTo>
                    <a:pt x="28542" y="2454"/>
                  </a:lnTo>
                  <a:lnTo>
                    <a:pt x="22874" y="1572"/>
                  </a:lnTo>
                  <a:lnTo>
                    <a:pt x="17179" y="885"/>
                  </a:lnTo>
                  <a:lnTo>
                    <a:pt x="11464" y="393"/>
                  </a:lnTo>
                  <a:lnTo>
                    <a:pt x="573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8877" y="1681503"/>
              <a:ext cx="87647" cy="167167"/>
            </a:xfrm>
            <a:custGeom>
              <a:avLst/>
              <a:pathLst>
                <a:path w="87647" h="167167">
                  <a:moveTo>
                    <a:pt x="87647" y="0"/>
                  </a:moveTo>
                  <a:lnTo>
                    <a:pt x="81882" y="99"/>
                  </a:lnTo>
                  <a:lnTo>
                    <a:pt x="76123" y="397"/>
                  </a:lnTo>
                  <a:lnTo>
                    <a:pt x="70379" y="894"/>
                  </a:lnTo>
                  <a:lnTo>
                    <a:pt x="64655" y="1588"/>
                  </a:lnTo>
                  <a:lnTo>
                    <a:pt x="58958" y="2480"/>
                  </a:lnTo>
                  <a:lnTo>
                    <a:pt x="53296" y="3567"/>
                  </a:lnTo>
                  <a:lnTo>
                    <a:pt x="47674" y="4849"/>
                  </a:lnTo>
                  <a:lnTo>
                    <a:pt x="42100" y="6324"/>
                  </a:lnTo>
                  <a:lnTo>
                    <a:pt x="36580" y="7990"/>
                  </a:lnTo>
                  <a:lnTo>
                    <a:pt x="31121" y="9846"/>
                  </a:lnTo>
                  <a:lnTo>
                    <a:pt x="25729" y="11889"/>
                  </a:lnTo>
                  <a:lnTo>
                    <a:pt x="20411" y="14117"/>
                  </a:lnTo>
                  <a:lnTo>
                    <a:pt x="15172" y="16527"/>
                  </a:lnTo>
                  <a:lnTo>
                    <a:pt x="10020" y="19116"/>
                  </a:lnTo>
                  <a:lnTo>
                    <a:pt x="4961" y="21881"/>
                  </a:lnTo>
                  <a:lnTo>
                    <a:pt x="0" y="24819"/>
                  </a:lnTo>
                  <a:lnTo>
                    <a:pt x="876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98877" y="1706322"/>
              <a:ext cx="87647" cy="142347"/>
            </a:xfrm>
            <a:custGeom>
              <a:avLst/>
              <a:pathLst>
                <a:path w="87647" h="142347">
                  <a:moveTo>
                    <a:pt x="0" y="0"/>
                  </a:moveTo>
                  <a:lnTo>
                    <a:pt x="87647" y="1423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919360" y="1681503"/>
              <a:ext cx="334319" cy="334331"/>
            </a:xfrm>
            <a:custGeom>
              <a:avLst/>
              <a:pathLst>
                <a:path w="334319" h="334331">
                  <a:moveTo>
                    <a:pt x="79517" y="24819"/>
                  </a:moveTo>
                  <a:lnTo>
                    <a:pt x="75054" y="27665"/>
                  </a:lnTo>
                  <a:lnTo>
                    <a:pt x="70684" y="30651"/>
                  </a:lnTo>
                  <a:lnTo>
                    <a:pt x="66411" y="33774"/>
                  </a:lnTo>
                  <a:lnTo>
                    <a:pt x="62238" y="37031"/>
                  </a:lnTo>
                  <a:lnTo>
                    <a:pt x="58170" y="40418"/>
                  </a:lnTo>
                  <a:lnTo>
                    <a:pt x="54212" y="43932"/>
                  </a:lnTo>
                  <a:lnTo>
                    <a:pt x="50367" y="47570"/>
                  </a:lnTo>
                  <a:lnTo>
                    <a:pt x="46640" y="51328"/>
                  </a:lnTo>
                  <a:lnTo>
                    <a:pt x="43033" y="55201"/>
                  </a:lnTo>
                  <a:lnTo>
                    <a:pt x="39550" y="59187"/>
                  </a:lnTo>
                  <a:lnTo>
                    <a:pt x="36196" y="63282"/>
                  </a:lnTo>
                  <a:lnTo>
                    <a:pt x="32972" y="67480"/>
                  </a:lnTo>
                  <a:lnTo>
                    <a:pt x="29884" y="71779"/>
                  </a:lnTo>
                  <a:lnTo>
                    <a:pt x="26932" y="76173"/>
                  </a:lnTo>
                  <a:lnTo>
                    <a:pt x="24122" y="80658"/>
                  </a:lnTo>
                  <a:lnTo>
                    <a:pt x="21455" y="85230"/>
                  </a:lnTo>
                  <a:lnTo>
                    <a:pt x="18934" y="89884"/>
                  </a:lnTo>
                  <a:lnTo>
                    <a:pt x="16561" y="94616"/>
                  </a:lnTo>
                  <a:lnTo>
                    <a:pt x="14340" y="99420"/>
                  </a:lnTo>
                  <a:lnTo>
                    <a:pt x="12272" y="104292"/>
                  </a:lnTo>
                  <a:lnTo>
                    <a:pt x="10359" y="109227"/>
                  </a:lnTo>
                  <a:lnTo>
                    <a:pt x="8603" y="114221"/>
                  </a:lnTo>
                  <a:lnTo>
                    <a:pt x="7006" y="119267"/>
                  </a:lnTo>
                  <a:lnTo>
                    <a:pt x="5570" y="124362"/>
                  </a:lnTo>
                  <a:lnTo>
                    <a:pt x="4296" y="129499"/>
                  </a:lnTo>
                  <a:lnTo>
                    <a:pt x="3185" y="134674"/>
                  </a:lnTo>
                  <a:lnTo>
                    <a:pt x="2239" y="139882"/>
                  </a:lnTo>
                  <a:lnTo>
                    <a:pt x="1457" y="145117"/>
                  </a:lnTo>
                  <a:lnTo>
                    <a:pt x="842" y="150374"/>
                  </a:lnTo>
                  <a:lnTo>
                    <a:pt x="394" y="155648"/>
                  </a:lnTo>
                  <a:lnTo>
                    <a:pt x="113" y="160934"/>
                  </a:lnTo>
                  <a:lnTo>
                    <a:pt x="0" y="166226"/>
                  </a:lnTo>
                  <a:lnTo>
                    <a:pt x="54" y="171519"/>
                  </a:lnTo>
                  <a:lnTo>
                    <a:pt x="275" y="176807"/>
                  </a:lnTo>
                  <a:lnTo>
                    <a:pt x="664" y="182086"/>
                  </a:lnTo>
                  <a:lnTo>
                    <a:pt x="1220" y="187350"/>
                  </a:lnTo>
                  <a:lnTo>
                    <a:pt x="1942" y="192593"/>
                  </a:lnTo>
                  <a:lnTo>
                    <a:pt x="2830" y="197811"/>
                  </a:lnTo>
                  <a:lnTo>
                    <a:pt x="3882" y="202999"/>
                  </a:lnTo>
                  <a:lnTo>
                    <a:pt x="5098" y="208150"/>
                  </a:lnTo>
                  <a:lnTo>
                    <a:pt x="6477" y="213260"/>
                  </a:lnTo>
                  <a:lnTo>
                    <a:pt x="8017" y="218325"/>
                  </a:lnTo>
                  <a:lnTo>
                    <a:pt x="9716" y="223337"/>
                  </a:lnTo>
                  <a:lnTo>
                    <a:pt x="11574" y="228294"/>
                  </a:lnTo>
                  <a:lnTo>
                    <a:pt x="13587" y="233189"/>
                  </a:lnTo>
                  <a:lnTo>
                    <a:pt x="15754" y="238018"/>
                  </a:lnTo>
                  <a:lnTo>
                    <a:pt x="18073" y="242776"/>
                  </a:lnTo>
                  <a:lnTo>
                    <a:pt x="20542" y="247458"/>
                  </a:lnTo>
                  <a:lnTo>
                    <a:pt x="23157" y="252060"/>
                  </a:lnTo>
                  <a:lnTo>
                    <a:pt x="25917" y="256577"/>
                  </a:lnTo>
                  <a:lnTo>
                    <a:pt x="28818" y="261004"/>
                  </a:lnTo>
                  <a:lnTo>
                    <a:pt x="31858" y="265337"/>
                  </a:lnTo>
                  <a:lnTo>
                    <a:pt x="35034" y="269571"/>
                  </a:lnTo>
                  <a:lnTo>
                    <a:pt x="38343" y="273703"/>
                  </a:lnTo>
                  <a:lnTo>
                    <a:pt x="41780" y="277728"/>
                  </a:lnTo>
                  <a:lnTo>
                    <a:pt x="45343" y="281642"/>
                  </a:lnTo>
                  <a:lnTo>
                    <a:pt x="49028" y="285441"/>
                  </a:lnTo>
                  <a:lnTo>
                    <a:pt x="52832" y="289122"/>
                  </a:lnTo>
                  <a:lnTo>
                    <a:pt x="56750" y="292681"/>
                  </a:lnTo>
                  <a:lnTo>
                    <a:pt x="60779" y="296114"/>
                  </a:lnTo>
                  <a:lnTo>
                    <a:pt x="64915" y="299417"/>
                  </a:lnTo>
                  <a:lnTo>
                    <a:pt x="69153" y="302588"/>
                  </a:lnTo>
                  <a:lnTo>
                    <a:pt x="73490" y="305623"/>
                  </a:lnTo>
                  <a:lnTo>
                    <a:pt x="77920" y="308519"/>
                  </a:lnTo>
                  <a:lnTo>
                    <a:pt x="82440" y="311274"/>
                  </a:lnTo>
                  <a:lnTo>
                    <a:pt x="87045" y="313884"/>
                  </a:lnTo>
                  <a:lnTo>
                    <a:pt x="91730" y="316347"/>
                  </a:lnTo>
                  <a:lnTo>
                    <a:pt x="96491" y="318660"/>
                  </a:lnTo>
                  <a:lnTo>
                    <a:pt x="101322" y="320822"/>
                  </a:lnTo>
                  <a:lnTo>
                    <a:pt x="106220" y="322829"/>
                  </a:lnTo>
                  <a:lnTo>
                    <a:pt x="111179" y="324681"/>
                  </a:lnTo>
                  <a:lnTo>
                    <a:pt x="116193" y="326374"/>
                  </a:lnTo>
                  <a:lnTo>
                    <a:pt x="121259" y="327908"/>
                  </a:lnTo>
                  <a:lnTo>
                    <a:pt x="126371" y="329281"/>
                  </a:lnTo>
                  <a:lnTo>
                    <a:pt x="131524" y="330491"/>
                  </a:lnTo>
                  <a:lnTo>
                    <a:pt x="136713" y="331537"/>
                  </a:lnTo>
                  <a:lnTo>
                    <a:pt x="141932" y="332419"/>
                  </a:lnTo>
                  <a:lnTo>
                    <a:pt x="147176" y="333135"/>
                  </a:lnTo>
                  <a:lnTo>
                    <a:pt x="152441" y="333685"/>
                  </a:lnTo>
                  <a:lnTo>
                    <a:pt x="157720" y="334067"/>
                  </a:lnTo>
                  <a:lnTo>
                    <a:pt x="163009" y="334283"/>
                  </a:lnTo>
                  <a:lnTo>
                    <a:pt x="168301" y="334331"/>
                  </a:lnTo>
                  <a:lnTo>
                    <a:pt x="173593" y="334211"/>
                  </a:lnTo>
                  <a:lnTo>
                    <a:pt x="178878" y="333923"/>
                  </a:lnTo>
                  <a:lnTo>
                    <a:pt x="184152" y="333469"/>
                  </a:lnTo>
                  <a:lnTo>
                    <a:pt x="189408" y="332848"/>
                  </a:lnTo>
                  <a:lnTo>
                    <a:pt x="194643" y="332061"/>
                  </a:lnTo>
                  <a:lnTo>
                    <a:pt x="199849" y="331108"/>
                  </a:lnTo>
                  <a:lnTo>
                    <a:pt x="205023" y="329991"/>
                  </a:lnTo>
                  <a:lnTo>
                    <a:pt x="210159" y="328711"/>
                  </a:lnTo>
                  <a:lnTo>
                    <a:pt x="215252" y="327269"/>
                  </a:lnTo>
                  <a:lnTo>
                    <a:pt x="220296" y="325666"/>
                  </a:lnTo>
                  <a:lnTo>
                    <a:pt x="225288" y="323904"/>
                  </a:lnTo>
                  <a:lnTo>
                    <a:pt x="230221" y="321986"/>
                  </a:lnTo>
                  <a:lnTo>
                    <a:pt x="235091" y="319912"/>
                  </a:lnTo>
                  <a:lnTo>
                    <a:pt x="239892" y="317685"/>
                  </a:lnTo>
                  <a:lnTo>
                    <a:pt x="244621" y="315307"/>
                  </a:lnTo>
                  <a:lnTo>
                    <a:pt x="249272" y="312780"/>
                  </a:lnTo>
                  <a:lnTo>
                    <a:pt x="253841" y="310108"/>
                  </a:lnTo>
                  <a:lnTo>
                    <a:pt x="258323" y="307292"/>
                  </a:lnTo>
                  <a:lnTo>
                    <a:pt x="262714" y="304336"/>
                  </a:lnTo>
                  <a:lnTo>
                    <a:pt x="267008" y="301242"/>
                  </a:lnTo>
                  <a:lnTo>
                    <a:pt x="271203" y="298014"/>
                  </a:lnTo>
                  <a:lnTo>
                    <a:pt x="275293" y="294654"/>
                  </a:lnTo>
                  <a:lnTo>
                    <a:pt x="279275" y="291167"/>
                  </a:lnTo>
                  <a:lnTo>
                    <a:pt x="283145" y="287556"/>
                  </a:lnTo>
                  <a:lnTo>
                    <a:pt x="286898" y="283823"/>
                  </a:lnTo>
                  <a:lnTo>
                    <a:pt x="290531" y="279974"/>
                  </a:lnTo>
                  <a:lnTo>
                    <a:pt x="294041" y="276012"/>
                  </a:lnTo>
                  <a:lnTo>
                    <a:pt x="297423" y="271941"/>
                  </a:lnTo>
                  <a:lnTo>
                    <a:pt x="300675" y="267764"/>
                  </a:lnTo>
                  <a:lnTo>
                    <a:pt x="303793" y="263487"/>
                  </a:lnTo>
                  <a:lnTo>
                    <a:pt x="306774" y="259113"/>
                  </a:lnTo>
                  <a:lnTo>
                    <a:pt x="309615" y="254647"/>
                  </a:lnTo>
                  <a:lnTo>
                    <a:pt x="312313" y="250093"/>
                  </a:lnTo>
                  <a:lnTo>
                    <a:pt x="314866" y="245456"/>
                  </a:lnTo>
                  <a:lnTo>
                    <a:pt x="317270" y="240741"/>
                  </a:lnTo>
                  <a:lnTo>
                    <a:pt x="319524" y="235952"/>
                  </a:lnTo>
                  <a:lnTo>
                    <a:pt x="321626" y="231094"/>
                  </a:lnTo>
                  <a:lnTo>
                    <a:pt x="323572" y="226172"/>
                  </a:lnTo>
                  <a:lnTo>
                    <a:pt x="325362" y="221190"/>
                  </a:lnTo>
                  <a:lnTo>
                    <a:pt x="326993" y="216155"/>
                  </a:lnTo>
                  <a:lnTo>
                    <a:pt x="328464" y="211070"/>
                  </a:lnTo>
                  <a:lnTo>
                    <a:pt x="329773" y="205942"/>
                  </a:lnTo>
                  <a:lnTo>
                    <a:pt x="330919" y="200774"/>
                  </a:lnTo>
                  <a:lnTo>
                    <a:pt x="331901" y="195573"/>
                  </a:lnTo>
                  <a:lnTo>
                    <a:pt x="332717" y="190343"/>
                  </a:lnTo>
                  <a:lnTo>
                    <a:pt x="333368" y="185090"/>
                  </a:lnTo>
                  <a:lnTo>
                    <a:pt x="333852" y="179819"/>
                  </a:lnTo>
                  <a:lnTo>
                    <a:pt x="334169" y="174536"/>
                  </a:lnTo>
                  <a:lnTo>
                    <a:pt x="334319" y="169245"/>
                  </a:lnTo>
                  <a:lnTo>
                    <a:pt x="334301" y="163952"/>
                  </a:lnTo>
                  <a:lnTo>
                    <a:pt x="334115" y="158662"/>
                  </a:lnTo>
                  <a:lnTo>
                    <a:pt x="333762" y="153381"/>
                  </a:lnTo>
                  <a:lnTo>
                    <a:pt x="333242" y="148113"/>
                  </a:lnTo>
                  <a:lnTo>
                    <a:pt x="332556" y="142865"/>
                  </a:lnTo>
                  <a:lnTo>
                    <a:pt x="331704" y="137641"/>
                  </a:lnTo>
                  <a:lnTo>
                    <a:pt x="330686" y="132447"/>
                  </a:lnTo>
                  <a:lnTo>
                    <a:pt x="329505" y="127287"/>
                  </a:lnTo>
                  <a:lnTo>
                    <a:pt x="328161" y="122167"/>
                  </a:lnTo>
                  <a:lnTo>
                    <a:pt x="326656" y="117093"/>
                  </a:lnTo>
                  <a:lnTo>
                    <a:pt x="324991" y="112069"/>
                  </a:lnTo>
                  <a:lnTo>
                    <a:pt x="323167" y="107100"/>
                  </a:lnTo>
                  <a:lnTo>
                    <a:pt x="321187" y="102191"/>
                  </a:lnTo>
                  <a:lnTo>
                    <a:pt x="319053" y="97347"/>
                  </a:lnTo>
                  <a:lnTo>
                    <a:pt x="316766" y="92573"/>
                  </a:lnTo>
                  <a:lnTo>
                    <a:pt x="314330" y="87875"/>
                  </a:lnTo>
                  <a:lnTo>
                    <a:pt x="311746" y="83255"/>
                  </a:lnTo>
                  <a:lnTo>
                    <a:pt x="309017" y="78720"/>
                  </a:lnTo>
                  <a:lnTo>
                    <a:pt x="306145" y="74273"/>
                  </a:lnTo>
                  <a:lnTo>
                    <a:pt x="303135" y="69920"/>
                  </a:lnTo>
                  <a:lnTo>
                    <a:pt x="299988" y="65664"/>
                  </a:lnTo>
                  <a:lnTo>
                    <a:pt x="296708" y="61510"/>
                  </a:lnTo>
                  <a:lnTo>
                    <a:pt x="293298" y="57461"/>
                  </a:lnTo>
                  <a:lnTo>
                    <a:pt x="289761" y="53523"/>
                  </a:lnTo>
                  <a:lnTo>
                    <a:pt x="286102" y="49699"/>
                  </a:lnTo>
                  <a:lnTo>
                    <a:pt x="282323" y="45992"/>
                  </a:lnTo>
                  <a:lnTo>
                    <a:pt x="278429" y="42407"/>
                  </a:lnTo>
                  <a:lnTo>
                    <a:pt x="274424" y="38947"/>
                  </a:lnTo>
                  <a:lnTo>
                    <a:pt x="270311" y="35615"/>
                  </a:lnTo>
                  <a:lnTo>
                    <a:pt x="266094" y="32416"/>
                  </a:lnTo>
                  <a:lnTo>
                    <a:pt x="261778" y="29351"/>
                  </a:lnTo>
                  <a:lnTo>
                    <a:pt x="257368" y="26425"/>
                  </a:lnTo>
                  <a:lnTo>
                    <a:pt x="252867" y="23640"/>
                  </a:lnTo>
                  <a:lnTo>
                    <a:pt x="248280" y="20999"/>
                  </a:lnTo>
                  <a:lnTo>
                    <a:pt x="243612" y="18504"/>
                  </a:lnTo>
                  <a:lnTo>
                    <a:pt x="238867" y="16158"/>
                  </a:lnTo>
                  <a:lnTo>
                    <a:pt x="234050" y="13964"/>
                  </a:lnTo>
                  <a:lnTo>
                    <a:pt x="229166" y="11923"/>
                  </a:lnTo>
                  <a:lnTo>
                    <a:pt x="224220" y="10038"/>
                  </a:lnTo>
                  <a:lnTo>
                    <a:pt x="219217" y="8310"/>
                  </a:lnTo>
                  <a:lnTo>
                    <a:pt x="214162" y="6742"/>
                  </a:lnTo>
                  <a:lnTo>
                    <a:pt x="209059" y="5334"/>
                  </a:lnTo>
                  <a:lnTo>
                    <a:pt x="203915" y="4089"/>
                  </a:lnTo>
                  <a:lnTo>
                    <a:pt x="198733" y="3007"/>
                  </a:lnTo>
                  <a:lnTo>
                    <a:pt x="193520" y="2090"/>
                  </a:lnTo>
                  <a:lnTo>
                    <a:pt x="188281" y="1339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8205" y="2126963"/>
              <a:ext cx="113081" cy="167167"/>
            </a:xfrm>
            <a:custGeom>
              <a:avLst/>
              <a:pathLst>
                <a:path w="113081" h="167167">
                  <a:moveTo>
                    <a:pt x="113081" y="0"/>
                  </a:moveTo>
                  <a:lnTo>
                    <a:pt x="107437" y="95"/>
                  </a:lnTo>
                  <a:lnTo>
                    <a:pt x="101799" y="381"/>
                  </a:lnTo>
                  <a:lnTo>
                    <a:pt x="96175" y="857"/>
                  </a:lnTo>
                  <a:lnTo>
                    <a:pt x="90569" y="1522"/>
                  </a:lnTo>
                  <a:lnTo>
                    <a:pt x="84989" y="2377"/>
                  </a:lnTo>
                  <a:lnTo>
                    <a:pt x="79441" y="3419"/>
                  </a:lnTo>
                  <a:lnTo>
                    <a:pt x="73932" y="4649"/>
                  </a:lnTo>
                  <a:lnTo>
                    <a:pt x="68467" y="6063"/>
                  </a:lnTo>
                  <a:lnTo>
                    <a:pt x="63053" y="7661"/>
                  </a:lnTo>
                  <a:lnTo>
                    <a:pt x="57696" y="9441"/>
                  </a:lnTo>
                  <a:lnTo>
                    <a:pt x="52402" y="11401"/>
                  </a:lnTo>
                  <a:lnTo>
                    <a:pt x="47177" y="13539"/>
                  </a:lnTo>
                  <a:lnTo>
                    <a:pt x="42028" y="15852"/>
                  </a:lnTo>
                  <a:lnTo>
                    <a:pt x="36959" y="18337"/>
                  </a:lnTo>
                  <a:lnTo>
                    <a:pt x="31978" y="20992"/>
                  </a:lnTo>
                  <a:lnTo>
                    <a:pt x="27088" y="23814"/>
                  </a:lnTo>
                  <a:lnTo>
                    <a:pt x="22297" y="26799"/>
                  </a:lnTo>
                  <a:lnTo>
                    <a:pt x="17610" y="29944"/>
                  </a:lnTo>
                  <a:lnTo>
                    <a:pt x="13031" y="33246"/>
                  </a:lnTo>
                  <a:lnTo>
                    <a:pt x="8566" y="36700"/>
                  </a:lnTo>
                  <a:lnTo>
                    <a:pt x="4221" y="40304"/>
                  </a:lnTo>
                  <a:lnTo>
                    <a:pt x="0" y="44051"/>
                  </a:lnTo>
                  <a:lnTo>
                    <a:pt x="11308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68205" y="2171015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614121" y="2128207"/>
              <a:ext cx="334327" cy="333083"/>
            </a:xfrm>
            <a:custGeom>
              <a:avLst/>
              <a:pathLst>
                <a:path w="334327" h="333083">
                  <a:moveTo>
                    <a:pt x="54084" y="42808"/>
                  </a:moveTo>
                  <a:lnTo>
                    <a:pt x="50240" y="46452"/>
                  </a:lnTo>
                  <a:lnTo>
                    <a:pt x="46514" y="50216"/>
                  </a:lnTo>
                  <a:lnTo>
                    <a:pt x="42909" y="54097"/>
                  </a:lnTo>
                  <a:lnTo>
                    <a:pt x="39429" y="58089"/>
                  </a:lnTo>
                  <a:lnTo>
                    <a:pt x="36077" y="62190"/>
                  </a:lnTo>
                  <a:lnTo>
                    <a:pt x="32856" y="66395"/>
                  </a:lnTo>
                  <a:lnTo>
                    <a:pt x="29770" y="70700"/>
                  </a:lnTo>
                  <a:lnTo>
                    <a:pt x="26823" y="75100"/>
                  </a:lnTo>
                  <a:lnTo>
                    <a:pt x="24016" y="79592"/>
                  </a:lnTo>
                  <a:lnTo>
                    <a:pt x="21353" y="84170"/>
                  </a:lnTo>
                  <a:lnTo>
                    <a:pt x="18836" y="88831"/>
                  </a:lnTo>
                  <a:lnTo>
                    <a:pt x="16468" y="93568"/>
                  </a:lnTo>
                  <a:lnTo>
                    <a:pt x="14252" y="98379"/>
                  </a:lnTo>
                  <a:lnTo>
                    <a:pt x="12189" y="103257"/>
                  </a:lnTo>
                  <a:lnTo>
                    <a:pt x="10281" y="108198"/>
                  </a:lnTo>
                  <a:lnTo>
                    <a:pt x="8531" y="113197"/>
                  </a:lnTo>
                  <a:lnTo>
                    <a:pt x="6940" y="118249"/>
                  </a:lnTo>
                  <a:lnTo>
                    <a:pt x="5510" y="123349"/>
                  </a:lnTo>
                  <a:lnTo>
                    <a:pt x="4243" y="128492"/>
                  </a:lnTo>
                  <a:lnTo>
                    <a:pt x="3139" y="133672"/>
                  </a:lnTo>
                  <a:lnTo>
                    <a:pt x="2199" y="138884"/>
                  </a:lnTo>
                  <a:lnTo>
                    <a:pt x="1426" y="144124"/>
                  </a:lnTo>
                  <a:lnTo>
                    <a:pt x="818" y="149386"/>
                  </a:lnTo>
                  <a:lnTo>
                    <a:pt x="378" y="154664"/>
                  </a:lnTo>
                  <a:lnTo>
                    <a:pt x="105" y="159953"/>
                  </a:lnTo>
                  <a:lnTo>
                    <a:pt x="0" y="165249"/>
                  </a:lnTo>
                  <a:lnTo>
                    <a:pt x="62" y="170545"/>
                  </a:lnTo>
                  <a:lnTo>
                    <a:pt x="292" y="175837"/>
                  </a:lnTo>
                  <a:lnTo>
                    <a:pt x="690" y="181118"/>
                  </a:lnTo>
                  <a:lnTo>
                    <a:pt x="1255" y="186384"/>
                  </a:lnTo>
                  <a:lnTo>
                    <a:pt x="1987" y="191630"/>
                  </a:lnTo>
                  <a:lnTo>
                    <a:pt x="2884" y="196850"/>
                  </a:lnTo>
                  <a:lnTo>
                    <a:pt x="3946" y="202039"/>
                  </a:lnTo>
                  <a:lnTo>
                    <a:pt x="5172" y="207192"/>
                  </a:lnTo>
                  <a:lnTo>
                    <a:pt x="6561" y="212303"/>
                  </a:lnTo>
                  <a:lnTo>
                    <a:pt x="8111" y="217368"/>
                  </a:lnTo>
                  <a:lnTo>
                    <a:pt x="9820" y="222381"/>
                  </a:lnTo>
                  <a:lnTo>
                    <a:pt x="11688" y="227337"/>
                  </a:lnTo>
                  <a:lnTo>
                    <a:pt x="13712" y="232232"/>
                  </a:lnTo>
                  <a:lnTo>
                    <a:pt x="15889" y="237060"/>
                  </a:lnTo>
                  <a:lnTo>
                    <a:pt x="18219" y="241817"/>
                  </a:lnTo>
                  <a:lnTo>
                    <a:pt x="20698" y="246497"/>
                  </a:lnTo>
                  <a:lnTo>
                    <a:pt x="23324" y="251097"/>
                  </a:lnTo>
                  <a:lnTo>
                    <a:pt x="26094" y="255611"/>
                  </a:lnTo>
                  <a:lnTo>
                    <a:pt x="29007" y="260035"/>
                  </a:lnTo>
                  <a:lnTo>
                    <a:pt x="32057" y="264365"/>
                  </a:lnTo>
                  <a:lnTo>
                    <a:pt x="35244" y="268596"/>
                  </a:lnTo>
                  <a:lnTo>
                    <a:pt x="38563" y="272723"/>
                  </a:lnTo>
                  <a:lnTo>
                    <a:pt x="42011" y="276744"/>
                  </a:lnTo>
                  <a:lnTo>
                    <a:pt x="45584" y="280653"/>
                  </a:lnTo>
                  <a:lnTo>
                    <a:pt x="49280" y="284447"/>
                  </a:lnTo>
                  <a:lnTo>
                    <a:pt x="53094" y="288122"/>
                  </a:lnTo>
                  <a:lnTo>
                    <a:pt x="57022" y="291675"/>
                  </a:lnTo>
                  <a:lnTo>
                    <a:pt x="61062" y="295101"/>
                  </a:lnTo>
                  <a:lnTo>
                    <a:pt x="65207" y="298398"/>
                  </a:lnTo>
                  <a:lnTo>
                    <a:pt x="69455" y="301561"/>
                  </a:lnTo>
                  <a:lnTo>
                    <a:pt x="73801" y="304589"/>
                  </a:lnTo>
                  <a:lnTo>
                    <a:pt x="78241" y="307477"/>
                  </a:lnTo>
                  <a:lnTo>
                    <a:pt x="82770" y="310223"/>
                  </a:lnTo>
                  <a:lnTo>
                    <a:pt x="87384" y="312824"/>
                  </a:lnTo>
                  <a:lnTo>
                    <a:pt x="92078" y="315278"/>
                  </a:lnTo>
                  <a:lnTo>
                    <a:pt x="96847" y="317582"/>
                  </a:lnTo>
                  <a:lnTo>
                    <a:pt x="101687" y="319733"/>
                  </a:lnTo>
                  <a:lnTo>
                    <a:pt x="106592" y="321730"/>
                  </a:lnTo>
                  <a:lnTo>
                    <a:pt x="111559" y="323571"/>
                  </a:lnTo>
                  <a:lnTo>
                    <a:pt x="116581" y="325254"/>
                  </a:lnTo>
                  <a:lnTo>
                    <a:pt x="121654" y="326776"/>
                  </a:lnTo>
                  <a:lnTo>
                    <a:pt x="126772" y="328137"/>
                  </a:lnTo>
                  <a:lnTo>
                    <a:pt x="131932" y="329335"/>
                  </a:lnTo>
                  <a:lnTo>
                    <a:pt x="137126" y="330370"/>
                  </a:lnTo>
                  <a:lnTo>
                    <a:pt x="142351" y="331239"/>
                  </a:lnTo>
                  <a:lnTo>
                    <a:pt x="147601" y="331942"/>
                  </a:lnTo>
                  <a:lnTo>
                    <a:pt x="152870" y="332478"/>
                  </a:lnTo>
                  <a:lnTo>
                    <a:pt x="158154" y="332848"/>
                  </a:lnTo>
                  <a:lnTo>
                    <a:pt x="163446" y="333049"/>
                  </a:lnTo>
                  <a:lnTo>
                    <a:pt x="168743" y="333083"/>
                  </a:lnTo>
                  <a:lnTo>
                    <a:pt x="174037" y="332949"/>
                  </a:lnTo>
                  <a:lnTo>
                    <a:pt x="179325" y="332648"/>
                  </a:lnTo>
                  <a:lnTo>
                    <a:pt x="184601" y="332179"/>
                  </a:lnTo>
                  <a:lnTo>
                    <a:pt x="189859" y="331543"/>
                  </a:lnTo>
                  <a:lnTo>
                    <a:pt x="195095" y="330741"/>
                  </a:lnTo>
                  <a:lnTo>
                    <a:pt x="200302" y="329774"/>
                  </a:lnTo>
                  <a:lnTo>
                    <a:pt x="205476" y="328642"/>
                  </a:lnTo>
                  <a:lnTo>
                    <a:pt x="210612" y="327346"/>
                  </a:lnTo>
                  <a:lnTo>
                    <a:pt x="215704" y="325889"/>
                  </a:lnTo>
                  <a:lnTo>
                    <a:pt x="220747" y="324271"/>
                  </a:lnTo>
                  <a:lnTo>
                    <a:pt x="225737" y="322494"/>
                  </a:lnTo>
                  <a:lnTo>
                    <a:pt x="230668" y="320560"/>
                  </a:lnTo>
                  <a:lnTo>
                    <a:pt x="235535" y="318470"/>
                  </a:lnTo>
                  <a:lnTo>
                    <a:pt x="240333" y="316228"/>
                  </a:lnTo>
                  <a:lnTo>
                    <a:pt x="245058" y="313834"/>
                  </a:lnTo>
                  <a:lnTo>
                    <a:pt x="249705" y="311293"/>
                  </a:lnTo>
                  <a:lnTo>
                    <a:pt x="254269" y="308605"/>
                  </a:lnTo>
                  <a:lnTo>
                    <a:pt x="258745" y="305774"/>
                  </a:lnTo>
                  <a:lnTo>
                    <a:pt x="263130" y="302802"/>
                  </a:lnTo>
                  <a:lnTo>
                    <a:pt x="267418" y="299693"/>
                  </a:lnTo>
                  <a:lnTo>
                    <a:pt x="271605" y="296450"/>
                  </a:lnTo>
                  <a:lnTo>
                    <a:pt x="275688" y="293076"/>
                  </a:lnTo>
                  <a:lnTo>
                    <a:pt x="279662" y="289574"/>
                  </a:lnTo>
                  <a:lnTo>
                    <a:pt x="283522" y="285948"/>
                  </a:lnTo>
                  <a:lnTo>
                    <a:pt x="287266" y="282202"/>
                  </a:lnTo>
                  <a:lnTo>
                    <a:pt x="290890" y="278339"/>
                  </a:lnTo>
                  <a:lnTo>
                    <a:pt x="294389" y="274363"/>
                  </a:lnTo>
                  <a:lnTo>
                    <a:pt x="297761" y="270278"/>
                  </a:lnTo>
                  <a:lnTo>
                    <a:pt x="301001" y="266088"/>
                  </a:lnTo>
                  <a:lnTo>
                    <a:pt x="304107" y="261798"/>
                  </a:lnTo>
                  <a:lnTo>
                    <a:pt x="307076" y="257412"/>
                  </a:lnTo>
                  <a:lnTo>
                    <a:pt x="309904" y="252933"/>
                  </a:lnTo>
                  <a:lnTo>
                    <a:pt x="312589" y="248368"/>
                  </a:lnTo>
                  <a:lnTo>
                    <a:pt x="315127" y="243719"/>
                  </a:lnTo>
                  <a:lnTo>
                    <a:pt x="317518" y="238993"/>
                  </a:lnTo>
                  <a:lnTo>
                    <a:pt x="319757" y="234193"/>
                  </a:lnTo>
                  <a:lnTo>
                    <a:pt x="321843" y="229325"/>
                  </a:lnTo>
                  <a:lnTo>
                    <a:pt x="323774" y="224393"/>
                  </a:lnTo>
                  <a:lnTo>
                    <a:pt x="325548" y="219402"/>
                  </a:lnTo>
                  <a:lnTo>
                    <a:pt x="327163" y="214358"/>
                  </a:lnTo>
                  <a:lnTo>
                    <a:pt x="328617" y="209265"/>
                  </a:lnTo>
                  <a:lnTo>
                    <a:pt x="329909" y="204128"/>
                  </a:lnTo>
                  <a:lnTo>
                    <a:pt x="331037" y="198953"/>
                  </a:lnTo>
                  <a:lnTo>
                    <a:pt x="332002" y="193745"/>
                  </a:lnTo>
                  <a:lnTo>
                    <a:pt x="332800" y="188509"/>
                  </a:lnTo>
                  <a:lnTo>
                    <a:pt x="333433" y="183251"/>
                  </a:lnTo>
                  <a:lnTo>
                    <a:pt x="333898" y="177974"/>
                  </a:lnTo>
                  <a:lnTo>
                    <a:pt x="334196" y="172686"/>
                  </a:lnTo>
                  <a:lnTo>
                    <a:pt x="334327" y="167391"/>
                  </a:lnTo>
                  <a:lnTo>
                    <a:pt x="334289" y="162095"/>
                  </a:lnTo>
                  <a:lnTo>
                    <a:pt x="334084" y="156802"/>
                  </a:lnTo>
                  <a:lnTo>
                    <a:pt x="333711" y="151519"/>
                  </a:lnTo>
                  <a:lnTo>
                    <a:pt x="333171" y="146250"/>
                  </a:lnTo>
                  <a:lnTo>
                    <a:pt x="332465" y="141001"/>
                  </a:lnTo>
                  <a:lnTo>
                    <a:pt x="331592" y="135777"/>
                  </a:lnTo>
                  <a:lnTo>
                    <a:pt x="330555" y="130583"/>
                  </a:lnTo>
                  <a:lnTo>
                    <a:pt x="329353" y="125424"/>
                  </a:lnTo>
                  <a:lnTo>
                    <a:pt x="327989" y="120307"/>
                  </a:lnTo>
                  <a:lnTo>
                    <a:pt x="326463" y="115235"/>
                  </a:lnTo>
                  <a:lnTo>
                    <a:pt x="324777" y="110214"/>
                  </a:lnTo>
                  <a:lnTo>
                    <a:pt x="322933" y="105248"/>
                  </a:lnTo>
                  <a:lnTo>
                    <a:pt x="320933" y="100344"/>
                  </a:lnTo>
                  <a:lnTo>
                    <a:pt x="318778" y="95506"/>
                  </a:lnTo>
                  <a:lnTo>
                    <a:pt x="316471" y="90738"/>
                  </a:lnTo>
                  <a:lnTo>
                    <a:pt x="314014" y="86046"/>
                  </a:lnTo>
                  <a:lnTo>
                    <a:pt x="311410" y="81434"/>
                  </a:lnTo>
                  <a:lnTo>
                    <a:pt x="308661" y="76906"/>
                  </a:lnTo>
                  <a:lnTo>
                    <a:pt x="305770" y="72469"/>
                  </a:lnTo>
                  <a:lnTo>
                    <a:pt x="302740" y="68124"/>
                  </a:lnTo>
                  <a:lnTo>
                    <a:pt x="299573" y="63879"/>
                  </a:lnTo>
                  <a:lnTo>
                    <a:pt x="296274" y="59735"/>
                  </a:lnTo>
                  <a:lnTo>
                    <a:pt x="292845" y="55698"/>
                  </a:lnTo>
                  <a:lnTo>
                    <a:pt x="289290" y="51772"/>
                  </a:lnTo>
                  <a:lnTo>
                    <a:pt x="285613" y="47960"/>
                  </a:lnTo>
                  <a:lnTo>
                    <a:pt x="281816" y="44267"/>
                  </a:lnTo>
                  <a:lnTo>
                    <a:pt x="277905" y="40696"/>
                  </a:lnTo>
                  <a:lnTo>
                    <a:pt x="273882" y="37251"/>
                  </a:lnTo>
                  <a:lnTo>
                    <a:pt x="269752" y="33935"/>
                  </a:lnTo>
                  <a:lnTo>
                    <a:pt x="265519" y="30751"/>
                  </a:lnTo>
                  <a:lnTo>
                    <a:pt x="261187" y="27703"/>
                  </a:lnTo>
                  <a:lnTo>
                    <a:pt x="256761" y="24794"/>
                  </a:lnTo>
                  <a:lnTo>
                    <a:pt x="252245" y="22026"/>
                  </a:lnTo>
                  <a:lnTo>
                    <a:pt x="247644" y="19403"/>
                  </a:lnTo>
                  <a:lnTo>
                    <a:pt x="242962" y="16927"/>
                  </a:lnTo>
                  <a:lnTo>
                    <a:pt x="238204" y="14601"/>
                  </a:lnTo>
                  <a:lnTo>
                    <a:pt x="233374" y="12426"/>
                  </a:lnTo>
                  <a:lnTo>
                    <a:pt x="228478" y="10406"/>
                  </a:lnTo>
                  <a:lnTo>
                    <a:pt x="223520" y="8541"/>
                  </a:lnTo>
                  <a:lnTo>
                    <a:pt x="218506" y="6835"/>
                  </a:lnTo>
                  <a:lnTo>
                    <a:pt x="213441" y="5288"/>
                  </a:lnTo>
                  <a:lnTo>
                    <a:pt x="208328" y="3903"/>
                  </a:lnTo>
                  <a:lnTo>
                    <a:pt x="203175" y="2680"/>
                  </a:lnTo>
                  <a:lnTo>
                    <a:pt x="197985" y="1621"/>
                  </a:lnTo>
                  <a:lnTo>
                    <a:pt x="192765" y="728"/>
                  </a:lnTo>
                  <a:lnTo>
                    <a:pt x="187519" y="0"/>
                  </a:lnTo>
                  <a:lnTo>
                    <a:pt x="167166" y="165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781287" y="2126963"/>
              <a:ext cx="20353" cy="167167"/>
            </a:xfrm>
            <a:custGeom>
              <a:avLst/>
              <a:pathLst>
                <a:path w="20353" h="167167">
                  <a:moveTo>
                    <a:pt x="20353" y="1243"/>
                  </a:moveTo>
                  <a:lnTo>
                    <a:pt x="10195" y="3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423598" y="2633064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0" y="3015"/>
                  </a:lnTo>
                  <a:lnTo>
                    <a:pt x="130353" y="4100"/>
                  </a:lnTo>
                  <a:lnTo>
                    <a:pt x="125202" y="5348"/>
                  </a:lnTo>
                  <a:lnTo>
                    <a:pt x="120093" y="6759"/>
                  </a:lnTo>
                  <a:lnTo>
                    <a:pt x="115032" y="8331"/>
                  </a:lnTo>
                  <a:lnTo>
                    <a:pt x="110023" y="10063"/>
                  </a:lnTo>
                  <a:lnTo>
                    <a:pt x="105072" y="11953"/>
                  </a:lnTo>
                  <a:lnTo>
                    <a:pt x="100183" y="13999"/>
                  </a:lnTo>
                  <a:lnTo>
                    <a:pt x="95361" y="16199"/>
                  </a:lnTo>
                  <a:lnTo>
                    <a:pt x="90611" y="18550"/>
                  </a:lnTo>
                  <a:lnTo>
                    <a:pt x="85939" y="21051"/>
                  </a:lnTo>
                  <a:lnTo>
                    <a:pt x="81348" y="23699"/>
                  </a:lnTo>
                  <a:lnTo>
                    <a:pt x="76843" y="26491"/>
                  </a:lnTo>
                  <a:lnTo>
                    <a:pt x="72429" y="29425"/>
                  </a:lnTo>
                  <a:lnTo>
                    <a:pt x="68110" y="32496"/>
                  </a:lnTo>
                  <a:lnTo>
                    <a:pt x="63891" y="35704"/>
                  </a:lnTo>
                  <a:lnTo>
                    <a:pt x="59775" y="39043"/>
                  </a:lnTo>
                  <a:lnTo>
                    <a:pt x="55768" y="42511"/>
                  </a:lnTo>
                  <a:lnTo>
                    <a:pt x="51872" y="46105"/>
                  </a:lnTo>
                  <a:lnTo>
                    <a:pt x="48092" y="49820"/>
                  </a:lnTo>
                  <a:lnTo>
                    <a:pt x="44432" y="53653"/>
                  </a:lnTo>
                  <a:lnTo>
                    <a:pt x="40896" y="57600"/>
                  </a:lnTo>
                  <a:lnTo>
                    <a:pt x="37486" y="61657"/>
                  </a:lnTo>
                  <a:lnTo>
                    <a:pt x="34206" y="65821"/>
                  </a:lnTo>
                  <a:lnTo>
                    <a:pt x="31060" y="70086"/>
                  </a:lnTo>
                  <a:lnTo>
                    <a:pt x="28051" y="74449"/>
                  </a:lnTo>
                  <a:lnTo>
                    <a:pt x="25182" y="78905"/>
                  </a:lnTo>
                  <a:lnTo>
                    <a:pt x="22455" y="83450"/>
                  </a:lnTo>
                  <a:lnTo>
                    <a:pt x="19874" y="88078"/>
                  </a:lnTo>
                  <a:lnTo>
                    <a:pt x="17441" y="92787"/>
                  </a:lnTo>
                  <a:lnTo>
                    <a:pt x="15159" y="97570"/>
                  </a:lnTo>
                  <a:lnTo>
                    <a:pt x="13029" y="102423"/>
                  </a:lnTo>
                  <a:lnTo>
                    <a:pt x="11054" y="107341"/>
                  </a:lnTo>
                  <a:lnTo>
                    <a:pt x="9236" y="112319"/>
                  </a:lnTo>
                  <a:lnTo>
                    <a:pt x="7577" y="117353"/>
                  </a:lnTo>
                  <a:lnTo>
                    <a:pt x="6078" y="122436"/>
                  </a:lnTo>
                  <a:lnTo>
                    <a:pt x="4741" y="127565"/>
                  </a:lnTo>
                  <a:lnTo>
                    <a:pt x="3567" y="132733"/>
                  </a:lnTo>
                  <a:lnTo>
                    <a:pt x="2558" y="137936"/>
                  </a:lnTo>
                  <a:lnTo>
                    <a:pt x="1714" y="143168"/>
                  </a:lnTo>
                  <a:lnTo>
                    <a:pt x="1036" y="148424"/>
                  </a:lnTo>
                  <a:lnTo>
                    <a:pt x="525" y="153700"/>
                  </a:lnTo>
                  <a:lnTo>
                    <a:pt x="182" y="158988"/>
                  </a:lnTo>
                  <a:lnTo>
                    <a:pt x="7" y="164285"/>
                  </a:lnTo>
                  <a:lnTo>
                    <a:pt x="0" y="169585"/>
                  </a:lnTo>
                  <a:lnTo>
                    <a:pt x="160" y="174883"/>
                  </a:lnTo>
                  <a:lnTo>
                    <a:pt x="489" y="180172"/>
                  </a:lnTo>
                  <a:lnTo>
                    <a:pt x="985" y="185449"/>
                  </a:lnTo>
                  <a:lnTo>
                    <a:pt x="1648" y="190707"/>
                  </a:lnTo>
                  <a:lnTo>
                    <a:pt x="2477" y="195942"/>
                  </a:lnTo>
                  <a:lnTo>
                    <a:pt x="3472" y="201147"/>
                  </a:lnTo>
                  <a:lnTo>
                    <a:pt x="4632" y="206319"/>
                  </a:lnTo>
                  <a:lnTo>
                    <a:pt x="5954" y="211451"/>
                  </a:lnTo>
                  <a:lnTo>
                    <a:pt x="7439" y="216539"/>
                  </a:lnTo>
                  <a:lnTo>
                    <a:pt x="9084" y="221577"/>
                  </a:lnTo>
                  <a:lnTo>
                    <a:pt x="10889" y="226560"/>
                  </a:lnTo>
                  <a:lnTo>
                    <a:pt x="12850" y="231484"/>
                  </a:lnTo>
                  <a:lnTo>
                    <a:pt x="14966" y="236342"/>
                  </a:lnTo>
                  <a:lnTo>
                    <a:pt x="17236" y="241132"/>
                  </a:lnTo>
                  <a:lnTo>
                    <a:pt x="19656" y="245847"/>
                  </a:lnTo>
                  <a:lnTo>
                    <a:pt x="22224" y="250483"/>
                  </a:lnTo>
                  <a:lnTo>
                    <a:pt x="24938" y="255035"/>
                  </a:lnTo>
                  <a:lnTo>
                    <a:pt x="27795" y="259499"/>
                  </a:lnTo>
                  <a:lnTo>
                    <a:pt x="30792" y="263870"/>
                  </a:lnTo>
                  <a:lnTo>
                    <a:pt x="33926" y="268144"/>
                  </a:lnTo>
                  <a:lnTo>
                    <a:pt x="37194" y="272317"/>
                  </a:lnTo>
                  <a:lnTo>
                    <a:pt x="40592" y="276383"/>
                  </a:lnTo>
                  <a:lnTo>
                    <a:pt x="44118" y="280340"/>
                  </a:lnTo>
                  <a:lnTo>
                    <a:pt x="47768" y="284184"/>
                  </a:lnTo>
                  <a:lnTo>
                    <a:pt x="51537" y="287909"/>
                  </a:lnTo>
                  <a:lnTo>
                    <a:pt x="55423" y="291513"/>
                  </a:lnTo>
                  <a:lnTo>
                    <a:pt x="59420" y="294993"/>
                  </a:lnTo>
                  <a:lnTo>
                    <a:pt x="63527" y="298343"/>
                  </a:lnTo>
                  <a:lnTo>
                    <a:pt x="67737" y="301562"/>
                  </a:lnTo>
                  <a:lnTo>
                    <a:pt x="72047" y="304646"/>
                  </a:lnTo>
                  <a:lnTo>
                    <a:pt x="76453" y="307592"/>
                  </a:lnTo>
                  <a:lnTo>
                    <a:pt x="80950" y="310396"/>
                  </a:lnTo>
                  <a:lnTo>
                    <a:pt x="85534" y="313057"/>
                  </a:lnTo>
                  <a:lnTo>
                    <a:pt x="90200" y="315571"/>
                  </a:lnTo>
                  <a:lnTo>
                    <a:pt x="94943" y="317935"/>
                  </a:lnTo>
                  <a:lnTo>
                    <a:pt x="99758" y="320149"/>
                  </a:lnTo>
                  <a:lnTo>
                    <a:pt x="104642" y="322208"/>
                  </a:lnTo>
                  <a:lnTo>
                    <a:pt x="109588" y="324112"/>
                  </a:lnTo>
                  <a:lnTo>
                    <a:pt x="114592" y="325857"/>
                  </a:lnTo>
                  <a:lnTo>
                    <a:pt x="119649" y="327444"/>
                  </a:lnTo>
                  <a:lnTo>
                    <a:pt x="124754" y="328869"/>
                  </a:lnTo>
                  <a:lnTo>
                    <a:pt x="129901" y="330132"/>
                  </a:lnTo>
                  <a:lnTo>
                    <a:pt x="135086" y="331231"/>
                  </a:lnTo>
                  <a:lnTo>
                    <a:pt x="140302" y="332164"/>
                  </a:lnTo>
                  <a:lnTo>
                    <a:pt x="145546" y="332933"/>
                  </a:lnTo>
                  <a:lnTo>
                    <a:pt x="150812" y="333534"/>
                  </a:lnTo>
                  <a:lnTo>
                    <a:pt x="156094" y="333968"/>
                  </a:lnTo>
                  <a:lnTo>
                    <a:pt x="161387" y="334235"/>
                  </a:lnTo>
                  <a:lnTo>
                    <a:pt x="166686" y="334334"/>
                  </a:lnTo>
                  <a:lnTo>
                    <a:pt x="171986" y="334264"/>
                  </a:lnTo>
                  <a:lnTo>
                    <a:pt x="177280" y="334027"/>
                  </a:lnTo>
                  <a:lnTo>
                    <a:pt x="182564" y="333622"/>
                  </a:lnTo>
                  <a:lnTo>
                    <a:pt x="187833" y="333050"/>
                  </a:lnTo>
                  <a:lnTo>
                    <a:pt x="193081" y="332311"/>
                  </a:lnTo>
                  <a:lnTo>
                    <a:pt x="198303" y="331406"/>
                  </a:lnTo>
                  <a:lnTo>
                    <a:pt x="203494" y="330336"/>
                  </a:lnTo>
                  <a:lnTo>
                    <a:pt x="208648" y="329101"/>
                  </a:lnTo>
                  <a:lnTo>
                    <a:pt x="213761" y="327705"/>
                  </a:lnTo>
                  <a:lnTo>
                    <a:pt x="218826" y="326146"/>
                  </a:lnTo>
                  <a:lnTo>
                    <a:pt x="223840" y="324428"/>
                  </a:lnTo>
                  <a:lnTo>
                    <a:pt x="228797" y="322552"/>
                  </a:lnTo>
                  <a:lnTo>
                    <a:pt x="233691" y="320520"/>
                  </a:lnTo>
                  <a:lnTo>
                    <a:pt x="238519" y="318333"/>
                  </a:lnTo>
                  <a:lnTo>
                    <a:pt x="243275" y="315995"/>
                  </a:lnTo>
                  <a:lnTo>
                    <a:pt x="247955" y="313507"/>
                  </a:lnTo>
                  <a:lnTo>
                    <a:pt x="252553" y="310872"/>
                  </a:lnTo>
                  <a:lnTo>
                    <a:pt x="257066" y="308092"/>
                  </a:lnTo>
                  <a:lnTo>
                    <a:pt x="261488" y="305171"/>
                  </a:lnTo>
                  <a:lnTo>
                    <a:pt x="265815" y="302111"/>
                  </a:lnTo>
                  <a:lnTo>
                    <a:pt x="270043" y="298916"/>
                  </a:lnTo>
                  <a:lnTo>
                    <a:pt x="274168" y="295588"/>
                  </a:lnTo>
                  <a:lnTo>
                    <a:pt x="278185" y="292131"/>
                  </a:lnTo>
                  <a:lnTo>
                    <a:pt x="282091" y="288548"/>
                  </a:lnTo>
                  <a:lnTo>
                    <a:pt x="285881" y="284844"/>
                  </a:lnTo>
                  <a:lnTo>
                    <a:pt x="289552" y="281021"/>
                  </a:lnTo>
                  <a:lnTo>
                    <a:pt x="293099" y="277083"/>
                  </a:lnTo>
                  <a:lnTo>
                    <a:pt x="296520" y="273035"/>
                  </a:lnTo>
                  <a:lnTo>
                    <a:pt x="299811" y="268881"/>
                  </a:lnTo>
                  <a:lnTo>
                    <a:pt x="302969" y="264625"/>
                  </a:lnTo>
                  <a:lnTo>
                    <a:pt x="305990" y="260270"/>
                  </a:lnTo>
                  <a:lnTo>
                    <a:pt x="308872" y="255822"/>
                  </a:lnTo>
                  <a:lnTo>
                    <a:pt x="311611" y="251285"/>
                  </a:lnTo>
                  <a:lnTo>
                    <a:pt x="314205" y="246663"/>
                  </a:lnTo>
                  <a:lnTo>
                    <a:pt x="316651" y="241962"/>
                  </a:lnTo>
                  <a:lnTo>
                    <a:pt x="318947" y="237185"/>
                  </a:lnTo>
                  <a:lnTo>
                    <a:pt x="321090" y="232338"/>
                  </a:lnTo>
                  <a:lnTo>
                    <a:pt x="323079" y="227425"/>
                  </a:lnTo>
                  <a:lnTo>
                    <a:pt x="324910" y="222452"/>
                  </a:lnTo>
                  <a:lnTo>
                    <a:pt x="326584" y="217423"/>
                  </a:lnTo>
                  <a:lnTo>
                    <a:pt x="328097" y="212344"/>
                  </a:lnTo>
                  <a:lnTo>
                    <a:pt x="329448" y="207219"/>
                  </a:lnTo>
                  <a:lnTo>
                    <a:pt x="330636" y="202054"/>
                  </a:lnTo>
                  <a:lnTo>
                    <a:pt x="331660" y="196854"/>
                  </a:lnTo>
                  <a:lnTo>
                    <a:pt x="332518" y="191624"/>
                  </a:lnTo>
                  <a:lnTo>
                    <a:pt x="333210" y="186370"/>
                  </a:lnTo>
                  <a:lnTo>
                    <a:pt x="333736" y="181096"/>
                  </a:lnTo>
                  <a:lnTo>
                    <a:pt x="334093" y="175808"/>
                  </a:lnTo>
                  <a:lnTo>
                    <a:pt x="334283" y="170512"/>
                  </a:lnTo>
                  <a:lnTo>
                    <a:pt x="334305" y="165212"/>
                  </a:lnTo>
                  <a:lnTo>
                    <a:pt x="334159" y="159914"/>
                  </a:lnTo>
                  <a:lnTo>
                    <a:pt x="333846" y="154624"/>
                  </a:lnTo>
                  <a:lnTo>
                    <a:pt x="333364" y="149346"/>
                  </a:lnTo>
                  <a:lnTo>
                    <a:pt x="332716" y="144086"/>
                  </a:lnTo>
                  <a:lnTo>
                    <a:pt x="331901" y="138849"/>
                  </a:lnTo>
                  <a:lnTo>
                    <a:pt x="330920" y="133640"/>
                  </a:lnTo>
                  <a:lnTo>
                    <a:pt x="329775" y="128466"/>
                  </a:lnTo>
                  <a:lnTo>
                    <a:pt x="328467" y="12333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756394"/>
              <a:ext cx="161317" cy="43837"/>
            </a:xfrm>
            <a:custGeom>
              <a:avLst/>
              <a:pathLst>
                <a:path w="161317" h="43837">
                  <a:moveTo>
                    <a:pt x="161317" y="0"/>
                  </a:moveTo>
                  <a:lnTo>
                    <a:pt x="0" y="438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54292"/>
              <a:ext cx="161317" cy="145939"/>
            </a:xfrm>
            <a:custGeom>
              <a:avLst/>
              <a:pathLst>
                <a:path w="161317" h="145939">
                  <a:moveTo>
                    <a:pt x="161317" y="102102"/>
                  </a:moveTo>
                  <a:lnTo>
                    <a:pt x="159774" y="96777"/>
                  </a:lnTo>
                  <a:lnTo>
                    <a:pt x="158056" y="91505"/>
                  </a:lnTo>
                  <a:lnTo>
                    <a:pt x="156164" y="86294"/>
                  </a:lnTo>
                  <a:lnTo>
                    <a:pt x="154100" y="81148"/>
                  </a:lnTo>
                  <a:lnTo>
                    <a:pt x="151867" y="76074"/>
                  </a:lnTo>
                  <a:lnTo>
                    <a:pt x="149467" y="71076"/>
                  </a:lnTo>
                  <a:lnTo>
                    <a:pt x="146902" y="66161"/>
                  </a:lnTo>
                  <a:lnTo>
                    <a:pt x="144176" y="61333"/>
                  </a:lnTo>
                  <a:lnTo>
                    <a:pt x="141291" y="56599"/>
                  </a:lnTo>
                  <a:lnTo>
                    <a:pt x="138250" y="51962"/>
                  </a:lnTo>
                  <a:lnTo>
                    <a:pt x="135058" y="47429"/>
                  </a:lnTo>
                  <a:lnTo>
                    <a:pt x="131717" y="43005"/>
                  </a:lnTo>
                  <a:lnTo>
                    <a:pt x="128231" y="38694"/>
                  </a:lnTo>
                  <a:lnTo>
                    <a:pt x="124604" y="34500"/>
                  </a:lnTo>
                  <a:lnTo>
                    <a:pt x="120840" y="30430"/>
                  </a:lnTo>
                  <a:lnTo>
                    <a:pt x="116944" y="26486"/>
                  </a:lnTo>
                  <a:lnTo>
                    <a:pt x="112918" y="22674"/>
                  </a:lnTo>
                  <a:lnTo>
                    <a:pt x="108768" y="18997"/>
                  </a:lnTo>
                  <a:lnTo>
                    <a:pt x="104499" y="15460"/>
                  </a:lnTo>
                  <a:lnTo>
                    <a:pt x="100115" y="12066"/>
                  </a:lnTo>
                  <a:lnTo>
                    <a:pt x="95620" y="8820"/>
                  </a:lnTo>
                  <a:lnTo>
                    <a:pt x="91021" y="5725"/>
                  </a:lnTo>
                  <a:lnTo>
                    <a:pt x="86321" y="2783"/>
                  </a:lnTo>
                  <a:lnTo>
                    <a:pt x="81526" y="0"/>
                  </a:lnTo>
                  <a:lnTo>
                    <a:pt x="0" y="1459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633064"/>
              <a:ext cx="81526" cy="167167"/>
            </a:xfrm>
            <a:custGeom>
              <a:avLst/>
              <a:pathLst>
                <a:path w="81526" h="167167">
                  <a:moveTo>
                    <a:pt x="81526" y="21227"/>
                  </a:moveTo>
                  <a:lnTo>
                    <a:pt x="76524" y="18543"/>
                  </a:lnTo>
                  <a:lnTo>
                    <a:pt x="71433" y="16030"/>
                  </a:lnTo>
                  <a:lnTo>
                    <a:pt x="66259" y="13692"/>
                  </a:lnTo>
                  <a:lnTo>
                    <a:pt x="61010" y="11530"/>
                  </a:lnTo>
                  <a:lnTo>
                    <a:pt x="55690" y="9549"/>
                  </a:lnTo>
                  <a:lnTo>
                    <a:pt x="50305" y="7748"/>
                  </a:lnTo>
                  <a:lnTo>
                    <a:pt x="44863" y="6132"/>
                  </a:lnTo>
                  <a:lnTo>
                    <a:pt x="39369" y="4702"/>
                  </a:lnTo>
                  <a:lnTo>
                    <a:pt x="33829" y="3458"/>
                  </a:lnTo>
                  <a:lnTo>
                    <a:pt x="28251" y="2404"/>
                  </a:lnTo>
                  <a:lnTo>
                    <a:pt x="22640" y="1540"/>
                  </a:lnTo>
                  <a:lnTo>
                    <a:pt x="17003" y="866"/>
                  </a:lnTo>
                  <a:lnTo>
                    <a:pt x="11346" y="385"/>
                  </a:lnTo>
                  <a:lnTo>
                    <a:pt x="567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20" y="3170392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3" y="333"/>
                  </a:lnTo>
                  <a:lnTo>
                    <a:pt x="151337" y="750"/>
                  </a:lnTo>
                  <a:lnTo>
                    <a:pt x="146088" y="1333"/>
                  </a:lnTo>
                  <a:lnTo>
                    <a:pt x="140859" y="2081"/>
                  </a:lnTo>
                  <a:lnTo>
                    <a:pt x="135657" y="2995"/>
                  </a:lnTo>
                  <a:lnTo>
                    <a:pt x="130486" y="4072"/>
                  </a:lnTo>
                  <a:lnTo>
                    <a:pt x="125352" y="5312"/>
                  </a:lnTo>
                  <a:lnTo>
                    <a:pt x="120259" y="6714"/>
                  </a:lnTo>
                  <a:lnTo>
                    <a:pt x="115213" y="8276"/>
                  </a:lnTo>
                  <a:lnTo>
                    <a:pt x="110219" y="9996"/>
                  </a:lnTo>
                  <a:lnTo>
                    <a:pt x="105282" y="11873"/>
                  </a:lnTo>
                  <a:lnTo>
                    <a:pt x="100407" y="13906"/>
                  </a:lnTo>
                  <a:lnTo>
                    <a:pt x="95599" y="16091"/>
                  </a:lnTo>
                  <a:lnTo>
                    <a:pt x="90861" y="18427"/>
                  </a:lnTo>
                  <a:lnTo>
                    <a:pt x="86200" y="20912"/>
                  </a:lnTo>
                  <a:lnTo>
                    <a:pt x="81620" y="23543"/>
                  </a:lnTo>
                  <a:lnTo>
                    <a:pt x="77125" y="26317"/>
                  </a:lnTo>
                  <a:lnTo>
                    <a:pt x="72721" y="29232"/>
                  </a:lnTo>
                  <a:lnTo>
                    <a:pt x="68410" y="32284"/>
                  </a:lnTo>
                  <a:lnTo>
                    <a:pt x="64198" y="35471"/>
                  </a:lnTo>
                  <a:lnTo>
                    <a:pt x="60089" y="38790"/>
                  </a:lnTo>
                  <a:lnTo>
                    <a:pt x="56086" y="42237"/>
                  </a:lnTo>
                  <a:lnTo>
                    <a:pt x="52195" y="45808"/>
                  </a:lnTo>
                  <a:lnTo>
                    <a:pt x="48418" y="49501"/>
                  </a:lnTo>
                  <a:lnTo>
                    <a:pt x="44760" y="53311"/>
                  </a:lnTo>
                  <a:lnTo>
                    <a:pt x="41224" y="57234"/>
                  </a:lnTo>
                  <a:lnTo>
                    <a:pt x="37814" y="61268"/>
                  </a:lnTo>
                  <a:lnTo>
                    <a:pt x="34533" y="65407"/>
                  </a:lnTo>
                  <a:lnTo>
                    <a:pt x="31384" y="69648"/>
                  </a:lnTo>
                  <a:lnTo>
                    <a:pt x="28371" y="73986"/>
                  </a:lnTo>
                  <a:lnTo>
                    <a:pt x="25497" y="78417"/>
                  </a:lnTo>
                  <a:lnTo>
                    <a:pt x="22764" y="82937"/>
                  </a:lnTo>
                  <a:lnTo>
                    <a:pt x="20175" y="87541"/>
                  </a:lnTo>
                  <a:lnTo>
                    <a:pt x="17732" y="92225"/>
                  </a:lnTo>
                  <a:lnTo>
                    <a:pt x="15439" y="96983"/>
                  </a:lnTo>
                  <a:lnTo>
                    <a:pt x="13298" y="101811"/>
                  </a:lnTo>
                  <a:lnTo>
                    <a:pt x="11310" y="106705"/>
                  </a:lnTo>
                  <a:lnTo>
                    <a:pt x="9478" y="111658"/>
                  </a:lnTo>
                  <a:lnTo>
                    <a:pt x="7803" y="116668"/>
                  </a:lnTo>
                  <a:lnTo>
                    <a:pt x="6287" y="121728"/>
                  </a:lnTo>
                  <a:lnTo>
                    <a:pt x="4931" y="126833"/>
                  </a:lnTo>
                  <a:lnTo>
                    <a:pt x="3738" y="131978"/>
                  </a:lnTo>
                  <a:lnTo>
                    <a:pt x="2708" y="137158"/>
                  </a:lnTo>
                  <a:lnTo>
                    <a:pt x="1842" y="142369"/>
                  </a:lnTo>
                  <a:lnTo>
                    <a:pt x="1141" y="147604"/>
                  </a:lnTo>
                  <a:lnTo>
                    <a:pt x="606" y="152859"/>
                  </a:lnTo>
                  <a:lnTo>
                    <a:pt x="237" y="158128"/>
                  </a:lnTo>
                  <a:lnTo>
                    <a:pt x="35" y="163406"/>
                  </a:lnTo>
                  <a:lnTo>
                    <a:pt x="0" y="168688"/>
                  </a:lnTo>
                  <a:lnTo>
                    <a:pt x="131" y="173968"/>
                  </a:lnTo>
                  <a:lnTo>
                    <a:pt x="429" y="179241"/>
                  </a:lnTo>
                  <a:lnTo>
                    <a:pt x="894" y="184503"/>
                  </a:lnTo>
                  <a:lnTo>
                    <a:pt x="1525" y="189747"/>
                  </a:lnTo>
                  <a:lnTo>
                    <a:pt x="2321" y="194969"/>
                  </a:lnTo>
                  <a:lnTo>
                    <a:pt x="3281" y="200162"/>
                  </a:lnTo>
                  <a:lnTo>
                    <a:pt x="4405" y="205323"/>
                  </a:lnTo>
                  <a:lnTo>
                    <a:pt x="5692" y="210446"/>
                  </a:lnTo>
                  <a:lnTo>
                    <a:pt x="7140" y="215526"/>
                  </a:lnTo>
                  <a:lnTo>
                    <a:pt x="8748" y="220557"/>
                  </a:lnTo>
                  <a:lnTo>
                    <a:pt x="10514" y="225535"/>
                  </a:lnTo>
                  <a:lnTo>
                    <a:pt x="12436" y="230455"/>
                  </a:lnTo>
                  <a:lnTo>
                    <a:pt x="14512" y="235311"/>
                  </a:lnTo>
                  <a:lnTo>
                    <a:pt x="16741" y="240100"/>
                  </a:lnTo>
                  <a:lnTo>
                    <a:pt x="19121" y="244816"/>
                  </a:lnTo>
                  <a:lnTo>
                    <a:pt x="21648" y="249454"/>
                  </a:lnTo>
                  <a:lnTo>
                    <a:pt x="24320" y="254010"/>
                  </a:lnTo>
                  <a:lnTo>
                    <a:pt x="27135" y="258479"/>
                  </a:lnTo>
                  <a:lnTo>
                    <a:pt x="30090" y="262857"/>
                  </a:lnTo>
                  <a:lnTo>
                    <a:pt x="33181" y="267140"/>
                  </a:lnTo>
                  <a:lnTo>
                    <a:pt x="36406" y="271323"/>
                  </a:lnTo>
                  <a:lnTo>
                    <a:pt x="39762" y="275402"/>
                  </a:lnTo>
                  <a:lnTo>
                    <a:pt x="43245" y="279372"/>
                  </a:lnTo>
                  <a:lnTo>
                    <a:pt x="46852" y="283231"/>
                  </a:lnTo>
                  <a:lnTo>
                    <a:pt x="50579" y="286974"/>
                  </a:lnTo>
                  <a:lnTo>
                    <a:pt x="54422" y="290597"/>
                  </a:lnTo>
                  <a:lnTo>
                    <a:pt x="58378" y="294098"/>
                  </a:lnTo>
                  <a:lnTo>
                    <a:pt x="62442" y="297471"/>
                  </a:lnTo>
                  <a:lnTo>
                    <a:pt x="66611" y="300714"/>
                  </a:lnTo>
                  <a:lnTo>
                    <a:pt x="70880" y="303824"/>
                  </a:lnTo>
                  <a:lnTo>
                    <a:pt x="75246" y="306798"/>
                  </a:lnTo>
                  <a:lnTo>
                    <a:pt x="79703" y="309632"/>
                  </a:lnTo>
                  <a:lnTo>
                    <a:pt x="84247" y="312324"/>
                  </a:lnTo>
                  <a:lnTo>
                    <a:pt x="88875" y="314871"/>
                  </a:lnTo>
                  <a:lnTo>
                    <a:pt x="93580" y="317270"/>
                  </a:lnTo>
                  <a:lnTo>
                    <a:pt x="98359" y="319520"/>
                  </a:lnTo>
                  <a:lnTo>
                    <a:pt x="103207" y="321617"/>
                  </a:lnTo>
                  <a:lnTo>
                    <a:pt x="108118" y="323561"/>
                  </a:lnTo>
                  <a:lnTo>
                    <a:pt x="113088" y="325348"/>
                  </a:lnTo>
                  <a:lnTo>
                    <a:pt x="118113" y="326977"/>
                  </a:lnTo>
                  <a:lnTo>
                    <a:pt x="123186" y="328447"/>
                  </a:lnTo>
                  <a:lnTo>
                    <a:pt x="128303" y="329756"/>
                  </a:lnTo>
                  <a:lnTo>
                    <a:pt x="133459" y="330902"/>
                  </a:lnTo>
                  <a:lnTo>
                    <a:pt x="138649" y="331885"/>
                  </a:lnTo>
                  <a:lnTo>
                    <a:pt x="143867" y="332704"/>
                  </a:lnTo>
                  <a:lnTo>
                    <a:pt x="149108" y="333357"/>
                  </a:lnTo>
                  <a:lnTo>
                    <a:pt x="154368" y="333844"/>
                  </a:lnTo>
                  <a:lnTo>
                    <a:pt x="159640" y="334165"/>
                  </a:lnTo>
                  <a:lnTo>
                    <a:pt x="164919" y="334319"/>
                  </a:lnTo>
                  <a:lnTo>
                    <a:pt x="170201" y="334307"/>
                  </a:lnTo>
                  <a:lnTo>
                    <a:pt x="175480" y="334127"/>
                  </a:lnTo>
                  <a:lnTo>
                    <a:pt x="180751" y="333781"/>
                  </a:lnTo>
                  <a:lnTo>
                    <a:pt x="186008" y="333268"/>
                  </a:lnTo>
                  <a:lnTo>
                    <a:pt x="191246" y="332590"/>
                  </a:lnTo>
                  <a:lnTo>
                    <a:pt x="196460" y="331747"/>
                  </a:lnTo>
                  <a:lnTo>
                    <a:pt x="201645" y="330739"/>
                  </a:lnTo>
                  <a:lnTo>
                    <a:pt x="206795" y="329568"/>
                  </a:lnTo>
                  <a:lnTo>
                    <a:pt x="211906" y="328234"/>
                  </a:lnTo>
                  <a:lnTo>
                    <a:pt x="216973" y="326740"/>
                  </a:lnTo>
                  <a:lnTo>
                    <a:pt x="221989" y="325087"/>
                  </a:lnTo>
                  <a:lnTo>
                    <a:pt x="226951" y="323276"/>
                  </a:lnTo>
                  <a:lnTo>
                    <a:pt x="231853" y="321309"/>
                  </a:lnTo>
                  <a:lnTo>
                    <a:pt x="236690" y="319188"/>
                  </a:lnTo>
                  <a:lnTo>
                    <a:pt x="241458" y="316916"/>
                  </a:lnTo>
                  <a:lnTo>
                    <a:pt x="246152" y="314494"/>
                  </a:lnTo>
                  <a:lnTo>
                    <a:pt x="250767" y="311925"/>
                  </a:lnTo>
                  <a:lnTo>
                    <a:pt x="255299" y="309211"/>
                  </a:lnTo>
                  <a:lnTo>
                    <a:pt x="259742" y="306356"/>
                  </a:lnTo>
                  <a:lnTo>
                    <a:pt x="264093" y="303361"/>
                  </a:lnTo>
                  <a:lnTo>
                    <a:pt x="268348" y="300231"/>
                  </a:lnTo>
                  <a:lnTo>
                    <a:pt x="272501" y="296968"/>
                  </a:lnTo>
                  <a:lnTo>
                    <a:pt x="276549" y="293575"/>
                  </a:lnTo>
                  <a:lnTo>
                    <a:pt x="280488" y="290056"/>
                  </a:lnTo>
                  <a:lnTo>
                    <a:pt x="284314" y="286414"/>
                  </a:lnTo>
                  <a:lnTo>
                    <a:pt x="288023" y="282653"/>
                  </a:lnTo>
                  <a:lnTo>
                    <a:pt x="291611" y="278777"/>
                  </a:lnTo>
                  <a:lnTo>
                    <a:pt x="295075" y="274790"/>
                  </a:lnTo>
                  <a:lnTo>
                    <a:pt x="298411" y="270695"/>
                  </a:lnTo>
                  <a:lnTo>
                    <a:pt x="301616" y="266497"/>
                  </a:lnTo>
                  <a:lnTo>
                    <a:pt x="304687" y="262199"/>
                  </a:lnTo>
                  <a:lnTo>
                    <a:pt x="307621" y="257807"/>
                  </a:lnTo>
                  <a:lnTo>
                    <a:pt x="310415" y="253324"/>
                  </a:lnTo>
                  <a:lnTo>
                    <a:pt x="313065" y="248756"/>
                  </a:lnTo>
                  <a:lnTo>
                    <a:pt x="315570" y="244105"/>
                  </a:lnTo>
                  <a:lnTo>
                    <a:pt x="317926" y="239378"/>
                  </a:lnTo>
                  <a:lnTo>
                    <a:pt x="320132" y="234579"/>
                  </a:lnTo>
                  <a:lnTo>
                    <a:pt x="322186" y="229713"/>
                  </a:lnTo>
                  <a:lnTo>
                    <a:pt x="324084" y="224784"/>
                  </a:lnTo>
                  <a:lnTo>
                    <a:pt x="325826" y="219797"/>
                  </a:lnTo>
                  <a:lnTo>
                    <a:pt x="327410" y="214758"/>
                  </a:lnTo>
                  <a:lnTo>
                    <a:pt x="328833" y="209672"/>
                  </a:lnTo>
                  <a:lnTo>
                    <a:pt x="330096" y="204543"/>
                  </a:lnTo>
                  <a:lnTo>
                    <a:pt x="331195" y="199377"/>
                  </a:lnTo>
                  <a:lnTo>
                    <a:pt x="332131" y="194179"/>
                  </a:lnTo>
                  <a:lnTo>
                    <a:pt x="332902" y="188953"/>
                  </a:lnTo>
                  <a:lnTo>
                    <a:pt x="333507" y="183706"/>
                  </a:lnTo>
                  <a:lnTo>
                    <a:pt x="333947" y="178442"/>
                  </a:lnTo>
                  <a:lnTo>
                    <a:pt x="334220" y="173168"/>
                  </a:lnTo>
                  <a:lnTo>
                    <a:pt x="334326" y="167887"/>
                  </a:lnTo>
                  <a:lnTo>
                    <a:pt x="334265" y="162605"/>
                  </a:lnTo>
                  <a:lnTo>
                    <a:pt x="334038" y="157328"/>
                  </a:lnTo>
                  <a:lnTo>
                    <a:pt x="333644" y="152061"/>
                  </a:lnTo>
                  <a:lnTo>
                    <a:pt x="333083" y="146809"/>
                  </a:lnTo>
                  <a:lnTo>
                    <a:pt x="332357" y="141577"/>
                  </a:lnTo>
                  <a:lnTo>
                    <a:pt x="331466" y="136371"/>
                  </a:lnTo>
                  <a:lnTo>
                    <a:pt x="330411" y="131195"/>
                  </a:lnTo>
                  <a:lnTo>
                    <a:pt x="329193" y="126056"/>
                  </a:lnTo>
                  <a:lnTo>
                    <a:pt x="327814" y="120957"/>
                  </a:lnTo>
                  <a:lnTo>
                    <a:pt x="326274" y="115905"/>
                  </a:lnTo>
                  <a:lnTo>
                    <a:pt x="324575" y="110904"/>
                  </a:lnTo>
                  <a:lnTo>
                    <a:pt x="322719" y="105959"/>
                  </a:lnTo>
                  <a:lnTo>
                    <a:pt x="320707" y="101075"/>
                  </a:lnTo>
                  <a:lnTo>
                    <a:pt x="318543" y="96257"/>
                  </a:lnTo>
                  <a:lnTo>
                    <a:pt x="316227" y="91509"/>
                  </a:lnTo>
                  <a:lnTo>
                    <a:pt x="313762" y="86838"/>
                  </a:lnTo>
                  <a:lnTo>
                    <a:pt x="311151" y="82246"/>
                  </a:lnTo>
                  <a:lnTo>
                    <a:pt x="308396" y="77740"/>
                  </a:lnTo>
                  <a:lnTo>
                    <a:pt x="305501" y="73322"/>
                  </a:lnTo>
                  <a:lnTo>
                    <a:pt x="302467" y="68999"/>
                  </a:lnTo>
                  <a:lnTo>
                    <a:pt x="299298" y="64773"/>
                  </a:lnTo>
                  <a:lnTo>
                    <a:pt x="295997" y="60649"/>
                  </a:lnTo>
                  <a:lnTo>
                    <a:pt x="292568" y="56632"/>
                  </a:lnTo>
                  <a:lnTo>
                    <a:pt x="289013" y="52726"/>
                  </a:lnTo>
                  <a:lnTo>
                    <a:pt x="285337" y="48933"/>
                  </a:lnTo>
                  <a:lnTo>
                    <a:pt x="281542" y="4525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15651"/>
              <a:ext cx="114382" cy="121908"/>
            </a:xfrm>
            <a:custGeom>
              <a:avLst/>
              <a:pathLst>
                <a:path w="114382" h="121908">
                  <a:moveTo>
                    <a:pt x="114382" y="0"/>
                  </a:moveTo>
                  <a:lnTo>
                    <a:pt x="0" y="1219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210329"/>
              <a:ext cx="114382" cy="127230"/>
            </a:xfrm>
            <a:custGeom>
              <a:avLst/>
              <a:pathLst>
                <a:path w="114382" h="127230">
                  <a:moveTo>
                    <a:pt x="114382" y="5321"/>
                  </a:moveTo>
                  <a:lnTo>
                    <a:pt x="108431" y="0"/>
                  </a:lnTo>
                  <a:lnTo>
                    <a:pt x="0" y="1272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170392"/>
              <a:ext cx="108431" cy="167167"/>
            </a:xfrm>
            <a:custGeom>
              <a:avLst/>
              <a:pathLst>
                <a:path w="108431" h="167167">
                  <a:moveTo>
                    <a:pt x="108431" y="39937"/>
                  </a:moveTo>
                  <a:lnTo>
                    <a:pt x="104095" y="36365"/>
                  </a:lnTo>
                  <a:lnTo>
                    <a:pt x="99640" y="32941"/>
                  </a:lnTo>
                  <a:lnTo>
                    <a:pt x="95074" y="29668"/>
                  </a:lnTo>
                  <a:lnTo>
                    <a:pt x="90400" y="26551"/>
                  </a:lnTo>
                  <a:lnTo>
                    <a:pt x="85623" y="23593"/>
                  </a:lnTo>
                  <a:lnTo>
                    <a:pt x="80751" y="20797"/>
                  </a:lnTo>
                  <a:lnTo>
                    <a:pt x="75787" y="18166"/>
                  </a:lnTo>
                  <a:lnTo>
                    <a:pt x="70737" y="15703"/>
                  </a:lnTo>
                  <a:lnTo>
                    <a:pt x="65607" y="13412"/>
                  </a:lnTo>
                  <a:lnTo>
                    <a:pt x="60404" y="11294"/>
                  </a:lnTo>
                  <a:lnTo>
                    <a:pt x="55132" y="9352"/>
                  </a:lnTo>
                  <a:lnTo>
                    <a:pt x="49797" y="7589"/>
                  </a:lnTo>
                  <a:lnTo>
                    <a:pt x="44407" y="6006"/>
                  </a:lnTo>
                  <a:lnTo>
                    <a:pt x="38966" y="4605"/>
                  </a:lnTo>
                  <a:lnTo>
                    <a:pt x="33482" y="3387"/>
                  </a:lnTo>
                  <a:lnTo>
                    <a:pt x="27959" y="2354"/>
                  </a:lnTo>
                  <a:lnTo>
                    <a:pt x="22405" y="1508"/>
                  </a:lnTo>
                  <a:lnTo>
                    <a:pt x="16826" y="849"/>
                  </a:lnTo>
                  <a:lnTo>
                    <a:pt x="11228" y="377"/>
                  </a:lnTo>
                  <a:lnTo>
                    <a:pt x="561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23587" y="3707720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7" y="333"/>
                  </a:lnTo>
                  <a:lnTo>
                    <a:pt x="151343" y="750"/>
                  </a:lnTo>
                  <a:lnTo>
                    <a:pt x="146095" y="1332"/>
                  </a:lnTo>
                  <a:lnTo>
                    <a:pt x="140868" y="2080"/>
                  </a:lnTo>
                  <a:lnTo>
                    <a:pt x="135667" y="2993"/>
                  </a:lnTo>
                  <a:lnTo>
                    <a:pt x="130498" y="4069"/>
                  </a:lnTo>
                  <a:lnTo>
                    <a:pt x="125365" y="5309"/>
                  </a:lnTo>
                  <a:lnTo>
                    <a:pt x="120274" y="6709"/>
                  </a:lnTo>
                  <a:lnTo>
                    <a:pt x="115230" y="8270"/>
                  </a:lnTo>
                  <a:lnTo>
                    <a:pt x="110238" y="9990"/>
                  </a:lnTo>
                  <a:lnTo>
                    <a:pt x="105302" y="11866"/>
                  </a:lnTo>
                  <a:lnTo>
                    <a:pt x="100428" y="13897"/>
                  </a:lnTo>
                  <a:lnTo>
                    <a:pt x="95621" y="16081"/>
                  </a:lnTo>
                  <a:lnTo>
                    <a:pt x="90885" y="18416"/>
                  </a:lnTo>
                  <a:lnTo>
                    <a:pt x="86225" y="20899"/>
                  </a:lnTo>
                  <a:lnTo>
                    <a:pt x="81646" y="23528"/>
                  </a:lnTo>
                  <a:lnTo>
                    <a:pt x="77152" y="26301"/>
                  </a:lnTo>
                  <a:lnTo>
                    <a:pt x="72748" y="29214"/>
                  </a:lnTo>
                  <a:lnTo>
                    <a:pt x="68438" y="32264"/>
                  </a:lnTo>
                  <a:lnTo>
                    <a:pt x="64227" y="35449"/>
                  </a:lnTo>
                  <a:lnTo>
                    <a:pt x="60118" y="38766"/>
                  </a:lnTo>
                  <a:lnTo>
                    <a:pt x="56116" y="42211"/>
                  </a:lnTo>
                  <a:lnTo>
                    <a:pt x="52225" y="45780"/>
                  </a:lnTo>
                  <a:lnTo>
                    <a:pt x="48449" y="49471"/>
                  </a:lnTo>
                  <a:lnTo>
                    <a:pt x="44791" y="53279"/>
                  </a:lnTo>
                  <a:lnTo>
                    <a:pt x="41255" y="57200"/>
                  </a:lnTo>
                  <a:lnTo>
                    <a:pt x="37845" y="61231"/>
                  </a:lnTo>
                  <a:lnTo>
                    <a:pt x="34564" y="65368"/>
                  </a:lnTo>
                  <a:lnTo>
                    <a:pt x="31415" y="69607"/>
                  </a:lnTo>
                  <a:lnTo>
                    <a:pt x="28401" y="73943"/>
                  </a:lnTo>
                  <a:lnTo>
                    <a:pt x="25526" y="78372"/>
                  </a:lnTo>
                  <a:lnTo>
                    <a:pt x="22793" y="82889"/>
                  </a:lnTo>
                  <a:lnTo>
                    <a:pt x="20203" y="87491"/>
                  </a:lnTo>
                  <a:lnTo>
                    <a:pt x="17760" y="92172"/>
                  </a:lnTo>
                  <a:lnTo>
                    <a:pt x="15466" y="96928"/>
                  </a:lnTo>
                  <a:lnTo>
                    <a:pt x="13323" y="101754"/>
                  </a:lnTo>
                  <a:lnTo>
                    <a:pt x="11334" y="106645"/>
                  </a:lnTo>
                  <a:lnTo>
                    <a:pt x="9500" y="111596"/>
                  </a:lnTo>
                  <a:lnTo>
                    <a:pt x="7824" y="116603"/>
                  </a:lnTo>
                  <a:lnTo>
                    <a:pt x="6306" y="121661"/>
                  </a:lnTo>
                  <a:lnTo>
                    <a:pt x="4949" y="126764"/>
                  </a:lnTo>
                  <a:lnTo>
                    <a:pt x="3754" y="131907"/>
                  </a:lnTo>
                  <a:lnTo>
                    <a:pt x="2722" y="137085"/>
                  </a:lnTo>
                  <a:lnTo>
                    <a:pt x="1854" y="142294"/>
                  </a:lnTo>
                  <a:lnTo>
                    <a:pt x="1151" y="147527"/>
                  </a:lnTo>
                  <a:lnTo>
                    <a:pt x="614" y="152780"/>
                  </a:lnTo>
                  <a:lnTo>
                    <a:pt x="242" y="158047"/>
                  </a:lnTo>
                  <a:lnTo>
                    <a:pt x="38" y="163323"/>
                  </a:lnTo>
                  <a:lnTo>
                    <a:pt x="0" y="168603"/>
                  </a:lnTo>
                  <a:lnTo>
                    <a:pt x="128" y="173882"/>
                  </a:lnTo>
                  <a:lnTo>
                    <a:pt x="424" y="179154"/>
                  </a:lnTo>
                  <a:lnTo>
                    <a:pt x="885" y="184414"/>
                  </a:lnTo>
                  <a:lnTo>
                    <a:pt x="1513" y="189657"/>
                  </a:lnTo>
                  <a:lnTo>
                    <a:pt x="2306" y="194877"/>
                  </a:lnTo>
                  <a:lnTo>
                    <a:pt x="3263" y="200070"/>
                  </a:lnTo>
                  <a:lnTo>
                    <a:pt x="4384" y="205230"/>
                  </a:lnTo>
                  <a:lnTo>
                    <a:pt x="5668" y="210351"/>
                  </a:lnTo>
                  <a:lnTo>
                    <a:pt x="7112" y="215430"/>
                  </a:lnTo>
                  <a:lnTo>
                    <a:pt x="8716" y="220461"/>
                  </a:lnTo>
                  <a:lnTo>
                    <a:pt x="10478" y="225438"/>
                  </a:lnTo>
                  <a:lnTo>
                    <a:pt x="12397" y="230358"/>
                  </a:lnTo>
                  <a:lnTo>
                    <a:pt x="14470" y="235214"/>
                  </a:lnTo>
                  <a:lnTo>
                    <a:pt x="16695" y="240003"/>
                  </a:lnTo>
                  <a:lnTo>
                    <a:pt x="19070" y="244718"/>
                  </a:lnTo>
                  <a:lnTo>
                    <a:pt x="21594" y="249357"/>
                  </a:lnTo>
                  <a:lnTo>
                    <a:pt x="24262" y="253913"/>
                  </a:lnTo>
                  <a:lnTo>
                    <a:pt x="27073" y="258383"/>
                  </a:lnTo>
                  <a:lnTo>
                    <a:pt x="30024" y="262762"/>
                  </a:lnTo>
                  <a:lnTo>
                    <a:pt x="33111" y="267045"/>
                  </a:lnTo>
                  <a:lnTo>
                    <a:pt x="36332" y="271229"/>
                  </a:lnTo>
                  <a:lnTo>
                    <a:pt x="39684" y="275309"/>
                  </a:lnTo>
                  <a:lnTo>
                    <a:pt x="43163" y="279281"/>
                  </a:lnTo>
                  <a:lnTo>
                    <a:pt x="46766" y="283141"/>
                  </a:lnTo>
                  <a:lnTo>
                    <a:pt x="50489" y="286886"/>
                  </a:lnTo>
                  <a:lnTo>
                    <a:pt x="54328" y="290511"/>
                  </a:lnTo>
                  <a:lnTo>
                    <a:pt x="58280" y="294013"/>
                  </a:lnTo>
                  <a:lnTo>
                    <a:pt x="62340" y="297388"/>
                  </a:lnTo>
                  <a:lnTo>
                    <a:pt x="66505" y="300634"/>
                  </a:lnTo>
                  <a:lnTo>
                    <a:pt x="70771" y="303746"/>
                  </a:lnTo>
                  <a:lnTo>
                    <a:pt x="75132" y="306722"/>
                  </a:lnTo>
                  <a:lnTo>
                    <a:pt x="79586" y="309559"/>
                  </a:lnTo>
                  <a:lnTo>
                    <a:pt x="84126" y="312254"/>
                  </a:lnTo>
                  <a:lnTo>
                    <a:pt x="88750" y="314804"/>
                  </a:lnTo>
                  <a:lnTo>
                    <a:pt x="93452" y="317207"/>
                  </a:lnTo>
                  <a:lnTo>
                    <a:pt x="98227" y="319460"/>
                  </a:lnTo>
                  <a:lnTo>
                    <a:pt x="103071" y="321561"/>
                  </a:lnTo>
                  <a:lnTo>
                    <a:pt x="107980" y="323508"/>
                  </a:lnTo>
                  <a:lnTo>
                    <a:pt x="112947" y="325299"/>
                  </a:lnTo>
                  <a:lnTo>
                    <a:pt x="117968" y="326932"/>
                  </a:lnTo>
                  <a:lnTo>
                    <a:pt x="123038" y="328406"/>
                  </a:lnTo>
                  <a:lnTo>
                    <a:pt x="128153" y="329719"/>
                  </a:lnTo>
                  <a:lnTo>
                    <a:pt x="133306" y="330870"/>
                  </a:lnTo>
                  <a:lnTo>
                    <a:pt x="138493" y="331858"/>
                  </a:lnTo>
                  <a:lnTo>
                    <a:pt x="143709" y="332681"/>
                  </a:lnTo>
                  <a:lnTo>
                    <a:pt x="148948" y="333339"/>
                  </a:lnTo>
                  <a:lnTo>
                    <a:pt x="154205" y="333832"/>
                  </a:lnTo>
                  <a:lnTo>
                    <a:pt x="159475" y="334158"/>
                  </a:lnTo>
                  <a:lnTo>
                    <a:pt x="164753" y="334317"/>
                  </a:lnTo>
                  <a:lnTo>
                    <a:pt x="170033" y="334310"/>
                  </a:lnTo>
                  <a:lnTo>
                    <a:pt x="175311" y="334136"/>
                  </a:lnTo>
                  <a:lnTo>
                    <a:pt x="180580" y="333795"/>
                  </a:lnTo>
                  <a:lnTo>
                    <a:pt x="185836" y="333288"/>
                  </a:lnTo>
                  <a:lnTo>
                    <a:pt x="191073" y="332615"/>
                  </a:lnTo>
                  <a:lnTo>
                    <a:pt x="196286" y="331778"/>
                  </a:lnTo>
                  <a:lnTo>
                    <a:pt x="201470" y="330776"/>
                  </a:lnTo>
                  <a:lnTo>
                    <a:pt x="206621" y="329610"/>
                  </a:lnTo>
                  <a:lnTo>
                    <a:pt x="211731" y="328283"/>
                  </a:lnTo>
                  <a:lnTo>
                    <a:pt x="216797" y="326795"/>
                  </a:lnTo>
                  <a:lnTo>
                    <a:pt x="221814" y="325148"/>
                  </a:lnTo>
                  <a:lnTo>
                    <a:pt x="226776" y="323343"/>
                  </a:lnTo>
                  <a:lnTo>
                    <a:pt x="231679" y="321382"/>
                  </a:lnTo>
                  <a:lnTo>
                    <a:pt x="236517" y="319268"/>
                  </a:lnTo>
                  <a:lnTo>
                    <a:pt x="241286" y="317001"/>
                  </a:lnTo>
                  <a:lnTo>
                    <a:pt x="245982" y="314586"/>
                  </a:lnTo>
                  <a:lnTo>
                    <a:pt x="250598" y="312023"/>
                  </a:lnTo>
                  <a:lnTo>
                    <a:pt x="255131" y="309315"/>
                  </a:lnTo>
                  <a:lnTo>
                    <a:pt x="259577" y="306466"/>
                  </a:lnTo>
                  <a:lnTo>
                    <a:pt x="263930" y="303478"/>
                  </a:lnTo>
                  <a:lnTo>
                    <a:pt x="268187" y="300353"/>
                  </a:lnTo>
                  <a:lnTo>
                    <a:pt x="272343" y="297096"/>
                  </a:lnTo>
                  <a:lnTo>
                    <a:pt x="276394" y="293710"/>
                  </a:lnTo>
                  <a:lnTo>
                    <a:pt x="280336" y="290197"/>
                  </a:lnTo>
                  <a:lnTo>
                    <a:pt x="284165" y="286561"/>
                  </a:lnTo>
                  <a:lnTo>
                    <a:pt x="287878" y="282806"/>
                  </a:lnTo>
                  <a:lnTo>
                    <a:pt x="291470" y="278936"/>
                  </a:lnTo>
                  <a:lnTo>
                    <a:pt x="294937" y="274954"/>
                  </a:lnTo>
                  <a:lnTo>
                    <a:pt x="298278" y="270865"/>
                  </a:lnTo>
                  <a:lnTo>
                    <a:pt x="301488" y="266672"/>
                  </a:lnTo>
                  <a:lnTo>
                    <a:pt x="304563" y="262380"/>
                  </a:lnTo>
                  <a:lnTo>
                    <a:pt x="307502" y="257993"/>
                  </a:lnTo>
                  <a:lnTo>
                    <a:pt x="310300" y="253515"/>
                  </a:lnTo>
                  <a:lnTo>
                    <a:pt x="312956" y="248952"/>
                  </a:lnTo>
                  <a:lnTo>
                    <a:pt x="315466" y="244306"/>
                  </a:lnTo>
                  <a:lnTo>
                    <a:pt x="317828" y="239584"/>
                  </a:lnTo>
                  <a:lnTo>
                    <a:pt x="320040" y="234789"/>
                  </a:lnTo>
                  <a:lnTo>
                    <a:pt x="322100" y="229927"/>
                  </a:lnTo>
                  <a:lnTo>
                    <a:pt x="324005" y="225003"/>
                  </a:lnTo>
                  <a:lnTo>
                    <a:pt x="325753" y="220020"/>
                  </a:lnTo>
                  <a:lnTo>
                    <a:pt x="327343" y="214985"/>
                  </a:lnTo>
                  <a:lnTo>
                    <a:pt x="328773" y="209902"/>
                  </a:lnTo>
                  <a:lnTo>
                    <a:pt x="330042" y="204777"/>
                  </a:lnTo>
                  <a:lnTo>
                    <a:pt x="331149" y="199614"/>
                  </a:lnTo>
                  <a:lnTo>
                    <a:pt x="332092" y="194419"/>
                  </a:lnTo>
                  <a:lnTo>
                    <a:pt x="332870" y="189196"/>
                  </a:lnTo>
                  <a:lnTo>
                    <a:pt x="333483" y="183952"/>
                  </a:lnTo>
                  <a:lnTo>
                    <a:pt x="333931" y="178690"/>
                  </a:lnTo>
                  <a:lnTo>
                    <a:pt x="334211" y="173418"/>
                  </a:lnTo>
                  <a:lnTo>
                    <a:pt x="334325" y="168139"/>
                  </a:lnTo>
                  <a:lnTo>
                    <a:pt x="334273" y="162859"/>
                  </a:lnTo>
                  <a:lnTo>
                    <a:pt x="334053" y="157583"/>
                  </a:lnTo>
                  <a:lnTo>
                    <a:pt x="333667" y="152317"/>
                  </a:lnTo>
                  <a:lnTo>
                    <a:pt x="333115" y="147066"/>
                  </a:lnTo>
                  <a:lnTo>
                    <a:pt x="332398" y="141834"/>
                  </a:lnTo>
                  <a:lnTo>
                    <a:pt x="331515" y="136628"/>
                  </a:lnTo>
                  <a:lnTo>
                    <a:pt x="330469" y="131453"/>
                  </a:lnTo>
                  <a:lnTo>
                    <a:pt x="329259" y="126313"/>
                  </a:lnTo>
                  <a:lnTo>
                    <a:pt x="327888" y="121214"/>
                  </a:lnTo>
                  <a:lnTo>
                    <a:pt x="326357" y="116161"/>
                  </a:lnTo>
                  <a:lnTo>
                    <a:pt x="324666" y="111158"/>
                  </a:lnTo>
                  <a:lnTo>
                    <a:pt x="322819" y="106212"/>
                  </a:lnTo>
                  <a:lnTo>
                    <a:pt x="320816" y="101326"/>
                  </a:lnTo>
                  <a:lnTo>
                    <a:pt x="318660" y="96506"/>
                  </a:lnTo>
                  <a:lnTo>
                    <a:pt x="316353" y="91757"/>
                  </a:lnTo>
                  <a:lnTo>
                    <a:pt x="313897" y="87082"/>
                  </a:lnTo>
                  <a:lnTo>
                    <a:pt x="311294" y="82488"/>
                  </a:lnTo>
                  <a:lnTo>
                    <a:pt x="308548" y="77978"/>
                  </a:lnTo>
                  <a:lnTo>
                    <a:pt x="305661" y="73557"/>
                  </a:lnTo>
                  <a:lnTo>
                    <a:pt x="302635" y="69230"/>
                  </a:lnTo>
                  <a:lnTo>
                    <a:pt x="299474" y="65000"/>
                  </a:lnTo>
                  <a:lnTo>
                    <a:pt x="296182" y="60872"/>
                  </a:lnTo>
                  <a:lnTo>
                    <a:pt x="292760" y="56851"/>
                  </a:lnTo>
                  <a:lnTo>
                    <a:pt x="289214" y="52939"/>
                  </a:lnTo>
                  <a:lnTo>
                    <a:pt x="285545" y="49141"/>
                  </a:lnTo>
                  <a:lnTo>
                    <a:pt x="281758" y="45461"/>
                  </a:lnTo>
                  <a:lnTo>
                    <a:pt x="277858" y="41903"/>
                  </a:lnTo>
                  <a:lnTo>
                    <a:pt x="273846" y="38469"/>
                  </a:lnTo>
                  <a:lnTo>
                    <a:pt x="269728" y="35164"/>
                  </a:lnTo>
                  <a:lnTo>
                    <a:pt x="265508" y="31990"/>
                  </a:lnTo>
                  <a:lnTo>
                    <a:pt x="261190" y="28952"/>
                  </a:lnTo>
                  <a:lnTo>
                    <a:pt x="256778" y="26051"/>
                  </a:lnTo>
                  <a:lnTo>
                    <a:pt x="252276" y="23291"/>
                  </a:lnTo>
                  <a:lnTo>
                    <a:pt x="247690" y="20675"/>
                  </a:lnTo>
                  <a:lnTo>
                    <a:pt x="243023" y="18204"/>
                  </a:lnTo>
                  <a:lnTo>
                    <a:pt x="238281" y="15883"/>
                  </a:lnTo>
                  <a:lnTo>
                    <a:pt x="233467" y="13712"/>
                  </a:lnTo>
                  <a:lnTo>
                    <a:pt x="228588" y="11694"/>
                  </a:lnTo>
                  <a:lnTo>
                    <a:pt x="223647" y="9832"/>
                  </a:lnTo>
                  <a:lnTo>
                    <a:pt x="218650" y="812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15847"/>
              <a:ext cx="51488" cy="159040"/>
            </a:xfrm>
            <a:custGeom>
              <a:avLst/>
              <a:pathLst>
                <a:path w="51488" h="159040">
                  <a:moveTo>
                    <a:pt x="51488" y="0"/>
                  </a:moveTo>
                  <a:lnTo>
                    <a:pt x="0" y="159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07720"/>
              <a:ext cx="51488" cy="167167"/>
            </a:xfrm>
            <a:custGeom>
              <a:avLst/>
              <a:pathLst>
                <a:path w="51488" h="167167">
                  <a:moveTo>
                    <a:pt x="51488" y="8127"/>
                  </a:moveTo>
                  <a:lnTo>
                    <a:pt x="45226" y="6234"/>
                  </a:lnTo>
                  <a:lnTo>
                    <a:pt x="38895" y="4587"/>
                  </a:lnTo>
                  <a:lnTo>
                    <a:pt x="32503" y="3190"/>
                  </a:lnTo>
                  <a:lnTo>
                    <a:pt x="26063" y="2044"/>
                  </a:lnTo>
                  <a:lnTo>
                    <a:pt x="19582" y="1150"/>
                  </a:lnTo>
                  <a:lnTo>
                    <a:pt x="13071" y="511"/>
                  </a:lnTo>
                  <a:lnTo>
                    <a:pt x="6540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3"/>
                  </a:lnTo>
                  <a:lnTo>
                    <a:pt x="130429" y="4084"/>
                  </a:lnTo>
                  <a:lnTo>
                    <a:pt x="125288" y="5327"/>
                  </a:lnTo>
                  <a:lnTo>
                    <a:pt x="120189" y="6733"/>
                  </a:lnTo>
                  <a:lnTo>
                    <a:pt x="115136" y="8299"/>
                  </a:lnTo>
                  <a:lnTo>
                    <a:pt x="110136" y="10025"/>
                  </a:lnTo>
                  <a:lnTo>
                    <a:pt x="105193" y="11908"/>
                  </a:lnTo>
                  <a:lnTo>
                    <a:pt x="100311" y="13946"/>
                  </a:lnTo>
                  <a:lnTo>
                    <a:pt x="95497" y="16137"/>
                  </a:lnTo>
                  <a:lnTo>
                    <a:pt x="90755" y="18480"/>
                  </a:lnTo>
                  <a:lnTo>
                    <a:pt x="86089" y="20972"/>
                  </a:lnTo>
                  <a:lnTo>
                    <a:pt x="81504" y="23610"/>
                  </a:lnTo>
                  <a:lnTo>
                    <a:pt x="77005" y="26392"/>
                  </a:lnTo>
                  <a:lnTo>
                    <a:pt x="72596" y="29314"/>
                  </a:lnTo>
                  <a:lnTo>
                    <a:pt x="68282" y="32375"/>
                  </a:lnTo>
                  <a:lnTo>
                    <a:pt x="64067" y="35571"/>
                  </a:lnTo>
                  <a:lnTo>
                    <a:pt x="59955" y="38898"/>
                  </a:lnTo>
                  <a:lnTo>
                    <a:pt x="55950" y="42354"/>
                  </a:lnTo>
                  <a:lnTo>
                    <a:pt x="52057" y="45935"/>
                  </a:lnTo>
                  <a:lnTo>
                    <a:pt x="48279" y="49637"/>
                  </a:lnTo>
                  <a:lnTo>
                    <a:pt x="44620" y="53457"/>
                  </a:lnTo>
                  <a:lnTo>
                    <a:pt x="41084" y="57391"/>
                  </a:lnTo>
                  <a:lnTo>
                    <a:pt x="37674" y="61435"/>
                  </a:lnTo>
                  <a:lnTo>
                    <a:pt x="34393" y="65584"/>
                  </a:lnTo>
                  <a:lnTo>
                    <a:pt x="31246" y="69836"/>
                  </a:lnTo>
                  <a:lnTo>
                    <a:pt x="28234" y="74184"/>
                  </a:lnTo>
                  <a:lnTo>
                    <a:pt x="25362" y="78626"/>
                  </a:lnTo>
                  <a:lnTo>
                    <a:pt x="22632" y="83157"/>
                  </a:lnTo>
                  <a:lnTo>
                    <a:pt x="20046" y="87771"/>
                  </a:lnTo>
                  <a:lnTo>
                    <a:pt x="17608" y="92465"/>
                  </a:lnTo>
                  <a:lnTo>
                    <a:pt x="15319" y="97234"/>
                  </a:lnTo>
                  <a:lnTo>
                    <a:pt x="13183" y="102073"/>
                  </a:lnTo>
                  <a:lnTo>
                    <a:pt x="11200" y="106977"/>
                  </a:lnTo>
                  <a:lnTo>
                    <a:pt x="9374" y="111942"/>
                  </a:lnTo>
                  <a:lnTo>
                    <a:pt x="7706" y="116961"/>
                  </a:lnTo>
                  <a:lnTo>
                    <a:pt x="6197" y="122031"/>
                  </a:lnTo>
                  <a:lnTo>
                    <a:pt x="4850" y="127146"/>
                  </a:lnTo>
                  <a:lnTo>
                    <a:pt x="3665" y="132302"/>
                  </a:lnTo>
                  <a:lnTo>
                    <a:pt x="2644" y="137492"/>
                  </a:lnTo>
                  <a:lnTo>
                    <a:pt x="1787" y="142712"/>
                  </a:lnTo>
                  <a:lnTo>
                    <a:pt x="1096" y="147956"/>
                  </a:lnTo>
                  <a:lnTo>
                    <a:pt x="572" y="153219"/>
                  </a:lnTo>
                  <a:lnTo>
                    <a:pt x="214" y="158497"/>
                  </a:lnTo>
                  <a:lnTo>
                    <a:pt x="23" y="163783"/>
                  </a:lnTo>
                  <a:lnTo>
                    <a:pt x="0" y="169073"/>
                  </a:lnTo>
                  <a:lnTo>
                    <a:pt x="143" y="174360"/>
                  </a:lnTo>
                  <a:lnTo>
                    <a:pt x="455" y="179641"/>
                  </a:lnTo>
                  <a:lnTo>
                    <a:pt x="933" y="184909"/>
                  </a:lnTo>
                  <a:lnTo>
                    <a:pt x="1577" y="190159"/>
                  </a:lnTo>
                  <a:lnTo>
                    <a:pt x="2388" y="195386"/>
                  </a:lnTo>
                  <a:lnTo>
                    <a:pt x="3363" y="200585"/>
                  </a:lnTo>
                  <a:lnTo>
                    <a:pt x="4502" y="205750"/>
                  </a:lnTo>
                  <a:lnTo>
                    <a:pt x="5804" y="210877"/>
                  </a:lnTo>
                  <a:lnTo>
                    <a:pt x="7268" y="215960"/>
                  </a:lnTo>
                  <a:lnTo>
                    <a:pt x="8892" y="220994"/>
                  </a:lnTo>
                  <a:lnTo>
                    <a:pt x="10674" y="225975"/>
                  </a:lnTo>
                  <a:lnTo>
                    <a:pt x="12613" y="230896"/>
                  </a:lnTo>
                  <a:lnTo>
                    <a:pt x="14707" y="235754"/>
                  </a:lnTo>
                  <a:lnTo>
                    <a:pt x="16953" y="240543"/>
                  </a:lnTo>
                  <a:lnTo>
                    <a:pt x="19350" y="245258"/>
                  </a:lnTo>
                  <a:lnTo>
                    <a:pt x="21895" y="249896"/>
                  </a:lnTo>
                  <a:lnTo>
                    <a:pt x="24585" y="254450"/>
                  </a:lnTo>
                  <a:lnTo>
                    <a:pt x="27418" y="258917"/>
                  </a:lnTo>
                  <a:lnTo>
                    <a:pt x="30390" y="263292"/>
                  </a:lnTo>
                  <a:lnTo>
                    <a:pt x="33500" y="267571"/>
                  </a:lnTo>
                  <a:lnTo>
                    <a:pt x="36744" y="271750"/>
                  </a:lnTo>
                  <a:lnTo>
                    <a:pt x="40118" y="275823"/>
                  </a:lnTo>
                  <a:lnTo>
                    <a:pt x="43619" y="279788"/>
                  </a:lnTo>
                  <a:lnTo>
                    <a:pt x="47244" y="283641"/>
                  </a:lnTo>
                  <a:lnTo>
                    <a:pt x="50989" y="287376"/>
                  </a:lnTo>
                  <a:lnTo>
                    <a:pt x="54851" y="290991"/>
                  </a:lnTo>
                  <a:lnTo>
                    <a:pt x="58825" y="294482"/>
                  </a:lnTo>
                  <a:lnTo>
                    <a:pt x="62907" y="297846"/>
                  </a:lnTo>
                  <a:lnTo>
                    <a:pt x="67094" y="301079"/>
                  </a:lnTo>
                  <a:lnTo>
                    <a:pt x="71380" y="304178"/>
                  </a:lnTo>
                  <a:lnTo>
                    <a:pt x="75763" y="307139"/>
                  </a:lnTo>
                  <a:lnTo>
                    <a:pt x="80238" y="309961"/>
                  </a:lnTo>
                  <a:lnTo>
                    <a:pt x="84799" y="312639"/>
                  </a:lnTo>
                  <a:lnTo>
                    <a:pt x="89443" y="315172"/>
                  </a:lnTo>
                  <a:lnTo>
                    <a:pt x="94164" y="317557"/>
                  </a:lnTo>
                  <a:lnTo>
                    <a:pt x="98959" y="319791"/>
                  </a:lnTo>
                  <a:lnTo>
                    <a:pt x="103822" y="321872"/>
                  </a:lnTo>
                  <a:lnTo>
                    <a:pt x="108748" y="323799"/>
                  </a:lnTo>
                  <a:lnTo>
                    <a:pt x="113733" y="325568"/>
                  </a:lnTo>
                  <a:lnTo>
                    <a:pt x="118771" y="327179"/>
                  </a:lnTo>
                  <a:lnTo>
                    <a:pt x="123858" y="328630"/>
                  </a:lnTo>
                  <a:lnTo>
                    <a:pt x="128988" y="329919"/>
                  </a:lnTo>
                  <a:lnTo>
                    <a:pt x="134157" y="331045"/>
                  </a:lnTo>
                  <a:lnTo>
                    <a:pt x="139358" y="332007"/>
                  </a:lnTo>
                  <a:lnTo>
                    <a:pt x="144587" y="332804"/>
                  </a:lnTo>
                  <a:lnTo>
                    <a:pt x="149839" y="333435"/>
                  </a:lnTo>
                  <a:lnTo>
                    <a:pt x="155108" y="333900"/>
                  </a:lnTo>
                  <a:lnTo>
                    <a:pt x="160390" y="334197"/>
                  </a:lnTo>
                  <a:lnTo>
                    <a:pt x="165678" y="334328"/>
                  </a:lnTo>
                  <a:lnTo>
                    <a:pt x="170967" y="334291"/>
                  </a:lnTo>
                  <a:lnTo>
                    <a:pt x="176253" y="334087"/>
                  </a:lnTo>
                  <a:lnTo>
                    <a:pt x="181529" y="333715"/>
                  </a:lnTo>
                  <a:lnTo>
                    <a:pt x="186791" y="333177"/>
                  </a:lnTo>
                  <a:lnTo>
                    <a:pt x="192034" y="332473"/>
                  </a:lnTo>
                  <a:lnTo>
                    <a:pt x="197252" y="331603"/>
                  </a:lnTo>
                  <a:lnTo>
                    <a:pt x="202439" y="330568"/>
                  </a:lnTo>
                  <a:lnTo>
                    <a:pt x="207591" y="329370"/>
                  </a:lnTo>
                  <a:lnTo>
                    <a:pt x="212703" y="328010"/>
                  </a:lnTo>
                  <a:lnTo>
                    <a:pt x="217769" y="326488"/>
                  </a:lnTo>
                  <a:lnTo>
                    <a:pt x="222784" y="324807"/>
                  </a:lnTo>
                  <a:lnTo>
                    <a:pt x="227744" y="322968"/>
                  </a:lnTo>
                  <a:lnTo>
                    <a:pt x="232643" y="320973"/>
                  </a:lnTo>
                  <a:lnTo>
                    <a:pt x="237476" y="318824"/>
                  </a:lnTo>
                  <a:lnTo>
                    <a:pt x="242239" y="316524"/>
                  </a:lnTo>
                  <a:lnTo>
                    <a:pt x="246927" y="314073"/>
                  </a:lnTo>
                  <a:lnTo>
                    <a:pt x="251535" y="311476"/>
                  </a:lnTo>
                  <a:lnTo>
                    <a:pt x="256059" y="308734"/>
                  </a:lnTo>
                  <a:lnTo>
                    <a:pt x="260493" y="305850"/>
                  </a:lnTo>
                  <a:lnTo>
                    <a:pt x="264834" y="302828"/>
                  </a:lnTo>
                  <a:lnTo>
                    <a:pt x="269077" y="299670"/>
                  </a:lnTo>
                  <a:lnTo>
                    <a:pt x="273219" y="296379"/>
                  </a:lnTo>
                  <a:lnTo>
                    <a:pt x="277254" y="292958"/>
                  </a:lnTo>
                  <a:lnTo>
                    <a:pt x="281178" y="289412"/>
                  </a:lnTo>
                  <a:lnTo>
                    <a:pt x="284989" y="285743"/>
                  </a:lnTo>
                  <a:lnTo>
                    <a:pt x="288682" y="281956"/>
                  </a:lnTo>
                  <a:lnTo>
                    <a:pt x="292253" y="278054"/>
                  </a:lnTo>
                  <a:lnTo>
                    <a:pt x="295698" y="274040"/>
                  </a:lnTo>
                  <a:lnTo>
                    <a:pt x="299015" y="269920"/>
                  </a:lnTo>
                  <a:lnTo>
                    <a:pt x="302200" y="265696"/>
                  </a:lnTo>
                  <a:lnTo>
                    <a:pt x="305250" y="261374"/>
                  </a:lnTo>
                  <a:lnTo>
                    <a:pt x="308161" y="256958"/>
                  </a:lnTo>
                  <a:lnTo>
                    <a:pt x="310932" y="252452"/>
                  </a:lnTo>
                  <a:lnTo>
                    <a:pt x="313558" y="247861"/>
                  </a:lnTo>
                  <a:lnTo>
                    <a:pt x="316038" y="243188"/>
                  </a:lnTo>
                  <a:lnTo>
                    <a:pt x="318368" y="238440"/>
                  </a:lnTo>
                  <a:lnTo>
                    <a:pt x="320548" y="233620"/>
                  </a:lnTo>
                  <a:lnTo>
                    <a:pt x="322573" y="228733"/>
                  </a:lnTo>
                  <a:lnTo>
                    <a:pt x="324443" y="223785"/>
                  </a:lnTo>
                  <a:lnTo>
                    <a:pt x="326156" y="218781"/>
                  </a:lnTo>
                  <a:lnTo>
                    <a:pt x="327709" y="213724"/>
                  </a:lnTo>
                  <a:lnTo>
                    <a:pt x="329102" y="208621"/>
                  </a:lnTo>
                  <a:lnTo>
                    <a:pt x="330332" y="203477"/>
                  </a:lnTo>
                  <a:lnTo>
                    <a:pt x="331400" y="198296"/>
                  </a:lnTo>
                  <a:lnTo>
                    <a:pt x="332302" y="193084"/>
                  </a:lnTo>
                  <a:lnTo>
                    <a:pt x="333040" y="187846"/>
                  </a:lnTo>
                  <a:lnTo>
                    <a:pt x="333611" y="182587"/>
                  </a:lnTo>
                  <a:lnTo>
                    <a:pt x="334015" y="177313"/>
                  </a:lnTo>
                  <a:lnTo>
                    <a:pt x="334253" y="172029"/>
                  </a:lnTo>
                  <a:lnTo>
                    <a:pt x="334323" y="166740"/>
                  </a:lnTo>
                  <a:lnTo>
                    <a:pt x="334226" y="161451"/>
                  </a:lnTo>
                  <a:lnTo>
                    <a:pt x="333961" y="156168"/>
                  </a:lnTo>
                  <a:lnTo>
                    <a:pt x="333530" y="150896"/>
                  </a:lnTo>
                  <a:lnTo>
                    <a:pt x="332932" y="145640"/>
                  </a:lnTo>
                  <a:lnTo>
                    <a:pt x="332168" y="140406"/>
                  </a:lnTo>
                  <a:lnTo>
                    <a:pt x="331238" y="135199"/>
                  </a:lnTo>
                  <a:lnTo>
                    <a:pt x="330145" y="130024"/>
                  </a:lnTo>
                  <a:lnTo>
                    <a:pt x="328888" y="124885"/>
                  </a:lnTo>
                  <a:lnTo>
                    <a:pt x="327469" y="119790"/>
                  </a:lnTo>
                  <a:lnTo>
                    <a:pt x="325890" y="114741"/>
                  </a:lnTo>
                  <a:lnTo>
                    <a:pt x="324152" y="109745"/>
                  </a:lnTo>
                  <a:lnTo>
                    <a:pt x="322257" y="104807"/>
                  </a:lnTo>
                  <a:lnTo>
                    <a:pt x="320206" y="99931"/>
                  </a:lnTo>
                  <a:lnTo>
                    <a:pt x="318002" y="95122"/>
                  </a:lnTo>
                  <a:lnTo>
                    <a:pt x="315647" y="90386"/>
                  </a:lnTo>
                  <a:lnTo>
                    <a:pt x="313144" y="85726"/>
                  </a:lnTo>
                  <a:lnTo>
                    <a:pt x="310494" y="81148"/>
                  </a:lnTo>
                  <a:lnTo>
                    <a:pt x="307701" y="76656"/>
                  </a:lnTo>
                  <a:lnTo>
                    <a:pt x="304767" y="72255"/>
                  </a:lnTo>
                  <a:lnTo>
                    <a:pt x="301695" y="67949"/>
                  </a:lnTo>
                  <a:lnTo>
                    <a:pt x="298488" y="63742"/>
                  </a:lnTo>
                  <a:lnTo>
                    <a:pt x="295150" y="59638"/>
                  </a:lnTo>
                  <a:lnTo>
                    <a:pt x="291684" y="55643"/>
                  </a:lnTo>
                  <a:lnTo>
                    <a:pt x="288093" y="51758"/>
                  </a:lnTo>
                  <a:lnTo>
                    <a:pt x="284382" y="47990"/>
                  </a:lnTo>
                  <a:lnTo>
                    <a:pt x="280552" y="44341"/>
                  </a:lnTo>
                  <a:lnTo>
                    <a:pt x="276609" y="40815"/>
                  </a:lnTo>
                  <a:lnTo>
                    <a:pt x="272557" y="37415"/>
                  </a:lnTo>
                  <a:lnTo>
                    <a:pt x="268399" y="34145"/>
                  </a:lnTo>
                  <a:lnTo>
                    <a:pt x="264140" y="31008"/>
                  </a:lnTo>
                  <a:lnTo>
                    <a:pt x="259783" y="28008"/>
                  </a:lnTo>
                  <a:lnTo>
                    <a:pt x="255334" y="25147"/>
                  </a:lnTo>
                  <a:lnTo>
                    <a:pt x="250797" y="22429"/>
                  </a:lnTo>
                  <a:lnTo>
                    <a:pt x="246176" y="19855"/>
                  </a:lnTo>
                  <a:lnTo>
                    <a:pt x="241475" y="17428"/>
                  </a:lnTo>
                  <a:lnTo>
                    <a:pt x="236700" y="15152"/>
                  </a:lnTo>
                  <a:lnTo>
                    <a:pt x="231856" y="13028"/>
                  </a:lnTo>
                  <a:lnTo>
                    <a:pt x="226947" y="11058"/>
                  </a:lnTo>
                  <a:lnTo>
                    <a:pt x="221978" y="9244"/>
                  </a:lnTo>
                  <a:lnTo>
                    <a:pt x="216954" y="758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3821"/>
              <a:ext cx="49797" cy="167167"/>
            </a:xfrm>
            <a:custGeom>
              <a:avLst/>
              <a:pathLst>
                <a:path w="49797" h="167167">
                  <a:moveTo>
                    <a:pt x="49797" y="7589"/>
                  </a:moveTo>
                  <a:lnTo>
                    <a:pt x="43730" y="5821"/>
                  </a:lnTo>
                  <a:lnTo>
                    <a:pt x="37599" y="4283"/>
                  </a:lnTo>
                  <a:lnTo>
                    <a:pt x="31415" y="2978"/>
                  </a:lnTo>
                  <a:lnTo>
                    <a:pt x="25186" y="1908"/>
                  </a:lnTo>
                  <a:lnTo>
                    <a:pt x="18921" y="1074"/>
                  </a:lnTo>
                  <a:lnTo>
                    <a:pt x="12629" y="477"/>
                  </a:lnTo>
                  <a:lnTo>
                    <a:pt x="6319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359" y="4659281"/>
              <a:ext cx="167165" cy="259301"/>
            </a:xfrm>
            <a:custGeom>
              <a:avLst/>
              <a:pathLst>
                <a:path w="167165" h="259301">
                  <a:moveTo>
                    <a:pt x="167165" y="0"/>
                  </a:moveTo>
                  <a:lnTo>
                    <a:pt x="161790" y="86"/>
                  </a:lnTo>
                  <a:lnTo>
                    <a:pt x="156421" y="345"/>
                  </a:lnTo>
                  <a:lnTo>
                    <a:pt x="151063" y="777"/>
                  </a:lnTo>
                  <a:lnTo>
                    <a:pt x="145722" y="1381"/>
                  </a:lnTo>
                  <a:lnTo>
                    <a:pt x="140402" y="2156"/>
                  </a:lnTo>
                  <a:lnTo>
                    <a:pt x="135111" y="3101"/>
                  </a:lnTo>
                  <a:lnTo>
                    <a:pt x="129852" y="4217"/>
                  </a:lnTo>
                  <a:lnTo>
                    <a:pt x="124633" y="5501"/>
                  </a:lnTo>
                  <a:lnTo>
                    <a:pt x="119457" y="6952"/>
                  </a:lnTo>
                  <a:lnTo>
                    <a:pt x="114330" y="8569"/>
                  </a:lnTo>
                  <a:lnTo>
                    <a:pt x="109258" y="10349"/>
                  </a:lnTo>
                  <a:lnTo>
                    <a:pt x="104246" y="12292"/>
                  </a:lnTo>
                  <a:lnTo>
                    <a:pt x="99299" y="14395"/>
                  </a:lnTo>
                  <a:lnTo>
                    <a:pt x="94422" y="16656"/>
                  </a:lnTo>
                  <a:lnTo>
                    <a:pt x="89621" y="19073"/>
                  </a:lnTo>
                  <a:lnTo>
                    <a:pt x="84899" y="21643"/>
                  </a:lnTo>
                  <a:lnTo>
                    <a:pt x="80263" y="24363"/>
                  </a:lnTo>
                  <a:lnTo>
                    <a:pt x="75717" y="27231"/>
                  </a:lnTo>
                  <a:lnTo>
                    <a:pt x="71265" y="30243"/>
                  </a:lnTo>
                  <a:lnTo>
                    <a:pt x="66912" y="33397"/>
                  </a:lnTo>
                  <a:lnTo>
                    <a:pt x="62663" y="36690"/>
                  </a:lnTo>
                  <a:lnTo>
                    <a:pt x="58522" y="40117"/>
                  </a:lnTo>
                  <a:lnTo>
                    <a:pt x="54493" y="43676"/>
                  </a:lnTo>
                  <a:lnTo>
                    <a:pt x="50581" y="47362"/>
                  </a:lnTo>
                  <a:lnTo>
                    <a:pt x="46789" y="51173"/>
                  </a:lnTo>
                  <a:lnTo>
                    <a:pt x="43122" y="55103"/>
                  </a:lnTo>
                  <a:lnTo>
                    <a:pt x="39583" y="59149"/>
                  </a:lnTo>
                  <a:lnTo>
                    <a:pt x="36176" y="63307"/>
                  </a:lnTo>
                  <a:lnTo>
                    <a:pt x="32905" y="67572"/>
                  </a:lnTo>
                  <a:lnTo>
                    <a:pt x="29772" y="71940"/>
                  </a:lnTo>
                  <a:lnTo>
                    <a:pt x="26781" y="76407"/>
                  </a:lnTo>
                  <a:lnTo>
                    <a:pt x="23936" y="80967"/>
                  </a:lnTo>
                  <a:lnTo>
                    <a:pt x="21238" y="85617"/>
                  </a:lnTo>
                  <a:lnTo>
                    <a:pt x="18692" y="90351"/>
                  </a:lnTo>
                  <a:lnTo>
                    <a:pt x="16299" y="95164"/>
                  </a:lnTo>
                  <a:lnTo>
                    <a:pt x="14062" y="100052"/>
                  </a:lnTo>
                  <a:lnTo>
                    <a:pt x="11983" y="105010"/>
                  </a:lnTo>
                  <a:lnTo>
                    <a:pt x="10065" y="110031"/>
                  </a:lnTo>
                  <a:lnTo>
                    <a:pt x="8309" y="115112"/>
                  </a:lnTo>
                  <a:lnTo>
                    <a:pt x="6717" y="120246"/>
                  </a:lnTo>
                  <a:lnTo>
                    <a:pt x="5292" y="125429"/>
                  </a:lnTo>
                  <a:lnTo>
                    <a:pt x="4034" y="130655"/>
                  </a:lnTo>
                  <a:lnTo>
                    <a:pt x="2944" y="135919"/>
                  </a:lnTo>
                  <a:lnTo>
                    <a:pt x="2024" y="141215"/>
                  </a:lnTo>
                  <a:lnTo>
                    <a:pt x="1275" y="146538"/>
                  </a:lnTo>
                  <a:lnTo>
                    <a:pt x="698" y="151882"/>
                  </a:lnTo>
                  <a:lnTo>
                    <a:pt x="292" y="157242"/>
                  </a:lnTo>
                  <a:lnTo>
                    <a:pt x="60" y="162613"/>
                  </a:lnTo>
                  <a:lnTo>
                    <a:pt x="0" y="167988"/>
                  </a:lnTo>
                  <a:lnTo>
                    <a:pt x="112" y="173362"/>
                  </a:lnTo>
                  <a:lnTo>
                    <a:pt x="398" y="178730"/>
                  </a:lnTo>
                  <a:lnTo>
                    <a:pt x="856" y="184086"/>
                  </a:lnTo>
                  <a:lnTo>
                    <a:pt x="1486" y="189424"/>
                  </a:lnTo>
                  <a:lnTo>
                    <a:pt x="2287" y="194740"/>
                  </a:lnTo>
                  <a:lnTo>
                    <a:pt x="3259" y="200026"/>
                  </a:lnTo>
                  <a:lnTo>
                    <a:pt x="4400" y="205279"/>
                  </a:lnTo>
                  <a:lnTo>
                    <a:pt x="5710" y="210493"/>
                  </a:lnTo>
                  <a:lnTo>
                    <a:pt x="7186" y="215661"/>
                  </a:lnTo>
                  <a:lnTo>
                    <a:pt x="8828" y="220780"/>
                  </a:lnTo>
                  <a:lnTo>
                    <a:pt x="10634" y="225843"/>
                  </a:lnTo>
                  <a:lnTo>
                    <a:pt x="12601" y="230845"/>
                  </a:lnTo>
                  <a:lnTo>
                    <a:pt x="14728" y="235782"/>
                  </a:lnTo>
                  <a:lnTo>
                    <a:pt x="17013" y="240648"/>
                  </a:lnTo>
                  <a:lnTo>
                    <a:pt x="19453" y="245437"/>
                  </a:lnTo>
                  <a:lnTo>
                    <a:pt x="22046" y="250146"/>
                  </a:lnTo>
                  <a:lnTo>
                    <a:pt x="24789" y="254769"/>
                  </a:lnTo>
                  <a:lnTo>
                    <a:pt x="27679" y="25930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47039" y="4826449"/>
              <a:ext cx="139485" cy="92134"/>
            </a:xfrm>
            <a:custGeom>
              <a:avLst/>
              <a:pathLst>
                <a:path w="139485" h="92134">
                  <a:moveTo>
                    <a:pt x="0" y="92134"/>
                  </a:moveTo>
                  <a:lnTo>
                    <a:pt x="1394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47039" y="4826449"/>
              <a:ext cx="139485" cy="108431"/>
            </a:xfrm>
            <a:custGeom>
              <a:avLst/>
              <a:pathLst>
                <a:path w="139485" h="108431">
                  <a:moveTo>
                    <a:pt x="0" y="92134"/>
                  </a:moveTo>
                  <a:lnTo>
                    <a:pt x="5878" y="100470"/>
                  </a:lnTo>
                  <a:lnTo>
                    <a:pt x="12255" y="108431"/>
                  </a:lnTo>
                  <a:lnTo>
                    <a:pt x="13948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959294" y="4659281"/>
              <a:ext cx="294384" cy="334331"/>
            </a:xfrm>
            <a:custGeom>
              <a:avLst/>
              <a:pathLst>
                <a:path w="294384" h="334331">
                  <a:moveTo>
                    <a:pt x="0" y="275599"/>
                  </a:moveTo>
                  <a:lnTo>
                    <a:pt x="3511" y="279589"/>
                  </a:lnTo>
                  <a:lnTo>
                    <a:pt x="7148" y="283465"/>
                  </a:lnTo>
                  <a:lnTo>
                    <a:pt x="10906" y="287224"/>
                  </a:lnTo>
                  <a:lnTo>
                    <a:pt x="14782" y="290862"/>
                  </a:lnTo>
                  <a:lnTo>
                    <a:pt x="18771" y="294374"/>
                  </a:lnTo>
                  <a:lnTo>
                    <a:pt x="22871" y="297758"/>
                  </a:lnTo>
                  <a:lnTo>
                    <a:pt x="27075" y="301010"/>
                  </a:lnTo>
                  <a:lnTo>
                    <a:pt x="31381" y="304127"/>
                  </a:lnTo>
                  <a:lnTo>
                    <a:pt x="35784" y="307105"/>
                  </a:lnTo>
                  <a:lnTo>
                    <a:pt x="40279" y="309941"/>
                  </a:lnTo>
                  <a:lnTo>
                    <a:pt x="44862" y="312634"/>
                  </a:lnTo>
                  <a:lnTo>
                    <a:pt x="49529" y="315179"/>
                  </a:lnTo>
                  <a:lnTo>
                    <a:pt x="54274" y="317574"/>
                  </a:lnTo>
                  <a:lnTo>
                    <a:pt x="59093" y="319818"/>
                  </a:lnTo>
                  <a:lnTo>
                    <a:pt x="63980" y="321907"/>
                  </a:lnTo>
                  <a:lnTo>
                    <a:pt x="68932" y="323840"/>
                  </a:lnTo>
                  <a:lnTo>
                    <a:pt x="73942" y="325614"/>
                  </a:lnTo>
                  <a:lnTo>
                    <a:pt x="79007" y="327228"/>
                  </a:lnTo>
                  <a:lnTo>
                    <a:pt x="84120" y="328680"/>
                  </a:lnTo>
                  <a:lnTo>
                    <a:pt x="89277" y="329969"/>
                  </a:lnTo>
                  <a:lnTo>
                    <a:pt x="94472" y="331093"/>
                  </a:lnTo>
                  <a:lnTo>
                    <a:pt x="99700" y="332052"/>
                  </a:lnTo>
                  <a:lnTo>
                    <a:pt x="104956" y="332844"/>
                  </a:lnTo>
                  <a:lnTo>
                    <a:pt x="110235" y="333468"/>
                  </a:lnTo>
                  <a:lnTo>
                    <a:pt x="115531" y="333925"/>
                  </a:lnTo>
                  <a:lnTo>
                    <a:pt x="120838" y="334212"/>
                  </a:lnTo>
                  <a:lnTo>
                    <a:pt x="126153" y="334331"/>
                  </a:lnTo>
                  <a:lnTo>
                    <a:pt x="131468" y="334281"/>
                  </a:lnTo>
                  <a:lnTo>
                    <a:pt x="136779" y="334061"/>
                  </a:lnTo>
                  <a:lnTo>
                    <a:pt x="142080" y="333673"/>
                  </a:lnTo>
                  <a:lnTo>
                    <a:pt x="147366" y="333117"/>
                  </a:lnTo>
                  <a:lnTo>
                    <a:pt x="152632" y="332393"/>
                  </a:lnTo>
                  <a:lnTo>
                    <a:pt x="157872" y="331502"/>
                  </a:lnTo>
                  <a:lnTo>
                    <a:pt x="163081" y="330445"/>
                  </a:lnTo>
                  <a:lnTo>
                    <a:pt x="168254" y="329222"/>
                  </a:lnTo>
                  <a:lnTo>
                    <a:pt x="173386" y="327836"/>
                  </a:lnTo>
                  <a:lnTo>
                    <a:pt x="178471" y="326287"/>
                  </a:lnTo>
                  <a:lnTo>
                    <a:pt x="183504" y="324578"/>
                  </a:lnTo>
                  <a:lnTo>
                    <a:pt x="188480" y="322709"/>
                  </a:lnTo>
                  <a:lnTo>
                    <a:pt x="193394" y="320683"/>
                  </a:lnTo>
                  <a:lnTo>
                    <a:pt x="198241" y="318502"/>
                  </a:lnTo>
                  <a:lnTo>
                    <a:pt x="203017" y="316168"/>
                  </a:lnTo>
                  <a:lnTo>
                    <a:pt x="207716" y="313683"/>
                  </a:lnTo>
                  <a:lnTo>
                    <a:pt x="212333" y="311050"/>
                  </a:lnTo>
                  <a:lnTo>
                    <a:pt x="216865" y="308272"/>
                  </a:lnTo>
                  <a:lnTo>
                    <a:pt x="221305" y="305351"/>
                  </a:lnTo>
                  <a:lnTo>
                    <a:pt x="225651" y="302290"/>
                  </a:lnTo>
                  <a:lnTo>
                    <a:pt x="229897" y="299092"/>
                  </a:lnTo>
                  <a:lnTo>
                    <a:pt x="234040" y="295762"/>
                  </a:lnTo>
                  <a:lnTo>
                    <a:pt x="238074" y="292301"/>
                  </a:lnTo>
                  <a:lnTo>
                    <a:pt x="241997" y="288713"/>
                  </a:lnTo>
                  <a:lnTo>
                    <a:pt x="245803" y="285003"/>
                  </a:lnTo>
                  <a:lnTo>
                    <a:pt x="249489" y="281174"/>
                  </a:lnTo>
                  <a:lnTo>
                    <a:pt x="253052" y="277229"/>
                  </a:lnTo>
                  <a:lnTo>
                    <a:pt x="256488" y="273173"/>
                  </a:lnTo>
                  <a:lnTo>
                    <a:pt x="259793" y="269010"/>
                  </a:lnTo>
                  <a:lnTo>
                    <a:pt x="262963" y="264744"/>
                  </a:lnTo>
                  <a:lnTo>
                    <a:pt x="265997" y="260379"/>
                  </a:lnTo>
                  <a:lnTo>
                    <a:pt x="268890" y="255921"/>
                  </a:lnTo>
                  <a:lnTo>
                    <a:pt x="271641" y="251372"/>
                  </a:lnTo>
                  <a:lnTo>
                    <a:pt x="274245" y="246738"/>
                  </a:lnTo>
                  <a:lnTo>
                    <a:pt x="276700" y="242024"/>
                  </a:lnTo>
                  <a:lnTo>
                    <a:pt x="279005" y="237234"/>
                  </a:lnTo>
                  <a:lnTo>
                    <a:pt x="281155" y="232373"/>
                  </a:lnTo>
                  <a:lnTo>
                    <a:pt x="283151" y="227446"/>
                  </a:lnTo>
                  <a:lnTo>
                    <a:pt x="284988" y="222459"/>
                  </a:lnTo>
                  <a:lnTo>
                    <a:pt x="286667" y="217415"/>
                  </a:lnTo>
                  <a:lnTo>
                    <a:pt x="288183" y="212321"/>
                  </a:lnTo>
                  <a:lnTo>
                    <a:pt x="289538" y="207181"/>
                  </a:lnTo>
                  <a:lnTo>
                    <a:pt x="290728" y="202000"/>
                  </a:lnTo>
                  <a:lnTo>
                    <a:pt x="291753" y="196784"/>
                  </a:lnTo>
                  <a:lnTo>
                    <a:pt x="292611" y="191539"/>
                  </a:lnTo>
                  <a:lnTo>
                    <a:pt x="293302" y="186269"/>
                  </a:lnTo>
                  <a:lnTo>
                    <a:pt x="293826" y="180979"/>
                  </a:lnTo>
                  <a:lnTo>
                    <a:pt x="294181" y="175675"/>
                  </a:lnTo>
                  <a:lnTo>
                    <a:pt x="294367" y="170363"/>
                  </a:lnTo>
                  <a:lnTo>
                    <a:pt x="294384" y="165048"/>
                  </a:lnTo>
                  <a:lnTo>
                    <a:pt x="294232" y="159735"/>
                  </a:lnTo>
                  <a:lnTo>
                    <a:pt x="293911" y="154429"/>
                  </a:lnTo>
                  <a:lnTo>
                    <a:pt x="293422" y="149136"/>
                  </a:lnTo>
                  <a:lnTo>
                    <a:pt x="292765" y="143861"/>
                  </a:lnTo>
                  <a:lnTo>
                    <a:pt x="291940" y="138610"/>
                  </a:lnTo>
                  <a:lnTo>
                    <a:pt x="290949" y="133388"/>
                  </a:lnTo>
                  <a:lnTo>
                    <a:pt x="289792" y="128200"/>
                  </a:lnTo>
                  <a:lnTo>
                    <a:pt x="288471" y="123051"/>
                  </a:lnTo>
                  <a:lnTo>
                    <a:pt x="286987" y="117947"/>
                  </a:lnTo>
                  <a:lnTo>
                    <a:pt x="285341" y="112893"/>
                  </a:lnTo>
                  <a:lnTo>
                    <a:pt x="283536" y="107894"/>
                  </a:lnTo>
                  <a:lnTo>
                    <a:pt x="281572" y="102954"/>
                  </a:lnTo>
                  <a:lnTo>
                    <a:pt x="279453" y="98080"/>
                  </a:lnTo>
                  <a:lnTo>
                    <a:pt x="277179" y="93275"/>
                  </a:lnTo>
                  <a:lnTo>
                    <a:pt x="274754" y="88545"/>
                  </a:lnTo>
                  <a:lnTo>
                    <a:pt x="272180" y="83894"/>
                  </a:lnTo>
                  <a:lnTo>
                    <a:pt x="269459" y="79328"/>
                  </a:lnTo>
                  <a:lnTo>
                    <a:pt x="266595" y="74851"/>
                  </a:lnTo>
                  <a:lnTo>
                    <a:pt x="263589" y="70466"/>
                  </a:lnTo>
                  <a:lnTo>
                    <a:pt x="260446" y="66180"/>
                  </a:lnTo>
                  <a:lnTo>
                    <a:pt x="257168" y="61996"/>
                  </a:lnTo>
                  <a:lnTo>
                    <a:pt x="253759" y="57918"/>
                  </a:lnTo>
                  <a:lnTo>
                    <a:pt x="250221" y="53950"/>
                  </a:lnTo>
                  <a:lnTo>
                    <a:pt x="246560" y="50097"/>
                  </a:lnTo>
                  <a:lnTo>
                    <a:pt x="242777" y="46363"/>
                  </a:lnTo>
                  <a:lnTo>
                    <a:pt x="238878" y="42750"/>
                  </a:lnTo>
                  <a:lnTo>
                    <a:pt x="234866" y="39263"/>
                  </a:lnTo>
                  <a:lnTo>
                    <a:pt x="230745" y="35906"/>
                  </a:lnTo>
                  <a:lnTo>
                    <a:pt x="226520" y="32681"/>
                  </a:lnTo>
                  <a:lnTo>
                    <a:pt x="222194" y="29592"/>
                  </a:lnTo>
                  <a:lnTo>
                    <a:pt x="217772" y="26643"/>
                  </a:lnTo>
                  <a:lnTo>
                    <a:pt x="213259" y="23835"/>
                  </a:lnTo>
                  <a:lnTo>
                    <a:pt x="208658" y="21173"/>
                  </a:lnTo>
                  <a:lnTo>
                    <a:pt x="203975" y="18657"/>
                  </a:lnTo>
                  <a:lnTo>
                    <a:pt x="199215" y="16293"/>
                  </a:lnTo>
                  <a:lnTo>
                    <a:pt x="194382" y="14080"/>
                  </a:lnTo>
                  <a:lnTo>
                    <a:pt x="189481" y="12023"/>
                  </a:lnTo>
                  <a:lnTo>
                    <a:pt x="184517" y="10122"/>
                  </a:lnTo>
                  <a:lnTo>
                    <a:pt x="179495" y="8380"/>
                  </a:lnTo>
                  <a:lnTo>
                    <a:pt x="174420" y="6799"/>
                  </a:lnTo>
                  <a:lnTo>
                    <a:pt x="169298" y="5379"/>
                  </a:lnTo>
                  <a:lnTo>
                    <a:pt x="164133" y="4124"/>
                  </a:lnTo>
                  <a:lnTo>
                    <a:pt x="158931" y="3033"/>
                  </a:lnTo>
                  <a:lnTo>
                    <a:pt x="153696" y="2108"/>
                  </a:lnTo>
                  <a:lnTo>
                    <a:pt x="148435" y="1350"/>
                  </a:lnTo>
                  <a:lnTo>
                    <a:pt x="143153" y="760"/>
                  </a:lnTo>
                  <a:lnTo>
                    <a:pt x="137854" y="337"/>
                  </a:lnTo>
                  <a:lnTo>
                    <a:pt x="132545" y="84"/>
                  </a:lnTo>
                  <a:lnTo>
                    <a:pt x="127230" y="0"/>
                  </a:lnTo>
                  <a:lnTo>
                    <a:pt x="1272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321562" y="5018213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4" y="83"/>
                  </a:lnTo>
                  <a:lnTo>
                    <a:pt x="156594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5" y="2999"/>
                  </a:lnTo>
                  <a:lnTo>
                    <a:pt x="130461" y="4077"/>
                  </a:lnTo>
                  <a:lnTo>
                    <a:pt x="125324" y="5319"/>
                  </a:lnTo>
                  <a:lnTo>
                    <a:pt x="120228" y="6722"/>
                  </a:lnTo>
                  <a:lnTo>
                    <a:pt x="115179" y="8286"/>
                  </a:lnTo>
                  <a:lnTo>
                    <a:pt x="110183" y="10009"/>
                  </a:lnTo>
                  <a:lnTo>
                    <a:pt x="105243" y="11888"/>
                  </a:lnTo>
                  <a:lnTo>
                    <a:pt x="100365" y="13923"/>
                  </a:lnTo>
                  <a:lnTo>
                    <a:pt x="95554" y="16111"/>
                  </a:lnTo>
                  <a:lnTo>
                    <a:pt x="90814" y="18451"/>
                  </a:lnTo>
                  <a:lnTo>
                    <a:pt x="86151" y="20938"/>
                  </a:lnTo>
                  <a:lnTo>
                    <a:pt x="81569" y="23572"/>
                  </a:lnTo>
                  <a:lnTo>
                    <a:pt x="77072" y="26350"/>
                  </a:lnTo>
                  <a:lnTo>
                    <a:pt x="72666" y="29268"/>
                  </a:lnTo>
                  <a:lnTo>
                    <a:pt x="68354" y="32324"/>
                  </a:lnTo>
                  <a:lnTo>
                    <a:pt x="64140" y="35515"/>
                  </a:lnTo>
                  <a:lnTo>
                    <a:pt x="60030" y="38838"/>
                  </a:lnTo>
                  <a:lnTo>
                    <a:pt x="56026" y="42288"/>
                  </a:lnTo>
                  <a:lnTo>
                    <a:pt x="52134" y="45864"/>
                  </a:lnTo>
                  <a:lnTo>
                    <a:pt x="48357" y="49561"/>
                  </a:lnTo>
                  <a:lnTo>
                    <a:pt x="44698" y="53375"/>
                  </a:lnTo>
                  <a:lnTo>
                    <a:pt x="41162" y="57304"/>
                  </a:lnTo>
                  <a:lnTo>
                    <a:pt x="37752" y="61342"/>
                  </a:lnTo>
                  <a:lnTo>
                    <a:pt x="34471" y="65485"/>
                  </a:lnTo>
                  <a:lnTo>
                    <a:pt x="31323" y="69731"/>
                  </a:lnTo>
                  <a:lnTo>
                    <a:pt x="28311" y="74074"/>
                  </a:lnTo>
                  <a:lnTo>
                    <a:pt x="25437" y="78510"/>
                  </a:lnTo>
                  <a:lnTo>
                    <a:pt x="22706" y="83034"/>
                  </a:lnTo>
                  <a:lnTo>
                    <a:pt x="20118" y="87643"/>
                  </a:lnTo>
                  <a:lnTo>
                    <a:pt x="17678" y="92331"/>
                  </a:lnTo>
                  <a:lnTo>
                    <a:pt x="15387" y="97094"/>
                  </a:lnTo>
                  <a:lnTo>
                    <a:pt x="13247" y="101927"/>
                  </a:lnTo>
                  <a:lnTo>
                    <a:pt x="11262" y="106825"/>
                  </a:lnTo>
                  <a:lnTo>
                    <a:pt x="9432" y="111783"/>
                  </a:lnTo>
                  <a:lnTo>
                    <a:pt x="7760" y="116797"/>
                  </a:lnTo>
                  <a:lnTo>
                    <a:pt x="6247" y="121862"/>
                  </a:lnTo>
                  <a:lnTo>
                    <a:pt x="4895" y="126971"/>
                  </a:lnTo>
                  <a:lnTo>
                    <a:pt x="3706" y="132121"/>
                  </a:lnTo>
                  <a:lnTo>
                    <a:pt x="2680" y="137306"/>
                  </a:lnTo>
                  <a:lnTo>
                    <a:pt x="1818" y="142520"/>
                  </a:lnTo>
                  <a:lnTo>
                    <a:pt x="1121" y="147759"/>
                  </a:lnTo>
                  <a:lnTo>
                    <a:pt x="591" y="153018"/>
                  </a:lnTo>
                  <a:lnTo>
                    <a:pt x="227" y="158291"/>
                  </a:lnTo>
                  <a:lnTo>
                    <a:pt x="30" y="163572"/>
                  </a:lnTo>
                  <a:lnTo>
                    <a:pt x="0" y="168858"/>
                  </a:lnTo>
                  <a:lnTo>
                    <a:pt x="136" y="174141"/>
                  </a:lnTo>
                  <a:lnTo>
                    <a:pt x="440" y="179418"/>
                  </a:lnTo>
                  <a:lnTo>
                    <a:pt x="911" y="184682"/>
                  </a:lnTo>
                  <a:lnTo>
                    <a:pt x="1548" y="189929"/>
                  </a:lnTo>
                  <a:lnTo>
                    <a:pt x="2350" y="195153"/>
                  </a:lnTo>
                  <a:lnTo>
                    <a:pt x="3317" y="200349"/>
                  </a:lnTo>
                  <a:lnTo>
                    <a:pt x="4448" y="205512"/>
                  </a:lnTo>
                  <a:lnTo>
                    <a:pt x="5742" y="210636"/>
                  </a:lnTo>
                  <a:lnTo>
                    <a:pt x="7197" y="215718"/>
                  </a:lnTo>
                  <a:lnTo>
                    <a:pt x="8811" y="220750"/>
                  </a:lnTo>
                  <a:lnTo>
                    <a:pt x="10584" y="225729"/>
                  </a:lnTo>
                  <a:lnTo>
                    <a:pt x="12514" y="230650"/>
                  </a:lnTo>
                  <a:lnTo>
                    <a:pt x="14598" y="235507"/>
                  </a:lnTo>
                  <a:lnTo>
                    <a:pt x="16835" y="240295"/>
                  </a:lnTo>
                  <a:lnTo>
                    <a:pt x="19222" y="245011"/>
                  </a:lnTo>
                  <a:lnTo>
                    <a:pt x="21757" y="249649"/>
                  </a:lnTo>
                  <a:lnTo>
                    <a:pt x="24437" y="254204"/>
                  </a:lnTo>
                  <a:lnTo>
                    <a:pt x="27260" y="258673"/>
                  </a:lnTo>
                  <a:lnTo>
                    <a:pt x="30222" y="263049"/>
                  </a:lnTo>
                  <a:lnTo>
                    <a:pt x="33322" y="267330"/>
                  </a:lnTo>
                  <a:lnTo>
                    <a:pt x="36555" y="271511"/>
                  </a:lnTo>
                  <a:lnTo>
                    <a:pt x="39919" y="275588"/>
                  </a:lnTo>
                  <a:lnTo>
                    <a:pt x="43410" y="279556"/>
                  </a:lnTo>
                  <a:lnTo>
                    <a:pt x="47025" y="283412"/>
                  </a:lnTo>
                  <a:lnTo>
                    <a:pt x="50760" y="287152"/>
                  </a:lnTo>
                  <a:lnTo>
                    <a:pt x="54611" y="290771"/>
                  </a:lnTo>
                  <a:lnTo>
                    <a:pt x="58575" y="294268"/>
                  </a:lnTo>
                  <a:lnTo>
                    <a:pt x="62647" y="297637"/>
                  </a:lnTo>
                  <a:lnTo>
                    <a:pt x="66824" y="300875"/>
                  </a:lnTo>
                  <a:lnTo>
                    <a:pt x="71101" y="303980"/>
                  </a:lnTo>
                  <a:lnTo>
                    <a:pt x="75474" y="306949"/>
                  </a:lnTo>
                  <a:lnTo>
                    <a:pt x="79939" y="309777"/>
                  </a:lnTo>
                  <a:lnTo>
                    <a:pt x="84491" y="312463"/>
                  </a:lnTo>
                  <a:lnTo>
                    <a:pt x="89125" y="315004"/>
                  </a:lnTo>
                  <a:lnTo>
                    <a:pt x="93838" y="317397"/>
                  </a:lnTo>
                  <a:lnTo>
                    <a:pt x="98624" y="319640"/>
                  </a:lnTo>
                  <a:lnTo>
                    <a:pt x="103478" y="321730"/>
                  </a:lnTo>
                  <a:lnTo>
                    <a:pt x="108396" y="323666"/>
                  </a:lnTo>
                  <a:lnTo>
                    <a:pt x="113373" y="325445"/>
                  </a:lnTo>
                  <a:lnTo>
                    <a:pt x="118403" y="327067"/>
                  </a:lnTo>
                  <a:lnTo>
                    <a:pt x="123483" y="328528"/>
                  </a:lnTo>
                  <a:lnTo>
                    <a:pt x="128606" y="329828"/>
                  </a:lnTo>
                  <a:lnTo>
                    <a:pt x="133767" y="330966"/>
                  </a:lnTo>
                  <a:lnTo>
                    <a:pt x="138962" y="331939"/>
                  </a:lnTo>
                  <a:lnTo>
                    <a:pt x="144185" y="332748"/>
                  </a:lnTo>
                  <a:lnTo>
                    <a:pt x="149431" y="333392"/>
                  </a:lnTo>
                  <a:lnTo>
                    <a:pt x="154695" y="333869"/>
                  </a:lnTo>
                  <a:lnTo>
                    <a:pt x="159971" y="334180"/>
                  </a:lnTo>
                  <a:lnTo>
                    <a:pt x="165254" y="334324"/>
                  </a:lnTo>
                  <a:lnTo>
                    <a:pt x="170539" y="334300"/>
                  </a:lnTo>
                  <a:lnTo>
                    <a:pt x="175821" y="334110"/>
                  </a:lnTo>
                  <a:lnTo>
                    <a:pt x="181095" y="333752"/>
                  </a:lnTo>
                  <a:lnTo>
                    <a:pt x="186354" y="333229"/>
                  </a:lnTo>
                  <a:lnTo>
                    <a:pt x="191594" y="332539"/>
                  </a:lnTo>
                  <a:lnTo>
                    <a:pt x="196810" y="331684"/>
                  </a:lnTo>
                  <a:lnTo>
                    <a:pt x="201996" y="330664"/>
                  </a:lnTo>
                  <a:lnTo>
                    <a:pt x="207147" y="329481"/>
                  </a:lnTo>
                  <a:lnTo>
                    <a:pt x="212258" y="328136"/>
                  </a:lnTo>
                  <a:lnTo>
                    <a:pt x="217324" y="326630"/>
                  </a:lnTo>
                  <a:lnTo>
                    <a:pt x="222340" y="324964"/>
                  </a:lnTo>
                  <a:lnTo>
                    <a:pt x="227301" y="323141"/>
                  </a:lnTo>
                  <a:lnTo>
                    <a:pt x="232202" y="321161"/>
                  </a:lnTo>
                  <a:lnTo>
                    <a:pt x="237038" y="319028"/>
                  </a:lnTo>
                  <a:lnTo>
                    <a:pt x="241803" y="316743"/>
                  </a:lnTo>
                  <a:lnTo>
                    <a:pt x="246495" y="314309"/>
                  </a:lnTo>
                  <a:lnTo>
                    <a:pt x="251107" y="311727"/>
                  </a:lnTo>
                  <a:lnTo>
                    <a:pt x="255635" y="309001"/>
                  </a:lnTo>
                  <a:lnTo>
                    <a:pt x="260074" y="306133"/>
                  </a:lnTo>
                  <a:lnTo>
                    <a:pt x="264421" y="303126"/>
                  </a:lnTo>
                  <a:lnTo>
                    <a:pt x="268670" y="299984"/>
                  </a:lnTo>
                  <a:lnTo>
                    <a:pt x="272818" y="296708"/>
                  </a:lnTo>
                  <a:lnTo>
                    <a:pt x="276861" y="293303"/>
                  </a:lnTo>
                  <a:lnTo>
                    <a:pt x="280793" y="289772"/>
                  </a:lnTo>
                  <a:lnTo>
                    <a:pt x="284612" y="286119"/>
                  </a:lnTo>
                  <a:lnTo>
                    <a:pt x="288314" y="282346"/>
                  </a:lnTo>
                  <a:lnTo>
                    <a:pt x="291895" y="278458"/>
                  </a:lnTo>
                  <a:lnTo>
                    <a:pt x="295351" y="274460"/>
                  </a:lnTo>
                  <a:lnTo>
                    <a:pt x="298678" y="270353"/>
                  </a:lnTo>
                  <a:lnTo>
                    <a:pt x="301875" y="266144"/>
                  </a:lnTo>
                  <a:lnTo>
                    <a:pt x="304936" y="261836"/>
                  </a:lnTo>
                  <a:lnTo>
                    <a:pt x="307860" y="257433"/>
                  </a:lnTo>
                  <a:lnTo>
                    <a:pt x="310643" y="252940"/>
                  </a:lnTo>
                  <a:lnTo>
                    <a:pt x="313283" y="248361"/>
                  </a:lnTo>
                  <a:lnTo>
                    <a:pt x="315777" y="243701"/>
                  </a:lnTo>
                  <a:lnTo>
                    <a:pt x="318122" y="238964"/>
                  </a:lnTo>
                  <a:lnTo>
                    <a:pt x="320316" y="234156"/>
                  </a:lnTo>
                  <a:lnTo>
                    <a:pt x="322358" y="229281"/>
                  </a:lnTo>
                  <a:lnTo>
                    <a:pt x="324244" y="224344"/>
                  </a:lnTo>
                  <a:lnTo>
                    <a:pt x="325973" y="219349"/>
                  </a:lnTo>
                  <a:lnTo>
                    <a:pt x="327543" y="214302"/>
                  </a:lnTo>
                  <a:lnTo>
                    <a:pt x="328953" y="209209"/>
                  </a:lnTo>
                  <a:lnTo>
                    <a:pt x="330201" y="204073"/>
                  </a:lnTo>
                  <a:lnTo>
                    <a:pt x="331286" y="198900"/>
                  </a:lnTo>
                  <a:lnTo>
                    <a:pt x="332207" y="193696"/>
                  </a:lnTo>
                  <a:lnTo>
                    <a:pt x="332964" y="188465"/>
                  </a:lnTo>
                  <a:lnTo>
                    <a:pt x="333554" y="183212"/>
                  </a:lnTo>
                  <a:lnTo>
                    <a:pt x="333978" y="177944"/>
                  </a:lnTo>
                  <a:lnTo>
                    <a:pt x="334235" y="172665"/>
                  </a:lnTo>
                  <a:lnTo>
                    <a:pt x="334326" y="167381"/>
                  </a:lnTo>
                  <a:lnTo>
                    <a:pt x="334249" y="162096"/>
                  </a:lnTo>
                  <a:lnTo>
                    <a:pt x="334005" y="156816"/>
                  </a:lnTo>
                  <a:lnTo>
                    <a:pt x="333594" y="151547"/>
                  </a:lnTo>
                  <a:lnTo>
                    <a:pt x="333017" y="146293"/>
                  </a:lnTo>
                  <a:lnTo>
                    <a:pt x="332275" y="141060"/>
                  </a:lnTo>
                  <a:lnTo>
                    <a:pt x="331367" y="135853"/>
                  </a:lnTo>
                  <a:lnTo>
                    <a:pt x="330295" y="130678"/>
                  </a:lnTo>
                  <a:lnTo>
                    <a:pt x="329060" y="125539"/>
                  </a:lnTo>
                  <a:lnTo>
                    <a:pt x="327663" y="120442"/>
                  </a:lnTo>
                  <a:lnTo>
                    <a:pt x="326106" y="115391"/>
                  </a:lnTo>
                  <a:lnTo>
                    <a:pt x="324389" y="110392"/>
                  </a:lnTo>
                  <a:lnTo>
                    <a:pt x="322516" y="105450"/>
                  </a:lnTo>
                  <a:lnTo>
                    <a:pt x="320487" y="100569"/>
                  </a:lnTo>
                  <a:lnTo>
                    <a:pt x="318305" y="95756"/>
                  </a:lnTo>
                  <a:lnTo>
                    <a:pt x="315972" y="91013"/>
                  </a:lnTo>
                  <a:lnTo>
                    <a:pt x="313490" y="86347"/>
                  </a:lnTo>
                  <a:lnTo>
                    <a:pt x="310862" y="81761"/>
                  </a:lnTo>
                  <a:lnTo>
                    <a:pt x="308091" y="77261"/>
                  </a:lnTo>
                  <a:lnTo>
                    <a:pt x="305178" y="72851"/>
                  </a:lnTo>
                  <a:lnTo>
                    <a:pt x="302127" y="68535"/>
                  </a:lnTo>
                  <a:lnTo>
                    <a:pt x="298942" y="64317"/>
                  </a:lnTo>
                  <a:lnTo>
                    <a:pt x="295624" y="60202"/>
                  </a:lnTo>
                  <a:lnTo>
                    <a:pt x="292179" y="56195"/>
                  </a:lnTo>
                  <a:lnTo>
                    <a:pt x="288608" y="52298"/>
                  </a:lnTo>
                  <a:lnTo>
                    <a:pt x="284916" y="48516"/>
                  </a:lnTo>
                  <a:lnTo>
                    <a:pt x="281106" y="44853"/>
                  </a:lnTo>
                  <a:lnTo>
                    <a:pt x="277183" y="41311"/>
                  </a:lnTo>
                  <a:lnTo>
                    <a:pt x="273149" y="37896"/>
                  </a:lnTo>
                  <a:lnTo>
                    <a:pt x="269009" y="34610"/>
                  </a:lnTo>
                  <a:lnTo>
                    <a:pt x="264768" y="31457"/>
                  </a:lnTo>
                  <a:lnTo>
                    <a:pt x="260429" y="28439"/>
                  </a:lnTo>
                  <a:lnTo>
                    <a:pt x="255997" y="25559"/>
                  </a:lnTo>
                  <a:lnTo>
                    <a:pt x="251476" y="22822"/>
                  </a:lnTo>
                  <a:lnTo>
                    <a:pt x="246870" y="20228"/>
                  </a:lnTo>
                  <a:lnTo>
                    <a:pt x="242185" y="17782"/>
                  </a:lnTo>
                  <a:lnTo>
                    <a:pt x="237425" y="15485"/>
                  </a:lnTo>
                  <a:lnTo>
                    <a:pt x="232595" y="13339"/>
                  </a:lnTo>
                  <a:lnTo>
                    <a:pt x="227700" y="11347"/>
                  </a:lnTo>
                  <a:lnTo>
                    <a:pt x="222743" y="9511"/>
                  </a:lnTo>
                  <a:lnTo>
                    <a:pt x="217732" y="7833"/>
                  </a:lnTo>
                  <a:lnTo>
                    <a:pt x="212669" y="6314"/>
                  </a:lnTo>
                  <a:lnTo>
                    <a:pt x="207562" y="495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488720" y="5018213"/>
              <a:ext cx="40403" cy="167167"/>
            </a:xfrm>
            <a:custGeom>
              <a:avLst/>
              <a:pathLst>
                <a:path w="40403" h="167167">
                  <a:moveTo>
                    <a:pt x="40403" y="4956"/>
                  </a:moveTo>
                  <a:lnTo>
                    <a:pt x="33772" y="3446"/>
                  </a:lnTo>
                  <a:lnTo>
                    <a:pt x="27084" y="2208"/>
                  </a:lnTo>
                  <a:lnTo>
                    <a:pt x="20353" y="1243"/>
                  </a:lnTo>
                  <a:lnTo>
                    <a:pt x="13587" y="553"/>
                  </a:lnTo>
                  <a:lnTo>
                    <a:pt x="6799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797345" y="5269756"/>
              <a:ext cx="167156" cy="273559"/>
            </a:xfrm>
            <a:custGeom>
              <a:avLst/>
              <a:pathLst>
                <a:path w="167156" h="273559">
                  <a:moveTo>
                    <a:pt x="167156" y="0"/>
                  </a:moveTo>
                  <a:lnTo>
                    <a:pt x="161758" y="87"/>
                  </a:lnTo>
                  <a:lnTo>
                    <a:pt x="156366" y="348"/>
                  </a:lnTo>
                  <a:lnTo>
                    <a:pt x="150985" y="783"/>
                  </a:lnTo>
                  <a:lnTo>
                    <a:pt x="145621" y="1392"/>
                  </a:lnTo>
                  <a:lnTo>
                    <a:pt x="140279" y="2174"/>
                  </a:lnTo>
                  <a:lnTo>
                    <a:pt x="134966" y="3128"/>
                  </a:lnTo>
                  <a:lnTo>
                    <a:pt x="129686" y="4253"/>
                  </a:lnTo>
                  <a:lnTo>
                    <a:pt x="124445" y="5548"/>
                  </a:lnTo>
                  <a:lnTo>
                    <a:pt x="119248" y="7011"/>
                  </a:lnTo>
                  <a:lnTo>
                    <a:pt x="114102" y="8642"/>
                  </a:lnTo>
                  <a:lnTo>
                    <a:pt x="109011" y="10437"/>
                  </a:lnTo>
                  <a:lnTo>
                    <a:pt x="103980" y="12397"/>
                  </a:lnTo>
                  <a:lnTo>
                    <a:pt x="99016" y="14517"/>
                  </a:lnTo>
                  <a:lnTo>
                    <a:pt x="94122" y="16797"/>
                  </a:lnTo>
                  <a:lnTo>
                    <a:pt x="89305" y="19234"/>
                  </a:lnTo>
                  <a:lnTo>
                    <a:pt x="84569" y="21825"/>
                  </a:lnTo>
                  <a:lnTo>
                    <a:pt x="79919" y="24567"/>
                  </a:lnTo>
                  <a:lnTo>
                    <a:pt x="75360" y="27458"/>
                  </a:lnTo>
                  <a:lnTo>
                    <a:pt x="70897" y="30495"/>
                  </a:lnTo>
                  <a:lnTo>
                    <a:pt x="66534" y="33675"/>
                  </a:lnTo>
                  <a:lnTo>
                    <a:pt x="62276" y="36993"/>
                  </a:lnTo>
                  <a:lnTo>
                    <a:pt x="58127" y="40448"/>
                  </a:lnTo>
                  <a:lnTo>
                    <a:pt x="54092" y="44034"/>
                  </a:lnTo>
                  <a:lnTo>
                    <a:pt x="50175" y="47749"/>
                  </a:lnTo>
                  <a:lnTo>
                    <a:pt x="46380" y="51589"/>
                  </a:lnTo>
                  <a:lnTo>
                    <a:pt x="42711" y="55549"/>
                  </a:lnTo>
                  <a:lnTo>
                    <a:pt x="39172" y="59625"/>
                  </a:lnTo>
                  <a:lnTo>
                    <a:pt x="35766" y="63814"/>
                  </a:lnTo>
                  <a:lnTo>
                    <a:pt x="32498" y="68110"/>
                  </a:lnTo>
                  <a:lnTo>
                    <a:pt x="29369" y="72510"/>
                  </a:lnTo>
                  <a:lnTo>
                    <a:pt x="26385" y="77009"/>
                  </a:lnTo>
                  <a:lnTo>
                    <a:pt x="23547" y="81601"/>
                  </a:lnTo>
                  <a:lnTo>
                    <a:pt x="20859" y="86283"/>
                  </a:lnTo>
                  <a:lnTo>
                    <a:pt x="18324" y="91049"/>
                  </a:lnTo>
                  <a:lnTo>
                    <a:pt x="15943" y="95894"/>
                  </a:lnTo>
                  <a:lnTo>
                    <a:pt x="13721" y="100814"/>
                  </a:lnTo>
                  <a:lnTo>
                    <a:pt x="11658" y="105803"/>
                  </a:lnTo>
                  <a:lnTo>
                    <a:pt x="9758" y="110856"/>
                  </a:lnTo>
                  <a:lnTo>
                    <a:pt x="8022" y="115968"/>
                  </a:lnTo>
                  <a:lnTo>
                    <a:pt x="6451" y="121133"/>
                  </a:lnTo>
                  <a:lnTo>
                    <a:pt x="5049" y="126346"/>
                  </a:lnTo>
                  <a:lnTo>
                    <a:pt x="3815" y="131601"/>
                  </a:lnTo>
                  <a:lnTo>
                    <a:pt x="2752" y="136894"/>
                  </a:lnTo>
                  <a:lnTo>
                    <a:pt x="1860" y="142219"/>
                  </a:lnTo>
                  <a:lnTo>
                    <a:pt x="1141" y="147569"/>
                  </a:lnTo>
                  <a:lnTo>
                    <a:pt x="595" y="152940"/>
                  </a:lnTo>
                  <a:lnTo>
                    <a:pt x="222" y="158325"/>
                  </a:lnTo>
                  <a:lnTo>
                    <a:pt x="24" y="163720"/>
                  </a:lnTo>
                  <a:lnTo>
                    <a:pt x="0" y="169119"/>
                  </a:lnTo>
                  <a:lnTo>
                    <a:pt x="150" y="174515"/>
                  </a:lnTo>
                  <a:lnTo>
                    <a:pt x="474" y="179904"/>
                  </a:lnTo>
                  <a:lnTo>
                    <a:pt x="972" y="185279"/>
                  </a:lnTo>
                  <a:lnTo>
                    <a:pt x="1644" y="190636"/>
                  </a:lnTo>
                  <a:lnTo>
                    <a:pt x="2488" y="195968"/>
                  </a:lnTo>
                  <a:lnTo>
                    <a:pt x="3504" y="201270"/>
                  </a:lnTo>
                  <a:lnTo>
                    <a:pt x="4690" y="206536"/>
                  </a:lnTo>
                  <a:lnTo>
                    <a:pt x="6046" y="211762"/>
                  </a:lnTo>
                  <a:lnTo>
                    <a:pt x="7570" y="216941"/>
                  </a:lnTo>
                  <a:lnTo>
                    <a:pt x="9260" y="222068"/>
                  </a:lnTo>
                  <a:lnTo>
                    <a:pt x="11116" y="227137"/>
                  </a:lnTo>
                  <a:lnTo>
                    <a:pt x="13133" y="232145"/>
                  </a:lnTo>
                  <a:lnTo>
                    <a:pt x="15312" y="237084"/>
                  </a:lnTo>
                  <a:lnTo>
                    <a:pt x="17649" y="241951"/>
                  </a:lnTo>
                  <a:lnTo>
                    <a:pt x="20141" y="246739"/>
                  </a:lnTo>
                  <a:lnTo>
                    <a:pt x="22787" y="251445"/>
                  </a:lnTo>
                  <a:lnTo>
                    <a:pt x="25584" y="256062"/>
                  </a:lnTo>
                  <a:lnTo>
                    <a:pt x="28528" y="260587"/>
                  </a:lnTo>
                  <a:lnTo>
                    <a:pt x="31617" y="265015"/>
                  </a:lnTo>
                  <a:lnTo>
                    <a:pt x="34847" y="269340"/>
                  </a:lnTo>
                  <a:lnTo>
                    <a:pt x="38215" y="27355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835561" y="5269756"/>
              <a:ext cx="296093" cy="334331"/>
            </a:xfrm>
            <a:custGeom>
              <a:avLst/>
              <a:pathLst>
                <a:path w="296093" h="334331">
                  <a:moveTo>
                    <a:pt x="0" y="273559"/>
                  </a:moveTo>
                  <a:lnTo>
                    <a:pt x="3433" y="277589"/>
                  </a:lnTo>
                  <a:lnTo>
                    <a:pt x="6993" y="281508"/>
                  </a:lnTo>
                  <a:lnTo>
                    <a:pt x="10675" y="285313"/>
                  </a:lnTo>
                  <a:lnTo>
                    <a:pt x="14476" y="288999"/>
                  </a:lnTo>
                  <a:lnTo>
                    <a:pt x="18392" y="292563"/>
                  </a:lnTo>
                  <a:lnTo>
                    <a:pt x="22418" y="296001"/>
                  </a:lnTo>
                  <a:lnTo>
                    <a:pt x="26552" y="299309"/>
                  </a:lnTo>
                  <a:lnTo>
                    <a:pt x="30788" y="302485"/>
                  </a:lnTo>
                  <a:lnTo>
                    <a:pt x="35122" y="305526"/>
                  </a:lnTo>
                  <a:lnTo>
                    <a:pt x="39551" y="308427"/>
                  </a:lnTo>
                  <a:lnTo>
                    <a:pt x="44069" y="311187"/>
                  </a:lnTo>
                  <a:lnTo>
                    <a:pt x="48672" y="313803"/>
                  </a:lnTo>
                  <a:lnTo>
                    <a:pt x="53356" y="316271"/>
                  </a:lnTo>
                  <a:lnTo>
                    <a:pt x="58116" y="318590"/>
                  </a:lnTo>
                  <a:lnTo>
                    <a:pt x="62947" y="320757"/>
                  </a:lnTo>
                  <a:lnTo>
                    <a:pt x="67844" y="322770"/>
                  </a:lnTo>
                  <a:lnTo>
                    <a:pt x="72802" y="324626"/>
                  </a:lnTo>
                  <a:lnTo>
                    <a:pt x="77817" y="326325"/>
                  </a:lnTo>
                  <a:lnTo>
                    <a:pt x="82883" y="327864"/>
                  </a:lnTo>
                  <a:lnTo>
                    <a:pt x="87995" y="329242"/>
                  </a:lnTo>
                  <a:lnTo>
                    <a:pt x="93148" y="330458"/>
                  </a:lnTo>
                  <a:lnTo>
                    <a:pt x="98337" y="331509"/>
                  </a:lnTo>
                  <a:lnTo>
                    <a:pt x="103557" y="332396"/>
                  </a:lnTo>
                  <a:lnTo>
                    <a:pt x="108802" y="333117"/>
                  </a:lnTo>
                  <a:lnTo>
                    <a:pt x="114067" y="333671"/>
                  </a:lnTo>
                  <a:lnTo>
                    <a:pt x="119348" y="334059"/>
                  </a:lnTo>
                  <a:lnTo>
                    <a:pt x="124637" y="334279"/>
                  </a:lnTo>
                  <a:lnTo>
                    <a:pt x="129932" y="334331"/>
                  </a:lnTo>
                  <a:lnTo>
                    <a:pt x="135225" y="334216"/>
                  </a:lnTo>
                  <a:lnTo>
                    <a:pt x="140512" y="333933"/>
                  </a:lnTo>
                  <a:lnTo>
                    <a:pt x="145787" y="333483"/>
                  </a:lnTo>
                  <a:lnTo>
                    <a:pt x="151046" y="332866"/>
                  </a:lnTo>
                  <a:lnTo>
                    <a:pt x="156282" y="332083"/>
                  </a:lnTo>
                  <a:lnTo>
                    <a:pt x="161491" y="331135"/>
                  </a:lnTo>
                  <a:lnTo>
                    <a:pt x="166667" y="330021"/>
                  </a:lnTo>
                  <a:lnTo>
                    <a:pt x="171805" y="328745"/>
                  </a:lnTo>
                  <a:lnTo>
                    <a:pt x="176901" y="327307"/>
                  </a:lnTo>
                  <a:lnTo>
                    <a:pt x="181948" y="325707"/>
                  </a:lnTo>
                  <a:lnTo>
                    <a:pt x="186942" y="323949"/>
                  </a:lnTo>
                  <a:lnTo>
                    <a:pt x="191878" y="322034"/>
                  </a:lnTo>
                  <a:lnTo>
                    <a:pt x="196751" y="319963"/>
                  </a:lnTo>
                  <a:lnTo>
                    <a:pt x="201556" y="317739"/>
                  </a:lnTo>
                  <a:lnTo>
                    <a:pt x="206287" y="315364"/>
                  </a:lnTo>
                  <a:lnTo>
                    <a:pt x="210942" y="312840"/>
                  </a:lnTo>
                  <a:lnTo>
                    <a:pt x="215514" y="310170"/>
                  </a:lnTo>
                  <a:lnTo>
                    <a:pt x="219999" y="307357"/>
                  </a:lnTo>
                  <a:lnTo>
                    <a:pt x="224393" y="304403"/>
                  </a:lnTo>
                  <a:lnTo>
                    <a:pt x="228691" y="301311"/>
                  </a:lnTo>
                  <a:lnTo>
                    <a:pt x="232889" y="298085"/>
                  </a:lnTo>
                  <a:lnTo>
                    <a:pt x="236983" y="294727"/>
                  </a:lnTo>
                  <a:lnTo>
                    <a:pt x="240968" y="291242"/>
                  </a:lnTo>
                  <a:lnTo>
                    <a:pt x="244841" y="287632"/>
                  </a:lnTo>
                  <a:lnTo>
                    <a:pt x="248598" y="283901"/>
                  </a:lnTo>
                  <a:lnTo>
                    <a:pt x="252235" y="280053"/>
                  </a:lnTo>
                  <a:lnTo>
                    <a:pt x="255748" y="276092"/>
                  </a:lnTo>
                  <a:lnTo>
                    <a:pt x="259134" y="272022"/>
                  </a:lnTo>
                  <a:lnTo>
                    <a:pt x="262389" y="267846"/>
                  </a:lnTo>
                  <a:lnTo>
                    <a:pt x="265510" y="263570"/>
                  </a:lnTo>
                  <a:lnTo>
                    <a:pt x="268495" y="259196"/>
                  </a:lnTo>
                  <a:lnTo>
                    <a:pt x="271339" y="254731"/>
                  </a:lnTo>
                  <a:lnTo>
                    <a:pt x="274041" y="250177"/>
                  </a:lnTo>
                  <a:lnTo>
                    <a:pt x="276597" y="245541"/>
                  </a:lnTo>
                  <a:lnTo>
                    <a:pt x="279004" y="240825"/>
                  </a:lnTo>
                  <a:lnTo>
                    <a:pt x="281262" y="236036"/>
                  </a:lnTo>
                  <a:lnTo>
                    <a:pt x="283366" y="231178"/>
                  </a:lnTo>
                  <a:lnTo>
                    <a:pt x="285316" y="226255"/>
                  </a:lnTo>
                  <a:lnTo>
                    <a:pt x="287109" y="221274"/>
                  </a:lnTo>
                  <a:lnTo>
                    <a:pt x="288743" y="216238"/>
                  </a:lnTo>
                  <a:lnTo>
                    <a:pt x="290217" y="211152"/>
                  </a:lnTo>
                  <a:lnTo>
                    <a:pt x="291529" y="206023"/>
                  </a:lnTo>
                  <a:lnTo>
                    <a:pt x="292678" y="200855"/>
                  </a:lnTo>
                  <a:lnTo>
                    <a:pt x="293662" y="195652"/>
                  </a:lnTo>
                  <a:lnTo>
                    <a:pt x="294482" y="190422"/>
                  </a:lnTo>
                  <a:lnTo>
                    <a:pt x="295135" y="185168"/>
                  </a:lnTo>
                  <a:lnTo>
                    <a:pt x="295622" y="179896"/>
                  </a:lnTo>
                  <a:lnTo>
                    <a:pt x="295941" y="174611"/>
                  </a:lnTo>
                  <a:lnTo>
                    <a:pt x="296093" y="169318"/>
                  </a:lnTo>
                  <a:lnTo>
                    <a:pt x="296078" y="164024"/>
                  </a:lnTo>
                  <a:lnTo>
                    <a:pt x="295894" y="158732"/>
                  </a:lnTo>
                  <a:lnTo>
                    <a:pt x="295544" y="153450"/>
                  </a:lnTo>
                  <a:lnTo>
                    <a:pt x="295026" y="148180"/>
                  </a:lnTo>
                  <a:lnTo>
                    <a:pt x="294341" y="142930"/>
                  </a:lnTo>
                  <a:lnTo>
                    <a:pt x="293491" y="137705"/>
                  </a:lnTo>
                  <a:lnTo>
                    <a:pt x="292475" y="132508"/>
                  </a:lnTo>
                  <a:lnTo>
                    <a:pt x="291295" y="127347"/>
                  </a:lnTo>
                  <a:lnTo>
                    <a:pt x="289953" y="122225"/>
                  </a:lnTo>
                  <a:lnTo>
                    <a:pt x="288449" y="117149"/>
                  </a:lnTo>
                  <a:lnTo>
                    <a:pt x="286785" y="112123"/>
                  </a:lnTo>
                  <a:lnTo>
                    <a:pt x="284963" y="107152"/>
                  </a:lnTo>
                  <a:lnTo>
                    <a:pt x="282984" y="102241"/>
                  </a:lnTo>
                  <a:lnTo>
                    <a:pt x="280851" y="97395"/>
                  </a:lnTo>
                  <a:lnTo>
                    <a:pt x="278565" y="92619"/>
                  </a:lnTo>
                  <a:lnTo>
                    <a:pt x="276129" y="87918"/>
                  </a:lnTo>
                  <a:lnTo>
                    <a:pt x="273545" y="83297"/>
                  </a:lnTo>
                  <a:lnTo>
                    <a:pt x="270817" y="78760"/>
                  </a:lnTo>
                  <a:lnTo>
                    <a:pt x="267946" y="74311"/>
                  </a:lnTo>
                  <a:lnTo>
                    <a:pt x="264936" y="69956"/>
                  </a:lnTo>
                  <a:lnTo>
                    <a:pt x="261789" y="65698"/>
                  </a:lnTo>
                  <a:lnTo>
                    <a:pt x="258509" y="61541"/>
                  </a:lnTo>
                  <a:lnTo>
                    <a:pt x="255099" y="57491"/>
                  </a:lnTo>
                  <a:lnTo>
                    <a:pt x="251563" y="53551"/>
                  </a:lnTo>
                  <a:lnTo>
                    <a:pt x="247903" y="49725"/>
                  </a:lnTo>
                  <a:lnTo>
                    <a:pt x="244124" y="46016"/>
                  </a:lnTo>
                  <a:lnTo>
                    <a:pt x="240230" y="42429"/>
                  </a:lnTo>
                  <a:lnTo>
                    <a:pt x="236224" y="38968"/>
                  </a:lnTo>
                  <a:lnTo>
                    <a:pt x="232110" y="35634"/>
                  </a:lnTo>
                  <a:lnTo>
                    <a:pt x="227893" y="32433"/>
                  </a:lnTo>
                  <a:lnTo>
                    <a:pt x="223577" y="29367"/>
                  </a:lnTo>
                  <a:lnTo>
                    <a:pt x="219166" y="26439"/>
                  </a:lnTo>
                  <a:lnTo>
                    <a:pt x="214664" y="23653"/>
                  </a:lnTo>
                  <a:lnTo>
                    <a:pt x="210076" y="21010"/>
                  </a:lnTo>
                  <a:lnTo>
                    <a:pt x="205407" y="18514"/>
                  </a:lnTo>
                  <a:lnTo>
                    <a:pt x="200661" y="16167"/>
                  </a:lnTo>
                  <a:lnTo>
                    <a:pt x="195843" y="13971"/>
                  </a:lnTo>
                  <a:lnTo>
                    <a:pt x="190958" y="11929"/>
                  </a:lnTo>
                  <a:lnTo>
                    <a:pt x="186011" y="10043"/>
                  </a:lnTo>
                  <a:lnTo>
                    <a:pt x="181006" y="8315"/>
                  </a:lnTo>
                  <a:lnTo>
                    <a:pt x="175950" y="6746"/>
                  </a:lnTo>
                  <a:lnTo>
                    <a:pt x="170846" y="5337"/>
                  </a:lnTo>
                  <a:lnTo>
                    <a:pt x="165700" y="4091"/>
                  </a:lnTo>
                  <a:lnTo>
                    <a:pt x="160517" y="3009"/>
                  </a:lnTo>
                  <a:lnTo>
                    <a:pt x="155303" y="2091"/>
                  </a:lnTo>
                  <a:lnTo>
                    <a:pt x="150062" y="1339"/>
                  </a:lnTo>
                  <a:lnTo>
                    <a:pt x="144800" y="754"/>
                  </a:lnTo>
                  <a:lnTo>
                    <a:pt x="139522" y="335"/>
                  </a:lnTo>
                  <a:lnTo>
                    <a:pt x="134234" y="83"/>
                  </a:lnTo>
                  <a:lnTo>
                    <a:pt x="128940" y="0"/>
                  </a:lnTo>
                  <a:lnTo>
                    <a:pt x="1289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38114" y="5399291"/>
              <a:ext cx="48101" cy="167167"/>
            </a:xfrm>
            <a:custGeom>
              <a:avLst/>
              <a:pathLst>
                <a:path w="48101" h="167167">
                  <a:moveTo>
                    <a:pt x="48101" y="0"/>
                  </a:moveTo>
                  <a:lnTo>
                    <a:pt x="42003" y="111"/>
                  </a:lnTo>
                  <a:lnTo>
                    <a:pt x="35914" y="444"/>
                  </a:lnTo>
                  <a:lnTo>
                    <a:pt x="29841" y="1000"/>
                  </a:lnTo>
                  <a:lnTo>
                    <a:pt x="23792" y="1776"/>
                  </a:lnTo>
                  <a:lnTo>
                    <a:pt x="17775" y="2773"/>
                  </a:lnTo>
                  <a:lnTo>
                    <a:pt x="11799" y="3989"/>
                  </a:lnTo>
                  <a:lnTo>
                    <a:pt x="5871" y="5421"/>
                  </a:lnTo>
                  <a:lnTo>
                    <a:pt x="0" y="7069"/>
                  </a:lnTo>
                  <a:lnTo>
                    <a:pt x="481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319054" y="5402005"/>
              <a:ext cx="334324" cy="331615"/>
            </a:xfrm>
            <a:custGeom>
              <a:avLst/>
              <a:pathLst>
                <a:path w="334324" h="331615">
                  <a:moveTo>
                    <a:pt x="119059" y="4356"/>
                  </a:moveTo>
                  <a:lnTo>
                    <a:pt x="114000" y="5964"/>
                  </a:lnTo>
                  <a:lnTo>
                    <a:pt x="108995" y="7731"/>
                  </a:lnTo>
                  <a:lnTo>
                    <a:pt x="104049" y="9657"/>
                  </a:lnTo>
                  <a:lnTo>
                    <a:pt x="99166" y="11739"/>
                  </a:lnTo>
                  <a:lnTo>
                    <a:pt x="94352" y="13974"/>
                  </a:lnTo>
                  <a:lnTo>
                    <a:pt x="89612" y="16362"/>
                  </a:lnTo>
                  <a:lnTo>
                    <a:pt x="84949" y="18898"/>
                  </a:lnTo>
                  <a:lnTo>
                    <a:pt x="80369" y="21582"/>
                  </a:lnTo>
                  <a:lnTo>
                    <a:pt x="75877" y="24409"/>
                  </a:lnTo>
                  <a:lnTo>
                    <a:pt x="71477" y="27378"/>
                  </a:lnTo>
                  <a:lnTo>
                    <a:pt x="67174" y="30485"/>
                  </a:lnTo>
                  <a:lnTo>
                    <a:pt x="62971" y="33727"/>
                  </a:lnTo>
                  <a:lnTo>
                    <a:pt x="58873" y="37100"/>
                  </a:lnTo>
                  <a:lnTo>
                    <a:pt x="54884" y="40603"/>
                  </a:lnTo>
                  <a:lnTo>
                    <a:pt x="51009" y="44230"/>
                  </a:lnTo>
                  <a:lnTo>
                    <a:pt x="47250" y="47978"/>
                  </a:lnTo>
                  <a:lnTo>
                    <a:pt x="43613" y="51843"/>
                  </a:lnTo>
                  <a:lnTo>
                    <a:pt x="40100" y="55823"/>
                  </a:lnTo>
                  <a:lnTo>
                    <a:pt x="36715" y="59911"/>
                  </a:lnTo>
                  <a:lnTo>
                    <a:pt x="33462" y="64105"/>
                  </a:lnTo>
                  <a:lnTo>
                    <a:pt x="30344" y="68401"/>
                  </a:lnTo>
                  <a:lnTo>
                    <a:pt x="27363" y="72793"/>
                  </a:lnTo>
                  <a:lnTo>
                    <a:pt x="24524" y="77277"/>
                  </a:lnTo>
                  <a:lnTo>
                    <a:pt x="21828" y="81850"/>
                  </a:lnTo>
                  <a:lnTo>
                    <a:pt x="19279" y="86505"/>
                  </a:lnTo>
                  <a:lnTo>
                    <a:pt x="16878" y="91240"/>
                  </a:lnTo>
                  <a:lnTo>
                    <a:pt x="14630" y="96048"/>
                  </a:lnTo>
                  <a:lnTo>
                    <a:pt x="12535" y="100925"/>
                  </a:lnTo>
                  <a:lnTo>
                    <a:pt x="10596" y="105866"/>
                  </a:lnTo>
                  <a:lnTo>
                    <a:pt x="8815" y="110866"/>
                  </a:lnTo>
                  <a:lnTo>
                    <a:pt x="7193" y="115920"/>
                  </a:lnTo>
                  <a:lnTo>
                    <a:pt x="5733" y="121023"/>
                  </a:lnTo>
                  <a:lnTo>
                    <a:pt x="4436" y="126170"/>
                  </a:lnTo>
                  <a:lnTo>
                    <a:pt x="3302" y="131356"/>
                  </a:lnTo>
                  <a:lnTo>
                    <a:pt x="2334" y="136575"/>
                  </a:lnTo>
                  <a:lnTo>
                    <a:pt x="1532" y="141822"/>
                  </a:lnTo>
                  <a:lnTo>
                    <a:pt x="897" y="147091"/>
                  </a:lnTo>
                  <a:lnTo>
                    <a:pt x="430" y="152379"/>
                  </a:lnTo>
                  <a:lnTo>
                    <a:pt x="130" y="157678"/>
                  </a:lnTo>
                  <a:lnTo>
                    <a:pt x="0" y="162984"/>
                  </a:lnTo>
                  <a:lnTo>
                    <a:pt x="37" y="168292"/>
                  </a:lnTo>
                  <a:lnTo>
                    <a:pt x="243" y="173596"/>
                  </a:lnTo>
                  <a:lnTo>
                    <a:pt x="618" y="178891"/>
                  </a:lnTo>
                  <a:lnTo>
                    <a:pt x="1160" y="184171"/>
                  </a:lnTo>
                  <a:lnTo>
                    <a:pt x="1870" y="189431"/>
                  </a:lnTo>
                  <a:lnTo>
                    <a:pt x="2746" y="194666"/>
                  </a:lnTo>
                  <a:lnTo>
                    <a:pt x="3788" y="199871"/>
                  </a:lnTo>
                  <a:lnTo>
                    <a:pt x="4995" y="205040"/>
                  </a:lnTo>
                  <a:lnTo>
                    <a:pt x="6365" y="210168"/>
                  </a:lnTo>
                  <a:lnTo>
                    <a:pt x="7898" y="215250"/>
                  </a:lnTo>
                  <a:lnTo>
                    <a:pt x="9591" y="220280"/>
                  </a:lnTo>
                  <a:lnTo>
                    <a:pt x="11442" y="225255"/>
                  </a:lnTo>
                  <a:lnTo>
                    <a:pt x="13451" y="230168"/>
                  </a:lnTo>
                  <a:lnTo>
                    <a:pt x="15615" y="235015"/>
                  </a:lnTo>
                  <a:lnTo>
                    <a:pt x="17932" y="239791"/>
                  </a:lnTo>
                  <a:lnTo>
                    <a:pt x="20399" y="244490"/>
                  </a:lnTo>
                  <a:lnTo>
                    <a:pt x="23014" y="249109"/>
                  </a:lnTo>
                  <a:lnTo>
                    <a:pt x="25774" y="253643"/>
                  </a:lnTo>
                  <a:lnTo>
                    <a:pt x="28677" y="258087"/>
                  </a:lnTo>
                  <a:lnTo>
                    <a:pt x="31719" y="262436"/>
                  </a:lnTo>
                  <a:lnTo>
                    <a:pt x="34898" y="266687"/>
                  </a:lnTo>
                  <a:lnTo>
                    <a:pt x="38211" y="270834"/>
                  </a:lnTo>
                  <a:lnTo>
                    <a:pt x="41653" y="274875"/>
                  </a:lnTo>
                  <a:lnTo>
                    <a:pt x="45222" y="278804"/>
                  </a:lnTo>
                  <a:lnTo>
                    <a:pt x="48914" y="282617"/>
                  </a:lnTo>
                  <a:lnTo>
                    <a:pt x="52725" y="286312"/>
                  </a:lnTo>
                  <a:lnTo>
                    <a:pt x="56652" y="289884"/>
                  </a:lnTo>
                  <a:lnTo>
                    <a:pt x="60690" y="293329"/>
                  </a:lnTo>
                  <a:lnTo>
                    <a:pt x="64835" y="296644"/>
                  </a:lnTo>
                  <a:lnTo>
                    <a:pt x="69083" y="299826"/>
                  </a:lnTo>
                  <a:lnTo>
                    <a:pt x="73430" y="302872"/>
                  </a:lnTo>
                  <a:lnTo>
                    <a:pt x="77872" y="305778"/>
                  </a:lnTo>
                  <a:lnTo>
                    <a:pt x="82404" y="308541"/>
                  </a:lnTo>
                  <a:lnTo>
                    <a:pt x="87021" y="311159"/>
                  </a:lnTo>
                  <a:lnTo>
                    <a:pt x="91719" y="313630"/>
                  </a:lnTo>
                  <a:lnTo>
                    <a:pt x="96493" y="315950"/>
                  </a:lnTo>
                  <a:lnTo>
                    <a:pt x="101339" y="318117"/>
                  </a:lnTo>
                  <a:lnTo>
                    <a:pt x="106250" y="320129"/>
                  </a:lnTo>
                  <a:lnTo>
                    <a:pt x="111224" y="321984"/>
                  </a:lnTo>
                  <a:lnTo>
                    <a:pt x="116253" y="323681"/>
                  </a:lnTo>
                  <a:lnTo>
                    <a:pt x="121334" y="325217"/>
                  </a:lnTo>
                  <a:lnTo>
                    <a:pt x="126461" y="326591"/>
                  </a:lnTo>
                  <a:lnTo>
                    <a:pt x="131629" y="327801"/>
                  </a:lnTo>
                  <a:lnTo>
                    <a:pt x="136833" y="328847"/>
                  </a:lnTo>
                  <a:lnTo>
                    <a:pt x="142067" y="329727"/>
                  </a:lnTo>
                  <a:lnTo>
                    <a:pt x="147327" y="330440"/>
                  </a:lnTo>
                  <a:lnTo>
                    <a:pt x="152607" y="330986"/>
                  </a:lnTo>
                  <a:lnTo>
                    <a:pt x="157901" y="331364"/>
                  </a:lnTo>
                  <a:lnTo>
                    <a:pt x="163205" y="331574"/>
                  </a:lnTo>
                  <a:lnTo>
                    <a:pt x="168513" y="331615"/>
                  </a:lnTo>
                  <a:lnTo>
                    <a:pt x="173819" y="331488"/>
                  </a:lnTo>
                  <a:lnTo>
                    <a:pt x="179119" y="331192"/>
                  </a:lnTo>
                  <a:lnTo>
                    <a:pt x="184407" y="330729"/>
                  </a:lnTo>
                  <a:lnTo>
                    <a:pt x="189677" y="330097"/>
                  </a:lnTo>
                  <a:lnTo>
                    <a:pt x="194924" y="329299"/>
                  </a:lnTo>
                  <a:lnTo>
                    <a:pt x="200144" y="328334"/>
                  </a:lnTo>
                  <a:lnTo>
                    <a:pt x="205330" y="327205"/>
                  </a:lnTo>
                  <a:lnTo>
                    <a:pt x="210478" y="325911"/>
                  </a:lnTo>
                  <a:lnTo>
                    <a:pt x="215582" y="324454"/>
                  </a:lnTo>
                  <a:lnTo>
                    <a:pt x="220638" y="322836"/>
                  </a:lnTo>
                  <a:lnTo>
                    <a:pt x="225639" y="321059"/>
                  </a:lnTo>
                  <a:lnTo>
                    <a:pt x="230581" y="319123"/>
                  </a:lnTo>
                  <a:lnTo>
                    <a:pt x="235460" y="317032"/>
                  </a:lnTo>
                  <a:lnTo>
                    <a:pt x="240270" y="314786"/>
                  </a:lnTo>
                  <a:lnTo>
                    <a:pt x="245006" y="312389"/>
                  </a:lnTo>
                  <a:lnTo>
                    <a:pt x="249663" y="309843"/>
                  </a:lnTo>
                  <a:lnTo>
                    <a:pt x="254237" y="307151"/>
                  </a:lnTo>
                  <a:lnTo>
                    <a:pt x="258724" y="304314"/>
                  </a:lnTo>
                  <a:lnTo>
                    <a:pt x="263118" y="301337"/>
                  </a:lnTo>
                  <a:lnTo>
                    <a:pt x="267415" y="298221"/>
                  </a:lnTo>
                  <a:lnTo>
                    <a:pt x="271612" y="294971"/>
                  </a:lnTo>
                  <a:lnTo>
                    <a:pt x="275703" y="291589"/>
                  </a:lnTo>
                  <a:lnTo>
                    <a:pt x="279684" y="288079"/>
                  </a:lnTo>
                  <a:lnTo>
                    <a:pt x="283553" y="284444"/>
                  </a:lnTo>
                  <a:lnTo>
                    <a:pt x="287303" y="280689"/>
                  </a:lnTo>
                  <a:lnTo>
                    <a:pt x="290933" y="276816"/>
                  </a:lnTo>
                  <a:lnTo>
                    <a:pt x="294438" y="272830"/>
                  </a:lnTo>
                  <a:lnTo>
                    <a:pt x="297815" y="268734"/>
                  </a:lnTo>
                  <a:lnTo>
                    <a:pt x="301059" y="264533"/>
                  </a:lnTo>
                  <a:lnTo>
                    <a:pt x="304169" y="260232"/>
                  </a:lnTo>
                  <a:lnTo>
                    <a:pt x="307141" y="255834"/>
                  </a:lnTo>
                  <a:lnTo>
                    <a:pt x="309972" y="251344"/>
                  </a:lnTo>
                  <a:lnTo>
                    <a:pt x="312658" y="246766"/>
                  </a:lnTo>
                  <a:lnTo>
                    <a:pt x="315198" y="242105"/>
                  </a:lnTo>
                  <a:lnTo>
                    <a:pt x="317589" y="237366"/>
                  </a:lnTo>
                  <a:lnTo>
                    <a:pt x="319828" y="232554"/>
                  </a:lnTo>
                  <a:lnTo>
                    <a:pt x="321913" y="227672"/>
                  </a:lnTo>
                  <a:lnTo>
                    <a:pt x="323842" y="222727"/>
                  </a:lnTo>
                  <a:lnTo>
                    <a:pt x="325613" y="217724"/>
                  </a:lnTo>
                  <a:lnTo>
                    <a:pt x="327224" y="212666"/>
                  </a:lnTo>
                  <a:lnTo>
                    <a:pt x="328674" y="207560"/>
                  </a:lnTo>
                  <a:lnTo>
                    <a:pt x="329962" y="202411"/>
                  </a:lnTo>
                  <a:lnTo>
                    <a:pt x="331085" y="197223"/>
                  </a:lnTo>
                  <a:lnTo>
                    <a:pt x="332042" y="192002"/>
                  </a:lnTo>
                  <a:lnTo>
                    <a:pt x="332834" y="186754"/>
                  </a:lnTo>
                  <a:lnTo>
                    <a:pt x="333458" y="181482"/>
                  </a:lnTo>
                  <a:lnTo>
                    <a:pt x="333915" y="176194"/>
                  </a:lnTo>
                  <a:lnTo>
                    <a:pt x="334204" y="170894"/>
                  </a:lnTo>
                  <a:lnTo>
                    <a:pt x="334324" y="165588"/>
                  </a:lnTo>
                  <a:lnTo>
                    <a:pt x="334276" y="160280"/>
                  </a:lnTo>
                  <a:lnTo>
                    <a:pt x="334059" y="154976"/>
                  </a:lnTo>
                  <a:lnTo>
                    <a:pt x="333674" y="149682"/>
                  </a:lnTo>
                  <a:lnTo>
                    <a:pt x="333121" y="144403"/>
                  </a:lnTo>
                  <a:lnTo>
                    <a:pt x="332401" y="139145"/>
                  </a:lnTo>
                  <a:lnTo>
                    <a:pt x="331514" y="133911"/>
                  </a:lnTo>
                  <a:lnTo>
                    <a:pt x="330462" y="128709"/>
                  </a:lnTo>
                  <a:lnTo>
                    <a:pt x="329245" y="123542"/>
                  </a:lnTo>
                  <a:lnTo>
                    <a:pt x="327864" y="118417"/>
                  </a:lnTo>
                  <a:lnTo>
                    <a:pt x="326321" y="113338"/>
                  </a:lnTo>
                  <a:lnTo>
                    <a:pt x="324618" y="108311"/>
                  </a:lnTo>
                  <a:lnTo>
                    <a:pt x="322757" y="103340"/>
                  </a:lnTo>
                  <a:lnTo>
                    <a:pt x="320738" y="98431"/>
                  </a:lnTo>
                  <a:lnTo>
                    <a:pt x="318564" y="93589"/>
                  </a:lnTo>
                  <a:lnTo>
                    <a:pt x="316238" y="88818"/>
                  </a:lnTo>
                  <a:lnTo>
                    <a:pt x="313762" y="84123"/>
                  </a:lnTo>
                  <a:lnTo>
                    <a:pt x="311138" y="79509"/>
                  </a:lnTo>
                  <a:lnTo>
                    <a:pt x="308368" y="74981"/>
                  </a:lnTo>
                  <a:lnTo>
                    <a:pt x="305456" y="70543"/>
                  </a:lnTo>
                  <a:lnTo>
                    <a:pt x="302405" y="66199"/>
                  </a:lnTo>
                  <a:lnTo>
                    <a:pt x="299218" y="61955"/>
                  </a:lnTo>
                  <a:lnTo>
                    <a:pt x="295897" y="57814"/>
                  </a:lnTo>
                  <a:lnTo>
                    <a:pt x="292446" y="53781"/>
                  </a:lnTo>
                  <a:lnTo>
                    <a:pt x="288870" y="49859"/>
                  </a:lnTo>
                  <a:lnTo>
                    <a:pt x="285170" y="46053"/>
                  </a:lnTo>
                  <a:lnTo>
                    <a:pt x="281352" y="42366"/>
                  </a:lnTo>
                  <a:lnTo>
                    <a:pt x="277418" y="38802"/>
                  </a:lnTo>
                  <a:lnTo>
                    <a:pt x="273373" y="35365"/>
                  </a:lnTo>
                  <a:lnTo>
                    <a:pt x="269221" y="32058"/>
                  </a:lnTo>
                  <a:lnTo>
                    <a:pt x="264967" y="28884"/>
                  </a:lnTo>
                  <a:lnTo>
                    <a:pt x="260613" y="25848"/>
                  </a:lnTo>
                  <a:lnTo>
                    <a:pt x="256166" y="22951"/>
                  </a:lnTo>
                  <a:lnTo>
                    <a:pt x="251628" y="20196"/>
                  </a:lnTo>
                  <a:lnTo>
                    <a:pt x="247006" y="17587"/>
                  </a:lnTo>
                  <a:lnTo>
                    <a:pt x="242303" y="15126"/>
                  </a:lnTo>
                  <a:lnTo>
                    <a:pt x="237524" y="12816"/>
                  </a:lnTo>
                  <a:lnTo>
                    <a:pt x="232675" y="10658"/>
                  </a:lnTo>
                  <a:lnTo>
                    <a:pt x="227759" y="8656"/>
                  </a:lnTo>
                  <a:lnTo>
                    <a:pt x="222782" y="6811"/>
                  </a:lnTo>
                  <a:lnTo>
                    <a:pt x="217749" y="5124"/>
                  </a:lnTo>
                  <a:lnTo>
                    <a:pt x="212665" y="3598"/>
                  </a:lnTo>
                  <a:lnTo>
                    <a:pt x="207535" y="2235"/>
                  </a:lnTo>
                  <a:lnTo>
                    <a:pt x="202365" y="1035"/>
                  </a:lnTo>
                  <a:lnTo>
                    <a:pt x="197159" y="0"/>
                  </a:lnTo>
                  <a:lnTo>
                    <a:pt x="167160" y="1644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486215" y="5399291"/>
              <a:ext cx="29998" cy="167167"/>
            </a:xfrm>
            <a:custGeom>
              <a:avLst/>
              <a:pathLst>
                <a:path w="29998" h="167167">
                  <a:moveTo>
                    <a:pt x="29998" y="2713"/>
                  </a:moveTo>
                  <a:lnTo>
                    <a:pt x="22552" y="1528"/>
                  </a:lnTo>
                  <a:lnTo>
                    <a:pt x="15060" y="679"/>
                  </a:lnTo>
                  <a:lnTo>
                    <a:pt x="7537" y="17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856376" y="5399291"/>
              <a:ext cx="167167" cy="331293"/>
            </a:xfrm>
            <a:custGeom>
              <a:avLst/>
              <a:pathLst>
                <a:path w="167167" h="331293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5" y="2144"/>
                  </a:lnTo>
                  <a:lnTo>
                    <a:pt x="135197" y="3085"/>
                  </a:lnTo>
                  <a:lnTo>
                    <a:pt x="129953" y="4194"/>
                  </a:lnTo>
                  <a:lnTo>
                    <a:pt x="124746" y="5472"/>
                  </a:lnTo>
                  <a:lnTo>
                    <a:pt x="119583" y="6915"/>
                  </a:lnTo>
                  <a:lnTo>
                    <a:pt x="114469" y="8523"/>
                  </a:lnTo>
                  <a:lnTo>
                    <a:pt x="109409" y="10295"/>
                  </a:lnTo>
                  <a:lnTo>
                    <a:pt x="104408" y="12227"/>
                  </a:lnTo>
                  <a:lnTo>
                    <a:pt x="99472" y="14319"/>
                  </a:lnTo>
                  <a:lnTo>
                    <a:pt x="94606" y="16569"/>
                  </a:lnTo>
                  <a:lnTo>
                    <a:pt x="89814" y="18973"/>
                  </a:lnTo>
                  <a:lnTo>
                    <a:pt x="85102" y="21529"/>
                  </a:lnTo>
                  <a:lnTo>
                    <a:pt x="80474" y="24236"/>
                  </a:lnTo>
                  <a:lnTo>
                    <a:pt x="75936" y="27089"/>
                  </a:lnTo>
                  <a:lnTo>
                    <a:pt x="71491" y="30087"/>
                  </a:lnTo>
                  <a:lnTo>
                    <a:pt x="67144" y="33225"/>
                  </a:lnTo>
                  <a:lnTo>
                    <a:pt x="62901" y="36501"/>
                  </a:lnTo>
                  <a:lnTo>
                    <a:pt x="58765" y="39912"/>
                  </a:lnTo>
                  <a:lnTo>
                    <a:pt x="54740" y="43453"/>
                  </a:lnTo>
                  <a:lnTo>
                    <a:pt x="50831" y="47122"/>
                  </a:lnTo>
                  <a:lnTo>
                    <a:pt x="47041" y="50914"/>
                  </a:lnTo>
                  <a:lnTo>
                    <a:pt x="43375" y="54826"/>
                  </a:lnTo>
                  <a:lnTo>
                    <a:pt x="39837" y="58853"/>
                  </a:lnTo>
                  <a:lnTo>
                    <a:pt x="36429" y="62991"/>
                  </a:lnTo>
                  <a:lnTo>
                    <a:pt x="33156" y="67237"/>
                  </a:lnTo>
                  <a:lnTo>
                    <a:pt x="30020" y="71586"/>
                  </a:lnTo>
                  <a:lnTo>
                    <a:pt x="27026" y="76033"/>
                  </a:lnTo>
                  <a:lnTo>
                    <a:pt x="24176" y="80573"/>
                  </a:lnTo>
                  <a:lnTo>
                    <a:pt x="21473" y="85203"/>
                  </a:lnTo>
                  <a:lnTo>
                    <a:pt x="18919" y="89917"/>
                  </a:lnTo>
                  <a:lnTo>
                    <a:pt x="16518" y="94710"/>
                  </a:lnTo>
                  <a:lnTo>
                    <a:pt x="14272" y="99578"/>
                  </a:lnTo>
                  <a:lnTo>
                    <a:pt x="12184" y="104516"/>
                  </a:lnTo>
                  <a:lnTo>
                    <a:pt x="10255" y="109517"/>
                  </a:lnTo>
                  <a:lnTo>
                    <a:pt x="8487" y="114579"/>
                  </a:lnTo>
                  <a:lnTo>
                    <a:pt x="6882" y="119694"/>
                  </a:lnTo>
                  <a:lnTo>
                    <a:pt x="5442" y="124858"/>
                  </a:lnTo>
                  <a:lnTo>
                    <a:pt x="4169" y="130065"/>
                  </a:lnTo>
                  <a:lnTo>
                    <a:pt x="3063" y="135311"/>
                  </a:lnTo>
                  <a:lnTo>
                    <a:pt x="2126" y="140590"/>
                  </a:lnTo>
                  <a:lnTo>
                    <a:pt x="1358" y="145895"/>
                  </a:lnTo>
                  <a:lnTo>
                    <a:pt x="762" y="151223"/>
                  </a:lnTo>
                  <a:lnTo>
                    <a:pt x="336" y="156567"/>
                  </a:lnTo>
                  <a:lnTo>
                    <a:pt x="82" y="161922"/>
                  </a:lnTo>
                  <a:lnTo>
                    <a:pt x="0" y="167283"/>
                  </a:lnTo>
                  <a:lnTo>
                    <a:pt x="89" y="172643"/>
                  </a:lnTo>
                  <a:lnTo>
                    <a:pt x="351" y="177998"/>
                  </a:lnTo>
                  <a:lnTo>
                    <a:pt x="784" y="183341"/>
                  </a:lnTo>
                  <a:lnTo>
                    <a:pt x="1388" y="188668"/>
                  </a:lnTo>
                  <a:lnTo>
                    <a:pt x="2163" y="193973"/>
                  </a:lnTo>
                  <a:lnTo>
                    <a:pt x="3107" y="199250"/>
                  </a:lnTo>
                  <a:lnTo>
                    <a:pt x="4220" y="204494"/>
                  </a:lnTo>
                  <a:lnTo>
                    <a:pt x="5501" y="209700"/>
                  </a:lnTo>
                  <a:lnTo>
                    <a:pt x="6948" y="214862"/>
                  </a:lnTo>
                  <a:lnTo>
                    <a:pt x="8560" y="219975"/>
                  </a:lnTo>
                  <a:lnTo>
                    <a:pt x="10335" y="225034"/>
                  </a:lnTo>
                  <a:lnTo>
                    <a:pt x="12271" y="230033"/>
                  </a:lnTo>
                  <a:lnTo>
                    <a:pt x="14366" y="234967"/>
                  </a:lnTo>
                  <a:lnTo>
                    <a:pt x="16619" y="239832"/>
                  </a:lnTo>
                  <a:lnTo>
                    <a:pt x="19026" y="244622"/>
                  </a:lnTo>
                  <a:lnTo>
                    <a:pt x="21586" y="249333"/>
                  </a:lnTo>
                  <a:lnTo>
                    <a:pt x="24296" y="253959"/>
                  </a:lnTo>
                  <a:lnTo>
                    <a:pt x="27152" y="258495"/>
                  </a:lnTo>
                  <a:lnTo>
                    <a:pt x="30153" y="262938"/>
                  </a:lnTo>
                  <a:lnTo>
                    <a:pt x="33294" y="267282"/>
                  </a:lnTo>
                  <a:lnTo>
                    <a:pt x="36573" y="271523"/>
                  </a:lnTo>
                  <a:lnTo>
                    <a:pt x="39987" y="275657"/>
                  </a:lnTo>
                  <a:lnTo>
                    <a:pt x="43531" y="279680"/>
                  </a:lnTo>
                  <a:lnTo>
                    <a:pt x="47202" y="283586"/>
                  </a:lnTo>
                  <a:lnTo>
                    <a:pt x="50997" y="287373"/>
                  </a:lnTo>
                  <a:lnTo>
                    <a:pt x="54911" y="291036"/>
                  </a:lnTo>
                  <a:lnTo>
                    <a:pt x="58941" y="294572"/>
                  </a:lnTo>
                  <a:lnTo>
                    <a:pt x="63082" y="297977"/>
                  </a:lnTo>
                  <a:lnTo>
                    <a:pt x="67330" y="301247"/>
                  </a:lnTo>
                  <a:lnTo>
                    <a:pt x="71681" y="304380"/>
                  </a:lnTo>
                  <a:lnTo>
                    <a:pt x="76130" y="307371"/>
                  </a:lnTo>
                  <a:lnTo>
                    <a:pt x="80672" y="310218"/>
                  </a:lnTo>
                  <a:lnTo>
                    <a:pt x="85304" y="312918"/>
                  </a:lnTo>
                  <a:lnTo>
                    <a:pt x="90019" y="315468"/>
                  </a:lnTo>
                  <a:lnTo>
                    <a:pt x="94814" y="317866"/>
                  </a:lnTo>
                  <a:lnTo>
                    <a:pt x="99684" y="320108"/>
                  </a:lnTo>
                  <a:lnTo>
                    <a:pt x="104623" y="322193"/>
                  </a:lnTo>
                  <a:lnTo>
                    <a:pt x="109626" y="324119"/>
                  </a:lnTo>
                  <a:lnTo>
                    <a:pt x="114688" y="325884"/>
                  </a:lnTo>
                  <a:lnTo>
                    <a:pt x="119805" y="327485"/>
                  </a:lnTo>
                  <a:lnTo>
                    <a:pt x="124970" y="328921"/>
                  </a:lnTo>
                  <a:lnTo>
                    <a:pt x="130178" y="330191"/>
                  </a:lnTo>
                  <a:lnTo>
                    <a:pt x="135425" y="33129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91801" y="5566459"/>
              <a:ext cx="31742" cy="164126"/>
            </a:xfrm>
            <a:custGeom>
              <a:avLst/>
              <a:pathLst>
                <a:path w="31742" h="164126">
                  <a:moveTo>
                    <a:pt x="0" y="164126"/>
                  </a:moveTo>
                  <a:lnTo>
                    <a:pt x="317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91801" y="5566459"/>
              <a:ext cx="31742" cy="164126"/>
            </a:xfrm>
            <a:custGeom>
              <a:avLst/>
              <a:pathLst>
                <a:path w="31742" h="164126">
                  <a:moveTo>
                    <a:pt x="0" y="164126"/>
                  </a:moveTo>
                  <a:lnTo>
                    <a:pt x="317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91801" y="5566459"/>
              <a:ext cx="31742" cy="164126"/>
            </a:xfrm>
            <a:custGeom>
              <a:avLst/>
              <a:pathLst>
                <a:path w="31742" h="164126">
                  <a:moveTo>
                    <a:pt x="0" y="164126"/>
                  </a:moveTo>
                  <a:lnTo>
                    <a:pt x="317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4991801" y="5566459"/>
              <a:ext cx="31742" cy="164126"/>
            </a:xfrm>
            <a:custGeom>
              <a:avLst/>
              <a:pathLst>
                <a:path w="31742" h="164126">
                  <a:moveTo>
                    <a:pt x="0" y="164126"/>
                  </a:moveTo>
                  <a:lnTo>
                    <a:pt x="317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991801" y="5566459"/>
              <a:ext cx="31742" cy="164126"/>
            </a:xfrm>
            <a:custGeom>
              <a:avLst/>
              <a:pathLst>
                <a:path w="31742" h="164126">
                  <a:moveTo>
                    <a:pt x="0" y="164126"/>
                  </a:moveTo>
                  <a:lnTo>
                    <a:pt x="317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991801" y="5566459"/>
              <a:ext cx="117873" cy="167161"/>
            </a:xfrm>
            <a:custGeom>
              <a:avLst/>
              <a:pathLst>
                <a:path w="117873" h="167161">
                  <a:moveTo>
                    <a:pt x="0" y="164126"/>
                  </a:moveTo>
                  <a:lnTo>
                    <a:pt x="5479" y="165091"/>
                  </a:lnTo>
                  <a:lnTo>
                    <a:pt x="10989" y="165874"/>
                  </a:lnTo>
                  <a:lnTo>
                    <a:pt x="16521" y="166473"/>
                  </a:lnTo>
                  <a:lnTo>
                    <a:pt x="22070" y="166887"/>
                  </a:lnTo>
                  <a:lnTo>
                    <a:pt x="27629" y="167116"/>
                  </a:lnTo>
                  <a:lnTo>
                    <a:pt x="33193" y="167161"/>
                  </a:lnTo>
                  <a:lnTo>
                    <a:pt x="38756" y="167020"/>
                  </a:lnTo>
                  <a:lnTo>
                    <a:pt x="44311" y="166694"/>
                  </a:lnTo>
                  <a:lnTo>
                    <a:pt x="49852" y="166183"/>
                  </a:lnTo>
                  <a:lnTo>
                    <a:pt x="55372" y="165488"/>
                  </a:lnTo>
                  <a:lnTo>
                    <a:pt x="60867" y="164610"/>
                  </a:lnTo>
                  <a:lnTo>
                    <a:pt x="66329" y="163550"/>
                  </a:lnTo>
                  <a:lnTo>
                    <a:pt x="71754" y="162308"/>
                  </a:lnTo>
                  <a:lnTo>
                    <a:pt x="77133" y="160886"/>
                  </a:lnTo>
                  <a:lnTo>
                    <a:pt x="82463" y="159286"/>
                  </a:lnTo>
                  <a:lnTo>
                    <a:pt x="87736" y="157510"/>
                  </a:lnTo>
                  <a:lnTo>
                    <a:pt x="92947" y="155559"/>
                  </a:lnTo>
                  <a:lnTo>
                    <a:pt x="98090" y="153436"/>
                  </a:lnTo>
                  <a:lnTo>
                    <a:pt x="103160" y="151143"/>
                  </a:lnTo>
                  <a:lnTo>
                    <a:pt x="108151" y="148682"/>
                  </a:lnTo>
                  <a:lnTo>
                    <a:pt x="113057" y="146057"/>
                  </a:lnTo>
                  <a:lnTo>
                    <a:pt x="117873" y="143270"/>
                  </a:lnTo>
                  <a:lnTo>
                    <a:pt x="3174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023544" y="5399291"/>
              <a:ext cx="167167" cy="310437"/>
            </a:xfrm>
            <a:custGeom>
              <a:avLst/>
              <a:pathLst>
                <a:path w="167167" h="310437">
                  <a:moveTo>
                    <a:pt x="86131" y="310437"/>
                  </a:moveTo>
                  <a:lnTo>
                    <a:pt x="90685" y="307599"/>
                  </a:lnTo>
                  <a:lnTo>
                    <a:pt x="95146" y="304616"/>
                  </a:lnTo>
                  <a:lnTo>
                    <a:pt x="99508" y="301491"/>
                  </a:lnTo>
                  <a:lnTo>
                    <a:pt x="103769" y="298228"/>
                  </a:lnTo>
                  <a:lnTo>
                    <a:pt x="107922" y="294830"/>
                  </a:lnTo>
                  <a:lnTo>
                    <a:pt x="111964" y="291300"/>
                  </a:lnTo>
                  <a:lnTo>
                    <a:pt x="115890" y="287642"/>
                  </a:lnTo>
                  <a:lnTo>
                    <a:pt x="119698" y="283860"/>
                  </a:lnTo>
                  <a:lnTo>
                    <a:pt x="123381" y="279958"/>
                  </a:lnTo>
                  <a:lnTo>
                    <a:pt x="126938" y="275940"/>
                  </a:lnTo>
                  <a:lnTo>
                    <a:pt x="130364" y="271810"/>
                  </a:lnTo>
                  <a:lnTo>
                    <a:pt x="133655" y="267571"/>
                  </a:lnTo>
                  <a:lnTo>
                    <a:pt x="136809" y="263230"/>
                  </a:lnTo>
                  <a:lnTo>
                    <a:pt x="139822" y="258789"/>
                  </a:lnTo>
                  <a:lnTo>
                    <a:pt x="142691" y="254254"/>
                  </a:lnTo>
                  <a:lnTo>
                    <a:pt x="145413" y="249629"/>
                  </a:lnTo>
                  <a:lnTo>
                    <a:pt x="147984" y="244919"/>
                  </a:lnTo>
                  <a:lnTo>
                    <a:pt x="150404" y="240129"/>
                  </a:lnTo>
                  <a:lnTo>
                    <a:pt x="152668" y="235264"/>
                  </a:lnTo>
                  <a:lnTo>
                    <a:pt x="154775" y="230329"/>
                  </a:lnTo>
                  <a:lnTo>
                    <a:pt x="156723" y="225328"/>
                  </a:lnTo>
                  <a:lnTo>
                    <a:pt x="158509" y="220268"/>
                  </a:lnTo>
                  <a:lnTo>
                    <a:pt x="160132" y="215153"/>
                  </a:lnTo>
                  <a:lnTo>
                    <a:pt x="161589" y="209989"/>
                  </a:lnTo>
                  <a:lnTo>
                    <a:pt x="162880" y="204780"/>
                  </a:lnTo>
                  <a:lnTo>
                    <a:pt x="164004" y="199533"/>
                  </a:lnTo>
                  <a:lnTo>
                    <a:pt x="164958" y="194252"/>
                  </a:lnTo>
                  <a:lnTo>
                    <a:pt x="165743" y="188943"/>
                  </a:lnTo>
                  <a:lnTo>
                    <a:pt x="166356" y="183612"/>
                  </a:lnTo>
                  <a:lnTo>
                    <a:pt x="166798" y="178264"/>
                  </a:lnTo>
                  <a:lnTo>
                    <a:pt x="167068" y="172905"/>
                  </a:lnTo>
                  <a:lnTo>
                    <a:pt x="167167" y="167539"/>
                  </a:lnTo>
                  <a:lnTo>
                    <a:pt x="167092" y="162174"/>
                  </a:lnTo>
                  <a:lnTo>
                    <a:pt x="166846" y="156813"/>
                  </a:lnTo>
                  <a:lnTo>
                    <a:pt x="166428" y="151463"/>
                  </a:lnTo>
                  <a:lnTo>
                    <a:pt x="165838" y="146129"/>
                  </a:lnTo>
                  <a:lnTo>
                    <a:pt x="165077" y="140817"/>
                  </a:lnTo>
                  <a:lnTo>
                    <a:pt x="164146" y="135532"/>
                  </a:lnTo>
                  <a:lnTo>
                    <a:pt x="163046" y="130280"/>
                  </a:lnTo>
                  <a:lnTo>
                    <a:pt x="161778" y="125066"/>
                  </a:lnTo>
                  <a:lnTo>
                    <a:pt x="160344" y="119895"/>
                  </a:lnTo>
                  <a:lnTo>
                    <a:pt x="158744" y="114772"/>
                  </a:lnTo>
                  <a:lnTo>
                    <a:pt x="156980" y="109704"/>
                  </a:lnTo>
                  <a:lnTo>
                    <a:pt x="155055" y="104695"/>
                  </a:lnTo>
                  <a:lnTo>
                    <a:pt x="152970" y="99751"/>
                  </a:lnTo>
                  <a:lnTo>
                    <a:pt x="150727" y="94875"/>
                  </a:lnTo>
                  <a:lnTo>
                    <a:pt x="148329" y="90075"/>
                  </a:lnTo>
                  <a:lnTo>
                    <a:pt x="145779" y="85354"/>
                  </a:lnTo>
                  <a:lnTo>
                    <a:pt x="143077" y="80717"/>
                  </a:lnTo>
                  <a:lnTo>
                    <a:pt x="140229" y="76169"/>
                  </a:lnTo>
                  <a:lnTo>
                    <a:pt x="137236" y="71715"/>
                  </a:lnTo>
                  <a:lnTo>
                    <a:pt x="134101" y="67359"/>
                  </a:lnTo>
                  <a:lnTo>
                    <a:pt x="130829" y="63106"/>
                  </a:lnTo>
                  <a:lnTo>
                    <a:pt x="127421" y="58961"/>
                  </a:lnTo>
                  <a:lnTo>
                    <a:pt x="123883" y="54926"/>
                  </a:lnTo>
                  <a:lnTo>
                    <a:pt x="120216" y="51008"/>
                  </a:lnTo>
                  <a:lnTo>
                    <a:pt x="116426" y="47209"/>
                  </a:lnTo>
                  <a:lnTo>
                    <a:pt x="112516" y="43534"/>
                  </a:lnTo>
                  <a:lnTo>
                    <a:pt x="108489" y="39986"/>
                  </a:lnTo>
                  <a:lnTo>
                    <a:pt x="104351" y="36570"/>
                  </a:lnTo>
                  <a:lnTo>
                    <a:pt x="100106" y="33288"/>
                  </a:lnTo>
                  <a:lnTo>
                    <a:pt x="95757" y="30144"/>
                  </a:lnTo>
                  <a:lnTo>
                    <a:pt x="91310" y="27141"/>
                  </a:lnTo>
                  <a:lnTo>
                    <a:pt x="86768" y="24282"/>
                  </a:lnTo>
                  <a:lnTo>
                    <a:pt x="82137" y="21571"/>
                  </a:lnTo>
                  <a:lnTo>
                    <a:pt x="77422" y="19009"/>
                  </a:lnTo>
                  <a:lnTo>
                    <a:pt x="72627" y="16600"/>
                  </a:lnTo>
                  <a:lnTo>
                    <a:pt x="67756" y="14347"/>
                  </a:lnTo>
                  <a:lnTo>
                    <a:pt x="62816" y="12251"/>
                  </a:lnTo>
                  <a:lnTo>
                    <a:pt x="57812" y="10314"/>
                  </a:lnTo>
                  <a:lnTo>
                    <a:pt x="52747" y="8540"/>
                  </a:lnTo>
                  <a:lnTo>
                    <a:pt x="47629" y="6928"/>
                  </a:lnTo>
                  <a:lnTo>
                    <a:pt x="42461" y="5482"/>
                  </a:lnTo>
                  <a:lnTo>
                    <a:pt x="37250" y="4203"/>
                  </a:lnTo>
                  <a:lnTo>
                    <a:pt x="32000" y="3091"/>
                  </a:lnTo>
                  <a:lnTo>
                    <a:pt x="26717" y="2148"/>
                  </a:lnTo>
                  <a:lnTo>
                    <a:pt x="21407" y="1376"/>
                  </a:lnTo>
                  <a:lnTo>
                    <a:pt x="16074" y="774"/>
                  </a:lnTo>
                  <a:lnTo>
                    <a:pt x="10725" y="344"/>
                  </a:lnTo>
                  <a:lnTo>
                    <a:pt x="536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12996" y="5269756"/>
              <a:ext cx="132261" cy="167167"/>
            </a:xfrm>
            <a:custGeom>
              <a:avLst/>
              <a:pathLst>
                <a:path w="132261" h="167167">
                  <a:moveTo>
                    <a:pt x="132261" y="0"/>
                  </a:moveTo>
                  <a:lnTo>
                    <a:pt x="126813" y="88"/>
                  </a:lnTo>
                  <a:lnTo>
                    <a:pt x="121370" y="355"/>
                  </a:lnTo>
                  <a:lnTo>
                    <a:pt x="115939" y="798"/>
                  </a:lnTo>
                  <a:lnTo>
                    <a:pt x="110526" y="1419"/>
                  </a:lnTo>
                  <a:lnTo>
                    <a:pt x="105135" y="2215"/>
                  </a:lnTo>
                  <a:lnTo>
                    <a:pt x="99773" y="3187"/>
                  </a:lnTo>
                  <a:lnTo>
                    <a:pt x="94446" y="4333"/>
                  </a:lnTo>
                  <a:lnTo>
                    <a:pt x="89159" y="5652"/>
                  </a:lnTo>
                  <a:lnTo>
                    <a:pt x="83917" y="7143"/>
                  </a:lnTo>
                  <a:lnTo>
                    <a:pt x="78727" y="8803"/>
                  </a:lnTo>
                  <a:lnTo>
                    <a:pt x="73594" y="10632"/>
                  </a:lnTo>
                  <a:lnTo>
                    <a:pt x="68524" y="12628"/>
                  </a:lnTo>
                  <a:lnTo>
                    <a:pt x="63521" y="14787"/>
                  </a:lnTo>
                  <a:lnTo>
                    <a:pt x="58591" y="17108"/>
                  </a:lnTo>
                  <a:lnTo>
                    <a:pt x="53739" y="19589"/>
                  </a:lnTo>
                  <a:lnTo>
                    <a:pt x="48971" y="22227"/>
                  </a:lnTo>
                  <a:lnTo>
                    <a:pt x="44291" y="25019"/>
                  </a:lnTo>
                  <a:lnTo>
                    <a:pt x="39705" y="27961"/>
                  </a:lnTo>
                  <a:lnTo>
                    <a:pt x="35217" y="31052"/>
                  </a:lnTo>
                  <a:lnTo>
                    <a:pt x="30832" y="34287"/>
                  </a:lnTo>
                  <a:lnTo>
                    <a:pt x="26555" y="37664"/>
                  </a:lnTo>
                  <a:lnTo>
                    <a:pt x="22390" y="41178"/>
                  </a:lnTo>
                  <a:lnTo>
                    <a:pt x="18342" y="44826"/>
                  </a:lnTo>
                  <a:lnTo>
                    <a:pt x="14415" y="48604"/>
                  </a:lnTo>
                  <a:lnTo>
                    <a:pt x="10614" y="52508"/>
                  </a:lnTo>
                  <a:lnTo>
                    <a:pt x="6941" y="56533"/>
                  </a:lnTo>
                  <a:lnTo>
                    <a:pt x="3402" y="60677"/>
                  </a:lnTo>
                  <a:lnTo>
                    <a:pt x="0" y="64933"/>
                  </a:lnTo>
                  <a:lnTo>
                    <a:pt x="1322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95990" y="5334690"/>
              <a:ext cx="149268" cy="102233"/>
            </a:xfrm>
            <a:custGeom>
              <a:avLst/>
              <a:pathLst>
                <a:path w="149268" h="102233">
                  <a:moveTo>
                    <a:pt x="17006" y="0"/>
                  </a:moveTo>
                  <a:lnTo>
                    <a:pt x="13197" y="5126"/>
                  </a:lnTo>
                  <a:lnTo>
                    <a:pt x="9587" y="10395"/>
                  </a:lnTo>
                  <a:lnTo>
                    <a:pt x="6181" y="15798"/>
                  </a:lnTo>
                  <a:lnTo>
                    <a:pt x="2983" y="21327"/>
                  </a:lnTo>
                  <a:lnTo>
                    <a:pt x="0" y="26974"/>
                  </a:lnTo>
                  <a:lnTo>
                    <a:pt x="149268" y="1022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378098" y="5269756"/>
              <a:ext cx="334311" cy="334333"/>
            </a:xfrm>
            <a:custGeom>
              <a:avLst/>
              <a:pathLst>
                <a:path w="334311" h="334333">
                  <a:moveTo>
                    <a:pt x="17891" y="91908"/>
                  </a:moveTo>
                  <a:lnTo>
                    <a:pt x="15575" y="96688"/>
                  </a:lnTo>
                  <a:lnTo>
                    <a:pt x="13413" y="101539"/>
                  </a:lnTo>
                  <a:lnTo>
                    <a:pt x="11405" y="106457"/>
                  </a:lnTo>
                  <a:lnTo>
                    <a:pt x="9555" y="111436"/>
                  </a:lnTo>
                  <a:lnTo>
                    <a:pt x="7864" y="116471"/>
                  </a:lnTo>
                  <a:lnTo>
                    <a:pt x="6334" y="121557"/>
                  </a:lnTo>
                  <a:lnTo>
                    <a:pt x="4966" y="126690"/>
                  </a:lnTo>
                  <a:lnTo>
                    <a:pt x="3762" y="131863"/>
                  </a:lnTo>
                  <a:lnTo>
                    <a:pt x="2723" y="137072"/>
                  </a:lnTo>
                  <a:lnTo>
                    <a:pt x="1850" y="142311"/>
                  </a:lnTo>
                  <a:lnTo>
                    <a:pt x="1144" y="147576"/>
                  </a:lnTo>
                  <a:lnTo>
                    <a:pt x="605" y="152860"/>
                  </a:lnTo>
                  <a:lnTo>
                    <a:pt x="235" y="158159"/>
                  </a:lnTo>
                  <a:lnTo>
                    <a:pt x="33" y="163466"/>
                  </a:lnTo>
                  <a:lnTo>
                    <a:pt x="0" y="168778"/>
                  </a:lnTo>
                  <a:lnTo>
                    <a:pt x="135" y="174088"/>
                  </a:lnTo>
                  <a:lnTo>
                    <a:pt x="439" y="179391"/>
                  </a:lnTo>
                  <a:lnTo>
                    <a:pt x="912" y="184681"/>
                  </a:lnTo>
                  <a:lnTo>
                    <a:pt x="1552" y="189954"/>
                  </a:lnTo>
                  <a:lnTo>
                    <a:pt x="2360" y="195204"/>
                  </a:lnTo>
                  <a:lnTo>
                    <a:pt x="3334" y="200425"/>
                  </a:lnTo>
                  <a:lnTo>
                    <a:pt x="4473" y="205613"/>
                  </a:lnTo>
                  <a:lnTo>
                    <a:pt x="5776" y="210762"/>
                  </a:lnTo>
                  <a:lnTo>
                    <a:pt x="7243" y="215868"/>
                  </a:lnTo>
                  <a:lnTo>
                    <a:pt x="8871" y="220923"/>
                  </a:lnTo>
                  <a:lnTo>
                    <a:pt x="10659" y="225925"/>
                  </a:lnTo>
                  <a:lnTo>
                    <a:pt x="12604" y="230868"/>
                  </a:lnTo>
                  <a:lnTo>
                    <a:pt x="14706" y="235746"/>
                  </a:lnTo>
                  <a:lnTo>
                    <a:pt x="16962" y="240554"/>
                  </a:lnTo>
                  <a:lnTo>
                    <a:pt x="19369" y="245289"/>
                  </a:lnTo>
                  <a:lnTo>
                    <a:pt x="21926" y="249945"/>
                  </a:lnTo>
                  <a:lnTo>
                    <a:pt x="24629" y="254517"/>
                  </a:lnTo>
                  <a:lnTo>
                    <a:pt x="27476" y="259001"/>
                  </a:lnTo>
                  <a:lnTo>
                    <a:pt x="30464" y="263393"/>
                  </a:lnTo>
                  <a:lnTo>
                    <a:pt x="33590" y="267687"/>
                  </a:lnTo>
                  <a:lnTo>
                    <a:pt x="36851" y="271880"/>
                  </a:lnTo>
                  <a:lnTo>
                    <a:pt x="40244" y="275967"/>
                  </a:lnTo>
                  <a:lnTo>
                    <a:pt x="43764" y="279944"/>
                  </a:lnTo>
                  <a:lnTo>
                    <a:pt x="47409" y="283807"/>
                  </a:lnTo>
                  <a:lnTo>
                    <a:pt x="51176" y="287553"/>
                  </a:lnTo>
                  <a:lnTo>
                    <a:pt x="55059" y="291177"/>
                  </a:lnTo>
                  <a:lnTo>
                    <a:pt x="59055" y="294676"/>
                  </a:lnTo>
                  <a:lnTo>
                    <a:pt x="63161" y="298046"/>
                  </a:lnTo>
                  <a:lnTo>
                    <a:pt x="67371" y="301284"/>
                  </a:lnTo>
                  <a:lnTo>
                    <a:pt x="71682" y="304386"/>
                  </a:lnTo>
                  <a:lnTo>
                    <a:pt x="76090" y="307350"/>
                  </a:lnTo>
                  <a:lnTo>
                    <a:pt x="80590" y="310173"/>
                  </a:lnTo>
                  <a:lnTo>
                    <a:pt x="85177" y="312851"/>
                  </a:lnTo>
                  <a:lnTo>
                    <a:pt x="89847" y="315382"/>
                  </a:lnTo>
                  <a:lnTo>
                    <a:pt x="94594" y="317763"/>
                  </a:lnTo>
                  <a:lnTo>
                    <a:pt x="99415" y="319993"/>
                  </a:lnTo>
                  <a:lnTo>
                    <a:pt x="104305" y="322068"/>
                  </a:lnTo>
                  <a:lnTo>
                    <a:pt x="109258" y="323987"/>
                  </a:lnTo>
                  <a:lnTo>
                    <a:pt x="114269" y="325747"/>
                  </a:lnTo>
                  <a:lnTo>
                    <a:pt x="119334" y="327347"/>
                  </a:lnTo>
                  <a:lnTo>
                    <a:pt x="124447" y="328786"/>
                  </a:lnTo>
                  <a:lnTo>
                    <a:pt x="129603" y="330061"/>
                  </a:lnTo>
                  <a:lnTo>
                    <a:pt x="134797" y="331172"/>
                  </a:lnTo>
                  <a:lnTo>
                    <a:pt x="140024" y="332117"/>
                  </a:lnTo>
                  <a:lnTo>
                    <a:pt x="145278" y="332896"/>
                  </a:lnTo>
                  <a:lnTo>
                    <a:pt x="150555" y="333508"/>
                  </a:lnTo>
                  <a:lnTo>
                    <a:pt x="155848" y="333951"/>
                  </a:lnTo>
                  <a:lnTo>
                    <a:pt x="161152" y="334226"/>
                  </a:lnTo>
                  <a:lnTo>
                    <a:pt x="166463" y="334333"/>
                  </a:lnTo>
                  <a:lnTo>
                    <a:pt x="171774" y="334271"/>
                  </a:lnTo>
                  <a:lnTo>
                    <a:pt x="177080" y="334040"/>
                  </a:lnTo>
                  <a:lnTo>
                    <a:pt x="182377" y="333640"/>
                  </a:lnTo>
                  <a:lnTo>
                    <a:pt x="187658" y="333073"/>
                  </a:lnTo>
                  <a:lnTo>
                    <a:pt x="192919" y="332338"/>
                  </a:lnTo>
                  <a:lnTo>
                    <a:pt x="198153" y="331436"/>
                  </a:lnTo>
                  <a:lnTo>
                    <a:pt x="203356" y="330368"/>
                  </a:lnTo>
                  <a:lnTo>
                    <a:pt x="208523" y="329136"/>
                  </a:lnTo>
                  <a:lnTo>
                    <a:pt x="213648" y="327740"/>
                  </a:lnTo>
                  <a:lnTo>
                    <a:pt x="218726" y="326182"/>
                  </a:lnTo>
                  <a:lnTo>
                    <a:pt x="223752" y="324464"/>
                  </a:lnTo>
                  <a:lnTo>
                    <a:pt x="228720" y="322586"/>
                  </a:lnTo>
                  <a:lnTo>
                    <a:pt x="233627" y="320552"/>
                  </a:lnTo>
                  <a:lnTo>
                    <a:pt x="238466" y="318363"/>
                  </a:lnTo>
                  <a:lnTo>
                    <a:pt x="243234" y="316021"/>
                  </a:lnTo>
                  <a:lnTo>
                    <a:pt x="247925" y="313529"/>
                  </a:lnTo>
                  <a:lnTo>
                    <a:pt x="252534" y="310889"/>
                  </a:lnTo>
                  <a:lnTo>
                    <a:pt x="257057" y="308104"/>
                  </a:lnTo>
                  <a:lnTo>
                    <a:pt x="261489" y="305177"/>
                  </a:lnTo>
                  <a:lnTo>
                    <a:pt x="265826" y="302111"/>
                  </a:lnTo>
                  <a:lnTo>
                    <a:pt x="270063" y="298908"/>
                  </a:lnTo>
                  <a:lnTo>
                    <a:pt x="274197" y="295572"/>
                  </a:lnTo>
                  <a:lnTo>
                    <a:pt x="278222" y="292107"/>
                  </a:lnTo>
                  <a:lnTo>
                    <a:pt x="282135" y="288515"/>
                  </a:lnTo>
                  <a:lnTo>
                    <a:pt x="285933" y="284801"/>
                  </a:lnTo>
                  <a:lnTo>
                    <a:pt x="289610" y="280968"/>
                  </a:lnTo>
                  <a:lnTo>
                    <a:pt x="293164" y="277021"/>
                  </a:lnTo>
                  <a:lnTo>
                    <a:pt x="296590" y="272962"/>
                  </a:lnTo>
                  <a:lnTo>
                    <a:pt x="299886" y="268797"/>
                  </a:lnTo>
                  <a:lnTo>
                    <a:pt x="303048" y="264529"/>
                  </a:lnTo>
                  <a:lnTo>
                    <a:pt x="306072" y="260162"/>
                  </a:lnTo>
                  <a:lnTo>
                    <a:pt x="308956" y="255702"/>
                  </a:lnTo>
                  <a:lnTo>
                    <a:pt x="311698" y="251153"/>
                  </a:lnTo>
                  <a:lnTo>
                    <a:pt x="314293" y="246518"/>
                  </a:lnTo>
                  <a:lnTo>
                    <a:pt x="316740" y="241804"/>
                  </a:lnTo>
                  <a:lnTo>
                    <a:pt x="319035" y="237014"/>
                  </a:lnTo>
                  <a:lnTo>
                    <a:pt x="321178" y="232153"/>
                  </a:lnTo>
                  <a:lnTo>
                    <a:pt x="323165" y="227227"/>
                  </a:lnTo>
                  <a:lnTo>
                    <a:pt x="324994" y="222241"/>
                  </a:lnTo>
                  <a:lnTo>
                    <a:pt x="326664" y="217199"/>
                  </a:lnTo>
                  <a:lnTo>
                    <a:pt x="328173" y="212106"/>
                  </a:lnTo>
                  <a:lnTo>
                    <a:pt x="329519" y="206968"/>
                  </a:lnTo>
                  <a:lnTo>
                    <a:pt x="330702" y="201790"/>
                  </a:lnTo>
                  <a:lnTo>
                    <a:pt x="331719" y="196576"/>
                  </a:lnTo>
                  <a:lnTo>
                    <a:pt x="332571" y="191333"/>
                  </a:lnTo>
                  <a:lnTo>
                    <a:pt x="333255" y="186066"/>
                  </a:lnTo>
                  <a:lnTo>
                    <a:pt x="333771" y="180780"/>
                  </a:lnTo>
                  <a:lnTo>
                    <a:pt x="334120" y="175480"/>
                  </a:lnTo>
                  <a:lnTo>
                    <a:pt x="334300" y="170171"/>
                  </a:lnTo>
                  <a:lnTo>
                    <a:pt x="334311" y="164859"/>
                  </a:lnTo>
                  <a:lnTo>
                    <a:pt x="334153" y="159550"/>
                  </a:lnTo>
                  <a:lnTo>
                    <a:pt x="333827" y="154249"/>
                  </a:lnTo>
                  <a:lnTo>
                    <a:pt x="333332" y="148960"/>
                  </a:lnTo>
                  <a:lnTo>
                    <a:pt x="332670" y="143690"/>
                  </a:lnTo>
                  <a:lnTo>
                    <a:pt x="331840" y="138444"/>
                  </a:lnTo>
                  <a:lnTo>
                    <a:pt x="330845" y="133226"/>
                  </a:lnTo>
                  <a:lnTo>
                    <a:pt x="329684" y="128043"/>
                  </a:lnTo>
                  <a:lnTo>
                    <a:pt x="328359" y="122899"/>
                  </a:lnTo>
                  <a:lnTo>
                    <a:pt x="326871" y="117800"/>
                  </a:lnTo>
                  <a:lnTo>
                    <a:pt x="325222" y="112751"/>
                  </a:lnTo>
                  <a:lnTo>
                    <a:pt x="323414" y="107757"/>
                  </a:lnTo>
                  <a:lnTo>
                    <a:pt x="321447" y="102823"/>
                  </a:lnTo>
                  <a:lnTo>
                    <a:pt x="319325" y="97954"/>
                  </a:lnTo>
                  <a:lnTo>
                    <a:pt x="317049" y="93154"/>
                  </a:lnTo>
                  <a:lnTo>
                    <a:pt x="314622" y="88430"/>
                  </a:lnTo>
                  <a:lnTo>
                    <a:pt x="312046" y="83784"/>
                  </a:lnTo>
                  <a:lnTo>
                    <a:pt x="309324" y="79223"/>
                  </a:lnTo>
                  <a:lnTo>
                    <a:pt x="306458" y="74751"/>
                  </a:lnTo>
                  <a:lnTo>
                    <a:pt x="303452" y="70372"/>
                  </a:lnTo>
                  <a:lnTo>
                    <a:pt x="300308" y="66091"/>
                  </a:lnTo>
                  <a:lnTo>
                    <a:pt x="297030" y="61912"/>
                  </a:lnTo>
                  <a:lnTo>
                    <a:pt x="293620" y="57839"/>
                  </a:lnTo>
                  <a:lnTo>
                    <a:pt x="290083" y="53877"/>
                  </a:lnTo>
                  <a:lnTo>
                    <a:pt x="286422" y="50029"/>
                  </a:lnTo>
                  <a:lnTo>
                    <a:pt x="282640" y="46299"/>
                  </a:lnTo>
                  <a:lnTo>
                    <a:pt x="278742" y="42691"/>
                  </a:lnTo>
                  <a:lnTo>
                    <a:pt x="274731" y="39209"/>
                  </a:lnTo>
                  <a:lnTo>
                    <a:pt x="270611" y="35856"/>
                  </a:lnTo>
                  <a:lnTo>
                    <a:pt x="266387" y="32635"/>
                  </a:lnTo>
                  <a:lnTo>
                    <a:pt x="262063" y="29551"/>
                  </a:lnTo>
                  <a:lnTo>
                    <a:pt x="257643" y="26605"/>
                  </a:lnTo>
                  <a:lnTo>
                    <a:pt x="253132" y="23802"/>
                  </a:lnTo>
                  <a:lnTo>
                    <a:pt x="248534" y="21143"/>
                  </a:lnTo>
                  <a:lnTo>
                    <a:pt x="243854" y="18631"/>
                  </a:lnTo>
                  <a:lnTo>
                    <a:pt x="239096" y="16269"/>
                  </a:lnTo>
                  <a:lnTo>
                    <a:pt x="234266" y="14060"/>
                  </a:lnTo>
                  <a:lnTo>
                    <a:pt x="229367" y="12005"/>
                  </a:lnTo>
                  <a:lnTo>
                    <a:pt x="224407" y="10107"/>
                  </a:lnTo>
                  <a:lnTo>
                    <a:pt x="219388" y="8368"/>
                  </a:lnTo>
                  <a:lnTo>
                    <a:pt x="214316" y="6789"/>
                  </a:lnTo>
                  <a:lnTo>
                    <a:pt x="209197" y="5372"/>
                  </a:lnTo>
                  <a:lnTo>
                    <a:pt x="204036" y="4118"/>
                  </a:lnTo>
                  <a:lnTo>
                    <a:pt x="198837" y="3028"/>
                  </a:lnTo>
                  <a:lnTo>
                    <a:pt x="193607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6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3871" y="5018213"/>
              <a:ext cx="167167" cy="224527"/>
            </a:xfrm>
            <a:custGeom>
              <a:avLst/>
              <a:pathLst>
                <a:path w="167167" h="224527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5" y="770"/>
                  </a:lnTo>
                  <a:lnTo>
                    <a:pt x="145816" y="1369"/>
                  </a:lnTo>
                  <a:lnTo>
                    <a:pt x="140519" y="2137"/>
                  </a:lnTo>
                  <a:lnTo>
                    <a:pt x="135250" y="3075"/>
                  </a:lnTo>
                  <a:lnTo>
                    <a:pt x="130014" y="4180"/>
                  </a:lnTo>
                  <a:lnTo>
                    <a:pt x="124815" y="5453"/>
                  </a:lnTo>
                  <a:lnTo>
                    <a:pt x="119660" y="6892"/>
                  </a:lnTo>
                  <a:lnTo>
                    <a:pt x="114554" y="8495"/>
                  </a:lnTo>
                  <a:lnTo>
                    <a:pt x="109501" y="10260"/>
                  </a:lnTo>
                  <a:lnTo>
                    <a:pt x="104508" y="12187"/>
                  </a:lnTo>
                  <a:lnTo>
                    <a:pt x="99579" y="14272"/>
                  </a:lnTo>
                  <a:lnTo>
                    <a:pt x="94719" y="16514"/>
                  </a:lnTo>
                  <a:lnTo>
                    <a:pt x="89934" y="18910"/>
                  </a:lnTo>
                  <a:lnTo>
                    <a:pt x="85227" y="21459"/>
                  </a:lnTo>
                  <a:lnTo>
                    <a:pt x="80605" y="24156"/>
                  </a:lnTo>
                  <a:lnTo>
                    <a:pt x="76071" y="27001"/>
                  </a:lnTo>
                  <a:lnTo>
                    <a:pt x="71631" y="29989"/>
                  </a:lnTo>
                  <a:lnTo>
                    <a:pt x="67288" y="33117"/>
                  </a:lnTo>
                  <a:lnTo>
                    <a:pt x="63048" y="36383"/>
                  </a:lnTo>
                  <a:lnTo>
                    <a:pt x="58915" y="39783"/>
                  </a:lnTo>
                  <a:lnTo>
                    <a:pt x="54893" y="43314"/>
                  </a:lnTo>
                  <a:lnTo>
                    <a:pt x="50986" y="46972"/>
                  </a:lnTo>
                  <a:lnTo>
                    <a:pt x="47198" y="50752"/>
                  </a:lnTo>
                  <a:lnTo>
                    <a:pt x="43532" y="54652"/>
                  </a:lnTo>
                  <a:lnTo>
                    <a:pt x="39994" y="58668"/>
                  </a:lnTo>
                  <a:lnTo>
                    <a:pt x="36586" y="62794"/>
                  </a:lnTo>
                  <a:lnTo>
                    <a:pt x="33312" y="67028"/>
                  </a:lnTo>
                  <a:lnTo>
                    <a:pt x="30175" y="71364"/>
                  </a:lnTo>
                  <a:lnTo>
                    <a:pt x="27178" y="75799"/>
                  </a:lnTo>
                  <a:lnTo>
                    <a:pt x="24325" y="80327"/>
                  </a:lnTo>
                  <a:lnTo>
                    <a:pt x="21618" y="84944"/>
                  </a:lnTo>
                  <a:lnTo>
                    <a:pt x="19061" y="89646"/>
                  </a:lnTo>
                  <a:lnTo>
                    <a:pt x="16655" y="94426"/>
                  </a:lnTo>
                  <a:lnTo>
                    <a:pt x="14403" y="99282"/>
                  </a:lnTo>
                  <a:lnTo>
                    <a:pt x="12309" y="104207"/>
                  </a:lnTo>
                  <a:lnTo>
                    <a:pt x="10373" y="109196"/>
                  </a:lnTo>
                  <a:lnTo>
                    <a:pt x="8597" y="114245"/>
                  </a:lnTo>
                  <a:lnTo>
                    <a:pt x="6984" y="119349"/>
                  </a:lnTo>
                  <a:lnTo>
                    <a:pt x="5536" y="124501"/>
                  </a:lnTo>
                  <a:lnTo>
                    <a:pt x="4253" y="129697"/>
                  </a:lnTo>
                  <a:lnTo>
                    <a:pt x="3137" y="134931"/>
                  </a:lnTo>
                  <a:lnTo>
                    <a:pt x="2189" y="140199"/>
                  </a:lnTo>
                  <a:lnTo>
                    <a:pt x="1410" y="145494"/>
                  </a:lnTo>
                  <a:lnTo>
                    <a:pt x="801" y="150811"/>
                  </a:lnTo>
                  <a:lnTo>
                    <a:pt x="363" y="156145"/>
                  </a:lnTo>
                  <a:lnTo>
                    <a:pt x="96" y="161490"/>
                  </a:lnTo>
                  <a:lnTo>
                    <a:pt x="0" y="166842"/>
                  </a:lnTo>
                  <a:lnTo>
                    <a:pt x="75" y="172193"/>
                  </a:lnTo>
                  <a:lnTo>
                    <a:pt x="321" y="177540"/>
                  </a:lnTo>
                  <a:lnTo>
                    <a:pt x="739" y="182875"/>
                  </a:lnTo>
                  <a:lnTo>
                    <a:pt x="1327" y="188195"/>
                  </a:lnTo>
                  <a:lnTo>
                    <a:pt x="2085" y="193493"/>
                  </a:lnTo>
                  <a:lnTo>
                    <a:pt x="3012" y="198764"/>
                  </a:lnTo>
                  <a:lnTo>
                    <a:pt x="4108" y="204003"/>
                  </a:lnTo>
                  <a:lnTo>
                    <a:pt x="5371" y="209204"/>
                  </a:lnTo>
                  <a:lnTo>
                    <a:pt x="6799" y="214361"/>
                  </a:lnTo>
                  <a:lnTo>
                    <a:pt x="8392" y="219471"/>
                  </a:lnTo>
                  <a:lnTo>
                    <a:pt x="10148" y="22452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64020" y="5185380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64020" y="5185380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64020" y="5185380"/>
              <a:ext cx="157018" cy="57359"/>
            </a:xfrm>
            <a:custGeom>
              <a:avLst/>
              <a:pathLst>
                <a:path w="157018" h="57359">
                  <a:moveTo>
                    <a:pt x="0" y="57359"/>
                  </a:moveTo>
                  <a:lnTo>
                    <a:pt x="1570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64020" y="5185380"/>
              <a:ext cx="157018" cy="116308"/>
            </a:xfrm>
            <a:custGeom>
              <a:avLst/>
              <a:pathLst>
                <a:path w="157018" h="116308">
                  <a:moveTo>
                    <a:pt x="0" y="57359"/>
                  </a:moveTo>
                  <a:lnTo>
                    <a:pt x="2099" y="62809"/>
                  </a:lnTo>
                  <a:lnTo>
                    <a:pt x="4387" y="68182"/>
                  </a:lnTo>
                  <a:lnTo>
                    <a:pt x="6862" y="73471"/>
                  </a:lnTo>
                  <a:lnTo>
                    <a:pt x="9520" y="78671"/>
                  </a:lnTo>
                  <a:lnTo>
                    <a:pt x="12358" y="83775"/>
                  </a:lnTo>
                  <a:lnTo>
                    <a:pt x="15372" y="88777"/>
                  </a:lnTo>
                  <a:lnTo>
                    <a:pt x="18560" y="93670"/>
                  </a:lnTo>
                  <a:lnTo>
                    <a:pt x="21916" y="98449"/>
                  </a:lnTo>
                  <a:lnTo>
                    <a:pt x="25437" y="103108"/>
                  </a:lnTo>
                  <a:lnTo>
                    <a:pt x="29119" y="107641"/>
                  </a:lnTo>
                  <a:lnTo>
                    <a:pt x="32957" y="112043"/>
                  </a:lnTo>
                  <a:lnTo>
                    <a:pt x="36946" y="116308"/>
                  </a:lnTo>
                  <a:lnTo>
                    <a:pt x="1570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900967" y="5018213"/>
              <a:ext cx="287225" cy="334331"/>
            </a:xfrm>
            <a:custGeom>
              <a:avLst/>
              <a:pathLst>
                <a:path w="287225" h="334331">
                  <a:moveTo>
                    <a:pt x="0" y="283475"/>
                  </a:moveTo>
                  <a:lnTo>
                    <a:pt x="3758" y="287234"/>
                  </a:lnTo>
                  <a:lnTo>
                    <a:pt x="7634" y="290871"/>
                  </a:lnTo>
                  <a:lnTo>
                    <a:pt x="11624" y="294383"/>
                  </a:lnTo>
                  <a:lnTo>
                    <a:pt x="15723" y="297767"/>
                  </a:lnTo>
                  <a:lnTo>
                    <a:pt x="19928" y="301018"/>
                  </a:lnTo>
                  <a:lnTo>
                    <a:pt x="24234" y="304134"/>
                  </a:lnTo>
                  <a:lnTo>
                    <a:pt x="28637" y="307112"/>
                  </a:lnTo>
                  <a:lnTo>
                    <a:pt x="33132" y="309948"/>
                  </a:lnTo>
                  <a:lnTo>
                    <a:pt x="37715" y="312640"/>
                  </a:lnTo>
                  <a:lnTo>
                    <a:pt x="42382" y="315185"/>
                  </a:lnTo>
                  <a:lnTo>
                    <a:pt x="47127" y="317580"/>
                  </a:lnTo>
                  <a:lnTo>
                    <a:pt x="51946" y="319823"/>
                  </a:lnTo>
                  <a:lnTo>
                    <a:pt x="56834" y="321912"/>
                  </a:lnTo>
                  <a:lnTo>
                    <a:pt x="61785" y="323844"/>
                  </a:lnTo>
                  <a:lnTo>
                    <a:pt x="66796" y="325618"/>
                  </a:lnTo>
                  <a:lnTo>
                    <a:pt x="71860" y="327231"/>
                  </a:lnTo>
                  <a:lnTo>
                    <a:pt x="76974" y="328683"/>
                  </a:lnTo>
                  <a:lnTo>
                    <a:pt x="82130" y="329972"/>
                  </a:lnTo>
                  <a:lnTo>
                    <a:pt x="87325" y="331096"/>
                  </a:lnTo>
                  <a:lnTo>
                    <a:pt x="92554" y="332054"/>
                  </a:lnTo>
                  <a:lnTo>
                    <a:pt x="97810" y="332845"/>
                  </a:lnTo>
                  <a:lnTo>
                    <a:pt x="103088" y="333469"/>
                  </a:lnTo>
                  <a:lnTo>
                    <a:pt x="108384" y="333925"/>
                  </a:lnTo>
                  <a:lnTo>
                    <a:pt x="113692" y="334213"/>
                  </a:lnTo>
                  <a:lnTo>
                    <a:pt x="119006" y="334331"/>
                  </a:lnTo>
                  <a:lnTo>
                    <a:pt x="124321" y="334280"/>
                  </a:lnTo>
                  <a:lnTo>
                    <a:pt x="129631" y="334061"/>
                  </a:lnTo>
                  <a:lnTo>
                    <a:pt x="134933" y="333673"/>
                  </a:lnTo>
                  <a:lnTo>
                    <a:pt x="140219" y="333116"/>
                  </a:lnTo>
                  <a:lnTo>
                    <a:pt x="145484" y="332391"/>
                  </a:lnTo>
                  <a:lnTo>
                    <a:pt x="150724" y="331500"/>
                  </a:lnTo>
                  <a:lnTo>
                    <a:pt x="155933" y="330442"/>
                  </a:lnTo>
                  <a:lnTo>
                    <a:pt x="161106" y="329220"/>
                  </a:lnTo>
                  <a:lnTo>
                    <a:pt x="166237" y="327833"/>
                  </a:lnTo>
                  <a:lnTo>
                    <a:pt x="171322" y="326284"/>
                  </a:lnTo>
                  <a:lnTo>
                    <a:pt x="176355" y="324575"/>
                  </a:lnTo>
                  <a:lnTo>
                    <a:pt x="181331" y="322706"/>
                  </a:lnTo>
                  <a:lnTo>
                    <a:pt x="186245" y="320679"/>
                  </a:lnTo>
                  <a:lnTo>
                    <a:pt x="191092" y="318498"/>
                  </a:lnTo>
                  <a:lnTo>
                    <a:pt x="195867" y="316164"/>
                  </a:lnTo>
                  <a:lnTo>
                    <a:pt x="200566" y="313679"/>
                  </a:lnTo>
                  <a:lnTo>
                    <a:pt x="205183" y="311045"/>
                  </a:lnTo>
                  <a:lnTo>
                    <a:pt x="209714" y="308267"/>
                  </a:lnTo>
                  <a:lnTo>
                    <a:pt x="214155" y="305345"/>
                  </a:lnTo>
                  <a:lnTo>
                    <a:pt x="218500" y="302285"/>
                  </a:lnTo>
                  <a:lnTo>
                    <a:pt x="222746" y="299087"/>
                  </a:lnTo>
                  <a:lnTo>
                    <a:pt x="226888" y="295756"/>
                  </a:lnTo>
                  <a:lnTo>
                    <a:pt x="230922" y="292295"/>
                  </a:lnTo>
                  <a:lnTo>
                    <a:pt x="234844" y="288708"/>
                  </a:lnTo>
                  <a:lnTo>
                    <a:pt x="238651" y="284997"/>
                  </a:lnTo>
                  <a:lnTo>
                    <a:pt x="242337" y="281168"/>
                  </a:lnTo>
                  <a:lnTo>
                    <a:pt x="245899" y="277223"/>
                  </a:lnTo>
                  <a:lnTo>
                    <a:pt x="249335" y="273167"/>
                  </a:lnTo>
                  <a:lnTo>
                    <a:pt x="252639" y="269004"/>
                  </a:lnTo>
                  <a:lnTo>
                    <a:pt x="255810" y="264738"/>
                  </a:lnTo>
                  <a:lnTo>
                    <a:pt x="258843" y="260373"/>
                  </a:lnTo>
                  <a:lnTo>
                    <a:pt x="261736" y="255914"/>
                  </a:lnTo>
                  <a:lnTo>
                    <a:pt x="264486" y="251365"/>
                  </a:lnTo>
                  <a:lnTo>
                    <a:pt x="267090" y="246732"/>
                  </a:lnTo>
                  <a:lnTo>
                    <a:pt x="269545" y="242017"/>
                  </a:lnTo>
                  <a:lnTo>
                    <a:pt x="271849" y="237227"/>
                  </a:lnTo>
                  <a:lnTo>
                    <a:pt x="274000" y="232366"/>
                  </a:lnTo>
                  <a:lnTo>
                    <a:pt x="275995" y="227440"/>
                  </a:lnTo>
                  <a:lnTo>
                    <a:pt x="277832" y="222452"/>
                  </a:lnTo>
                  <a:lnTo>
                    <a:pt x="279510" y="217409"/>
                  </a:lnTo>
                  <a:lnTo>
                    <a:pt x="281027" y="212314"/>
                  </a:lnTo>
                  <a:lnTo>
                    <a:pt x="282381" y="207174"/>
                  </a:lnTo>
                  <a:lnTo>
                    <a:pt x="283571" y="201994"/>
                  </a:lnTo>
                  <a:lnTo>
                    <a:pt x="284595" y="196778"/>
                  </a:lnTo>
                  <a:lnTo>
                    <a:pt x="285454" y="191533"/>
                  </a:lnTo>
                  <a:lnTo>
                    <a:pt x="286145" y="186263"/>
                  </a:lnTo>
                  <a:lnTo>
                    <a:pt x="286668" y="180973"/>
                  </a:lnTo>
                  <a:lnTo>
                    <a:pt x="287023" y="175670"/>
                  </a:lnTo>
                  <a:lnTo>
                    <a:pt x="287209" y="170358"/>
                  </a:lnTo>
                  <a:lnTo>
                    <a:pt x="287225" y="165042"/>
                  </a:lnTo>
                  <a:lnTo>
                    <a:pt x="287073" y="159729"/>
                  </a:lnTo>
                  <a:lnTo>
                    <a:pt x="286753" y="154423"/>
                  </a:lnTo>
                  <a:lnTo>
                    <a:pt x="286263" y="149131"/>
                  </a:lnTo>
                  <a:lnTo>
                    <a:pt x="285606" y="143856"/>
                  </a:lnTo>
                  <a:lnTo>
                    <a:pt x="284781" y="138605"/>
                  </a:lnTo>
                  <a:lnTo>
                    <a:pt x="283790" y="133383"/>
                  </a:lnTo>
                  <a:lnTo>
                    <a:pt x="282633" y="128195"/>
                  </a:lnTo>
                  <a:lnTo>
                    <a:pt x="281312" y="123047"/>
                  </a:lnTo>
                  <a:lnTo>
                    <a:pt x="279827" y="117943"/>
                  </a:lnTo>
                  <a:lnTo>
                    <a:pt x="278182" y="112889"/>
                  </a:lnTo>
                  <a:lnTo>
                    <a:pt x="276376" y="107890"/>
                  </a:lnTo>
                  <a:lnTo>
                    <a:pt x="274413" y="102950"/>
                  </a:lnTo>
                  <a:lnTo>
                    <a:pt x="272293" y="98076"/>
                  </a:lnTo>
                  <a:lnTo>
                    <a:pt x="270019" y="93271"/>
                  </a:lnTo>
                  <a:lnTo>
                    <a:pt x="267594" y="88541"/>
                  </a:lnTo>
                  <a:lnTo>
                    <a:pt x="265020" y="83891"/>
                  </a:lnTo>
                  <a:lnTo>
                    <a:pt x="262299" y="79325"/>
                  </a:lnTo>
                  <a:lnTo>
                    <a:pt x="259435" y="74848"/>
                  </a:lnTo>
                  <a:lnTo>
                    <a:pt x="256429" y="70464"/>
                  </a:lnTo>
                  <a:lnTo>
                    <a:pt x="253286" y="66177"/>
                  </a:lnTo>
                  <a:lnTo>
                    <a:pt x="250008" y="61993"/>
                  </a:lnTo>
                  <a:lnTo>
                    <a:pt x="246598" y="57915"/>
                  </a:lnTo>
                  <a:lnTo>
                    <a:pt x="243061" y="53948"/>
                  </a:lnTo>
                  <a:lnTo>
                    <a:pt x="239399" y="50095"/>
                  </a:lnTo>
                  <a:lnTo>
                    <a:pt x="235617" y="46361"/>
                  </a:lnTo>
                  <a:lnTo>
                    <a:pt x="231718" y="42748"/>
                  </a:lnTo>
                  <a:lnTo>
                    <a:pt x="227706" y="39262"/>
                  </a:lnTo>
                  <a:lnTo>
                    <a:pt x="223585" y="35904"/>
                  </a:lnTo>
                  <a:lnTo>
                    <a:pt x="219360" y="32680"/>
                  </a:lnTo>
                  <a:lnTo>
                    <a:pt x="215034" y="29591"/>
                  </a:lnTo>
                  <a:lnTo>
                    <a:pt x="210612" y="26642"/>
                  </a:lnTo>
                  <a:lnTo>
                    <a:pt x="206099" y="23834"/>
                  </a:lnTo>
                  <a:lnTo>
                    <a:pt x="201498" y="21172"/>
                  </a:lnTo>
                  <a:lnTo>
                    <a:pt x="196816" y="18657"/>
                  </a:lnTo>
                  <a:lnTo>
                    <a:pt x="192055" y="16292"/>
                  </a:lnTo>
                  <a:lnTo>
                    <a:pt x="187222" y="14080"/>
                  </a:lnTo>
                  <a:lnTo>
                    <a:pt x="182321" y="12022"/>
                  </a:lnTo>
                  <a:lnTo>
                    <a:pt x="177357" y="10121"/>
                  </a:lnTo>
                  <a:lnTo>
                    <a:pt x="172336" y="8380"/>
                  </a:lnTo>
                  <a:lnTo>
                    <a:pt x="167261" y="6798"/>
                  </a:lnTo>
                  <a:lnTo>
                    <a:pt x="162139" y="5379"/>
                  </a:lnTo>
                  <a:lnTo>
                    <a:pt x="156974" y="4123"/>
                  </a:lnTo>
                  <a:lnTo>
                    <a:pt x="151772" y="3033"/>
                  </a:lnTo>
                  <a:lnTo>
                    <a:pt x="146537" y="2108"/>
                  </a:lnTo>
                  <a:lnTo>
                    <a:pt x="141276" y="1350"/>
                  </a:lnTo>
                  <a:lnTo>
                    <a:pt x="135994" y="760"/>
                  </a:lnTo>
                  <a:lnTo>
                    <a:pt x="130695" y="337"/>
                  </a:lnTo>
                  <a:lnTo>
                    <a:pt x="125386" y="84"/>
                  </a:lnTo>
                  <a:lnTo>
                    <a:pt x="120072" y="0"/>
                  </a:lnTo>
                  <a:lnTo>
                    <a:pt x="1200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56082" y="4659281"/>
              <a:ext cx="167152" cy="329162"/>
            </a:xfrm>
            <a:custGeom>
              <a:avLst/>
              <a:pathLst>
                <a:path w="167152" h="32916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7" y="759"/>
                  </a:lnTo>
                  <a:lnTo>
                    <a:pt x="145957" y="1349"/>
                  </a:lnTo>
                  <a:lnTo>
                    <a:pt x="140699" y="2106"/>
                  </a:lnTo>
                  <a:lnTo>
                    <a:pt x="135467" y="3030"/>
                  </a:lnTo>
                  <a:lnTo>
                    <a:pt x="130267" y="4119"/>
                  </a:lnTo>
                  <a:lnTo>
                    <a:pt x="125105" y="5374"/>
                  </a:lnTo>
                  <a:lnTo>
                    <a:pt x="119985" y="6792"/>
                  </a:lnTo>
                  <a:lnTo>
                    <a:pt x="114912" y="8372"/>
                  </a:lnTo>
                  <a:lnTo>
                    <a:pt x="109893" y="10112"/>
                  </a:lnTo>
                  <a:lnTo>
                    <a:pt x="104931" y="12011"/>
                  </a:lnTo>
                  <a:lnTo>
                    <a:pt x="100032" y="14066"/>
                  </a:lnTo>
                  <a:lnTo>
                    <a:pt x="95201" y="16276"/>
                  </a:lnTo>
                  <a:lnTo>
                    <a:pt x="90442" y="18639"/>
                  </a:lnTo>
                  <a:lnTo>
                    <a:pt x="85761" y="21151"/>
                  </a:lnTo>
                  <a:lnTo>
                    <a:pt x="81162" y="23811"/>
                  </a:lnTo>
                  <a:lnTo>
                    <a:pt x="76651" y="26616"/>
                  </a:lnTo>
                  <a:lnTo>
                    <a:pt x="72230" y="29563"/>
                  </a:lnTo>
                  <a:lnTo>
                    <a:pt x="67905" y="32649"/>
                  </a:lnTo>
                  <a:lnTo>
                    <a:pt x="63681" y="35871"/>
                  </a:lnTo>
                  <a:lnTo>
                    <a:pt x="59561" y="39225"/>
                  </a:lnTo>
                  <a:lnTo>
                    <a:pt x="55550" y="42708"/>
                  </a:lnTo>
                  <a:lnTo>
                    <a:pt x="51651" y="46318"/>
                  </a:lnTo>
                  <a:lnTo>
                    <a:pt x="47869" y="50049"/>
                  </a:lnTo>
                  <a:lnTo>
                    <a:pt x="44208" y="53898"/>
                  </a:lnTo>
                  <a:lnTo>
                    <a:pt x="40671" y="57862"/>
                  </a:lnTo>
                  <a:lnTo>
                    <a:pt x="37261" y="61937"/>
                  </a:lnTo>
                  <a:lnTo>
                    <a:pt x="33983" y="66117"/>
                  </a:lnTo>
                  <a:lnTo>
                    <a:pt x="30839" y="70400"/>
                  </a:lnTo>
                  <a:lnTo>
                    <a:pt x="27833" y="74781"/>
                  </a:lnTo>
                  <a:lnTo>
                    <a:pt x="24968" y="79254"/>
                  </a:lnTo>
                  <a:lnTo>
                    <a:pt x="22246" y="83817"/>
                  </a:lnTo>
                  <a:lnTo>
                    <a:pt x="19670" y="88464"/>
                  </a:lnTo>
                  <a:lnTo>
                    <a:pt x="17244" y="93190"/>
                  </a:lnTo>
                  <a:lnTo>
                    <a:pt x="14969" y="97991"/>
                  </a:lnTo>
                  <a:lnTo>
                    <a:pt x="12848" y="102862"/>
                  </a:lnTo>
                  <a:lnTo>
                    <a:pt x="10882" y="107797"/>
                  </a:lnTo>
                  <a:lnTo>
                    <a:pt x="9074" y="112793"/>
                  </a:lnTo>
                  <a:lnTo>
                    <a:pt x="7426" y="117844"/>
                  </a:lnTo>
                  <a:lnTo>
                    <a:pt x="5940" y="122944"/>
                  </a:lnTo>
                  <a:lnTo>
                    <a:pt x="4616" y="128089"/>
                  </a:lnTo>
                  <a:lnTo>
                    <a:pt x="3456" y="133274"/>
                  </a:lnTo>
                  <a:lnTo>
                    <a:pt x="2462" y="138493"/>
                  </a:lnTo>
                  <a:lnTo>
                    <a:pt x="1634" y="143741"/>
                  </a:lnTo>
                  <a:lnTo>
                    <a:pt x="973" y="149012"/>
                  </a:lnTo>
                  <a:lnTo>
                    <a:pt x="480" y="154302"/>
                  </a:lnTo>
                  <a:lnTo>
                    <a:pt x="155" y="159605"/>
                  </a:lnTo>
                  <a:lnTo>
                    <a:pt x="0" y="164915"/>
                  </a:lnTo>
                  <a:lnTo>
                    <a:pt x="12" y="170228"/>
                  </a:lnTo>
                  <a:lnTo>
                    <a:pt x="194" y="175537"/>
                  </a:lnTo>
                  <a:lnTo>
                    <a:pt x="544" y="180839"/>
                  </a:lnTo>
                  <a:lnTo>
                    <a:pt x="1063" y="186126"/>
                  </a:lnTo>
                  <a:lnTo>
                    <a:pt x="1749" y="191394"/>
                  </a:lnTo>
                  <a:lnTo>
                    <a:pt x="2603" y="196638"/>
                  </a:lnTo>
                  <a:lnTo>
                    <a:pt x="3622" y="201852"/>
                  </a:lnTo>
                  <a:lnTo>
                    <a:pt x="4807" y="207031"/>
                  </a:lnTo>
                  <a:lnTo>
                    <a:pt x="6156" y="212169"/>
                  </a:lnTo>
                  <a:lnTo>
                    <a:pt x="7667" y="217263"/>
                  </a:lnTo>
                  <a:lnTo>
                    <a:pt x="9339" y="222305"/>
                  </a:lnTo>
                  <a:lnTo>
                    <a:pt x="11171" y="227292"/>
                  </a:lnTo>
                  <a:lnTo>
                    <a:pt x="13161" y="232218"/>
                  </a:lnTo>
                  <a:lnTo>
                    <a:pt x="15306" y="237079"/>
                  </a:lnTo>
                  <a:lnTo>
                    <a:pt x="17604" y="241869"/>
                  </a:lnTo>
                  <a:lnTo>
                    <a:pt x="20053" y="246583"/>
                  </a:lnTo>
                  <a:lnTo>
                    <a:pt x="22651" y="251217"/>
                  </a:lnTo>
                  <a:lnTo>
                    <a:pt x="25395" y="255767"/>
                  </a:lnTo>
                  <a:lnTo>
                    <a:pt x="28282" y="260227"/>
                  </a:lnTo>
                  <a:lnTo>
                    <a:pt x="31309" y="264592"/>
                  </a:lnTo>
                  <a:lnTo>
                    <a:pt x="34474" y="268860"/>
                  </a:lnTo>
                  <a:lnTo>
                    <a:pt x="37772" y="273025"/>
                  </a:lnTo>
                  <a:lnTo>
                    <a:pt x="41201" y="277082"/>
                  </a:lnTo>
                  <a:lnTo>
                    <a:pt x="44758" y="281029"/>
                  </a:lnTo>
                  <a:lnTo>
                    <a:pt x="48438" y="284861"/>
                  </a:lnTo>
                  <a:lnTo>
                    <a:pt x="52237" y="288574"/>
                  </a:lnTo>
                  <a:lnTo>
                    <a:pt x="56153" y="292164"/>
                  </a:lnTo>
                  <a:lnTo>
                    <a:pt x="60181" y="295628"/>
                  </a:lnTo>
                  <a:lnTo>
                    <a:pt x="64318" y="298963"/>
                  </a:lnTo>
                  <a:lnTo>
                    <a:pt x="68558" y="302164"/>
                  </a:lnTo>
                  <a:lnTo>
                    <a:pt x="72897" y="305229"/>
                  </a:lnTo>
                  <a:lnTo>
                    <a:pt x="77332" y="308154"/>
                  </a:lnTo>
                  <a:lnTo>
                    <a:pt x="81857" y="310937"/>
                  </a:lnTo>
                  <a:lnTo>
                    <a:pt x="86469" y="313575"/>
                  </a:lnTo>
                  <a:lnTo>
                    <a:pt x="91162" y="316065"/>
                  </a:lnTo>
                  <a:lnTo>
                    <a:pt x="95932" y="318404"/>
                  </a:lnTo>
                  <a:lnTo>
                    <a:pt x="100774" y="320591"/>
                  </a:lnTo>
                  <a:lnTo>
                    <a:pt x="105683" y="322623"/>
                  </a:lnTo>
                  <a:lnTo>
                    <a:pt x="110654" y="324497"/>
                  </a:lnTo>
                  <a:lnTo>
                    <a:pt x="115682" y="326213"/>
                  </a:lnTo>
                  <a:lnTo>
                    <a:pt x="120761" y="327769"/>
                  </a:lnTo>
                  <a:lnTo>
                    <a:pt x="125888" y="32916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81971" y="4826449"/>
              <a:ext cx="41263" cy="161994"/>
            </a:xfrm>
            <a:custGeom>
              <a:avLst/>
              <a:pathLst>
                <a:path w="41263" h="161994">
                  <a:moveTo>
                    <a:pt x="0" y="161994"/>
                  </a:moveTo>
                  <a:lnTo>
                    <a:pt x="412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381971" y="4826449"/>
              <a:ext cx="41263" cy="161994"/>
            </a:xfrm>
            <a:custGeom>
              <a:avLst/>
              <a:pathLst>
                <a:path w="41263" h="161994">
                  <a:moveTo>
                    <a:pt x="0" y="161994"/>
                  </a:moveTo>
                  <a:lnTo>
                    <a:pt x="412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381971" y="4826449"/>
              <a:ext cx="91061" cy="167162"/>
            </a:xfrm>
            <a:custGeom>
              <a:avLst/>
              <a:pathLst>
                <a:path w="91061" h="167162">
                  <a:moveTo>
                    <a:pt x="0" y="161994"/>
                  </a:moveTo>
                  <a:lnTo>
                    <a:pt x="5611" y="163321"/>
                  </a:lnTo>
                  <a:lnTo>
                    <a:pt x="11264" y="164453"/>
                  </a:lnTo>
                  <a:lnTo>
                    <a:pt x="16954" y="165390"/>
                  </a:lnTo>
                  <a:lnTo>
                    <a:pt x="22672" y="166130"/>
                  </a:lnTo>
                  <a:lnTo>
                    <a:pt x="28412" y="166672"/>
                  </a:lnTo>
                  <a:lnTo>
                    <a:pt x="34168" y="167016"/>
                  </a:lnTo>
                  <a:lnTo>
                    <a:pt x="39932" y="167162"/>
                  </a:lnTo>
                  <a:lnTo>
                    <a:pt x="45698" y="167108"/>
                  </a:lnTo>
                  <a:lnTo>
                    <a:pt x="51458" y="166856"/>
                  </a:lnTo>
                  <a:lnTo>
                    <a:pt x="57207" y="166405"/>
                  </a:lnTo>
                  <a:lnTo>
                    <a:pt x="62936" y="165756"/>
                  </a:lnTo>
                  <a:lnTo>
                    <a:pt x="68640" y="164910"/>
                  </a:lnTo>
                  <a:lnTo>
                    <a:pt x="74311" y="163868"/>
                  </a:lnTo>
                  <a:lnTo>
                    <a:pt x="79942" y="162631"/>
                  </a:lnTo>
                  <a:lnTo>
                    <a:pt x="85528" y="161200"/>
                  </a:lnTo>
                  <a:lnTo>
                    <a:pt x="91061" y="159577"/>
                  </a:lnTo>
                  <a:lnTo>
                    <a:pt x="412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423235" y="4659281"/>
              <a:ext cx="167162" cy="326745"/>
            </a:xfrm>
            <a:custGeom>
              <a:avLst/>
              <a:pathLst>
                <a:path w="167162" h="326745">
                  <a:moveTo>
                    <a:pt x="49797" y="326745"/>
                  </a:moveTo>
                  <a:lnTo>
                    <a:pt x="54862" y="325075"/>
                  </a:lnTo>
                  <a:lnTo>
                    <a:pt x="59870" y="323245"/>
                  </a:lnTo>
                  <a:lnTo>
                    <a:pt x="64818" y="321256"/>
                  </a:lnTo>
                  <a:lnTo>
                    <a:pt x="69700" y="319111"/>
                  </a:lnTo>
                  <a:lnTo>
                    <a:pt x="74510" y="316810"/>
                  </a:lnTo>
                  <a:lnTo>
                    <a:pt x="79245" y="314358"/>
                  </a:lnTo>
                  <a:lnTo>
                    <a:pt x="83900" y="311755"/>
                  </a:lnTo>
                  <a:lnTo>
                    <a:pt x="88468" y="309006"/>
                  </a:lnTo>
                  <a:lnTo>
                    <a:pt x="92947" y="306112"/>
                  </a:lnTo>
                  <a:lnTo>
                    <a:pt x="97332" y="303076"/>
                  </a:lnTo>
                  <a:lnTo>
                    <a:pt x="101617" y="299903"/>
                  </a:lnTo>
                  <a:lnTo>
                    <a:pt x="105799" y="296594"/>
                  </a:lnTo>
                  <a:lnTo>
                    <a:pt x="109873" y="293154"/>
                  </a:lnTo>
                  <a:lnTo>
                    <a:pt x="113835" y="289586"/>
                  </a:lnTo>
                  <a:lnTo>
                    <a:pt x="117682" y="285893"/>
                  </a:lnTo>
                  <a:lnTo>
                    <a:pt x="121409" y="282079"/>
                  </a:lnTo>
                  <a:lnTo>
                    <a:pt x="125012" y="278148"/>
                  </a:lnTo>
                  <a:lnTo>
                    <a:pt x="128488" y="274104"/>
                  </a:lnTo>
                  <a:lnTo>
                    <a:pt x="131834" y="269952"/>
                  </a:lnTo>
                  <a:lnTo>
                    <a:pt x="135045" y="265695"/>
                  </a:lnTo>
                  <a:lnTo>
                    <a:pt x="138119" y="261337"/>
                  </a:lnTo>
                  <a:lnTo>
                    <a:pt x="141052" y="256884"/>
                  </a:lnTo>
                  <a:lnTo>
                    <a:pt x="143842" y="252340"/>
                  </a:lnTo>
                  <a:lnTo>
                    <a:pt x="146485" y="247709"/>
                  </a:lnTo>
                  <a:lnTo>
                    <a:pt x="148979" y="242995"/>
                  </a:lnTo>
                  <a:lnTo>
                    <a:pt x="151322" y="238205"/>
                  </a:lnTo>
                  <a:lnTo>
                    <a:pt x="153511" y="233343"/>
                  </a:lnTo>
                  <a:lnTo>
                    <a:pt x="155543" y="228413"/>
                  </a:lnTo>
                  <a:lnTo>
                    <a:pt x="157418" y="223421"/>
                  </a:lnTo>
                  <a:lnTo>
                    <a:pt x="159132" y="218371"/>
                  </a:lnTo>
                  <a:lnTo>
                    <a:pt x="160684" y="213270"/>
                  </a:lnTo>
                  <a:lnTo>
                    <a:pt x="162073" y="208121"/>
                  </a:lnTo>
                  <a:lnTo>
                    <a:pt x="163296" y="202931"/>
                  </a:lnTo>
                  <a:lnTo>
                    <a:pt x="164354" y="197705"/>
                  </a:lnTo>
                  <a:lnTo>
                    <a:pt x="165244" y="192447"/>
                  </a:lnTo>
                  <a:lnTo>
                    <a:pt x="165967" y="187164"/>
                  </a:lnTo>
                  <a:lnTo>
                    <a:pt x="166520" y="181860"/>
                  </a:lnTo>
                  <a:lnTo>
                    <a:pt x="166904" y="176542"/>
                  </a:lnTo>
                  <a:lnTo>
                    <a:pt x="167118" y="171213"/>
                  </a:lnTo>
                  <a:lnTo>
                    <a:pt x="167162" y="165881"/>
                  </a:lnTo>
                  <a:lnTo>
                    <a:pt x="167036" y="160550"/>
                  </a:lnTo>
                  <a:lnTo>
                    <a:pt x="166740" y="155226"/>
                  </a:lnTo>
                  <a:lnTo>
                    <a:pt x="166274" y="149914"/>
                  </a:lnTo>
                  <a:lnTo>
                    <a:pt x="165639" y="144619"/>
                  </a:lnTo>
                  <a:lnTo>
                    <a:pt x="164836" y="139348"/>
                  </a:lnTo>
                  <a:lnTo>
                    <a:pt x="163865" y="134105"/>
                  </a:lnTo>
                  <a:lnTo>
                    <a:pt x="162727" y="128895"/>
                  </a:lnTo>
                  <a:lnTo>
                    <a:pt x="161423" y="123724"/>
                  </a:lnTo>
                  <a:lnTo>
                    <a:pt x="159956" y="118598"/>
                  </a:lnTo>
                  <a:lnTo>
                    <a:pt x="158325" y="113521"/>
                  </a:lnTo>
                  <a:lnTo>
                    <a:pt x="156534" y="108498"/>
                  </a:lnTo>
                  <a:lnTo>
                    <a:pt x="154583" y="103536"/>
                  </a:lnTo>
                  <a:lnTo>
                    <a:pt x="152475" y="98638"/>
                  </a:lnTo>
                  <a:lnTo>
                    <a:pt x="150211" y="93809"/>
                  </a:lnTo>
                  <a:lnTo>
                    <a:pt x="147795" y="89056"/>
                  </a:lnTo>
                  <a:lnTo>
                    <a:pt x="145229" y="84382"/>
                  </a:lnTo>
                  <a:lnTo>
                    <a:pt x="142514" y="79792"/>
                  </a:lnTo>
                  <a:lnTo>
                    <a:pt x="139655" y="75291"/>
                  </a:lnTo>
                  <a:lnTo>
                    <a:pt x="136654" y="70883"/>
                  </a:lnTo>
                  <a:lnTo>
                    <a:pt x="133513" y="66574"/>
                  </a:lnTo>
                  <a:lnTo>
                    <a:pt x="130237" y="62366"/>
                  </a:lnTo>
                  <a:lnTo>
                    <a:pt x="126828" y="58266"/>
                  </a:lnTo>
                  <a:lnTo>
                    <a:pt x="123290" y="54276"/>
                  </a:lnTo>
                  <a:lnTo>
                    <a:pt x="119627" y="50401"/>
                  </a:lnTo>
                  <a:lnTo>
                    <a:pt x="115842" y="46645"/>
                  </a:lnTo>
                  <a:lnTo>
                    <a:pt x="111939" y="43012"/>
                  </a:lnTo>
                  <a:lnTo>
                    <a:pt x="107922" y="39505"/>
                  </a:lnTo>
                  <a:lnTo>
                    <a:pt x="103795" y="36127"/>
                  </a:lnTo>
                  <a:lnTo>
                    <a:pt x="99563" y="32883"/>
                  </a:lnTo>
                  <a:lnTo>
                    <a:pt x="95229" y="29776"/>
                  </a:lnTo>
                  <a:lnTo>
                    <a:pt x="90799" y="26809"/>
                  </a:lnTo>
                  <a:lnTo>
                    <a:pt x="86276" y="23984"/>
                  </a:lnTo>
                  <a:lnTo>
                    <a:pt x="81665" y="21305"/>
                  </a:lnTo>
                  <a:lnTo>
                    <a:pt x="76972" y="18775"/>
                  </a:lnTo>
                  <a:lnTo>
                    <a:pt x="72200" y="16395"/>
                  </a:lnTo>
                  <a:lnTo>
                    <a:pt x="67354" y="14169"/>
                  </a:lnTo>
                  <a:lnTo>
                    <a:pt x="62440" y="12099"/>
                  </a:lnTo>
                  <a:lnTo>
                    <a:pt x="57462" y="10186"/>
                  </a:lnTo>
                  <a:lnTo>
                    <a:pt x="52426" y="8433"/>
                  </a:lnTo>
                  <a:lnTo>
                    <a:pt x="47337" y="6842"/>
                  </a:lnTo>
                  <a:lnTo>
                    <a:pt x="42199" y="5414"/>
                  </a:lnTo>
                  <a:lnTo>
                    <a:pt x="37019" y="4150"/>
                  </a:lnTo>
                  <a:lnTo>
                    <a:pt x="31800" y="3052"/>
                  </a:lnTo>
                  <a:lnTo>
                    <a:pt x="26550" y="2121"/>
                  </a:lnTo>
                  <a:lnTo>
                    <a:pt x="21272" y="1359"/>
                  </a:lnTo>
                  <a:lnTo>
                    <a:pt x="15973" y="764"/>
                  </a:lnTo>
                  <a:lnTo>
                    <a:pt x="10658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61314" y="4213821"/>
              <a:ext cx="263686" cy="334325"/>
            </a:xfrm>
            <a:custGeom>
              <a:avLst/>
              <a:pathLst>
                <a:path w="263686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216108" y="327007"/>
                  </a:lnTo>
                  <a:lnTo>
                    <a:pt x="221172" y="325368"/>
                  </a:lnTo>
                  <a:lnTo>
                    <a:pt x="226181" y="323568"/>
                  </a:lnTo>
                  <a:lnTo>
                    <a:pt x="231130" y="321610"/>
                  </a:lnTo>
                  <a:lnTo>
                    <a:pt x="236014" y="319495"/>
                  </a:lnTo>
                  <a:lnTo>
                    <a:pt x="240828" y="317225"/>
                  </a:lnTo>
                  <a:lnTo>
                    <a:pt x="245568" y="314804"/>
                  </a:lnTo>
                  <a:lnTo>
                    <a:pt x="250229" y="312233"/>
                  </a:lnTo>
                  <a:lnTo>
                    <a:pt x="254805" y="309515"/>
                  </a:lnTo>
                  <a:lnTo>
                    <a:pt x="259292" y="306652"/>
                  </a:lnTo>
                  <a:lnTo>
                    <a:pt x="263686" y="30364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380988"/>
              <a:ext cx="96528" cy="136481"/>
            </a:xfrm>
            <a:custGeom>
              <a:avLst/>
              <a:pathLst>
                <a:path w="96528" h="136481">
                  <a:moveTo>
                    <a:pt x="96528" y="1364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380988"/>
              <a:ext cx="155112" cy="136481"/>
            </a:xfrm>
            <a:custGeom>
              <a:avLst/>
              <a:pathLst>
                <a:path w="155112" h="136481">
                  <a:moveTo>
                    <a:pt x="96528" y="136481"/>
                  </a:moveTo>
                  <a:lnTo>
                    <a:pt x="101073" y="133150"/>
                  </a:lnTo>
                  <a:lnTo>
                    <a:pt x="105504" y="129667"/>
                  </a:lnTo>
                  <a:lnTo>
                    <a:pt x="109815" y="126038"/>
                  </a:lnTo>
                  <a:lnTo>
                    <a:pt x="114001" y="122264"/>
                  </a:lnTo>
                  <a:lnTo>
                    <a:pt x="118057" y="118352"/>
                  </a:lnTo>
                  <a:lnTo>
                    <a:pt x="121979" y="114306"/>
                  </a:lnTo>
                  <a:lnTo>
                    <a:pt x="125763" y="110129"/>
                  </a:lnTo>
                  <a:lnTo>
                    <a:pt x="129404" y="105827"/>
                  </a:lnTo>
                  <a:lnTo>
                    <a:pt x="132897" y="101405"/>
                  </a:lnTo>
                  <a:lnTo>
                    <a:pt x="136240" y="96868"/>
                  </a:lnTo>
                  <a:lnTo>
                    <a:pt x="139427" y="92221"/>
                  </a:lnTo>
                  <a:lnTo>
                    <a:pt x="142457" y="87469"/>
                  </a:lnTo>
                  <a:lnTo>
                    <a:pt x="145324" y="82617"/>
                  </a:lnTo>
                  <a:lnTo>
                    <a:pt x="148026" y="77672"/>
                  </a:lnTo>
                  <a:lnTo>
                    <a:pt x="150560" y="72638"/>
                  </a:lnTo>
                  <a:lnTo>
                    <a:pt x="152923" y="67522"/>
                  </a:lnTo>
                  <a:lnTo>
                    <a:pt x="155112" y="62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28472" y="4213821"/>
              <a:ext cx="167167" cy="229496"/>
            </a:xfrm>
            <a:custGeom>
              <a:avLst/>
              <a:pathLst>
                <a:path w="167167" h="229496">
                  <a:moveTo>
                    <a:pt x="155112" y="229496"/>
                  </a:moveTo>
                  <a:lnTo>
                    <a:pt x="157028" y="224499"/>
                  </a:lnTo>
                  <a:lnTo>
                    <a:pt x="158783" y="219444"/>
                  </a:lnTo>
                  <a:lnTo>
                    <a:pt x="160375" y="214334"/>
                  </a:lnTo>
                  <a:lnTo>
                    <a:pt x="161802" y="209177"/>
                  </a:lnTo>
                  <a:lnTo>
                    <a:pt x="163064" y="203976"/>
                  </a:lnTo>
                  <a:lnTo>
                    <a:pt x="164159" y="198738"/>
                  </a:lnTo>
                  <a:lnTo>
                    <a:pt x="165085" y="193467"/>
                  </a:lnTo>
                  <a:lnTo>
                    <a:pt x="165842" y="188169"/>
                  </a:lnTo>
                  <a:lnTo>
                    <a:pt x="166430" y="182850"/>
                  </a:lnTo>
                  <a:lnTo>
                    <a:pt x="166846" y="177515"/>
                  </a:lnTo>
                  <a:lnTo>
                    <a:pt x="167092" y="172169"/>
                  </a:lnTo>
                  <a:lnTo>
                    <a:pt x="167167" y="166818"/>
                  </a:lnTo>
                  <a:lnTo>
                    <a:pt x="167070" y="161467"/>
                  </a:lnTo>
                  <a:lnTo>
                    <a:pt x="166802" y="156122"/>
                  </a:lnTo>
                  <a:lnTo>
                    <a:pt x="166363" y="150789"/>
                  </a:lnTo>
                  <a:lnTo>
                    <a:pt x="165753" y="145472"/>
                  </a:lnTo>
                  <a:lnTo>
                    <a:pt x="164974" y="140178"/>
                  </a:lnTo>
                  <a:lnTo>
                    <a:pt x="164025" y="134911"/>
                  </a:lnTo>
                  <a:lnTo>
                    <a:pt x="162909" y="129677"/>
                  </a:lnTo>
                  <a:lnTo>
                    <a:pt x="161625" y="124482"/>
                  </a:lnTo>
                  <a:lnTo>
                    <a:pt x="160176" y="119330"/>
                  </a:lnTo>
                  <a:lnTo>
                    <a:pt x="158563" y="114228"/>
                  </a:lnTo>
                  <a:lnTo>
                    <a:pt x="156787" y="109179"/>
                  </a:lnTo>
                  <a:lnTo>
                    <a:pt x="154851" y="104190"/>
                  </a:lnTo>
                  <a:lnTo>
                    <a:pt x="152756" y="99266"/>
                  </a:lnTo>
                  <a:lnTo>
                    <a:pt x="150504" y="94411"/>
                  </a:lnTo>
                  <a:lnTo>
                    <a:pt x="148098" y="89631"/>
                  </a:lnTo>
                  <a:lnTo>
                    <a:pt x="145540" y="84930"/>
                  </a:lnTo>
                  <a:lnTo>
                    <a:pt x="142833" y="80314"/>
                  </a:lnTo>
                  <a:lnTo>
                    <a:pt x="139980" y="75786"/>
                  </a:lnTo>
                  <a:lnTo>
                    <a:pt x="136983" y="71352"/>
                  </a:lnTo>
                  <a:lnTo>
                    <a:pt x="133846" y="67017"/>
                  </a:lnTo>
                  <a:lnTo>
                    <a:pt x="130572" y="62784"/>
                  </a:lnTo>
                  <a:lnTo>
                    <a:pt x="127164" y="58658"/>
                  </a:lnTo>
                  <a:lnTo>
                    <a:pt x="123625" y="54643"/>
                  </a:lnTo>
                  <a:lnTo>
                    <a:pt x="119960" y="50744"/>
                  </a:lnTo>
                  <a:lnTo>
                    <a:pt x="116172" y="46963"/>
                  </a:lnTo>
                  <a:lnTo>
                    <a:pt x="112265" y="43306"/>
                  </a:lnTo>
                  <a:lnTo>
                    <a:pt x="108243" y="39776"/>
                  </a:lnTo>
                  <a:lnTo>
                    <a:pt x="104110" y="36377"/>
                  </a:lnTo>
                  <a:lnTo>
                    <a:pt x="99870" y="33112"/>
                  </a:lnTo>
                  <a:lnTo>
                    <a:pt x="95528" y="29983"/>
                  </a:lnTo>
                  <a:lnTo>
                    <a:pt x="91088" y="26996"/>
                  </a:lnTo>
                  <a:lnTo>
                    <a:pt x="86554" y="24152"/>
                  </a:lnTo>
                  <a:lnTo>
                    <a:pt x="81932" y="21455"/>
                  </a:lnTo>
                  <a:lnTo>
                    <a:pt x="77226" y="18907"/>
                  </a:lnTo>
                  <a:lnTo>
                    <a:pt x="72441" y="16511"/>
                  </a:lnTo>
                  <a:lnTo>
                    <a:pt x="67581" y="14269"/>
                  </a:lnTo>
                  <a:lnTo>
                    <a:pt x="62653" y="12185"/>
                  </a:lnTo>
                  <a:lnTo>
                    <a:pt x="57660" y="10259"/>
                  </a:lnTo>
                  <a:lnTo>
                    <a:pt x="52608" y="8493"/>
                  </a:lnTo>
                  <a:lnTo>
                    <a:pt x="47502" y="6891"/>
                  </a:lnTo>
                  <a:lnTo>
                    <a:pt x="42347" y="5452"/>
                  </a:lnTo>
                  <a:lnTo>
                    <a:pt x="37149" y="4180"/>
                  </a:lnTo>
                  <a:lnTo>
                    <a:pt x="31913" y="3074"/>
                  </a:lnTo>
                  <a:lnTo>
                    <a:pt x="26644" y="2137"/>
                  </a:lnTo>
                  <a:lnTo>
                    <a:pt x="21348" y="1368"/>
                  </a:lnTo>
                  <a:lnTo>
                    <a:pt x="16030" y="770"/>
                  </a:lnTo>
                  <a:lnTo>
                    <a:pt x="10696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1857" y="3707720"/>
              <a:ext cx="258546" cy="334331"/>
            </a:xfrm>
            <a:custGeom>
              <a:avLst/>
              <a:pathLst>
                <a:path w="258546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89" y="2107"/>
                  </a:lnTo>
                  <a:lnTo>
                    <a:pt x="135456" y="3032"/>
                  </a:lnTo>
                  <a:lnTo>
                    <a:pt x="130254" y="4123"/>
                  </a:lnTo>
                  <a:lnTo>
                    <a:pt x="125089" y="5378"/>
                  </a:lnTo>
                  <a:lnTo>
                    <a:pt x="119967" y="6797"/>
                  </a:lnTo>
                  <a:lnTo>
                    <a:pt x="114893" y="8378"/>
                  </a:lnTo>
                  <a:lnTo>
                    <a:pt x="109872" y="10120"/>
                  </a:lnTo>
                  <a:lnTo>
                    <a:pt x="104908" y="12020"/>
                  </a:lnTo>
                  <a:lnTo>
                    <a:pt x="100008" y="14077"/>
                  </a:lnTo>
                  <a:lnTo>
                    <a:pt x="95175" y="16289"/>
                  </a:lnTo>
                  <a:lnTo>
                    <a:pt x="90415" y="18654"/>
                  </a:lnTo>
                  <a:lnTo>
                    <a:pt x="85732" y="21168"/>
                  </a:lnTo>
                  <a:lnTo>
                    <a:pt x="81132" y="23830"/>
                  </a:lnTo>
                  <a:lnTo>
                    <a:pt x="76619" y="26637"/>
                  </a:lnTo>
                  <a:lnTo>
                    <a:pt x="72197" y="29587"/>
                  </a:lnTo>
                  <a:lnTo>
                    <a:pt x="67872" y="32675"/>
                  </a:lnTo>
                  <a:lnTo>
                    <a:pt x="63647" y="35899"/>
                  </a:lnTo>
                  <a:lnTo>
                    <a:pt x="59526" y="39256"/>
                  </a:lnTo>
                  <a:lnTo>
                    <a:pt x="55514" y="42742"/>
                  </a:lnTo>
                  <a:lnTo>
                    <a:pt x="51615" y="46354"/>
                  </a:lnTo>
                  <a:lnTo>
                    <a:pt x="47833" y="50088"/>
                  </a:lnTo>
                  <a:lnTo>
                    <a:pt x="44171" y="53940"/>
                  </a:lnTo>
                  <a:lnTo>
                    <a:pt x="40634" y="57907"/>
                  </a:lnTo>
                  <a:lnTo>
                    <a:pt x="37224" y="61984"/>
                  </a:lnTo>
                  <a:lnTo>
                    <a:pt x="33946" y="66167"/>
                  </a:lnTo>
                  <a:lnTo>
                    <a:pt x="30803" y="70453"/>
                  </a:lnTo>
                  <a:lnTo>
                    <a:pt x="27797" y="74837"/>
                  </a:lnTo>
                  <a:lnTo>
                    <a:pt x="24933" y="79313"/>
                  </a:lnTo>
                  <a:lnTo>
                    <a:pt x="22212" y="83879"/>
                  </a:lnTo>
                  <a:lnTo>
                    <a:pt x="19637" y="88529"/>
                  </a:lnTo>
                  <a:lnTo>
                    <a:pt x="17212" y="93258"/>
                  </a:lnTo>
                  <a:lnTo>
                    <a:pt x="14938" y="98062"/>
                  </a:lnTo>
                  <a:lnTo>
                    <a:pt x="12818" y="102936"/>
                  </a:lnTo>
                  <a:lnTo>
                    <a:pt x="10854" y="107874"/>
                  </a:lnTo>
                  <a:lnTo>
                    <a:pt x="9048" y="112873"/>
                  </a:lnTo>
                  <a:lnTo>
                    <a:pt x="7402" y="117927"/>
                  </a:lnTo>
                  <a:lnTo>
                    <a:pt x="5918" y="123030"/>
                  </a:lnTo>
                  <a:lnTo>
                    <a:pt x="4596" y="128178"/>
                  </a:lnTo>
                  <a:lnTo>
                    <a:pt x="3439" y="133365"/>
                  </a:lnTo>
                  <a:lnTo>
                    <a:pt x="2447" y="138587"/>
                  </a:lnTo>
                  <a:lnTo>
                    <a:pt x="1622" y="143837"/>
                  </a:lnTo>
                  <a:lnTo>
                    <a:pt x="964" y="149111"/>
                  </a:lnTo>
                  <a:lnTo>
                    <a:pt x="474" y="154403"/>
                  </a:lnTo>
                  <a:lnTo>
                    <a:pt x="152" y="159709"/>
                  </a:lnTo>
                  <a:lnTo>
                    <a:pt x="0" y="165021"/>
                  </a:lnTo>
                  <a:lnTo>
                    <a:pt x="16" y="170336"/>
                  </a:lnTo>
                  <a:lnTo>
                    <a:pt x="201" y="175648"/>
                  </a:lnTo>
                  <a:lnTo>
                    <a:pt x="555" y="180951"/>
                  </a:lnTo>
                  <a:lnTo>
                    <a:pt x="1077" y="186240"/>
                  </a:lnTo>
                  <a:lnTo>
                    <a:pt x="1768" y="191510"/>
                  </a:lnTo>
                  <a:lnTo>
                    <a:pt x="2625" y="196755"/>
                  </a:lnTo>
                  <a:lnTo>
                    <a:pt x="3649" y="201970"/>
                  </a:lnTo>
                  <a:lnTo>
                    <a:pt x="4838" y="207151"/>
                  </a:lnTo>
                  <a:lnTo>
                    <a:pt x="6191" y="212290"/>
                  </a:lnTo>
                  <a:lnTo>
                    <a:pt x="7707" y="217385"/>
                  </a:lnTo>
                  <a:lnTo>
                    <a:pt x="9384" y="222428"/>
                  </a:lnTo>
                  <a:lnTo>
                    <a:pt x="11220" y="227415"/>
                  </a:lnTo>
                  <a:lnTo>
                    <a:pt x="13214" y="232342"/>
                  </a:lnTo>
                  <a:lnTo>
                    <a:pt x="15364" y="237203"/>
                  </a:lnTo>
                  <a:lnTo>
                    <a:pt x="17667" y="241993"/>
                  </a:lnTo>
                  <a:lnTo>
                    <a:pt x="20121" y="246707"/>
                  </a:lnTo>
                  <a:lnTo>
                    <a:pt x="22724" y="251341"/>
                  </a:lnTo>
                  <a:lnTo>
                    <a:pt x="25473" y="255890"/>
                  </a:lnTo>
                  <a:lnTo>
                    <a:pt x="28365" y="260349"/>
                  </a:lnTo>
                  <a:lnTo>
                    <a:pt x="31398" y="264714"/>
                  </a:lnTo>
                  <a:lnTo>
                    <a:pt x="34567" y="268980"/>
                  </a:lnTo>
                  <a:lnTo>
                    <a:pt x="37871" y="273144"/>
                  </a:lnTo>
                  <a:lnTo>
                    <a:pt x="41305" y="277200"/>
                  </a:lnTo>
                  <a:lnTo>
                    <a:pt x="44867" y="281145"/>
                  </a:lnTo>
                  <a:lnTo>
                    <a:pt x="48552" y="284975"/>
                  </a:lnTo>
                  <a:lnTo>
                    <a:pt x="52357" y="288686"/>
                  </a:lnTo>
                  <a:lnTo>
                    <a:pt x="56278" y="292273"/>
                  </a:lnTo>
                  <a:lnTo>
                    <a:pt x="60311" y="295735"/>
                  </a:lnTo>
                  <a:lnTo>
                    <a:pt x="64452" y="299066"/>
                  </a:lnTo>
                  <a:lnTo>
                    <a:pt x="68697" y="302265"/>
                  </a:lnTo>
                  <a:lnTo>
                    <a:pt x="73042" y="305326"/>
                  </a:lnTo>
                  <a:lnTo>
                    <a:pt x="77481" y="308248"/>
                  </a:lnTo>
                  <a:lnTo>
                    <a:pt x="82012" y="311027"/>
                  </a:lnTo>
                  <a:lnTo>
                    <a:pt x="86628" y="313661"/>
                  </a:lnTo>
                  <a:lnTo>
                    <a:pt x="91326" y="316147"/>
                  </a:lnTo>
                  <a:lnTo>
                    <a:pt x="96100" y="318482"/>
                  </a:lnTo>
                  <a:lnTo>
                    <a:pt x="100946" y="320665"/>
                  </a:lnTo>
                  <a:lnTo>
                    <a:pt x="105859" y="322692"/>
                  </a:lnTo>
                  <a:lnTo>
                    <a:pt x="110834" y="324562"/>
                  </a:lnTo>
                  <a:lnTo>
                    <a:pt x="115866" y="326273"/>
                  </a:lnTo>
                  <a:lnTo>
                    <a:pt x="120950" y="327823"/>
                  </a:lnTo>
                  <a:lnTo>
                    <a:pt x="126081" y="329210"/>
                  </a:lnTo>
                  <a:lnTo>
                    <a:pt x="131253" y="330434"/>
                  </a:lnTo>
                  <a:lnTo>
                    <a:pt x="136461" y="331493"/>
                  </a:lnTo>
                  <a:lnTo>
                    <a:pt x="141701" y="332385"/>
                  </a:lnTo>
                  <a:lnTo>
                    <a:pt x="146966" y="333111"/>
                  </a:lnTo>
                  <a:lnTo>
                    <a:pt x="152251" y="333669"/>
                  </a:lnTo>
                  <a:lnTo>
                    <a:pt x="157552" y="334058"/>
                  </a:lnTo>
                  <a:lnTo>
                    <a:pt x="162862" y="334279"/>
                  </a:lnTo>
                  <a:lnTo>
                    <a:pt x="168177" y="334331"/>
                  </a:lnTo>
                  <a:lnTo>
                    <a:pt x="173490" y="334214"/>
                  </a:lnTo>
                  <a:lnTo>
                    <a:pt x="178798" y="333928"/>
                  </a:lnTo>
                  <a:lnTo>
                    <a:pt x="184093" y="333474"/>
                  </a:lnTo>
                  <a:lnTo>
                    <a:pt x="189371" y="332851"/>
                  </a:lnTo>
                  <a:lnTo>
                    <a:pt x="194627" y="332061"/>
                  </a:lnTo>
                  <a:lnTo>
                    <a:pt x="199855" y="331105"/>
                  </a:lnTo>
                  <a:lnTo>
                    <a:pt x="205050" y="329982"/>
                  </a:lnTo>
                  <a:lnTo>
                    <a:pt x="210207" y="328695"/>
                  </a:lnTo>
                  <a:lnTo>
                    <a:pt x="215320" y="327245"/>
                  </a:lnTo>
                  <a:lnTo>
                    <a:pt x="220385" y="325633"/>
                  </a:lnTo>
                  <a:lnTo>
                    <a:pt x="225395" y="323860"/>
                  </a:lnTo>
                  <a:lnTo>
                    <a:pt x="230347" y="321930"/>
                  </a:lnTo>
                  <a:lnTo>
                    <a:pt x="235235" y="319842"/>
                  </a:lnTo>
                  <a:lnTo>
                    <a:pt x="240054" y="317601"/>
                  </a:lnTo>
                  <a:lnTo>
                    <a:pt x="244799" y="315207"/>
                  </a:lnTo>
                  <a:lnTo>
                    <a:pt x="249466" y="312664"/>
                  </a:lnTo>
                  <a:lnTo>
                    <a:pt x="254050" y="309974"/>
                  </a:lnTo>
                  <a:lnTo>
                    <a:pt x="258546" y="30713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41"/>
              <a:ext cx="167165" cy="307118"/>
            </a:xfrm>
            <a:custGeom>
              <a:avLst/>
              <a:pathLst>
                <a:path w="167165" h="307118">
                  <a:moveTo>
                    <a:pt x="91392" y="307118"/>
                  </a:moveTo>
                  <a:lnTo>
                    <a:pt x="95802" y="304138"/>
                  </a:lnTo>
                  <a:lnTo>
                    <a:pt x="100115" y="301019"/>
                  </a:lnTo>
                  <a:lnTo>
                    <a:pt x="104326" y="297763"/>
                  </a:lnTo>
                  <a:lnTo>
                    <a:pt x="108431" y="294376"/>
                  </a:lnTo>
                  <a:lnTo>
                    <a:pt x="112427" y="290860"/>
                  </a:lnTo>
                  <a:lnTo>
                    <a:pt x="116308" y="287218"/>
                  </a:lnTo>
                  <a:lnTo>
                    <a:pt x="120072" y="283454"/>
                  </a:lnTo>
                  <a:lnTo>
                    <a:pt x="123713" y="279573"/>
                  </a:lnTo>
                  <a:lnTo>
                    <a:pt x="127230" y="275577"/>
                  </a:lnTo>
                  <a:lnTo>
                    <a:pt x="130617" y="271472"/>
                  </a:lnTo>
                  <a:lnTo>
                    <a:pt x="133872" y="267261"/>
                  </a:lnTo>
                  <a:lnTo>
                    <a:pt x="136992" y="262948"/>
                  </a:lnTo>
                  <a:lnTo>
                    <a:pt x="139972" y="258539"/>
                  </a:lnTo>
                  <a:lnTo>
                    <a:pt x="142811" y="254036"/>
                  </a:lnTo>
                  <a:lnTo>
                    <a:pt x="145504" y="249446"/>
                  </a:lnTo>
                  <a:lnTo>
                    <a:pt x="148051" y="244772"/>
                  </a:lnTo>
                  <a:lnTo>
                    <a:pt x="150447" y="240019"/>
                  </a:lnTo>
                  <a:lnTo>
                    <a:pt x="152690" y="235193"/>
                  </a:lnTo>
                  <a:lnTo>
                    <a:pt x="154779" y="230297"/>
                  </a:lnTo>
                  <a:lnTo>
                    <a:pt x="156711" y="225338"/>
                  </a:lnTo>
                  <a:lnTo>
                    <a:pt x="158484" y="220320"/>
                  </a:lnTo>
                  <a:lnTo>
                    <a:pt x="160097" y="215247"/>
                  </a:lnTo>
                  <a:lnTo>
                    <a:pt x="161547" y="210126"/>
                  </a:lnTo>
                  <a:lnTo>
                    <a:pt x="162834" y="204962"/>
                  </a:lnTo>
                  <a:lnTo>
                    <a:pt x="163955" y="199759"/>
                  </a:lnTo>
                  <a:lnTo>
                    <a:pt x="164910" y="194522"/>
                  </a:lnTo>
                  <a:lnTo>
                    <a:pt x="165698" y="189259"/>
                  </a:lnTo>
                  <a:lnTo>
                    <a:pt x="166318" y="183972"/>
                  </a:lnTo>
                  <a:lnTo>
                    <a:pt x="166769" y="178669"/>
                  </a:lnTo>
                  <a:lnTo>
                    <a:pt x="167052" y="173354"/>
                  </a:lnTo>
                  <a:lnTo>
                    <a:pt x="167165" y="168033"/>
                  </a:lnTo>
                  <a:lnTo>
                    <a:pt x="167108" y="162711"/>
                  </a:lnTo>
                  <a:lnTo>
                    <a:pt x="166882" y="157393"/>
                  </a:lnTo>
                  <a:lnTo>
                    <a:pt x="166487" y="152085"/>
                  </a:lnTo>
                  <a:lnTo>
                    <a:pt x="165923" y="146793"/>
                  </a:lnTo>
                  <a:lnTo>
                    <a:pt x="165191" y="141521"/>
                  </a:lnTo>
                  <a:lnTo>
                    <a:pt x="164292" y="136275"/>
                  </a:lnTo>
                  <a:lnTo>
                    <a:pt x="163226" y="131060"/>
                  </a:lnTo>
                  <a:lnTo>
                    <a:pt x="161994" y="125882"/>
                  </a:lnTo>
                  <a:lnTo>
                    <a:pt x="160598" y="120746"/>
                  </a:lnTo>
                  <a:lnTo>
                    <a:pt x="159040" y="115657"/>
                  </a:lnTo>
                  <a:lnTo>
                    <a:pt x="157320" y="110620"/>
                  </a:lnTo>
                  <a:lnTo>
                    <a:pt x="155441" y="105640"/>
                  </a:lnTo>
                  <a:lnTo>
                    <a:pt x="153404" y="100723"/>
                  </a:lnTo>
                  <a:lnTo>
                    <a:pt x="151212" y="95873"/>
                  </a:lnTo>
                  <a:lnTo>
                    <a:pt x="148866" y="91095"/>
                  </a:lnTo>
                  <a:lnTo>
                    <a:pt x="146370" y="86395"/>
                  </a:lnTo>
                  <a:lnTo>
                    <a:pt x="143725" y="81776"/>
                  </a:lnTo>
                  <a:lnTo>
                    <a:pt x="140934" y="77244"/>
                  </a:lnTo>
                  <a:lnTo>
                    <a:pt x="138001" y="72803"/>
                  </a:lnTo>
                  <a:lnTo>
                    <a:pt x="134927" y="68457"/>
                  </a:lnTo>
                  <a:lnTo>
                    <a:pt x="131717" y="64212"/>
                  </a:lnTo>
                  <a:lnTo>
                    <a:pt x="128373" y="60071"/>
                  </a:lnTo>
                  <a:lnTo>
                    <a:pt x="124900" y="56038"/>
                  </a:lnTo>
                  <a:lnTo>
                    <a:pt x="121299" y="52118"/>
                  </a:lnTo>
                  <a:lnTo>
                    <a:pt x="117576" y="48315"/>
                  </a:lnTo>
                  <a:lnTo>
                    <a:pt x="113733" y="44632"/>
                  </a:lnTo>
                  <a:lnTo>
                    <a:pt x="109775" y="41073"/>
                  </a:lnTo>
                  <a:lnTo>
                    <a:pt x="105706" y="37643"/>
                  </a:lnTo>
                  <a:lnTo>
                    <a:pt x="101530" y="34343"/>
                  </a:lnTo>
                  <a:lnTo>
                    <a:pt x="97251" y="31178"/>
                  </a:lnTo>
                  <a:lnTo>
                    <a:pt x="92873" y="28151"/>
                  </a:lnTo>
                  <a:lnTo>
                    <a:pt x="88401" y="25265"/>
                  </a:lnTo>
                  <a:lnTo>
                    <a:pt x="83839" y="22523"/>
                  </a:lnTo>
                  <a:lnTo>
                    <a:pt x="79193" y="19927"/>
                  </a:lnTo>
                  <a:lnTo>
                    <a:pt x="74466" y="17480"/>
                  </a:lnTo>
                  <a:lnTo>
                    <a:pt x="69663" y="15186"/>
                  </a:lnTo>
                  <a:lnTo>
                    <a:pt x="64790" y="13045"/>
                  </a:lnTo>
                  <a:lnTo>
                    <a:pt x="59852" y="11060"/>
                  </a:lnTo>
                  <a:lnTo>
                    <a:pt x="54852" y="9234"/>
                  </a:lnTo>
                  <a:lnTo>
                    <a:pt x="49797" y="7568"/>
                  </a:lnTo>
                  <a:lnTo>
                    <a:pt x="44692" y="6063"/>
                  </a:lnTo>
                  <a:lnTo>
                    <a:pt x="39541" y="4722"/>
                  </a:lnTo>
                  <a:lnTo>
                    <a:pt x="34351" y="3546"/>
                  </a:lnTo>
                  <a:lnTo>
                    <a:pt x="29125" y="2535"/>
                  </a:lnTo>
                  <a:lnTo>
                    <a:pt x="23870" y="1691"/>
                  </a:lnTo>
                  <a:lnTo>
                    <a:pt x="18590" y="1015"/>
                  </a:lnTo>
                  <a:lnTo>
                    <a:pt x="13292" y="508"/>
                  </a:lnTo>
                  <a:lnTo>
                    <a:pt x="7980" y="169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tx82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2025-06-05T22:54:53Z</dcterms:modified>
  <cp:category/>
</cp:coreProperties>
</file>