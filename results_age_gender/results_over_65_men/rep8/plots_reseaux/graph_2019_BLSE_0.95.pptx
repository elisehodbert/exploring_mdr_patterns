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8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4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9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7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7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19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41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9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3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6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76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8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76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85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0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2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85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00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03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9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71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2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1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4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2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1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3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1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7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30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4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5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1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3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47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7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7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11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76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7379" y="3170392"/>
              <a:ext cx="46399" cy="167167"/>
            </a:xfrm>
            <a:custGeom>
              <a:avLst/>
              <a:pathLst>
                <a:path w="46399" h="167167">
                  <a:moveTo>
                    <a:pt x="46399" y="0"/>
                  </a:moveTo>
                  <a:lnTo>
                    <a:pt x="39684" y="134"/>
                  </a:lnTo>
                  <a:lnTo>
                    <a:pt x="32980" y="539"/>
                  </a:lnTo>
                  <a:lnTo>
                    <a:pt x="26298" y="1212"/>
                  </a:lnTo>
                  <a:lnTo>
                    <a:pt x="19648" y="2154"/>
                  </a:lnTo>
                  <a:lnTo>
                    <a:pt x="13041" y="3362"/>
                  </a:lnTo>
                  <a:lnTo>
                    <a:pt x="6488" y="4834"/>
                  </a:lnTo>
                  <a:lnTo>
                    <a:pt x="0" y="6568"/>
                  </a:lnTo>
                  <a:lnTo>
                    <a:pt x="4639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816616" y="3170994"/>
              <a:ext cx="334329" cy="333719"/>
            </a:xfrm>
            <a:custGeom>
              <a:avLst/>
              <a:pathLst>
                <a:path w="334329" h="333719">
                  <a:moveTo>
                    <a:pt x="120762" y="5966"/>
                  </a:moveTo>
                  <a:lnTo>
                    <a:pt x="115705" y="7514"/>
                  </a:lnTo>
                  <a:lnTo>
                    <a:pt x="110699" y="9222"/>
                  </a:lnTo>
                  <a:lnTo>
                    <a:pt x="105749" y="11087"/>
                  </a:lnTo>
                  <a:lnTo>
                    <a:pt x="100861" y="13107"/>
                  </a:lnTo>
                  <a:lnTo>
                    <a:pt x="96039" y="15282"/>
                  </a:lnTo>
                  <a:lnTo>
                    <a:pt x="91289" y="17608"/>
                  </a:lnTo>
                  <a:lnTo>
                    <a:pt x="86614" y="20082"/>
                  </a:lnTo>
                  <a:lnTo>
                    <a:pt x="82021" y="22704"/>
                  </a:lnTo>
                  <a:lnTo>
                    <a:pt x="77512" y="25470"/>
                  </a:lnTo>
                  <a:lnTo>
                    <a:pt x="73093" y="28376"/>
                  </a:lnTo>
                  <a:lnTo>
                    <a:pt x="68768" y="31422"/>
                  </a:lnTo>
                  <a:lnTo>
                    <a:pt x="64542" y="34602"/>
                  </a:lnTo>
                  <a:lnTo>
                    <a:pt x="60419" y="37915"/>
                  </a:lnTo>
                  <a:lnTo>
                    <a:pt x="56402" y="41356"/>
                  </a:lnTo>
                  <a:lnTo>
                    <a:pt x="52496" y="44923"/>
                  </a:lnTo>
                  <a:lnTo>
                    <a:pt x="48705" y="48611"/>
                  </a:lnTo>
                  <a:lnTo>
                    <a:pt x="45033" y="52418"/>
                  </a:lnTo>
                  <a:lnTo>
                    <a:pt x="41483" y="56339"/>
                  </a:lnTo>
                  <a:lnTo>
                    <a:pt x="38059" y="60370"/>
                  </a:lnTo>
                  <a:lnTo>
                    <a:pt x="34764" y="64508"/>
                  </a:lnTo>
                  <a:lnTo>
                    <a:pt x="31601" y="68747"/>
                  </a:lnTo>
                  <a:lnTo>
                    <a:pt x="28574" y="73085"/>
                  </a:lnTo>
                  <a:lnTo>
                    <a:pt x="25686" y="77516"/>
                  </a:lnTo>
                  <a:lnTo>
                    <a:pt x="22940" y="82036"/>
                  </a:lnTo>
                  <a:lnTo>
                    <a:pt x="20338" y="86641"/>
                  </a:lnTo>
                  <a:lnTo>
                    <a:pt x="17883" y="91326"/>
                  </a:lnTo>
                  <a:lnTo>
                    <a:pt x="15578" y="96087"/>
                  </a:lnTo>
                  <a:lnTo>
                    <a:pt x="13424" y="100918"/>
                  </a:lnTo>
                  <a:lnTo>
                    <a:pt x="11424" y="105814"/>
                  </a:lnTo>
                  <a:lnTo>
                    <a:pt x="9580" y="110772"/>
                  </a:lnTo>
                  <a:lnTo>
                    <a:pt x="7894" y="115785"/>
                  </a:lnTo>
                  <a:lnTo>
                    <a:pt x="6367" y="120849"/>
                  </a:lnTo>
                  <a:lnTo>
                    <a:pt x="5001" y="125959"/>
                  </a:lnTo>
                  <a:lnTo>
                    <a:pt x="3798" y="131110"/>
                  </a:lnTo>
                  <a:lnTo>
                    <a:pt x="2758" y="136296"/>
                  </a:lnTo>
                  <a:lnTo>
                    <a:pt x="1882" y="141512"/>
                  </a:lnTo>
                  <a:lnTo>
                    <a:pt x="1173" y="146753"/>
                  </a:lnTo>
                  <a:lnTo>
                    <a:pt x="629" y="152015"/>
                  </a:lnTo>
                  <a:lnTo>
                    <a:pt x="252" y="157290"/>
                  </a:lnTo>
                  <a:lnTo>
                    <a:pt x="42" y="162575"/>
                  </a:lnTo>
                  <a:lnTo>
                    <a:pt x="0" y="167865"/>
                  </a:lnTo>
                  <a:lnTo>
                    <a:pt x="124" y="173152"/>
                  </a:lnTo>
                  <a:lnTo>
                    <a:pt x="416" y="178434"/>
                  </a:lnTo>
                  <a:lnTo>
                    <a:pt x="875" y="183703"/>
                  </a:lnTo>
                  <a:lnTo>
                    <a:pt x="1501" y="188955"/>
                  </a:lnTo>
                  <a:lnTo>
                    <a:pt x="2292" y="194185"/>
                  </a:lnTo>
                  <a:lnTo>
                    <a:pt x="3248" y="199387"/>
                  </a:lnTo>
                  <a:lnTo>
                    <a:pt x="4369" y="204556"/>
                  </a:lnTo>
                  <a:lnTo>
                    <a:pt x="5652" y="209687"/>
                  </a:lnTo>
                  <a:lnTo>
                    <a:pt x="7097" y="214775"/>
                  </a:lnTo>
                  <a:lnTo>
                    <a:pt x="8703" y="219815"/>
                  </a:lnTo>
                  <a:lnTo>
                    <a:pt x="10467" y="224801"/>
                  </a:lnTo>
                  <a:lnTo>
                    <a:pt x="12387" y="229730"/>
                  </a:lnTo>
                  <a:lnTo>
                    <a:pt x="14463" y="234595"/>
                  </a:lnTo>
                  <a:lnTo>
                    <a:pt x="16692" y="239391"/>
                  </a:lnTo>
                  <a:lnTo>
                    <a:pt x="19071" y="244115"/>
                  </a:lnTo>
                  <a:lnTo>
                    <a:pt x="21599" y="248761"/>
                  </a:lnTo>
                  <a:lnTo>
                    <a:pt x="24272" y="253325"/>
                  </a:lnTo>
                  <a:lnTo>
                    <a:pt x="27088" y="257803"/>
                  </a:lnTo>
                  <a:lnTo>
                    <a:pt x="30045" y="262188"/>
                  </a:lnTo>
                  <a:lnTo>
                    <a:pt x="33139" y="266478"/>
                  </a:lnTo>
                  <a:lnTo>
                    <a:pt x="36367" y="270668"/>
                  </a:lnTo>
                  <a:lnTo>
                    <a:pt x="39726" y="274754"/>
                  </a:lnTo>
                  <a:lnTo>
                    <a:pt x="43212" y="278732"/>
                  </a:lnTo>
                  <a:lnTo>
                    <a:pt x="46823" y="282597"/>
                  </a:lnTo>
                  <a:lnTo>
                    <a:pt x="50554" y="286346"/>
                  </a:lnTo>
                  <a:lnTo>
                    <a:pt x="54402" y="289975"/>
                  </a:lnTo>
                  <a:lnTo>
                    <a:pt x="58362" y="293481"/>
                  </a:lnTo>
                  <a:lnTo>
                    <a:pt x="62432" y="296859"/>
                  </a:lnTo>
                  <a:lnTo>
                    <a:pt x="66607" y="300107"/>
                  </a:lnTo>
                  <a:lnTo>
                    <a:pt x="70882" y="303222"/>
                  </a:lnTo>
                  <a:lnTo>
                    <a:pt x="75253" y="306199"/>
                  </a:lnTo>
                  <a:lnTo>
                    <a:pt x="79717" y="309037"/>
                  </a:lnTo>
                  <a:lnTo>
                    <a:pt x="84268" y="311732"/>
                  </a:lnTo>
                  <a:lnTo>
                    <a:pt x="88902" y="314282"/>
                  </a:lnTo>
                  <a:lnTo>
                    <a:pt x="93614" y="316684"/>
                  </a:lnTo>
                  <a:lnTo>
                    <a:pt x="98401" y="318935"/>
                  </a:lnTo>
                  <a:lnTo>
                    <a:pt x="103255" y="321035"/>
                  </a:lnTo>
                  <a:lnTo>
                    <a:pt x="108174" y="322979"/>
                  </a:lnTo>
                  <a:lnTo>
                    <a:pt x="113152" y="324767"/>
                  </a:lnTo>
                  <a:lnTo>
                    <a:pt x="118184" y="326396"/>
                  </a:lnTo>
                  <a:lnTo>
                    <a:pt x="123265" y="327866"/>
                  </a:lnTo>
                  <a:lnTo>
                    <a:pt x="128390" y="329174"/>
                  </a:lnTo>
                  <a:lnTo>
                    <a:pt x="133554" y="330319"/>
                  </a:lnTo>
                  <a:lnTo>
                    <a:pt x="138751" y="331300"/>
                  </a:lnTo>
                  <a:lnTo>
                    <a:pt x="143977" y="332117"/>
                  </a:lnTo>
                  <a:lnTo>
                    <a:pt x="149226" y="332767"/>
                  </a:lnTo>
                  <a:lnTo>
                    <a:pt x="154494" y="333251"/>
                  </a:lnTo>
                  <a:lnTo>
                    <a:pt x="159773" y="333569"/>
                  </a:lnTo>
                  <a:lnTo>
                    <a:pt x="165060" y="333719"/>
                  </a:lnTo>
                  <a:lnTo>
                    <a:pt x="170350" y="333702"/>
                  </a:lnTo>
                  <a:lnTo>
                    <a:pt x="175636" y="333517"/>
                  </a:lnTo>
                  <a:lnTo>
                    <a:pt x="180913" y="333166"/>
                  </a:lnTo>
                  <a:lnTo>
                    <a:pt x="186177" y="332647"/>
                  </a:lnTo>
                  <a:lnTo>
                    <a:pt x="191422" y="331962"/>
                  </a:lnTo>
                  <a:lnTo>
                    <a:pt x="196642" y="331112"/>
                  </a:lnTo>
                  <a:lnTo>
                    <a:pt x="201833" y="330097"/>
                  </a:lnTo>
                  <a:lnTo>
                    <a:pt x="206989" y="328918"/>
                  </a:lnTo>
                  <a:lnTo>
                    <a:pt x="212106" y="327577"/>
                  </a:lnTo>
                  <a:lnTo>
                    <a:pt x="217177" y="326075"/>
                  </a:lnTo>
                  <a:lnTo>
                    <a:pt x="222198" y="324413"/>
                  </a:lnTo>
                  <a:lnTo>
                    <a:pt x="227165" y="322592"/>
                  </a:lnTo>
                  <a:lnTo>
                    <a:pt x="232071" y="320616"/>
                  </a:lnTo>
                  <a:lnTo>
                    <a:pt x="236912" y="318485"/>
                  </a:lnTo>
                  <a:lnTo>
                    <a:pt x="241683" y="316203"/>
                  </a:lnTo>
                  <a:lnTo>
                    <a:pt x="246380" y="313770"/>
                  </a:lnTo>
                  <a:lnTo>
                    <a:pt x="250997" y="311190"/>
                  </a:lnTo>
                  <a:lnTo>
                    <a:pt x="255531" y="308466"/>
                  </a:lnTo>
                  <a:lnTo>
                    <a:pt x="259976" y="305599"/>
                  </a:lnTo>
                  <a:lnTo>
                    <a:pt x="264328" y="302593"/>
                  </a:lnTo>
                  <a:lnTo>
                    <a:pt x="268583" y="299451"/>
                  </a:lnTo>
                  <a:lnTo>
                    <a:pt x="272736" y="296176"/>
                  </a:lnTo>
                  <a:lnTo>
                    <a:pt x="276784" y="292771"/>
                  </a:lnTo>
                  <a:lnTo>
                    <a:pt x="280722" y="289240"/>
                  </a:lnTo>
                  <a:lnTo>
                    <a:pt x="284546" y="285586"/>
                  </a:lnTo>
                  <a:lnTo>
                    <a:pt x="288252" y="281812"/>
                  </a:lnTo>
                  <a:lnTo>
                    <a:pt x="291838" y="277924"/>
                  </a:lnTo>
                  <a:lnTo>
                    <a:pt x="295298" y="273924"/>
                  </a:lnTo>
                  <a:lnTo>
                    <a:pt x="298631" y="269816"/>
                  </a:lnTo>
                  <a:lnTo>
                    <a:pt x="301832" y="265605"/>
                  </a:lnTo>
                  <a:lnTo>
                    <a:pt x="304897" y="261295"/>
                  </a:lnTo>
                  <a:lnTo>
                    <a:pt x="307825" y="256890"/>
                  </a:lnTo>
                  <a:lnTo>
                    <a:pt x="310613" y="252395"/>
                  </a:lnTo>
                  <a:lnTo>
                    <a:pt x="313256" y="247814"/>
                  </a:lnTo>
                  <a:lnTo>
                    <a:pt x="315753" y="243151"/>
                  </a:lnTo>
                  <a:lnTo>
                    <a:pt x="318102" y="238412"/>
                  </a:lnTo>
                  <a:lnTo>
                    <a:pt x="320299" y="233601"/>
                  </a:lnTo>
                  <a:lnTo>
                    <a:pt x="322344" y="228722"/>
                  </a:lnTo>
                  <a:lnTo>
                    <a:pt x="324232" y="223782"/>
                  </a:lnTo>
                  <a:lnTo>
                    <a:pt x="325964" y="218784"/>
                  </a:lnTo>
                  <a:lnTo>
                    <a:pt x="327536" y="213734"/>
                  </a:lnTo>
                  <a:lnTo>
                    <a:pt x="328948" y="208637"/>
                  </a:lnTo>
                  <a:lnTo>
                    <a:pt x="330198" y="203497"/>
                  </a:lnTo>
                  <a:lnTo>
                    <a:pt x="331285" y="198321"/>
                  </a:lnTo>
                  <a:lnTo>
                    <a:pt x="332208" y="193113"/>
                  </a:lnTo>
                  <a:lnTo>
                    <a:pt x="332965" y="187878"/>
                  </a:lnTo>
                  <a:lnTo>
                    <a:pt x="333556" y="182622"/>
                  </a:lnTo>
                  <a:lnTo>
                    <a:pt x="333981" y="177350"/>
                  </a:lnTo>
                  <a:lnTo>
                    <a:pt x="334239" y="172067"/>
                  </a:lnTo>
                  <a:lnTo>
                    <a:pt x="334329" y="166778"/>
                  </a:lnTo>
                  <a:lnTo>
                    <a:pt x="334252" y="161489"/>
                  </a:lnTo>
                  <a:lnTo>
                    <a:pt x="334008" y="156206"/>
                  </a:lnTo>
                  <a:lnTo>
                    <a:pt x="333597" y="150933"/>
                  </a:lnTo>
                  <a:lnTo>
                    <a:pt x="333019" y="145675"/>
                  </a:lnTo>
                  <a:lnTo>
                    <a:pt x="332275" y="140438"/>
                  </a:lnTo>
                  <a:lnTo>
                    <a:pt x="331366" y="135228"/>
                  </a:lnTo>
                  <a:lnTo>
                    <a:pt x="330292" y="130049"/>
                  </a:lnTo>
                  <a:lnTo>
                    <a:pt x="329055" y="124906"/>
                  </a:lnTo>
                  <a:lnTo>
                    <a:pt x="327656" y="119805"/>
                  </a:lnTo>
                  <a:lnTo>
                    <a:pt x="326097" y="114751"/>
                  </a:lnTo>
                  <a:lnTo>
                    <a:pt x="324378" y="109749"/>
                  </a:lnTo>
                  <a:lnTo>
                    <a:pt x="322502" y="104804"/>
                  </a:lnTo>
                  <a:lnTo>
                    <a:pt x="320470" y="99920"/>
                  </a:lnTo>
                  <a:lnTo>
                    <a:pt x="318285" y="95103"/>
                  </a:lnTo>
                  <a:lnTo>
                    <a:pt x="315949" y="90358"/>
                  </a:lnTo>
                  <a:lnTo>
                    <a:pt x="313463" y="85689"/>
                  </a:lnTo>
                  <a:lnTo>
                    <a:pt x="310831" y="81101"/>
                  </a:lnTo>
                  <a:lnTo>
                    <a:pt x="308056" y="76599"/>
                  </a:lnTo>
                  <a:lnTo>
                    <a:pt x="305139" y="72186"/>
                  </a:lnTo>
                  <a:lnTo>
                    <a:pt x="302084" y="67868"/>
                  </a:lnTo>
                  <a:lnTo>
                    <a:pt x="298894" y="63649"/>
                  </a:lnTo>
                  <a:lnTo>
                    <a:pt x="295572" y="59533"/>
                  </a:lnTo>
                  <a:lnTo>
                    <a:pt x="292122" y="55524"/>
                  </a:lnTo>
                  <a:lnTo>
                    <a:pt x="288546" y="51627"/>
                  </a:lnTo>
                  <a:lnTo>
                    <a:pt x="284849" y="47844"/>
                  </a:lnTo>
                  <a:lnTo>
                    <a:pt x="281035" y="44180"/>
                  </a:lnTo>
                  <a:lnTo>
                    <a:pt x="277106" y="40639"/>
                  </a:lnTo>
                  <a:lnTo>
                    <a:pt x="273067" y="37224"/>
                  </a:lnTo>
                  <a:lnTo>
                    <a:pt x="268922" y="33938"/>
                  </a:lnTo>
                  <a:lnTo>
                    <a:pt x="264675" y="30785"/>
                  </a:lnTo>
                  <a:lnTo>
                    <a:pt x="260331" y="27768"/>
                  </a:lnTo>
                  <a:lnTo>
                    <a:pt x="255893" y="24890"/>
                  </a:lnTo>
                  <a:lnTo>
                    <a:pt x="251367" y="22154"/>
                  </a:lnTo>
                  <a:lnTo>
                    <a:pt x="246756" y="19562"/>
                  </a:lnTo>
                  <a:lnTo>
                    <a:pt x="242065" y="17118"/>
                  </a:lnTo>
                  <a:lnTo>
                    <a:pt x="237300" y="14823"/>
                  </a:lnTo>
                  <a:lnTo>
                    <a:pt x="232464" y="12680"/>
                  </a:lnTo>
                  <a:lnTo>
                    <a:pt x="227563" y="10691"/>
                  </a:lnTo>
                  <a:lnTo>
                    <a:pt x="222601" y="8858"/>
                  </a:lnTo>
                  <a:lnTo>
                    <a:pt x="217584" y="7183"/>
                  </a:lnTo>
                  <a:lnTo>
                    <a:pt x="212517" y="5668"/>
                  </a:lnTo>
                  <a:lnTo>
                    <a:pt x="207404" y="4313"/>
                  </a:lnTo>
                  <a:lnTo>
                    <a:pt x="202251" y="3121"/>
                  </a:lnTo>
                  <a:lnTo>
                    <a:pt x="197062" y="2093"/>
                  </a:lnTo>
                  <a:lnTo>
                    <a:pt x="191844" y="1229"/>
                  </a:lnTo>
                  <a:lnTo>
                    <a:pt x="186601" y="531"/>
                  </a:lnTo>
                  <a:lnTo>
                    <a:pt x="181339" y="0"/>
                  </a:lnTo>
                  <a:lnTo>
                    <a:pt x="167162" y="1665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83779" y="3170392"/>
              <a:ext cx="14176" cy="167167"/>
            </a:xfrm>
            <a:custGeom>
              <a:avLst/>
              <a:pathLst>
                <a:path w="14176" h="167167">
                  <a:moveTo>
                    <a:pt x="14176" y="6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54" y="2633064"/>
              <a:ext cx="167156" cy="170715"/>
            </a:xfrm>
            <a:custGeom>
              <a:avLst/>
              <a:pathLst>
                <a:path w="167156" h="170715">
                  <a:moveTo>
                    <a:pt x="167156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8" y="793"/>
                  </a:lnTo>
                  <a:lnTo>
                    <a:pt x="145492" y="1409"/>
                  </a:lnTo>
                  <a:lnTo>
                    <a:pt x="140119" y="2200"/>
                  </a:lnTo>
                  <a:lnTo>
                    <a:pt x="134774" y="3166"/>
                  </a:lnTo>
                  <a:lnTo>
                    <a:pt x="129464" y="4304"/>
                  </a:lnTo>
                  <a:lnTo>
                    <a:pt x="124193" y="5615"/>
                  </a:lnTo>
                  <a:lnTo>
                    <a:pt x="118968" y="7096"/>
                  </a:lnTo>
                  <a:lnTo>
                    <a:pt x="113794" y="8745"/>
                  </a:lnTo>
                  <a:lnTo>
                    <a:pt x="108676" y="10562"/>
                  </a:lnTo>
                  <a:lnTo>
                    <a:pt x="103619" y="12545"/>
                  </a:lnTo>
                  <a:lnTo>
                    <a:pt x="98630" y="14690"/>
                  </a:lnTo>
                  <a:lnTo>
                    <a:pt x="93713" y="16997"/>
                  </a:lnTo>
                  <a:lnTo>
                    <a:pt x="88874" y="19462"/>
                  </a:lnTo>
                  <a:lnTo>
                    <a:pt x="84117" y="22083"/>
                  </a:lnTo>
                  <a:lnTo>
                    <a:pt x="79448" y="24857"/>
                  </a:lnTo>
                  <a:lnTo>
                    <a:pt x="74871" y="27781"/>
                  </a:lnTo>
                  <a:lnTo>
                    <a:pt x="70392" y="30853"/>
                  </a:lnTo>
                  <a:lnTo>
                    <a:pt x="66015" y="34068"/>
                  </a:lnTo>
                  <a:lnTo>
                    <a:pt x="61744" y="37424"/>
                  </a:lnTo>
                  <a:lnTo>
                    <a:pt x="57585" y="40916"/>
                  </a:lnTo>
                  <a:lnTo>
                    <a:pt x="53542" y="44542"/>
                  </a:lnTo>
                  <a:lnTo>
                    <a:pt x="49619" y="48298"/>
                  </a:lnTo>
                  <a:lnTo>
                    <a:pt x="45819" y="52179"/>
                  </a:lnTo>
                  <a:lnTo>
                    <a:pt x="42148" y="56181"/>
                  </a:lnTo>
                  <a:lnTo>
                    <a:pt x="38609" y="60300"/>
                  </a:lnTo>
                  <a:lnTo>
                    <a:pt x="35205" y="64533"/>
                  </a:lnTo>
                  <a:lnTo>
                    <a:pt x="31941" y="68873"/>
                  </a:lnTo>
                  <a:lnTo>
                    <a:pt x="28819" y="73318"/>
                  </a:lnTo>
                  <a:lnTo>
                    <a:pt x="25843" y="77861"/>
                  </a:lnTo>
                  <a:lnTo>
                    <a:pt x="23017" y="82499"/>
                  </a:lnTo>
                  <a:lnTo>
                    <a:pt x="20342" y="87226"/>
                  </a:lnTo>
                  <a:lnTo>
                    <a:pt x="17823" y="92037"/>
                  </a:lnTo>
                  <a:lnTo>
                    <a:pt x="15461" y="96928"/>
                  </a:lnTo>
                  <a:lnTo>
                    <a:pt x="13260" y="101892"/>
                  </a:lnTo>
                  <a:lnTo>
                    <a:pt x="11220" y="106926"/>
                  </a:lnTo>
                  <a:lnTo>
                    <a:pt x="9346" y="112023"/>
                  </a:lnTo>
                  <a:lnTo>
                    <a:pt x="7638" y="117179"/>
                  </a:lnTo>
                  <a:lnTo>
                    <a:pt x="6098" y="122387"/>
                  </a:lnTo>
                  <a:lnTo>
                    <a:pt x="4729" y="127643"/>
                  </a:lnTo>
                  <a:lnTo>
                    <a:pt x="3530" y="132940"/>
                  </a:lnTo>
                  <a:lnTo>
                    <a:pt x="2505" y="138273"/>
                  </a:lnTo>
                  <a:lnTo>
                    <a:pt x="1653" y="143637"/>
                  </a:lnTo>
                  <a:lnTo>
                    <a:pt x="976" y="149026"/>
                  </a:lnTo>
                  <a:lnTo>
                    <a:pt x="475" y="154434"/>
                  </a:lnTo>
                  <a:lnTo>
                    <a:pt x="149" y="159855"/>
                  </a:lnTo>
                  <a:lnTo>
                    <a:pt x="0" y="165284"/>
                  </a:lnTo>
                  <a:lnTo>
                    <a:pt x="27" y="17071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81" y="2800231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81" y="2720258"/>
              <a:ext cx="334290" cy="247137"/>
            </a:xfrm>
            <a:custGeom>
              <a:avLst/>
              <a:pathLst>
                <a:path w="334290" h="247137">
                  <a:moveTo>
                    <a:pt x="0" y="83521"/>
                  </a:moveTo>
                  <a:lnTo>
                    <a:pt x="196" y="88824"/>
                  </a:lnTo>
                  <a:lnTo>
                    <a:pt x="561" y="94119"/>
                  </a:lnTo>
                  <a:lnTo>
                    <a:pt x="1094" y="99399"/>
                  </a:lnTo>
                  <a:lnTo>
                    <a:pt x="1795" y="104659"/>
                  </a:lnTo>
                  <a:lnTo>
                    <a:pt x="2662" y="109895"/>
                  </a:lnTo>
                  <a:lnTo>
                    <a:pt x="3694" y="115100"/>
                  </a:lnTo>
                  <a:lnTo>
                    <a:pt x="4892" y="120270"/>
                  </a:lnTo>
                  <a:lnTo>
                    <a:pt x="6252" y="125400"/>
                  </a:lnTo>
                  <a:lnTo>
                    <a:pt x="7775" y="130483"/>
                  </a:lnTo>
                  <a:lnTo>
                    <a:pt x="9459" y="135516"/>
                  </a:lnTo>
                  <a:lnTo>
                    <a:pt x="11302" y="140493"/>
                  </a:lnTo>
                  <a:lnTo>
                    <a:pt x="13301" y="145409"/>
                  </a:lnTo>
                  <a:lnTo>
                    <a:pt x="15456" y="150259"/>
                  </a:lnTo>
                  <a:lnTo>
                    <a:pt x="17763" y="155038"/>
                  </a:lnTo>
                  <a:lnTo>
                    <a:pt x="20221" y="159741"/>
                  </a:lnTo>
                  <a:lnTo>
                    <a:pt x="22827" y="164364"/>
                  </a:lnTo>
                  <a:lnTo>
                    <a:pt x="25579" y="168902"/>
                  </a:lnTo>
                  <a:lnTo>
                    <a:pt x="28473" y="173350"/>
                  </a:lnTo>
                  <a:lnTo>
                    <a:pt x="31507" y="177704"/>
                  </a:lnTo>
                  <a:lnTo>
                    <a:pt x="34677" y="181960"/>
                  </a:lnTo>
                  <a:lnTo>
                    <a:pt x="37981" y="186113"/>
                  </a:lnTo>
                  <a:lnTo>
                    <a:pt x="41415" y="190159"/>
                  </a:lnTo>
                  <a:lnTo>
                    <a:pt x="44976" y="194094"/>
                  </a:lnTo>
                  <a:lnTo>
                    <a:pt x="48660" y="197914"/>
                  </a:lnTo>
                  <a:lnTo>
                    <a:pt x="52464" y="201615"/>
                  </a:lnTo>
                  <a:lnTo>
                    <a:pt x="56383" y="205193"/>
                  </a:lnTo>
                  <a:lnTo>
                    <a:pt x="60413" y="208645"/>
                  </a:lnTo>
                  <a:lnTo>
                    <a:pt x="64551" y="211968"/>
                  </a:lnTo>
                  <a:lnTo>
                    <a:pt x="68793" y="215157"/>
                  </a:lnTo>
                  <a:lnTo>
                    <a:pt x="73133" y="218211"/>
                  </a:lnTo>
                  <a:lnTo>
                    <a:pt x="77569" y="221125"/>
                  </a:lnTo>
                  <a:lnTo>
                    <a:pt x="82094" y="223896"/>
                  </a:lnTo>
                  <a:lnTo>
                    <a:pt x="86705" y="226523"/>
                  </a:lnTo>
                  <a:lnTo>
                    <a:pt x="91398" y="229002"/>
                  </a:lnTo>
                  <a:lnTo>
                    <a:pt x="96166" y="231331"/>
                  </a:lnTo>
                  <a:lnTo>
                    <a:pt x="101007" y="233507"/>
                  </a:lnTo>
                  <a:lnTo>
                    <a:pt x="105913" y="235528"/>
                  </a:lnTo>
                  <a:lnTo>
                    <a:pt x="110882" y="237393"/>
                  </a:lnTo>
                  <a:lnTo>
                    <a:pt x="115907" y="239099"/>
                  </a:lnTo>
                  <a:lnTo>
                    <a:pt x="120984" y="240645"/>
                  </a:lnTo>
                  <a:lnTo>
                    <a:pt x="126107" y="242029"/>
                  </a:lnTo>
                  <a:lnTo>
                    <a:pt x="131272" y="243249"/>
                  </a:lnTo>
                  <a:lnTo>
                    <a:pt x="136473" y="244305"/>
                  </a:lnTo>
                  <a:lnTo>
                    <a:pt x="141704" y="245195"/>
                  </a:lnTo>
                  <a:lnTo>
                    <a:pt x="146962" y="245919"/>
                  </a:lnTo>
                  <a:lnTo>
                    <a:pt x="152239" y="246476"/>
                  </a:lnTo>
                  <a:lnTo>
                    <a:pt x="157532" y="246864"/>
                  </a:lnTo>
                  <a:lnTo>
                    <a:pt x="162834" y="247085"/>
                  </a:lnTo>
                  <a:lnTo>
                    <a:pt x="168141" y="247137"/>
                  </a:lnTo>
                  <a:lnTo>
                    <a:pt x="173447" y="247021"/>
                  </a:lnTo>
                  <a:lnTo>
                    <a:pt x="178746" y="246736"/>
                  </a:lnTo>
                  <a:lnTo>
                    <a:pt x="184033" y="246283"/>
                  </a:lnTo>
                  <a:lnTo>
                    <a:pt x="189304" y="245663"/>
                  </a:lnTo>
                  <a:lnTo>
                    <a:pt x="194552" y="244876"/>
                  </a:lnTo>
                  <a:lnTo>
                    <a:pt x="199773" y="243922"/>
                  </a:lnTo>
                  <a:lnTo>
                    <a:pt x="204960" y="242803"/>
                  </a:lnTo>
                  <a:lnTo>
                    <a:pt x="210110" y="241520"/>
                  </a:lnTo>
                  <a:lnTo>
                    <a:pt x="215216" y="240075"/>
                  </a:lnTo>
                  <a:lnTo>
                    <a:pt x="220274" y="238468"/>
                  </a:lnTo>
                  <a:lnTo>
                    <a:pt x="225278" y="236701"/>
                  </a:lnTo>
                  <a:lnTo>
                    <a:pt x="230223" y="234776"/>
                  </a:lnTo>
                  <a:lnTo>
                    <a:pt x="235105" y="232695"/>
                  </a:lnTo>
                  <a:lnTo>
                    <a:pt x="239919" y="230461"/>
                  </a:lnTo>
                  <a:lnTo>
                    <a:pt x="244659" y="228074"/>
                  </a:lnTo>
                  <a:lnTo>
                    <a:pt x="249321" y="225539"/>
                  </a:lnTo>
                  <a:lnTo>
                    <a:pt x="253900" y="222857"/>
                  </a:lnTo>
                  <a:lnTo>
                    <a:pt x="258392" y="220030"/>
                  </a:lnTo>
                  <a:lnTo>
                    <a:pt x="262791" y="217063"/>
                  </a:lnTo>
                  <a:lnTo>
                    <a:pt x="267095" y="213957"/>
                  </a:lnTo>
                  <a:lnTo>
                    <a:pt x="271297" y="210717"/>
                  </a:lnTo>
                  <a:lnTo>
                    <a:pt x="275395" y="207344"/>
                  </a:lnTo>
                  <a:lnTo>
                    <a:pt x="279383" y="203843"/>
                  </a:lnTo>
                  <a:lnTo>
                    <a:pt x="283259" y="200218"/>
                  </a:lnTo>
                  <a:lnTo>
                    <a:pt x="287017" y="196471"/>
                  </a:lnTo>
                  <a:lnTo>
                    <a:pt x="290655" y="192607"/>
                  </a:lnTo>
                  <a:lnTo>
                    <a:pt x="294168" y="188629"/>
                  </a:lnTo>
                  <a:lnTo>
                    <a:pt x="297553" y="184542"/>
                  </a:lnTo>
                  <a:lnTo>
                    <a:pt x="300806" y="180349"/>
                  </a:lnTo>
                  <a:lnTo>
                    <a:pt x="303925" y="176056"/>
                  </a:lnTo>
                  <a:lnTo>
                    <a:pt x="306906" y="171665"/>
                  </a:lnTo>
                  <a:lnTo>
                    <a:pt x="309746" y="167182"/>
                  </a:lnTo>
                  <a:lnTo>
                    <a:pt x="312442" y="162611"/>
                  </a:lnTo>
                  <a:lnTo>
                    <a:pt x="314992" y="157957"/>
                  </a:lnTo>
                  <a:lnTo>
                    <a:pt x="317393" y="153224"/>
                  </a:lnTo>
                  <a:lnTo>
                    <a:pt x="319642" y="148418"/>
                  </a:lnTo>
                  <a:lnTo>
                    <a:pt x="321738" y="143542"/>
                  </a:lnTo>
                  <a:lnTo>
                    <a:pt x="323678" y="138602"/>
                  </a:lnTo>
                  <a:lnTo>
                    <a:pt x="325460" y="133604"/>
                  </a:lnTo>
                  <a:lnTo>
                    <a:pt x="327083" y="128551"/>
                  </a:lnTo>
                  <a:lnTo>
                    <a:pt x="328544" y="123449"/>
                  </a:lnTo>
                  <a:lnTo>
                    <a:pt x="329843" y="118304"/>
                  </a:lnTo>
                  <a:lnTo>
                    <a:pt x="330978" y="113120"/>
                  </a:lnTo>
                  <a:lnTo>
                    <a:pt x="331947" y="107902"/>
                  </a:lnTo>
                  <a:lnTo>
                    <a:pt x="332751" y="102656"/>
                  </a:lnTo>
                  <a:lnTo>
                    <a:pt x="333387" y="97388"/>
                  </a:lnTo>
                  <a:lnTo>
                    <a:pt x="333856" y="92102"/>
                  </a:lnTo>
                  <a:lnTo>
                    <a:pt x="334157" y="86803"/>
                  </a:lnTo>
                  <a:lnTo>
                    <a:pt x="334290" y="81498"/>
                  </a:lnTo>
                  <a:lnTo>
                    <a:pt x="334254" y="76191"/>
                  </a:lnTo>
                  <a:lnTo>
                    <a:pt x="334050" y="70888"/>
                  </a:lnTo>
                  <a:lnTo>
                    <a:pt x="333677" y="65594"/>
                  </a:lnTo>
                  <a:lnTo>
                    <a:pt x="333137" y="60315"/>
                  </a:lnTo>
                  <a:lnTo>
                    <a:pt x="332429" y="55056"/>
                  </a:lnTo>
                  <a:lnTo>
                    <a:pt x="331555" y="49821"/>
                  </a:lnTo>
                  <a:lnTo>
                    <a:pt x="330515" y="44617"/>
                  </a:lnTo>
                  <a:lnTo>
                    <a:pt x="329311" y="39449"/>
                  </a:lnTo>
                  <a:lnTo>
                    <a:pt x="327942" y="34321"/>
                  </a:lnTo>
                  <a:lnTo>
                    <a:pt x="326412" y="29240"/>
                  </a:lnTo>
                  <a:lnTo>
                    <a:pt x="324722" y="24209"/>
                  </a:lnTo>
                  <a:lnTo>
                    <a:pt x="322872" y="19235"/>
                  </a:lnTo>
                  <a:lnTo>
                    <a:pt x="320866" y="14322"/>
                  </a:lnTo>
                  <a:lnTo>
                    <a:pt x="318705" y="9475"/>
                  </a:lnTo>
                  <a:lnTo>
                    <a:pt x="316390" y="4699"/>
                  </a:lnTo>
                  <a:lnTo>
                    <a:pt x="313926" y="0"/>
                  </a:lnTo>
                  <a:lnTo>
                    <a:pt x="167129" y="79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919011" y="2633064"/>
              <a:ext cx="146796" cy="167167"/>
            </a:xfrm>
            <a:custGeom>
              <a:avLst/>
              <a:pathLst>
                <a:path w="146796" h="167167">
                  <a:moveTo>
                    <a:pt x="146796" y="87194"/>
                  </a:moveTo>
                  <a:lnTo>
                    <a:pt x="144121" y="82468"/>
                  </a:lnTo>
                  <a:lnTo>
                    <a:pt x="141294" y="77832"/>
                  </a:lnTo>
                  <a:lnTo>
                    <a:pt x="138318" y="73290"/>
                  </a:lnTo>
                  <a:lnTo>
                    <a:pt x="135197" y="68847"/>
                  </a:lnTo>
                  <a:lnTo>
                    <a:pt x="131932" y="64508"/>
                  </a:lnTo>
                  <a:lnTo>
                    <a:pt x="128528" y="60278"/>
                  </a:lnTo>
                  <a:lnTo>
                    <a:pt x="124989" y="56160"/>
                  </a:lnTo>
                  <a:lnTo>
                    <a:pt x="121318" y="52159"/>
                  </a:lnTo>
                  <a:lnTo>
                    <a:pt x="117518" y="48279"/>
                  </a:lnTo>
                  <a:lnTo>
                    <a:pt x="113595" y="44525"/>
                  </a:lnTo>
                  <a:lnTo>
                    <a:pt x="109552" y="40901"/>
                  </a:lnTo>
                  <a:lnTo>
                    <a:pt x="105393" y="37409"/>
                  </a:lnTo>
                  <a:lnTo>
                    <a:pt x="101124" y="34055"/>
                  </a:lnTo>
                  <a:lnTo>
                    <a:pt x="96747" y="30841"/>
                  </a:lnTo>
                  <a:lnTo>
                    <a:pt x="92268" y="27770"/>
                  </a:lnTo>
                  <a:lnTo>
                    <a:pt x="87692" y="24847"/>
                  </a:lnTo>
                  <a:lnTo>
                    <a:pt x="83024" y="22074"/>
                  </a:lnTo>
                  <a:lnTo>
                    <a:pt x="78268" y="19454"/>
                  </a:lnTo>
                  <a:lnTo>
                    <a:pt x="73429" y="16990"/>
                  </a:lnTo>
                  <a:lnTo>
                    <a:pt x="68513" y="14685"/>
                  </a:lnTo>
                  <a:lnTo>
                    <a:pt x="63524" y="12540"/>
                  </a:lnTo>
                  <a:lnTo>
                    <a:pt x="58469" y="10558"/>
                  </a:lnTo>
                  <a:lnTo>
                    <a:pt x="53352" y="8742"/>
                  </a:lnTo>
                  <a:lnTo>
                    <a:pt x="48178" y="7093"/>
                  </a:lnTo>
                  <a:lnTo>
                    <a:pt x="42954" y="5612"/>
                  </a:lnTo>
                  <a:lnTo>
                    <a:pt x="37684" y="4303"/>
                  </a:lnTo>
                  <a:lnTo>
                    <a:pt x="32375" y="3165"/>
                  </a:lnTo>
                  <a:lnTo>
                    <a:pt x="27031" y="2200"/>
                  </a:lnTo>
                  <a:lnTo>
                    <a:pt x="21659" y="1409"/>
                  </a:lnTo>
                  <a:lnTo>
                    <a:pt x="16264" y="793"/>
                  </a:lnTo>
                  <a:lnTo>
                    <a:pt x="10852" y="352"/>
                  </a:lnTo>
                  <a:lnTo>
                    <a:pt x="542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39319" y="2126963"/>
              <a:ext cx="89152" cy="167167"/>
            </a:xfrm>
            <a:custGeom>
              <a:avLst/>
              <a:pathLst>
                <a:path w="89152" h="167167">
                  <a:moveTo>
                    <a:pt x="89152" y="0"/>
                  </a:moveTo>
                  <a:lnTo>
                    <a:pt x="83277" y="103"/>
                  </a:lnTo>
                  <a:lnTo>
                    <a:pt x="77408" y="413"/>
                  </a:lnTo>
                  <a:lnTo>
                    <a:pt x="71554" y="928"/>
                  </a:lnTo>
                  <a:lnTo>
                    <a:pt x="65721" y="1650"/>
                  </a:lnTo>
                  <a:lnTo>
                    <a:pt x="59918" y="2576"/>
                  </a:lnTo>
                  <a:lnTo>
                    <a:pt x="54151" y="3705"/>
                  </a:lnTo>
                  <a:lnTo>
                    <a:pt x="48427" y="5036"/>
                  </a:lnTo>
                  <a:lnTo>
                    <a:pt x="42753" y="6568"/>
                  </a:lnTo>
                  <a:lnTo>
                    <a:pt x="37136" y="8298"/>
                  </a:lnTo>
                  <a:lnTo>
                    <a:pt x="31584" y="10225"/>
                  </a:lnTo>
                  <a:lnTo>
                    <a:pt x="26103" y="12345"/>
                  </a:lnTo>
                  <a:lnTo>
                    <a:pt x="20700" y="14657"/>
                  </a:lnTo>
                  <a:lnTo>
                    <a:pt x="15382" y="17157"/>
                  </a:lnTo>
                  <a:lnTo>
                    <a:pt x="10155" y="19843"/>
                  </a:lnTo>
                  <a:lnTo>
                    <a:pt x="5025" y="22711"/>
                  </a:lnTo>
                  <a:lnTo>
                    <a:pt x="0" y="25757"/>
                  </a:lnTo>
                  <a:lnTo>
                    <a:pt x="891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9319" y="215272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561321" y="2152721"/>
              <a:ext cx="236007" cy="308570"/>
            </a:xfrm>
            <a:custGeom>
              <a:avLst/>
              <a:pathLst>
                <a:path w="236007" h="308570">
                  <a:moveTo>
                    <a:pt x="77997" y="0"/>
                  </a:moveTo>
                  <a:lnTo>
                    <a:pt x="73525" y="2920"/>
                  </a:lnTo>
                  <a:lnTo>
                    <a:pt x="69148" y="5982"/>
                  </a:lnTo>
                  <a:lnTo>
                    <a:pt x="64872" y="9182"/>
                  </a:lnTo>
                  <a:lnTo>
                    <a:pt x="60699" y="12517"/>
                  </a:lnTo>
                  <a:lnTo>
                    <a:pt x="56636" y="15984"/>
                  </a:lnTo>
                  <a:lnTo>
                    <a:pt x="52685" y="19578"/>
                  </a:lnTo>
                  <a:lnTo>
                    <a:pt x="48851" y="23297"/>
                  </a:lnTo>
                  <a:lnTo>
                    <a:pt x="45138" y="27137"/>
                  </a:lnTo>
                  <a:lnTo>
                    <a:pt x="41550" y="31093"/>
                  </a:lnTo>
                  <a:lnTo>
                    <a:pt x="38090" y="35162"/>
                  </a:lnTo>
                  <a:lnTo>
                    <a:pt x="34761" y="39340"/>
                  </a:lnTo>
                  <a:lnTo>
                    <a:pt x="31568" y="43622"/>
                  </a:lnTo>
                  <a:lnTo>
                    <a:pt x="28513" y="48003"/>
                  </a:lnTo>
                  <a:lnTo>
                    <a:pt x="25600" y="52480"/>
                  </a:lnTo>
                  <a:lnTo>
                    <a:pt x="22831" y="57048"/>
                  </a:lnTo>
                  <a:lnTo>
                    <a:pt x="20209" y="61701"/>
                  </a:lnTo>
                  <a:lnTo>
                    <a:pt x="17738" y="66436"/>
                  </a:lnTo>
                  <a:lnTo>
                    <a:pt x="15419" y="71248"/>
                  </a:lnTo>
                  <a:lnTo>
                    <a:pt x="13255" y="76131"/>
                  </a:lnTo>
                  <a:lnTo>
                    <a:pt x="11248" y="81081"/>
                  </a:lnTo>
                  <a:lnTo>
                    <a:pt x="9400" y="86093"/>
                  </a:lnTo>
                  <a:lnTo>
                    <a:pt x="7713" y="91161"/>
                  </a:lnTo>
                  <a:lnTo>
                    <a:pt x="6189" y="96280"/>
                  </a:lnTo>
                  <a:lnTo>
                    <a:pt x="4830" y="101446"/>
                  </a:lnTo>
                  <a:lnTo>
                    <a:pt x="3636" y="106652"/>
                  </a:lnTo>
                  <a:lnTo>
                    <a:pt x="2609" y="111894"/>
                  </a:lnTo>
                  <a:lnTo>
                    <a:pt x="1750" y="117165"/>
                  </a:lnTo>
                  <a:lnTo>
                    <a:pt x="1060" y="122462"/>
                  </a:lnTo>
                  <a:lnTo>
                    <a:pt x="539" y="127778"/>
                  </a:lnTo>
                  <a:lnTo>
                    <a:pt x="189" y="133108"/>
                  </a:lnTo>
                  <a:lnTo>
                    <a:pt x="9" y="138446"/>
                  </a:lnTo>
                  <a:lnTo>
                    <a:pt x="0" y="143787"/>
                  </a:lnTo>
                  <a:lnTo>
                    <a:pt x="161" y="149126"/>
                  </a:lnTo>
                  <a:lnTo>
                    <a:pt x="493" y="154457"/>
                  </a:lnTo>
                  <a:lnTo>
                    <a:pt x="995" y="159775"/>
                  </a:lnTo>
                  <a:lnTo>
                    <a:pt x="1666" y="165074"/>
                  </a:lnTo>
                  <a:lnTo>
                    <a:pt x="2507" y="170349"/>
                  </a:lnTo>
                  <a:lnTo>
                    <a:pt x="3515" y="175594"/>
                  </a:lnTo>
                  <a:lnTo>
                    <a:pt x="4691" y="180804"/>
                  </a:lnTo>
                  <a:lnTo>
                    <a:pt x="6032" y="185974"/>
                  </a:lnTo>
                  <a:lnTo>
                    <a:pt x="7538" y="191099"/>
                  </a:lnTo>
                  <a:lnTo>
                    <a:pt x="9207" y="196173"/>
                  </a:lnTo>
                  <a:lnTo>
                    <a:pt x="11038" y="201191"/>
                  </a:lnTo>
                  <a:lnTo>
                    <a:pt x="13027" y="206148"/>
                  </a:lnTo>
                  <a:lnTo>
                    <a:pt x="15174" y="211039"/>
                  </a:lnTo>
                  <a:lnTo>
                    <a:pt x="17476" y="215859"/>
                  </a:lnTo>
                  <a:lnTo>
                    <a:pt x="19931" y="220602"/>
                  </a:lnTo>
                  <a:lnTo>
                    <a:pt x="22536" y="225265"/>
                  </a:lnTo>
                  <a:lnTo>
                    <a:pt x="25289" y="229843"/>
                  </a:lnTo>
                  <a:lnTo>
                    <a:pt x="28187" y="234330"/>
                  </a:lnTo>
                  <a:lnTo>
                    <a:pt x="31226" y="238722"/>
                  </a:lnTo>
                  <a:lnTo>
                    <a:pt x="34405" y="243014"/>
                  </a:lnTo>
                  <a:lnTo>
                    <a:pt x="37719" y="247204"/>
                  </a:lnTo>
                  <a:lnTo>
                    <a:pt x="41165" y="251285"/>
                  </a:lnTo>
                  <a:lnTo>
                    <a:pt x="44739" y="255254"/>
                  </a:lnTo>
                  <a:lnTo>
                    <a:pt x="48439" y="259106"/>
                  </a:lnTo>
                  <a:lnTo>
                    <a:pt x="52259" y="262839"/>
                  </a:lnTo>
                  <a:lnTo>
                    <a:pt x="56198" y="266447"/>
                  </a:lnTo>
                  <a:lnTo>
                    <a:pt x="60249" y="269928"/>
                  </a:lnTo>
                  <a:lnTo>
                    <a:pt x="64409" y="273278"/>
                  </a:lnTo>
                  <a:lnTo>
                    <a:pt x="68675" y="276493"/>
                  </a:lnTo>
                  <a:lnTo>
                    <a:pt x="73041" y="279570"/>
                  </a:lnTo>
                  <a:lnTo>
                    <a:pt x="77503" y="282506"/>
                  </a:lnTo>
                  <a:lnTo>
                    <a:pt x="82056" y="285298"/>
                  </a:lnTo>
                  <a:lnTo>
                    <a:pt x="86697" y="287943"/>
                  </a:lnTo>
                  <a:lnTo>
                    <a:pt x="91419" y="290439"/>
                  </a:lnTo>
                  <a:lnTo>
                    <a:pt x="96219" y="292782"/>
                  </a:lnTo>
                  <a:lnTo>
                    <a:pt x="101091" y="294971"/>
                  </a:lnTo>
                  <a:lnTo>
                    <a:pt x="106031" y="297003"/>
                  </a:lnTo>
                  <a:lnTo>
                    <a:pt x="111033" y="298876"/>
                  </a:lnTo>
                  <a:lnTo>
                    <a:pt x="116092" y="300589"/>
                  </a:lnTo>
                  <a:lnTo>
                    <a:pt x="121204" y="302139"/>
                  </a:lnTo>
                  <a:lnTo>
                    <a:pt x="126362" y="303524"/>
                  </a:lnTo>
                  <a:lnTo>
                    <a:pt x="131562" y="304745"/>
                  </a:lnTo>
                  <a:lnTo>
                    <a:pt x="136799" y="305798"/>
                  </a:lnTo>
                  <a:lnTo>
                    <a:pt x="142066" y="306684"/>
                  </a:lnTo>
                  <a:lnTo>
                    <a:pt x="147359" y="307401"/>
                  </a:lnTo>
                  <a:lnTo>
                    <a:pt x="152672" y="307949"/>
                  </a:lnTo>
                  <a:lnTo>
                    <a:pt x="158000" y="308326"/>
                  </a:lnTo>
                  <a:lnTo>
                    <a:pt x="163338" y="308533"/>
                  </a:lnTo>
                  <a:lnTo>
                    <a:pt x="168679" y="308570"/>
                  </a:lnTo>
                  <a:lnTo>
                    <a:pt x="174019" y="308435"/>
                  </a:lnTo>
                  <a:lnTo>
                    <a:pt x="179351" y="308131"/>
                  </a:lnTo>
                  <a:lnTo>
                    <a:pt x="184671" y="307656"/>
                  </a:lnTo>
                  <a:lnTo>
                    <a:pt x="189974" y="307011"/>
                  </a:lnTo>
                  <a:lnTo>
                    <a:pt x="195253" y="306198"/>
                  </a:lnTo>
                  <a:lnTo>
                    <a:pt x="200503" y="305216"/>
                  </a:lnTo>
                  <a:lnTo>
                    <a:pt x="205719" y="304066"/>
                  </a:lnTo>
                  <a:lnTo>
                    <a:pt x="210896" y="302751"/>
                  </a:lnTo>
                  <a:lnTo>
                    <a:pt x="216028" y="301271"/>
                  </a:lnTo>
                  <a:lnTo>
                    <a:pt x="221111" y="299628"/>
                  </a:lnTo>
                  <a:lnTo>
                    <a:pt x="226138" y="297823"/>
                  </a:lnTo>
                  <a:lnTo>
                    <a:pt x="231105" y="295859"/>
                  </a:lnTo>
                  <a:lnTo>
                    <a:pt x="236007" y="293737"/>
                  </a:lnTo>
                  <a:lnTo>
                    <a:pt x="167150" y="14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167165" cy="319495"/>
            </a:xfrm>
            <a:custGeom>
              <a:avLst/>
              <a:pathLst>
                <a:path w="167165" h="319495">
                  <a:moveTo>
                    <a:pt x="68856" y="319495"/>
                  </a:moveTo>
                  <a:lnTo>
                    <a:pt x="73689" y="317216"/>
                  </a:lnTo>
                  <a:lnTo>
                    <a:pt x="78447" y="314784"/>
                  </a:lnTo>
                  <a:lnTo>
                    <a:pt x="83125" y="312202"/>
                  </a:lnTo>
                  <a:lnTo>
                    <a:pt x="87718" y="309471"/>
                  </a:lnTo>
                  <a:lnTo>
                    <a:pt x="92221" y="306595"/>
                  </a:lnTo>
                  <a:lnTo>
                    <a:pt x="96630" y="303576"/>
                  </a:lnTo>
                  <a:lnTo>
                    <a:pt x="100940" y="300418"/>
                  </a:lnTo>
                  <a:lnTo>
                    <a:pt x="105147" y="297124"/>
                  </a:lnTo>
                  <a:lnTo>
                    <a:pt x="109247" y="293697"/>
                  </a:lnTo>
                  <a:lnTo>
                    <a:pt x="113235" y="290141"/>
                  </a:lnTo>
                  <a:lnTo>
                    <a:pt x="117107" y="286459"/>
                  </a:lnTo>
                  <a:lnTo>
                    <a:pt x="120860" y="282656"/>
                  </a:lnTo>
                  <a:lnTo>
                    <a:pt x="124489" y="278734"/>
                  </a:lnTo>
                  <a:lnTo>
                    <a:pt x="127992" y="274698"/>
                  </a:lnTo>
                  <a:lnTo>
                    <a:pt x="131363" y="270553"/>
                  </a:lnTo>
                  <a:lnTo>
                    <a:pt x="134600" y="266302"/>
                  </a:lnTo>
                  <a:lnTo>
                    <a:pt x="137700" y="261949"/>
                  </a:lnTo>
                  <a:lnTo>
                    <a:pt x="140658" y="257500"/>
                  </a:lnTo>
                  <a:lnTo>
                    <a:pt x="143474" y="252958"/>
                  </a:lnTo>
                  <a:lnTo>
                    <a:pt x="146142" y="248329"/>
                  </a:lnTo>
                  <a:lnTo>
                    <a:pt x="148661" y="243617"/>
                  </a:lnTo>
                  <a:lnTo>
                    <a:pt x="151029" y="238827"/>
                  </a:lnTo>
                  <a:lnTo>
                    <a:pt x="153242" y="233963"/>
                  </a:lnTo>
                  <a:lnTo>
                    <a:pt x="155298" y="229031"/>
                  </a:lnTo>
                  <a:lnTo>
                    <a:pt x="157196" y="224036"/>
                  </a:lnTo>
                  <a:lnTo>
                    <a:pt x="158934" y="218983"/>
                  </a:lnTo>
                  <a:lnTo>
                    <a:pt x="160508" y="213877"/>
                  </a:lnTo>
                  <a:lnTo>
                    <a:pt x="161919" y="208724"/>
                  </a:lnTo>
                  <a:lnTo>
                    <a:pt x="163165" y="203527"/>
                  </a:lnTo>
                  <a:lnTo>
                    <a:pt x="164243" y="198294"/>
                  </a:lnTo>
                  <a:lnTo>
                    <a:pt x="165154" y="193029"/>
                  </a:lnTo>
                  <a:lnTo>
                    <a:pt x="165896" y="187737"/>
                  </a:lnTo>
                  <a:lnTo>
                    <a:pt x="166469" y="182425"/>
                  </a:lnTo>
                  <a:lnTo>
                    <a:pt x="166872" y="177097"/>
                  </a:lnTo>
                  <a:lnTo>
                    <a:pt x="167104" y="171758"/>
                  </a:lnTo>
                  <a:lnTo>
                    <a:pt x="167165" y="166416"/>
                  </a:lnTo>
                  <a:lnTo>
                    <a:pt x="167056" y="161073"/>
                  </a:lnTo>
                  <a:lnTo>
                    <a:pt x="166776" y="155737"/>
                  </a:lnTo>
                  <a:lnTo>
                    <a:pt x="166325" y="150413"/>
                  </a:lnTo>
                  <a:lnTo>
                    <a:pt x="165705" y="145106"/>
                  </a:lnTo>
                  <a:lnTo>
                    <a:pt x="164915" y="139821"/>
                  </a:lnTo>
                  <a:lnTo>
                    <a:pt x="163957" y="134564"/>
                  </a:lnTo>
                  <a:lnTo>
                    <a:pt x="162831" y="129341"/>
                  </a:lnTo>
                  <a:lnTo>
                    <a:pt x="161539" y="124156"/>
                  </a:lnTo>
                  <a:lnTo>
                    <a:pt x="160082" y="119015"/>
                  </a:lnTo>
                  <a:lnTo>
                    <a:pt x="158461" y="113924"/>
                  </a:lnTo>
                  <a:lnTo>
                    <a:pt x="156679" y="108887"/>
                  </a:lnTo>
                  <a:lnTo>
                    <a:pt x="154736" y="103909"/>
                  </a:lnTo>
                  <a:lnTo>
                    <a:pt x="152635" y="98996"/>
                  </a:lnTo>
                  <a:lnTo>
                    <a:pt x="150379" y="94152"/>
                  </a:lnTo>
                  <a:lnTo>
                    <a:pt x="147968" y="89384"/>
                  </a:lnTo>
                  <a:lnTo>
                    <a:pt x="145407" y="84694"/>
                  </a:lnTo>
                  <a:lnTo>
                    <a:pt x="142697" y="80089"/>
                  </a:lnTo>
                  <a:lnTo>
                    <a:pt x="139841" y="75573"/>
                  </a:lnTo>
                  <a:lnTo>
                    <a:pt x="136842" y="71151"/>
                  </a:lnTo>
                  <a:lnTo>
                    <a:pt x="133703" y="66826"/>
                  </a:lnTo>
                  <a:lnTo>
                    <a:pt x="130428" y="62604"/>
                  </a:lnTo>
                  <a:lnTo>
                    <a:pt x="127020" y="58489"/>
                  </a:lnTo>
                  <a:lnTo>
                    <a:pt x="123481" y="54485"/>
                  </a:lnTo>
                  <a:lnTo>
                    <a:pt x="119817" y="50596"/>
                  </a:lnTo>
                  <a:lnTo>
                    <a:pt x="116030" y="46827"/>
                  </a:lnTo>
                  <a:lnTo>
                    <a:pt x="112125" y="43180"/>
                  </a:lnTo>
                  <a:lnTo>
                    <a:pt x="108105" y="39660"/>
                  </a:lnTo>
                  <a:lnTo>
                    <a:pt x="103975" y="36270"/>
                  </a:lnTo>
                  <a:lnTo>
                    <a:pt x="99738" y="33013"/>
                  </a:lnTo>
                  <a:lnTo>
                    <a:pt x="95400" y="29894"/>
                  </a:lnTo>
                  <a:lnTo>
                    <a:pt x="90964" y="26915"/>
                  </a:lnTo>
                  <a:lnTo>
                    <a:pt x="86435" y="24080"/>
                  </a:lnTo>
                  <a:lnTo>
                    <a:pt x="81818" y="21391"/>
                  </a:lnTo>
                  <a:lnTo>
                    <a:pt x="77117" y="18850"/>
                  </a:lnTo>
                  <a:lnTo>
                    <a:pt x="72337" y="16461"/>
                  </a:lnTo>
                  <a:lnTo>
                    <a:pt x="67484" y="14226"/>
                  </a:lnTo>
                  <a:lnTo>
                    <a:pt x="62561" y="12148"/>
                  </a:lnTo>
                  <a:lnTo>
                    <a:pt x="57575" y="10227"/>
                  </a:lnTo>
                  <a:lnTo>
                    <a:pt x="52530" y="8467"/>
                  </a:lnTo>
                  <a:lnTo>
                    <a:pt x="47431" y="6870"/>
                  </a:lnTo>
                  <a:lnTo>
                    <a:pt x="42284" y="5436"/>
                  </a:lnTo>
                  <a:lnTo>
                    <a:pt x="37093" y="4167"/>
                  </a:lnTo>
                  <a:lnTo>
                    <a:pt x="31865" y="3065"/>
                  </a:lnTo>
                  <a:lnTo>
                    <a:pt x="26604" y="2130"/>
                  </a:lnTo>
                  <a:lnTo>
                    <a:pt x="21316" y="1364"/>
                  </a:lnTo>
                  <a:lnTo>
                    <a:pt x="16006" y="768"/>
                  </a:lnTo>
                  <a:lnTo>
                    <a:pt x="10679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1746" y="1681503"/>
              <a:ext cx="51488" cy="167167"/>
            </a:xfrm>
            <a:custGeom>
              <a:avLst/>
              <a:pathLst>
                <a:path w="51488" h="167167">
                  <a:moveTo>
                    <a:pt x="51488" y="0"/>
                  </a:moveTo>
                  <a:lnTo>
                    <a:pt x="44948" y="128"/>
                  </a:lnTo>
                  <a:lnTo>
                    <a:pt x="38417" y="511"/>
                  </a:lnTo>
                  <a:lnTo>
                    <a:pt x="31906" y="1150"/>
                  </a:lnTo>
                  <a:lnTo>
                    <a:pt x="25425" y="2044"/>
                  </a:lnTo>
                  <a:lnTo>
                    <a:pt x="18984" y="3190"/>
                  </a:lnTo>
                  <a:lnTo>
                    <a:pt x="12593" y="4587"/>
                  </a:lnTo>
                  <a:lnTo>
                    <a:pt x="6262" y="6234"/>
                  </a:lnTo>
                  <a:lnTo>
                    <a:pt x="0" y="8127"/>
                  </a:lnTo>
                  <a:lnTo>
                    <a:pt x="5148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1746" y="1689630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256073" y="1689630"/>
              <a:ext cx="334329" cy="326196"/>
            </a:xfrm>
            <a:custGeom>
              <a:avLst/>
              <a:pathLst>
                <a:path w="334329" h="326196">
                  <a:moveTo>
                    <a:pt x="115672" y="0"/>
                  </a:moveTo>
                  <a:lnTo>
                    <a:pt x="110665" y="1709"/>
                  </a:lnTo>
                  <a:lnTo>
                    <a:pt x="105715" y="3575"/>
                  </a:lnTo>
                  <a:lnTo>
                    <a:pt x="100826" y="5598"/>
                  </a:lnTo>
                  <a:lnTo>
                    <a:pt x="96003" y="7774"/>
                  </a:lnTo>
                  <a:lnTo>
                    <a:pt x="91252" y="10101"/>
                  </a:lnTo>
                  <a:lnTo>
                    <a:pt x="86577" y="12578"/>
                  </a:lnTo>
                  <a:lnTo>
                    <a:pt x="81982" y="15202"/>
                  </a:lnTo>
                  <a:lnTo>
                    <a:pt x="77473" y="17969"/>
                  </a:lnTo>
                  <a:lnTo>
                    <a:pt x="73053" y="20878"/>
                  </a:lnTo>
                  <a:lnTo>
                    <a:pt x="68728" y="23925"/>
                  </a:lnTo>
                  <a:lnTo>
                    <a:pt x="64502" y="27108"/>
                  </a:lnTo>
                  <a:lnTo>
                    <a:pt x="60378" y="30423"/>
                  </a:lnTo>
                  <a:lnTo>
                    <a:pt x="56362" y="33866"/>
                  </a:lnTo>
                  <a:lnTo>
                    <a:pt x="52456" y="37435"/>
                  </a:lnTo>
                  <a:lnTo>
                    <a:pt x="48665" y="41126"/>
                  </a:lnTo>
                  <a:lnTo>
                    <a:pt x="44993" y="44935"/>
                  </a:lnTo>
                  <a:lnTo>
                    <a:pt x="41443" y="48858"/>
                  </a:lnTo>
                  <a:lnTo>
                    <a:pt x="38019" y="52892"/>
                  </a:lnTo>
                  <a:lnTo>
                    <a:pt x="34725" y="57032"/>
                  </a:lnTo>
                  <a:lnTo>
                    <a:pt x="31563" y="61274"/>
                  </a:lnTo>
                  <a:lnTo>
                    <a:pt x="28537" y="65614"/>
                  </a:lnTo>
                  <a:lnTo>
                    <a:pt x="25650" y="70048"/>
                  </a:lnTo>
                  <a:lnTo>
                    <a:pt x="22905" y="74571"/>
                  </a:lnTo>
                  <a:lnTo>
                    <a:pt x="20304" y="79178"/>
                  </a:lnTo>
                  <a:lnTo>
                    <a:pt x="17850" y="83865"/>
                  </a:lnTo>
                  <a:lnTo>
                    <a:pt x="15546" y="88628"/>
                  </a:lnTo>
                  <a:lnTo>
                    <a:pt x="13394" y="93461"/>
                  </a:lnTo>
                  <a:lnTo>
                    <a:pt x="11396" y="98360"/>
                  </a:lnTo>
                  <a:lnTo>
                    <a:pt x="9553" y="103320"/>
                  </a:lnTo>
                  <a:lnTo>
                    <a:pt x="7869" y="108335"/>
                  </a:lnTo>
                  <a:lnTo>
                    <a:pt x="6344" y="113402"/>
                  </a:lnTo>
                  <a:lnTo>
                    <a:pt x="4980" y="118514"/>
                  </a:lnTo>
                  <a:lnTo>
                    <a:pt x="3779" y="123666"/>
                  </a:lnTo>
                  <a:lnTo>
                    <a:pt x="2742" y="128854"/>
                  </a:lnTo>
                  <a:lnTo>
                    <a:pt x="1869" y="134073"/>
                  </a:lnTo>
                  <a:lnTo>
                    <a:pt x="1161" y="139316"/>
                  </a:lnTo>
                  <a:lnTo>
                    <a:pt x="620" y="144579"/>
                  </a:lnTo>
                  <a:lnTo>
                    <a:pt x="246" y="149857"/>
                  </a:lnTo>
                  <a:lnTo>
                    <a:pt x="39" y="155143"/>
                  </a:lnTo>
                  <a:lnTo>
                    <a:pt x="0" y="160434"/>
                  </a:lnTo>
                  <a:lnTo>
                    <a:pt x="127" y="165723"/>
                  </a:lnTo>
                  <a:lnTo>
                    <a:pt x="422" y="171006"/>
                  </a:lnTo>
                  <a:lnTo>
                    <a:pt x="885" y="176276"/>
                  </a:lnTo>
                  <a:lnTo>
                    <a:pt x="1513" y="181530"/>
                  </a:lnTo>
                  <a:lnTo>
                    <a:pt x="2308" y="186760"/>
                  </a:lnTo>
                  <a:lnTo>
                    <a:pt x="3268" y="191963"/>
                  </a:lnTo>
                  <a:lnTo>
                    <a:pt x="4392" y="197133"/>
                  </a:lnTo>
                  <a:lnTo>
                    <a:pt x="5679" y="202265"/>
                  </a:lnTo>
                  <a:lnTo>
                    <a:pt x="7128" y="207354"/>
                  </a:lnTo>
                  <a:lnTo>
                    <a:pt x="8737" y="212394"/>
                  </a:lnTo>
                  <a:lnTo>
                    <a:pt x="10504" y="217381"/>
                  </a:lnTo>
                  <a:lnTo>
                    <a:pt x="12429" y="222309"/>
                  </a:lnTo>
                  <a:lnTo>
                    <a:pt x="14509" y="227174"/>
                  </a:lnTo>
                  <a:lnTo>
                    <a:pt x="16741" y="231971"/>
                  </a:lnTo>
                  <a:lnTo>
                    <a:pt x="19125" y="236694"/>
                  </a:lnTo>
                  <a:lnTo>
                    <a:pt x="21656" y="241340"/>
                  </a:lnTo>
                  <a:lnTo>
                    <a:pt x="24334" y="245903"/>
                  </a:lnTo>
                  <a:lnTo>
                    <a:pt x="27154" y="250380"/>
                  </a:lnTo>
                  <a:lnTo>
                    <a:pt x="30115" y="254765"/>
                  </a:lnTo>
                  <a:lnTo>
                    <a:pt x="33213" y="259054"/>
                  </a:lnTo>
                  <a:lnTo>
                    <a:pt x="36445" y="263242"/>
                  </a:lnTo>
                  <a:lnTo>
                    <a:pt x="39808" y="267327"/>
                  </a:lnTo>
                  <a:lnTo>
                    <a:pt x="43298" y="271303"/>
                  </a:lnTo>
                  <a:lnTo>
                    <a:pt x="46913" y="275166"/>
                  </a:lnTo>
                  <a:lnTo>
                    <a:pt x="50648" y="278913"/>
                  </a:lnTo>
                  <a:lnTo>
                    <a:pt x="54500" y="282540"/>
                  </a:lnTo>
                  <a:lnTo>
                    <a:pt x="58465" y="286044"/>
                  </a:lnTo>
                  <a:lnTo>
                    <a:pt x="62538" y="289420"/>
                  </a:lnTo>
                  <a:lnTo>
                    <a:pt x="66716" y="292666"/>
                  </a:lnTo>
                  <a:lnTo>
                    <a:pt x="70995" y="295777"/>
                  </a:lnTo>
                  <a:lnTo>
                    <a:pt x="75371" y="298752"/>
                  </a:lnTo>
                  <a:lnTo>
                    <a:pt x="79838" y="301587"/>
                  </a:lnTo>
                  <a:lnTo>
                    <a:pt x="84393" y="304279"/>
                  </a:lnTo>
                  <a:lnTo>
                    <a:pt x="89030" y="306825"/>
                  </a:lnTo>
                  <a:lnTo>
                    <a:pt x="93746" y="309224"/>
                  </a:lnTo>
                  <a:lnTo>
                    <a:pt x="98536" y="311472"/>
                  </a:lnTo>
                  <a:lnTo>
                    <a:pt x="103394" y="313567"/>
                  </a:lnTo>
                  <a:lnTo>
                    <a:pt x="108316" y="315508"/>
                  </a:lnTo>
                  <a:lnTo>
                    <a:pt x="113297" y="317292"/>
                  </a:lnTo>
                  <a:lnTo>
                    <a:pt x="118332" y="318917"/>
                  </a:lnTo>
                  <a:lnTo>
                    <a:pt x="123416" y="320382"/>
                  </a:lnTo>
                  <a:lnTo>
                    <a:pt x="128543" y="321686"/>
                  </a:lnTo>
                  <a:lnTo>
                    <a:pt x="133710" y="322826"/>
                  </a:lnTo>
                  <a:lnTo>
                    <a:pt x="138910" y="323803"/>
                  </a:lnTo>
                  <a:lnTo>
                    <a:pt x="144138" y="324614"/>
                  </a:lnTo>
                  <a:lnTo>
                    <a:pt x="149389" y="325260"/>
                  </a:lnTo>
                  <a:lnTo>
                    <a:pt x="154658" y="325739"/>
                  </a:lnTo>
                  <a:lnTo>
                    <a:pt x="159940" y="326051"/>
                  </a:lnTo>
                  <a:lnTo>
                    <a:pt x="165229" y="326196"/>
                  </a:lnTo>
                  <a:lnTo>
                    <a:pt x="170519" y="326174"/>
                  </a:lnTo>
                  <a:lnTo>
                    <a:pt x="175807" y="325984"/>
                  </a:lnTo>
                  <a:lnTo>
                    <a:pt x="181085" y="325626"/>
                  </a:lnTo>
                  <a:lnTo>
                    <a:pt x="186350" y="325102"/>
                  </a:lnTo>
                  <a:lnTo>
                    <a:pt x="191596" y="324412"/>
                  </a:lnTo>
                  <a:lnTo>
                    <a:pt x="196817" y="323556"/>
                  </a:lnTo>
                  <a:lnTo>
                    <a:pt x="202008" y="322535"/>
                  </a:lnTo>
                  <a:lnTo>
                    <a:pt x="207165" y="321350"/>
                  </a:lnTo>
                  <a:lnTo>
                    <a:pt x="212281" y="320003"/>
                  </a:lnTo>
                  <a:lnTo>
                    <a:pt x="217352" y="318495"/>
                  </a:lnTo>
                  <a:lnTo>
                    <a:pt x="222373" y="316826"/>
                  </a:lnTo>
                  <a:lnTo>
                    <a:pt x="227339" y="315000"/>
                  </a:lnTo>
                  <a:lnTo>
                    <a:pt x="232244" y="313018"/>
                  </a:lnTo>
                  <a:lnTo>
                    <a:pt x="237084" y="310881"/>
                  </a:lnTo>
                  <a:lnTo>
                    <a:pt x="241854" y="308592"/>
                  </a:lnTo>
                  <a:lnTo>
                    <a:pt x="246549" y="306154"/>
                  </a:lnTo>
                  <a:lnTo>
                    <a:pt x="251165" y="303568"/>
                  </a:lnTo>
                  <a:lnTo>
                    <a:pt x="255697" y="300837"/>
                  </a:lnTo>
                  <a:lnTo>
                    <a:pt x="260140" y="297964"/>
                  </a:lnTo>
                  <a:lnTo>
                    <a:pt x="264490" y="294952"/>
                  </a:lnTo>
                  <a:lnTo>
                    <a:pt x="268742" y="291804"/>
                  </a:lnTo>
                  <a:lnTo>
                    <a:pt x="272892" y="288523"/>
                  </a:lnTo>
                  <a:lnTo>
                    <a:pt x="276937" y="285112"/>
                  </a:lnTo>
                  <a:lnTo>
                    <a:pt x="280872" y="281575"/>
                  </a:lnTo>
                  <a:lnTo>
                    <a:pt x="284692" y="277915"/>
                  </a:lnTo>
                  <a:lnTo>
                    <a:pt x="288395" y="274136"/>
                  </a:lnTo>
                  <a:lnTo>
                    <a:pt x="291977" y="270242"/>
                  </a:lnTo>
                  <a:lnTo>
                    <a:pt x="295434" y="266237"/>
                  </a:lnTo>
                  <a:lnTo>
                    <a:pt x="298762" y="262124"/>
                  </a:lnTo>
                  <a:lnTo>
                    <a:pt x="301958" y="257908"/>
                  </a:lnTo>
                  <a:lnTo>
                    <a:pt x="305019" y="253592"/>
                  </a:lnTo>
                  <a:lnTo>
                    <a:pt x="307942" y="249182"/>
                  </a:lnTo>
                  <a:lnTo>
                    <a:pt x="310724" y="244682"/>
                  </a:lnTo>
                  <a:lnTo>
                    <a:pt x="313363" y="240096"/>
                  </a:lnTo>
                  <a:lnTo>
                    <a:pt x="315854" y="235429"/>
                  </a:lnTo>
                  <a:lnTo>
                    <a:pt x="318197" y="230685"/>
                  </a:lnTo>
                  <a:lnTo>
                    <a:pt x="320389" y="225869"/>
                  </a:lnTo>
                  <a:lnTo>
                    <a:pt x="322427" y="220987"/>
                  </a:lnTo>
                  <a:lnTo>
                    <a:pt x="324310" y="216043"/>
                  </a:lnTo>
                  <a:lnTo>
                    <a:pt x="326035" y="211041"/>
                  </a:lnTo>
                  <a:lnTo>
                    <a:pt x="327601" y="205987"/>
                  </a:lnTo>
                  <a:lnTo>
                    <a:pt x="329006" y="200886"/>
                  </a:lnTo>
                  <a:lnTo>
                    <a:pt x="330249" y="195744"/>
                  </a:lnTo>
                  <a:lnTo>
                    <a:pt x="331329" y="190564"/>
                  </a:lnTo>
                  <a:lnTo>
                    <a:pt x="332245" y="185353"/>
                  </a:lnTo>
                  <a:lnTo>
                    <a:pt x="332995" y="180116"/>
                  </a:lnTo>
                  <a:lnTo>
                    <a:pt x="333579" y="174858"/>
                  </a:lnTo>
                  <a:lnTo>
                    <a:pt x="333996" y="169583"/>
                  </a:lnTo>
                  <a:lnTo>
                    <a:pt x="334246" y="164298"/>
                  </a:lnTo>
                  <a:lnTo>
                    <a:pt x="334329" y="159008"/>
                  </a:lnTo>
                  <a:lnTo>
                    <a:pt x="334244" y="153718"/>
                  </a:lnTo>
                  <a:lnTo>
                    <a:pt x="333992" y="148433"/>
                  </a:lnTo>
                  <a:lnTo>
                    <a:pt x="333573" y="143159"/>
                  </a:lnTo>
                  <a:lnTo>
                    <a:pt x="332987" y="137901"/>
                  </a:lnTo>
                  <a:lnTo>
                    <a:pt x="332235" y="132664"/>
                  </a:lnTo>
                  <a:lnTo>
                    <a:pt x="331317" y="127453"/>
                  </a:lnTo>
                  <a:lnTo>
                    <a:pt x="330235" y="122274"/>
                  </a:lnTo>
                  <a:lnTo>
                    <a:pt x="328990" y="117132"/>
                  </a:lnTo>
                  <a:lnTo>
                    <a:pt x="327583" y="112032"/>
                  </a:lnTo>
                  <a:lnTo>
                    <a:pt x="326015" y="106979"/>
                  </a:lnTo>
                  <a:lnTo>
                    <a:pt x="324288" y="101978"/>
                  </a:lnTo>
                  <a:lnTo>
                    <a:pt x="322404" y="97034"/>
                  </a:lnTo>
                  <a:lnTo>
                    <a:pt x="320364" y="92152"/>
                  </a:lnTo>
                  <a:lnTo>
                    <a:pt x="318170" y="87338"/>
                  </a:lnTo>
                  <a:lnTo>
                    <a:pt x="315825" y="82595"/>
                  </a:lnTo>
                  <a:lnTo>
                    <a:pt x="313332" y="77928"/>
                  </a:lnTo>
                  <a:lnTo>
                    <a:pt x="310692" y="73343"/>
                  </a:lnTo>
                  <a:lnTo>
                    <a:pt x="307908" y="68844"/>
                  </a:lnTo>
                  <a:lnTo>
                    <a:pt x="304983" y="64435"/>
                  </a:lnTo>
                  <a:lnTo>
                    <a:pt x="301920" y="60121"/>
                  </a:lnTo>
                  <a:lnTo>
                    <a:pt x="298723" y="55906"/>
                  </a:lnTo>
                  <a:lnTo>
                    <a:pt x="295393" y="51795"/>
                  </a:lnTo>
                  <a:lnTo>
                    <a:pt x="291935" y="47790"/>
                  </a:lnTo>
                  <a:lnTo>
                    <a:pt x="288352" y="43897"/>
                  </a:lnTo>
                  <a:lnTo>
                    <a:pt x="284647" y="40120"/>
                  </a:lnTo>
                  <a:lnTo>
                    <a:pt x="280825" y="36462"/>
                  </a:lnTo>
                  <a:lnTo>
                    <a:pt x="276889" y="32926"/>
                  </a:lnTo>
                  <a:lnTo>
                    <a:pt x="272843" y="29517"/>
                  </a:lnTo>
                  <a:lnTo>
                    <a:pt x="268691" y="26237"/>
                  </a:lnTo>
                  <a:lnTo>
                    <a:pt x="167161" y="159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101530" cy="167167"/>
            </a:xfrm>
            <a:custGeom>
              <a:avLst/>
              <a:pathLst>
                <a:path w="101530" h="167167">
                  <a:moveTo>
                    <a:pt x="101530" y="34364"/>
                  </a:moveTo>
                  <a:lnTo>
                    <a:pt x="96908" y="30955"/>
                  </a:lnTo>
                  <a:lnTo>
                    <a:pt x="92173" y="27707"/>
                  </a:lnTo>
                  <a:lnTo>
                    <a:pt x="87328" y="24624"/>
                  </a:lnTo>
                  <a:lnTo>
                    <a:pt x="82381" y="21708"/>
                  </a:lnTo>
                  <a:lnTo>
                    <a:pt x="77336" y="18964"/>
                  </a:lnTo>
                  <a:lnTo>
                    <a:pt x="72200" y="16395"/>
                  </a:lnTo>
                  <a:lnTo>
                    <a:pt x="66979" y="14005"/>
                  </a:lnTo>
                  <a:lnTo>
                    <a:pt x="61679" y="11794"/>
                  </a:lnTo>
                  <a:lnTo>
                    <a:pt x="56306" y="9767"/>
                  </a:lnTo>
                  <a:lnTo>
                    <a:pt x="50866" y="7926"/>
                  </a:lnTo>
                  <a:lnTo>
                    <a:pt x="45367" y="6273"/>
                  </a:lnTo>
                  <a:lnTo>
                    <a:pt x="39813" y="4810"/>
                  </a:lnTo>
                  <a:lnTo>
                    <a:pt x="34213" y="3538"/>
                  </a:lnTo>
                  <a:lnTo>
                    <a:pt x="28573" y="2460"/>
                  </a:lnTo>
                  <a:lnTo>
                    <a:pt x="22899" y="1575"/>
                  </a:lnTo>
                  <a:lnTo>
                    <a:pt x="17198" y="887"/>
                  </a:lnTo>
                  <a:lnTo>
                    <a:pt x="11476" y="394"/>
                  </a:lnTo>
                  <a:lnTo>
                    <a:pt x="5741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853887" y="1322571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2" y="335"/>
                  </a:lnTo>
                  <a:lnTo>
                    <a:pt x="151280" y="755"/>
                  </a:lnTo>
                  <a:lnTo>
                    <a:pt x="146015" y="1341"/>
                  </a:lnTo>
                  <a:lnTo>
                    <a:pt x="140771" y="2094"/>
                  </a:lnTo>
                  <a:lnTo>
                    <a:pt x="135553" y="3013"/>
                  </a:lnTo>
                  <a:lnTo>
                    <a:pt x="130367" y="4097"/>
                  </a:lnTo>
                  <a:lnTo>
                    <a:pt x="125218" y="5344"/>
                  </a:lnTo>
                  <a:lnTo>
                    <a:pt x="120111" y="6754"/>
                  </a:lnTo>
                  <a:lnTo>
                    <a:pt x="115052" y="8325"/>
                  </a:lnTo>
                  <a:lnTo>
                    <a:pt x="110044" y="10056"/>
                  </a:lnTo>
                  <a:lnTo>
                    <a:pt x="105094" y="11945"/>
                  </a:lnTo>
                  <a:lnTo>
                    <a:pt x="100207" y="13989"/>
                  </a:lnTo>
                  <a:lnTo>
                    <a:pt x="95386" y="16187"/>
                  </a:lnTo>
                  <a:lnTo>
                    <a:pt x="90638" y="18537"/>
                  </a:lnTo>
                  <a:lnTo>
                    <a:pt x="85967" y="21037"/>
                  </a:lnTo>
                  <a:lnTo>
                    <a:pt x="81377" y="23683"/>
                  </a:lnTo>
                  <a:lnTo>
                    <a:pt x="76873" y="26473"/>
                  </a:lnTo>
                  <a:lnTo>
                    <a:pt x="72460" y="29404"/>
                  </a:lnTo>
                  <a:lnTo>
                    <a:pt x="68142" y="32474"/>
                  </a:lnTo>
                  <a:lnTo>
                    <a:pt x="63923" y="35679"/>
                  </a:lnTo>
                  <a:lnTo>
                    <a:pt x="59809" y="39016"/>
                  </a:lnTo>
                  <a:lnTo>
                    <a:pt x="55802" y="42482"/>
                  </a:lnTo>
                  <a:lnTo>
                    <a:pt x="51906" y="46073"/>
                  </a:lnTo>
                  <a:lnTo>
                    <a:pt x="48127" y="49786"/>
                  </a:lnTo>
                  <a:lnTo>
                    <a:pt x="44467" y="53617"/>
                  </a:lnTo>
                  <a:lnTo>
                    <a:pt x="40931" y="57561"/>
                  </a:lnTo>
                  <a:lnTo>
                    <a:pt x="37521" y="61616"/>
                  </a:lnTo>
                  <a:lnTo>
                    <a:pt x="34241" y="65777"/>
                  </a:lnTo>
                  <a:lnTo>
                    <a:pt x="31095" y="70039"/>
                  </a:lnTo>
                  <a:lnTo>
                    <a:pt x="28085" y="74400"/>
                  </a:lnTo>
                  <a:lnTo>
                    <a:pt x="25216" y="78853"/>
                  </a:lnTo>
                  <a:lnTo>
                    <a:pt x="22488" y="83395"/>
                  </a:lnTo>
                  <a:lnTo>
                    <a:pt x="19906" y="88021"/>
                  </a:lnTo>
                  <a:lnTo>
                    <a:pt x="17472" y="92727"/>
                  </a:lnTo>
                  <a:lnTo>
                    <a:pt x="15189" y="97508"/>
                  </a:lnTo>
                  <a:lnTo>
                    <a:pt x="13057" y="102358"/>
                  </a:lnTo>
                  <a:lnTo>
                    <a:pt x="11081" y="107274"/>
                  </a:lnTo>
                  <a:lnTo>
                    <a:pt x="9262" y="112249"/>
                  </a:lnTo>
                  <a:lnTo>
                    <a:pt x="7601" y="117280"/>
                  </a:lnTo>
                  <a:lnTo>
                    <a:pt x="6100" y="122361"/>
                  </a:lnTo>
                  <a:lnTo>
                    <a:pt x="4761" y="127487"/>
                  </a:lnTo>
                  <a:lnTo>
                    <a:pt x="3585" y="132653"/>
                  </a:lnTo>
                  <a:lnTo>
                    <a:pt x="2574" y="137853"/>
                  </a:lnTo>
                  <a:lnTo>
                    <a:pt x="1727" y="143083"/>
                  </a:lnTo>
                  <a:lnTo>
                    <a:pt x="1047" y="148337"/>
                  </a:lnTo>
                  <a:lnTo>
                    <a:pt x="534" y="153610"/>
                  </a:lnTo>
                  <a:lnTo>
                    <a:pt x="188" y="158897"/>
                  </a:lnTo>
                  <a:lnTo>
                    <a:pt x="10" y="164192"/>
                  </a:lnTo>
                  <a:lnTo>
                    <a:pt x="0" y="169490"/>
                  </a:lnTo>
                  <a:lnTo>
                    <a:pt x="157" y="174786"/>
                  </a:lnTo>
                  <a:lnTo>
                    <a:pt x="482" y="180074"/>
                  </a:lnTo>
                  <a:lnTo>
                    <a:pt x="975" y="185349"/>
                  </a:lnTo>
                  <a:lnTo>
                    <a:pt x="1635" y="190605"/>
                  </a:lnTo>
                  <a:lnTo>
                    <a:pt x="2461" y="195839"/>
                  </a:lnTo>
                  <a:lnTo>
                    <a:pt x="3452" y="201043"/>
                  </a:lnTo>
                  <a:lnTo>
                    <a:pt x="4607" y="206213"/>
                  </a:lnTo>
                  <a:lnTo>
                    <a:pt x="5926" y="211344"/>
                  </a:lnTo>
                  <a:lnTo>
                    <a:pt x="7407" y="216431"/>
                  </a:lnTo>
                  <a:lnTo>
                    <a:pt x="9049" y="221469"/>
                  </a:lnTo>
                  <a:lnTo>
                    <a:pt x="10849" y="226451"/>
                  </a:lnTo>
                  <a:lnTo>
                    <a:pt x="12806" y="231375"/>
                  </a:lnTo>
                  <a:lnTo>
                    <a:pt x="14918" y="236233"/>
                  </a:lnTo>
                  <a:lnTo>
                    <a:pt x="17183" y="241023"/>
                  </a:lnTo>
                  <a:lnTo>
                    <a:pt x="19599" y="245738"/>
                  </a:lnTo>
                  <a:lnTo>
                    <a:pt x="22163" y="250374"/>
                  </a:lnTo>
                  <a:lnTo>
                    <a:pt x="24872" y="254927"/>
                  </a:lnTo>
                  <a:lnTo>
                    <a:pt x="27725" y="259391"/>
                  </a:lnTo>
                  <a:lnTo>
                    <a:pt x="30717" y="263763"/>
                  </a:lnTo>
                  <a:lnTo>
                    <a:pt x="33847" y="268038"/>
                  </a:lnTo>
                  <a:lnTo>
                    <a:pt x="37110" y="272212"/>
                  </a:lnTo>
                  <a:lnTo>
                    <a:pt x="40504" y="276280"/>
                  </a:lnTo>
                  <a:lnTo>
                    <a:pt x="44025" y="280238"/>
                  </a:lnTo>
                  <a:lnTo>
                    <a:pt x="47670" y="284083"/>
                  </a:lnTo>
                  <a:lnTo>
                    <a:pt x="51435" y="287810"/>
                  </a:lnTo>
                  <a:lnTo>
                    <a:pt x="55316" y="291417"/>
                  </a:lnTo>
                  <a:lnTo>
                    <a:pt x="59310" y="294898"/>
                  </a:lnTo>
                  <a:lnTo>
                    <a:pt x="63412" y="298251"/>
                  </a:lnTo>
                  <a:lnTo>
                    <a:pt x="67618" y="301473"/>
                  </a:lnTo>
                  <a:lnTo>
                    <a:pt x="71923" y="304559"/>
                  </a:lnTo>
                  <a:lnTo>
                    <a:pt x="76325" y="307508"/>
                  </a:lnTo>
                  <a:lnTo>
                    <a:pt x="80818" y="310316"/>
                  </a:lnTo>
                  <a:lnTo>
                    <a:pt x="85397" y="312980"/>
                  </a:lnTo>
                  <a:lnTo>
                    <a:pt x="90059" y="315497"/>
                  </a:lnTo>
                  <a:lnTo>
                    <a:pt x="94798" y="317865"/>
                  </a:lnTo>
                  <a:lnTo>
                    <a:pt x="99610" y="320083"/>
                  </a:lnTo>
                  <a:lnTo>
                    <a:pt x="104489" y="322146"/>
                  </a:lnTo>
                  <a:lnTo>
                    <a:pt x="109432" y="324054"/>
                  </a:lnTo>
                  <a:lnTo>
                    <a:pt x="114433" y="325804"/>
                  </a:lnTo>
                  <a:lnTo>
                    <a:pt x="119486" y="327395"/>
                  </a:lnTo>
                  <a:lnTo>
                    <a:pt x="124587" y="328825"/>
                  </a:lnTo>
                  <a:lnTo>
                    <a:pt x="129731" y="330093"/>
                  </a:lnTo>
                  <a:lnTo>
                    <a:pt x="134913" y="331196"/>
                  </a:lnTo>
                  <a:lnTo>
                    <a:pt x="140127" y="332136"/>
                  </a:lnTo>
                  <a:lnTo>
                    <a:pt x="145368" y="332909"/>
                  </a:lnTo>
                  <a:lnTo>
                    <a:pt x="150631" y="333516"/>
                  </a:lnTo>
                  <a:lnTo>
                    <a:pt x="155911" y="333956"/>
                  </a:lnTo>
                  <a:lnTo>
                    <a:pt x="161202" y="334229"/>
                  </a:lnTo>
                  <a:lnTo>
                    <a:pt x="166499" y="334333"/>
                  </a:lnTo>
                  <a:lnTo>
                    <a:pt x="171797" y="334270"/>
                  </a:lnTo>
                  <a:lnTo>
                    <a:pt x="177089" y="334039"/>
                  </a:lnTo>
                  <a:lnTo>
                    <a:pt x="182372" y="333640"/>
                  </a:lnTo>
                  <a:lnTo>
                    <a:pt x="187640" y="333074"/>
                  </a:lnTo>
                  <a:lnTo>
                    <a:pt x="192887" y="332341"/>
                  </a:lnTo>
                  <a:lnTo>
                    <a:pt x="198108" y="331443"/>
                  </a:lnTo>
                  <a:lnTo>
                    <a:pt x="203298" y="330379"/>
                  </a:lnTo>
                  <a:lnTo>
                    <a:pt x="208452" y="329152"/>
                  </a:lnTo>
                  <a:lnTo>
                    <a:pt x="213565" y="327762"/>
                  </a:lnTo>
                  <a:lnTo>
                    <a:pt x="218630" y="326210"/>
                  </a:lnTo>
                  <a:lnTo>
                    <a:pt x="223644" y="324499"/>
                  </a:lnTo>
                  <a:lnTo>
                    <a:pt x="228602" y="322630"/>
                  </a:lnTo>
                  <a:lnTo>
                    <a:pt x="233497" y="320605"/>
                  </a:lnTo>
                  <a:lnTo>
                    <a:pt x="238326" y="318425"/>
                  </a:lnTo>
                  <a:lnTo>
                    <a:pt x="243083" y="316094"/>
                  </a:lnTo>
                  <a:lnTo>
                    <a:pt x="247765" y="313613"/>
                  </a:lnTo>
                  <a:lnTo>
                    <a:pt x="252365" y="310985"/>
                  </a:lnTo>
                  <a:lnTo>
                    <a:pt x="256879" y="308212"/>
                  </a:lnTo>
                  <a:lnTo>
                    <a:pt x="261304" y="305298"/>
                  </a:lnTo>
                  <a:lnTo>
                    <a:pt x="265634" y="302245"/>
                  </a:lnTo>
                  <a:lnTo>
                    <a:pt x="269865" y="299056"/>
                  </a:lnTo>
                  <a:lnTo>
                    <a:pt x="273992" y="295735"/>
                  </a:lnTo>
                  <a:lnTo>
                    <a:pt x="278013" y="292285"/>
                  </a:lnTo>
                  <a:lnTo>
                    <a:pt x="281922" y="288709"/>
                  </a:lnTo>
                  <a:lnTo>
                    <a:pt x="285716" y="285011"/>
                  </a:lnTo>
                  <a:lnTo>
                    <a:pt x="289391" y="281195"/>
                  </a:lnTo>
                  <a:lnTo>
                    <a:pt x="292943" y="277264"/>
                  </a:lnTo>
                  <a:lnTo>
                    <a:pt x="296368" y="273223"/>
                  </a:lnTo>
                  <a:lnTo>
                    <a:pt x="299664" y="269075"/>
                  </a:lnTo>
                  <a:lnTo>
                    <a:pt x="302827" y="264824"/>
                  </a:lnTo>
                  <a:lnTo>
                    <a:pt x="305853" y="260476"/>
                  </a:lnTo>
                  <a:lnTo>
                    <a:pt x="308741" y="256034"/>
                  </a:lnTo>
                  <a:lnTo>
                    <a:pt x="311486" y="251502"/>
                  </a:lnTo>
                  <a:lnTo>
                    <a:pt x="314086" y="246886"/>
                  </a:lnTo>
                  <a:lnTo>
                    <a:pt x="316538" y="242190"/>
                  </a:lnTo>
                  <a:lnTo>
                    <a:pt x="318840" y="237418"/>
                  </a:lnTo>
                  <a:lnTo>
                    <a:pt x="320990" y="232576"/>
                  </a:lnTo>
                  <a:lnTo>
                    <a:pt x="322986" y="227668"/>
                  </a:lnTo>
                  <a:lnTo>
                    <a:pt x="324825" y="222700"/>
                  </a:lnTo>
                  <a:lnTo>
                    <a:pt x="326505" y="217676"/>
                  </a:lnTo>
                  <a:lnTo>
                    <a:pt x="328026" y="212600"/>
                  </a:lnTo>
                  <a:lnTo>
                    <a:pt x="329385" y="207480"/>
                  </a:lnTo>
                  <a:lnTo>
                    <a:pt x="330581" y="202319"/>
                  </a:lnTo>
                  <a:lnTo>
                    <a:pt x="331612" y="197122"/>
                  </a:lnTo>
                  <a:lnTo>
                    <a:pt x="332479" y="191895"/>
                  </a:lnTo>
                  <a:lnTo>
                    <a:pt x="333180" y="186644"/>
                  </a:lnTo>
                  <a:lnTo>
                    <a:pt x="333714" y="181373"/>
                  </a:lnTo>
                  <a:lnTo>
                    <a:pt x="334080" y="176088"/>
                  </a:lnTo>
                  <a:lnTo>
                    <a:pt x="334279" y="170794"/>
                  </a:lnTo>
                  <a:lnTo>
                    <a:pt x="334310" y="165496"/>
                  </a:lnTo>
                  <a:lnTo>
                    <a:pt x="334173" y="160199"/>
                  </a:lnTo>
                  <a:lnTo>
                    <a:pt x="333868" y="154910"/>
                  </a:lnTo>
                  <a:lnTo>
                    <a:pt x="333396" y="149633"/>
                  </a:lnTo>
                  <a:lnTo>
                    <a:pt x="332757" y="144374"/>
                  </a:lnTo>
                  <a:lnTo>
                    <a:pt x="331952" y="139138"/>
                  </a:lnTo>
                  <a:lnTo>
                    <a:pt x="330981" y="133930"/>
                  </a:lnTo>
                  <a:lnTo>
                    <a:pt x="329845" y="128755"/>
                  </a:lnTo>
                  <a:lnTo>
                    <a:pt x="328546" y="123618"/>
                  </a:lnTo>
                  <a:lnTo>
                    <a:pt x="327085" y="118526"/>
                  </a:lnTo>
                  <a:lnTo>
                    <a:pt x="325463" y="113482"/>
                  </a:lnTo>
                  <a:lnTo>
                    <a:pt x="323683" y="108492"/>
                  </a:lnTo>
                  <a:lnTo>
                    <a:pt x="321745" y="103562"/>
                  </a:lnTo>
                  <a:lnTo>
                    <a:pt x="319652" y="98695"/>
                  </a:lnTo>
                  <a:lnTo>
                    <a:pt x="317405" y="93897"/>
                  </a:lnTo>
                  <a:lnTo>
                    <a:pt x="315008" y="89172"/>
                  </a:lnTo>
                  <a:lnTo>
                    <a:pt x="312462" y="84526"/>
                  </a:lnTo>
                  <a:lnTo>
                    <a:pt x="309770" y="79963"/>
                  </a:lnTo>
                  <a:lnTo>
                    <a:pt x="306935" y="75487"/>
                  </a:lnTo>
                  <a:lnTo>
                    <a:pt x="303960" y="71103"/>
                  </a:lnTo>
                  <a:lnTo>
                    <a:pt x="300847" y="66816"/>
                  </a:lnTo>
                  <a:lnTo>
                    <a:pt x="297600" y="62630"/>
                  </a:lnTo>
                  <a:lnTo>
                    <a:pt x="294222" y="58549"/>
                  </a:lnTo>
                  <a:lnTo>
                    <a:pt x="290716" y="54577"/>
                  </a:lnTo>
                  <a:lnTo>
                    <a:pt x="287086" y="50718"/>
                  </a:lnTo>
                  <a:lnTo>
                    <a:pt x="283336" y="46976"/>
                  </a:lnTo>
                  <a:lnTo>
                    <a:pt x="279469" y="43354"/>
                  </a:lnTo>
                  <a:lnTo>
                    <a:pt x="275489" y="39857"/>
                  </a:lnTo>
                  <a:lnTo>
                    <a:pt x="271400" y="36488"/>
                  </a:lnTo>
                  <a:lnTo>
                    <a:pt x="267207" y="33250"/>
                  </a:lnTo>
                  <a:lnTo>
                    <a:pt x="262913" y="30147"/>
                  </a:lnTo>
                  <a:lnTo>
                    <a:pt x="258523" y="27181"/>
                  </a:lnTo>
                  <a:lnTo>
                    <a:pt x="254041" y="2435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6928"/>
              <a:ext cx="86890" cy="142811"/>
            </a:xfrm>
            <a:custGeom>
              <a:avLst/>
              <a:pathLst>
                <a:path w="86890" h="142811">
                  <a:moveTo>
                    <a:pt x="86890" y="0"/>
                  </a:moveTo>
                  <a:lnTo>
                    <a:pt x="0" y="1428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86890" cy="167167"/>
            </a:xfrm>
            <a:custGeom>
              <a:avLst/>
              <a:pathLst>
                <a:path w="86890" h="167167">
                  <a:moveTo>
                    <a:pt x="86890" y="24356"/>
                  </a:moveTo>
                  <a:lnTo>
                    <a:pt x="81961" y="21471"/>
                  </a:lnTo>
                  <a:lnTo>
                    <a:pt x="76937" y="18757"/>
                  </a:lnTo>
                  <a:lnTo>
                    <a:pt x="71823" y="16216"/>
                  </a:lnTo>
                  <a:lnTo>
                    <a:pt x="66626" y="13851"/>
                  </a:lnTo>
                  <a:lnTo>
                    <a:pt x="61350" y="11664"/>
                  </a:lnTo>
                  <a:lnTo>
                    <a:pt x="56003" y="9660"/>
                  </a:lnTo>
                  <a:lnTo>
                    <a:pt x="50591" y="7839"/>
                  </a:lnTo>
                  <a:lnTo>
                    <a:pt x="45119" y="6204"/>
                  </a:lnTo>
                  <a:lnTo>
                    <a:pt x="39595" y="4757"/>
                  </a:lnTo>
                  <a:lnTo>
                    <a:pt x="34025" y="3499"/>
                  </a:lnTo>
                  <a:lnTo>
                    <a:pt x="28415" y="2432"/>
                  </a:lnTo>
                  <a:lnTo>
                    <a:pt x="22772" y="1558"/>
                  </a:lnTo>
                  <a:lnTo>
                    <a:pt x="17102" y="877"/>
                  </a:lnTo>
                  <a:lnTo>
                    <a:pt x="11412" y="390"/>
                  </a:lnTo>
                  <a:lnTo>
                    <a:pt x="570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378108" y="1071028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2" y="2095"/>
                  </a:lnTo>
                  <a:lnTo>
                    <a:pt x="135542" y="3015"/>
                  </a:lnTo>
                  <a:lnTo>
                    <a:pt x="130355" y="4099"/>
                  </a:lnTo>
                  <a:lnTo>
                    <a:pt x="125204" y="5347"/>
                  </a:lnTo>
                  <a:lnTo>
                    <a:pt x="120096" y="6758"/>
                  </a:lnTo>
                  <a:lnTo>
                    <a:pt x="115035" y="8330"/>
                  </a:lnTo>
                  <a:lnTo>
                    <a:pt x="110026" y="10062"/>
                  </a:lnTo>
                  <a:lnTo>
                    <a:pt x="105075" y="11952"/>
                  </a:lnTo>
                  <a:lnTo>
                    <a:pt x="100186" y="13998"/>
                  </a:lnTo>
                  <a:lnTo>
                    <a:pt x="95365" y="16197"/>
                  </a:lnTo>
                  <a:lnTo>
                    <a:pt x="90615" y="18548"/>
                  </a:lnTo>
                  <a:lnTo>
                    <a:pt x="85943" y="21049"/>
                  </a:lnTo>
                  <a:lnTo>
                    <a:pt x="81352" y="23697"/>
                  </a:lnTo>
                  <a:lnTo>
                    <a:pt x="76847" y="26488"/>
                  </a:lnTo>
                  <a:lnTo>
                    <a:pt x="72434" y="29421"/>
                  </a:lnTo>
                  <a:lnTo>
                    <a:pt x="68115" y="32493"/>
                  </a:lnTo>
                  <a:lnTo>
                    <a:pt x="63896" y="35700"/>
                  </a:lnTo>
                  <a:lnTo>
                    <a:pt x="59780" y="39039"/>
                  </a:lnTo>
                  <a:lnTo>
                    <a:pt x="55773" y="42507"/>
                  </a:lnTo>
                  <a:lnTo>
                    <a:pt x="51877" y="46100"/>
                  </a:lnTo>
                  <a:lnTo>
                    <a:pt x="48098" y="49815"/>
                  </a:lnTo>
                  <a:lnTo>
                    <a:pt x="44438" y="53647"/>
                  </a:lnTo>
                  <a:lnTo>
                    <a:pt x="40901" y="57594"/>
                  </a:lnTo>
                  <a:lnTo>
                    <a:pt x="37491" y="61651"/>
                  </a:lnTo>
                  <a:lnTo>
                    <a:pt x="34212" y="65814"/>
                  </a:lnTo>
                  <a:lnTo>
                    <a:pt x="31066" y="70079"/>
                  </a:lnTo>
                  <a:lnTo>
                    <a:pt x="28057" y="74441"/>
                  </a:lnTo>
                  <a:lnTo>
                    <a:pt x="25187" y="78897"/>
                  </a:lnTo>
                  <a:lnTo>
                    <a:pt x="22461" y="83441"/>
                  </a:lnTo>
                  <a:lnTo>
                    <a:pt x="19879" y="88070"/>
                  </a:lnTo>
                  <a:lnTo>
                    <a:pt x="17446" y="92778"/>
                  </a:lnTo>
                  <a:lnTo>
                    <a:pt x="15163" y="97560"/>
                  </a:lnTo>
                  <a:lnTo>
                    <a:pt x="13033" y="102413"/>
                  </a:lnTo>
                  <a:lnTo>
                    <a:pt x="11058" y="107331"/>
                  </a:lnTo>
                  <a:lnTo>
                    <a:pt x="9240" y="112309"/>
                  </a:lnTo>
                  <a:lnTo>
                    <a:pt x="7580" y="117342"/>
                  </a:lnTo>
                  <a:lnTo>
                    <a:pt x="6081" y="122425"/>
                  </a:lnTo>
                  <a:lnTo>
                    <a:pt x="4744" y="127553"/>
                  </a:lnTo>
                  <a:lnTo>
                    <a:pt x="3570" y="132721"/>
                  </a:lnTo>
                  <a:lnTo>
                    <a:pt x="2560" y="137923"/>
                  </a:lnTo>
                  <a:lnTo>
                    <a:pt x="1716" y="143155"/>
                  </a:lnTo>
                  <a:lnTo>
                    <a:pt x="1038" y="148411"/>
                  </a:lnTo>
                  <a:lnTo>
                    <a:pt x="527" y="153686"/>
                  </a:lnTo>
                  <a:lnTo>
                    <a:pt x="183" y="158974"/>
                  </a:lnTo>
                  <a:lnTo>
                    <a:pt x="7" y="164271"/>
                  </a:lnTo>
                  <a:lnTo>
                    <a:pt x="0" y="169571"/>
                  </a:lnTo>
                  <a:lnTo>
                    <a:pt x="160" y="174868"/>
                  </a:lnTo>
                  <a:lnTo>
                    <a:pt x="488" y="180157"/>
                  </a:lnTo>
                  <a:lnTo>
                    <a:pt x="983" y="185434"/>
                  </a:lnTo>
                  <a:lnTo>
                    <a:pt x="1646" y="190692"/>
                  </a:lnTo>
                  <a:lnTo>
                    <a:pt x="2475" y="195926"/>
                  </a:lnTo>
                  <a:lnTo>
                    <a:pt x="3469" y="201131"/>
                  </a:lnTo>
                  <a:lnTo>
                    <a:pt x="4628" y="206303"/>
                  </a:lnTo>
                  <a:lnTo>
                    <a:pt x="5950" y="211435"/>
                  </a:lnTo>
                  <a:lnTo>
                    <a:pt x="7434" y="216522"/>
                  </a:lnTo>
                  <a:lnTo>
                    <a:pt x="9079" y="221560"/>
                  </a:lnTo>
                  <a:lnTo>
                    <a:pt x="10883" y="226543"/>
                  </a:lnTo>
                  <a:lnTo>
                    <a:pt x="12843" y="231467"/>
                  </a:lnTo>
                  <a:lnTo>
                    <a:pt x="14959" y="236326"/>
                  </a:lnTo>
                  <a:lnTo>
                    <a:pt x="17228" y="241115"/>
                  </a:lnTo>
                  <a:lnTo>
                    <a:pt x="19647" y="245830"/>
                  </a:lnTo>
                  <a:lnTo>
                    <a:pt x="22215" y="250466"/>
                  </a:lnTo>
                  <a:lnTo>
                    <a:pt x="24928" y="255019"/>
                  </a:lnTo>
                  <a:lnTo>
                    <a:pt x="27784" y="259483"/>
                  </a:lnTo>
                  <a:lnTo>
                    <a:pt x="30780" y="263854"/>
                  </a:lnTo>
                  <a:lnTo>
                    <a:pt x="33914" y="268128"/>
                  </a:lnTo>
                  <a:lnTo>
                    <a:pt x="37181" y="272301"/>
                  </a:lnTo>
                  <a:lnTo>
                    <a:pt x="40579" y="276368"/>
                  </a:lnTo>
                  <a:lnTo>
                    <a:pt x="44104" y="280325"/>
                  </a:lnTo>
                  <a:lnTo>
                    <a:pt x="47753" y="284168"/>
                  </a:lnTo>
                  <a:lnTo>
                    <a:pt x="51521" y="287894"/>
                  </a:lnTo>
                  <a:lnTo>
                    <a:pt x="55406" y="291499"/>
                  </a:lnTo>
                  <a:lnTo>
                    <a:pt x="59404" y="294978"/>
                  </a:lnTo>
                  <a:lnTo>
                    <a:pt x="63509" y="298329"/>
                  </a:lnTo>
                  <a:lnTo>
                    <a:pt x="67719" y="301549"/>
                  </a:lnTo>
                  <a:lnTo>
                    <a:pt x="72028" y="304633"/>
                  </a:lnTo>
                  <a:lnTo>
                    <a:pt x="76434" y="307579"/>
                  </a:lnTo>
                  <a:lnTo>
                    <a:pt x="80930" y="310384"/>
                  </a:lnTo>
                  <a:lnTo>
                    <a:pt x="85513" y="313045"/>
                  </a:lnTo>
                  <a:lnTo>
                    <a:pt x="90178" y="315559"/>
                  </a:lnTo>
                  <a:lnTo>
                    <a:pt x="94921" y="317925"/>
                  </a:lnTo>
                  <a:lnTo>
                    <a:pt x="99736" y="320139"/>
                  </a:lnTo>
                  <a:lnTo>
                    <a:pt x="104618" y="322199"/>
                  </a:lnTo>
                  <a:lnTo>
                    <a:pt x="109564" y="324103"/>
                  </a:lnTo>
                  <a:lnTo>
                    <a:pt x="114568" y="325849"/>
                  </a:lnTo>
                  <a:lnTo>
                    <a:pt x="119624" y="327436"/>
                  </a:lnTo>
                  <a:lnTo>
                    <a:pt x="124728" y="328862"/>
                  </a:lnTo>
                  <a:lnTo>
                    <a:pt x="129875" y="330126"/>
                  </a:lnTo>
                  <a:lnTo>
                    <a:pt x="135059" y="331225"/>
                  </a:lnTo>
                  <a:lnTo>
                    <a:pt x="140276" y="332160"/>
                  </a:lnTo>
                  <a:lnTo>
                    <a:pt x="145519" y="332929"/>
                  </a:lnTo>
                  <a:lnTo>
                    <a:pt x="150784" y="333531"/>
                  </a:lnTo>
                  <a:lnTo>
                    <a:pt x="156066" y="333967"/>
                  </a:lnTo>
                  <a:lnTo>
                    <a:pt x="161359" y="334234"/>
                  </a:lnTo>
                  <a:lnTo>
                    <a:pt x="166657" y="334334"/>
                  </a:lnTo>
                  <a:lnTo>
                    <a:pt x="171957" y="334265"/>
                  </a:lnTo>
                  <a:lnTo>
                    <a:pt x="177251" y="334029"/>
                  </a:lnTo>
                  <a:lnTo>
                    <a:pt x="182535" y="333625"/>
                  </a:lnTo>
                  <a:lnTo>
                    <a:pt x="187804" y="333054"/>
                  </a:lnTo>
                  <a:lnTo>
                    <a:pt x="193052" y="332315"/>
                  </a:lnTo>
                  <a:lnTo>
                    <a:pt x="198274" y="331411"/>
                  </a:lnTo>
                  <a:lnTo>
                    <a:pt x="203464" y="330342"/>
                  </a:lnTo>
                  <a:lnTo>
                    <a:pt x="208618" y="329109"/>
                  </a:lnTo>
                  <a:lnTo>
                    <a:pt x="213731" y="327713"/>
                  </a:lnTo>
                  <a:lnTo>
                    <a:pt x="218796" y="326156"/>
                  </a:lnTo>
                  <a:lnTo>
                    <a:pt x="223810" y="324439"/>
                  </a:lnTo>
                  <a:lnTo>
                    <a:pt x="228767" y="322564"/>
                  </a:lnTo>
                  <a:lnTo>
                    <a:pt x="233662" y="320533"/>
                  </a:lnTo>
                  <a:lnTo>
                    <a:pt x="238490" y="318347"/>
                  </a:lnTo>
                  <a:lnTo>
                    <a:pt x="243246" y="316010"/>
                  </a:lnTo>
                  <a:lnTo>
                    <a:pt x="247926" y="313523"/>
                  </a:lnTo>
                  <a:lnTo>
                    <a:pt x="252524" y="310889"/>
                  </a:lnTo>
                  <a:lnTo>
                    <a:pt x="257037" y="308111"/>
                  </a:lnTo>
                  <a:lnTo>
                    <a:pt x="261460" y="305191"/>
                  </a:lnTo>
                  <a:lnTo>
                    <a:pt x="265788" y="302132"/>
                  </a:lnTo>
                  <a:lnTo>
                    <a:pt x="270016" y="298937"/>
                  </a:lnTo>
                  <a:lnTo>
                    <a:pt x="274141" y="295610"/>
                  </a:lnTo>
                  <a:lnTo>
                    <a:pt x="278159" y="292155"/>
                  </a:lnTo>
                  <a:lnTo>
                    <a:pt x="282065" y="288573"/>
                  </a:lnTo>
                  <a:lnTo>
                    <a:pt x="285856" y="284869"/>
                  </a:lnTo>
                  <a:lnTo>
                    <a:pt x="289527" y="281047"/>
                  </a:lnTo>
                  <a:lnTo>
                    <a:pt x="293075" y="277111"/>
                  </a:lnTo>
                  <a:lnTo>
                    <a:pt x="296497" y="273064"/>
                  </a:lnTo>
                  <a:lnTo>
                    <a:pt x="299789" y="268911"/>
                  </a:lnTo>
                  <a:lnTo>
                    <a:pt x="302947" y="264655"/>
                  </a:lnTo>
                  <a:lnTo>
                    <a:pt x="305969" y="260302"/>
                  </a:lnTo>
                  <a:lnTo>
                    <a:pt x="308852" y="255855"/>
                  </a:lnTo>
                  <a:lnTo>
                    <a:pt x="311592" y="251318"/>
                  </a:lnTo>
                  <a:lnTo>
                    <a:pt x="314187" y="246698"/>
                  </a:lnTo>
                  <a:lnTo>
                    <a:pt x="316634" y="241997"/>
                  </a:lnTo>
                  <a:lnTo>
                    <a:pt x="318930" y="237221"/>
                  </a:lnTo>
                  <a:lnTo>
                    <a:pt x="321075" y="232374"/>
                  </a:lnTo>
                  <a:lnTo>
                    <a:pt x="323064" y="227462"/>
                  </a:lnTo>
                  <a:lnTo>
                    <a:pt x="324897" y="222490"/>
                  </a:lnTo>
                  <a:lnTo>
                    <a:pt x="326572" y="217462"/>
                  </a:lnTo>
                  <a:lnTo>
                    <a:pt x="328086" y="212383"/>
                  </a:lnTo>
                  <a:lnTo>
                    <a:pt x="329438" y="207259"/>
                  </a:lnTo>
                  <a:lnTo>
                    <a:pt x="330628" y="202095"/>
                  </a:lnTo>
                  <a:lnTo>
                    <a:pt x="331653" y="196895"/>
                  </a:lnTo>
                  <a:lnTo>
                    <a:pt x="332512" y="191666"/>
                  </a:lnTo>
                  <a:lnTo>
                    <a:pt x="333206" y="186412"/>
                  </a:lnTo>
                  <a:lnTo>
                    <a:pt x="333732" y="181138"/>
                  </a:lnTo>
                  <a:lnTo>
                    <a:pt x="334091" y="175851"/>
                  </a:lnTo>
                  <a:lnTo>
                    <a:pt x="334283" y="170555"/>
                  </a:lnTo>
                  <a:lnTo>
                    <a:pt x="334306" y="165255"/>
                  </a:lnTo>
                  <a:lnTo>
                    <a:pt x="334162" y="159958"/>
                  </a:lnTo>
                  <a:lnTo>
                    <a:pt x="333849" y="154667"/>
                  </a:lnTo>
                  <a:lnTo>
                    <a:pt x="333369" y="149390"/>
                  </a:lnTo>
                  <a:lnTo>
                    <a:pt x="332722" y="144130"/>
                  </a:lnTo>
                  <a:lnTo>
                    <a:pt x="331909" y="138893"/>
                  </a:lnTo>
                  <a:lnTo>
                    <a:pt x="330930" y="13368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4713"/>
              <a:ext cx="163779" cy="33482"/>
            </a:xfrm>
            <a:custGeom>
              <a:avLst/>
              <a:pathLst>
                <a:path w="163779" h="33482">
                  <a:moveTo>
                    <a:pt x="163779" y="0"/>
                  </a:moveTo>
                  <a:lnTo>
                    <a:pt x="0" y="33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163779" cy="167167"/>
            </a:xfrm>
            <a:custGeom>
              <a:avLst/>
              <a:pathLst>
                <a:path w="163779" h="167167">
                  <a:moveTo>
                    <a:pt x="163779" y="133685"/>
                  </a:moveTo>
                  <a:lnTo>
                    <a:pt x="162601" y="128364"/>
                  </a:lnTo>
                  <a:lnTo>
                    <a:pt x="161250" y="123085"/>
                  </a:lnTo>
                  <a:lnTo>
                    <a:pt x="159728" y="117853"/>
                  </a:lnTo>
                  <a:lnTo>
                    <a:pt x="158036" y="112673"/>
                  </a:lnTo>
                  <a:lnTo>
                    <a:pt x="156176" y="107551"/>
                  </a:lnTo>
                  <a:lnTo>
                    <a:pt x="154149" y="102493"/>
                  </a:lnTo>
                  <a:lnTo>
                    <a:pt x="151960" y="97503"/>
                  </a:lnTo>
                  <a:lnTo>
                    <a:pt x="149608" y="92587"/>
                  </a:lnTo>
                  <a:lnTo>
                    <a:pt x="147098" y="87751"/>
                  </a:lnTo>
                  <a:lnTo>
                    <a:pt x="144432" y="82999"/>
                  </a:lnTo>
                  <a:lnTo>
                    <a:pt x="141612" y="78336"/>
                  </a:lnTo>
                  <a:lnTo>
                    <a:pt x="138641" y="73767"/>
                  </a:lnTo>
                  <a:lnTo>
                    <a:pt x="135523" y="69298"/>
                  </a:lnTo>
                  <a:lnTo>
                    <a:pt x="132261" y="64933"/>
                  </a:lnTo>
                  <a:lnTo>
                    <a:pt x="128859" y="60677"/>
                  </a:lnTo>
                  <a:lnTo>
                    <a:pt x="125320" y="56533"/>
                  </a:lnTo>
                  <a:lnTo>
                    <a:pt x="121647" y="52508"/>
                  </a:lnTo>
                  <a:lnTo>
                    <a:pt x="117846" y="48604"/>
                  </a:lnTo>
                  <a:lnTo>
                    <a:pt x="113919" y="44826"/>
                  </a:lnTo>
                  <a:lnTo>
                    <a:pt x="109871" y="41178"/>
                  </a:lnTo>
                  <a:lnTo>
                    <a:pt x="105706" y="37664"/>
                  </a:lnTo>
                  <a:lnTo>
                    <a:pt x="101429" y="34287"/>
                  </a:lnTo>
                  <a:lnTo>
                    <a:pt x="97044" y="31052"/>
                  </a:lnTo>
                  <a:lnTo>
                    <a:pt x="92556" y="27961"/>
                  </a:lnTo>
                  <a:lnTo>
                    <a:pt x="87970" y="25019"/>
                  </a:lnTo>
                  <a:lnTo>
                    <a:pt x="83290" y="22227"/>
                  </a:lnTo>
                  <a:lnTo>
                    <a:pt x="78522" y="19589"/>
                  </a:lnTo>
                  <a:lnTo>
                    <a:pt x="73670" y="17108"/>
                  </a:lnTo>
                  <a:lnTo>
                    <a:pt x="68740" y="14787"/>
                  </a:lnTo>
                  <a:lnTo>
                    <a:pt x="63737" y="12628"/>
                  </a:lnTo>
                  <a:lnTo>
                    <a:pt x="58667" y="10632"/>
                  </a:lnTo>
                  <a:lnTo>
                    <a:pt x="53534" y="8803"/>
                  </a:lnTo>
                  <a:lnTo>
                    <a:pt x="48344" y="7143"/>
                  </a:lnTo>
                  <a:lnTo>
                    <a:pt x="43102" y="5652"/>
                  </a:lnTo>
                  <a:lnTo>
                    <a:pt x="37815" y="4333"/>
                  </a:lnTo>
                  <a:lnTo>
                    <a:pt x="32488" y="3187"/>
                  </a:lnTo>
                  <a:lnTo>
                    <a:pt x="27126" y="2215"/>
                  </a:lnTo>
                  <a:lnTo>
                    <a:pt x="21735" y="1419"/>
                  </a:lnTo>
                  <a:lnTo>
                    <a:pt x="16322" y="798"/>
                  </a:lnTo>
                  <a:lnTo>
                    <a:pt x="10891" y="355"/>
                  </a:lnTo>
                  <a:lnTo>
                    <a:pt x="544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37412" y="941493"/>
              <a:ext cx="86131" cy="167167"/>
            </a:xfrm>
            <a:custGeom>
              <a:avLst/>
              <a:pathLst>
                <a:path w="86131" h="167167">
                  <a:moveTo>
                    <a:pt x="86131" y="0"/>
                  </a:moveTo>
                  <a:lnTo>
                    <a:pt x="80477" y="95"/>
                  </a:lnTo>
                  <a:lnTo>
                    <a:pt x="74829" y="382"/>
                  </a:lnTo>
                  <a:lnTo>
                    <a:pt x="69194" y="860"/>
                  </a:lnTo>
                  <a:lnTo>
                    <a:pt x="63578" y="1528"/>
                  </a:lnTo>
                  <a:lnTo>
                    <a:pt x="57989" y="2385"/>
                  </a:lnTo>
                  <a:lnTo>
                    <a:pt x="52431" y="3432"/>
                  </a:lnTo>
                  <a:lnTo>
                    <a:pt x="46912" y="4665"/>
                  </a:lnTo>
                  <a:lnTo>
                    <a:pt x="41438" y="6085"/>
                  </a:lnTo>
                  <a:lnTo>
                    <a:pt x="36015" y="7688"/>
                  </a:lnTo>
                  <a:lnTo>
                    <a:pt x="30650" y="9475"/>
                  </a:lnTo>
                  <a:lnTo>
                    <a:pt x="25348" y="11442"/>
                  </a:lnTo>
                  <a:lnTo>
                    <a:pt x="20115" y="13587"/>
                  </a:lnTo>
                  <a:lnTo>
                    <a:pt x="14958" y="15907"/>
                  </a:lnTo>
                  <a:lnTo>
                    <a:pt x="9883" y="18401"/>
                  </a:lnTo>
                  <a:lnTo>
                    <a:pt x="4895" y="21065"/>
                  </a:lnTo>
                  <a:lnTo>
                    <a:pt x="0" y="23897"/>
                  </a:lnTo>
                  <a:lnTo>
                    <a:pt x="8613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37412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56386" y="965390"/>
              <a:ext cx="334325" cy="310428"/>
            </a:xfrm>
            <a:custGeom>
              <a:avLst/>
              <a:pathLst>
                <a:path w="334325" h="310428">
                  <a:moveTo>
                    <a:pt x="81026" y="0"/>
                  </a:moveTo>
                  <a:lnTo>
                    <a:pt x="76509" y="2814"/>
                  </a:lnTo>
                  <a:lnTo>
                    <a:pt x="72083" y="5771"/>
                  </a:lnTo>
                  <a:lnTo>
                    <a:pt x="67754" y="8868"/>
                  </a:lnTo>
                  <a:lnTo>
                    <a:pt x="63526" y="12100"/>
                  </a:lnTo>
                  <a:lnTo>
                    <a:pt x="59403" y="15466"/>
                  </a:lnTo>
                  <a:lnTo>
                    <a:pt x="55389" y="18961"/>
                  </a:lnTo>
                  <a:lnTo>
                    <a:pt x="51488" y="22582"/>
                  </a:lnTo>
                  <a:lnTo>
                    <a:pt x="47704" y="26326"/>
                  </a:lnTo>
                  <a:lnTo>
                    <a:pt x="44042" y="30188"/>
                  </a:lnTo>
                  <a:lnTo>
                    <a:pt x="40504" y="34164"/>
                  </a:lnTo>
                  <a:lnTo>
                    <a:pt x="37095" y="38252"/>
                  </a:lnTo>
                  <a:lnTo>
                    <a:pt x="33818" y="42445"/>
                  </a:lnTo>
                  <a:lnTo>
                    <a:pt x="30676" y="46741"/>
                  </a:lnTo>
                  <a:lnTo>
                    <a:pt x="27672" y="51135"/>
                  </a:lnTo>
                  <a:lnTo>
                    <a:pt x="24810" y="55623"/>
                  </a:lnTo>
                  <a:lnTo>
                    <a:pt x="22091" y="60199"/>
                  </a:lnTo>
                  <a:lnTo>
                    <a:pt x="19520" y="64859"/>
                  </a:lnTo>
                  <a:lnTo>
                    <a:pt x="17099" y="69599"/>
                  </a:lnTo>
                  <a:lnTo>
                    <a:pt x="14830" y="74413"/>
                  </a:lnTo>
                  <a:lnTo>
                    <a:pt x="12715" y="79297"/>
                  </a:lnTo>
                  <a:lnTo>
                    <a:pt x="10757" y="84247"/>
                  </a:lnTo>
                  <a:lnTo>
                    <a:pt x="8957" y="89256"/>
                  </a:lnTo>
                  <a:lnTo>
                    <a:pt x="7318" y="94319"/>
                  </a:lnTo>
                  <a:lnTo>
                    <a:pt x="5840" y="99433"/>
                  </a:lnTo>
                  <a:lnTo>
                    <a:pt x="4526" y="104590"/>
                  </a:lnTo>
                  <a:lnTo>
                    <a:pt x="3378" y="109787"/>
                  </a:lnTo>
                  <a:lnTo>
                    <a:pt x="2395" y="115018"/>
                  </a:lnTo>
                  <a:lnTo>
                    <a:pt x="1579" y="120278"/>
                  </a:lnTo>
                  <a:lnTo>
                    <a:pt x="931" y="125561"/>
                  </a:lnTo>
                  <a:lnTo>
                    <a:pt x="451" y="130861"/>
                  </a:lnTo>
                  <a:lnTo>
                    <a:pt x="141" y="136175"/>
                  </a:lnTo>
                  <a:lnTo>
                    <a:pt x="0" y="141495"/>
                  </a:lnTo>
                  <a:lnTo>
                    <a:pt x="28" y="146818"/>
                  </a:lnTo>
                  <a:lnTo>
                    <a:pt x="225" y="152137"/>
                  </a:lnTo>
                  <a:lnTo>
                    <a:pt x="592" y="157446"/>
                  </a:lnTo>
                  <a:lnTo>
                    <a:pt x="1128" y="162742"/>
                  </a:lnTo>
                  <a:lnTo>
                    <a:pt x="1832" y="168018"/>
                  </a:lnTo>
                  <a:lnTo>
                    <a:pt x="2704" y="173268"/>
                  </a:lnTo>
                  <a:lnTo>
                    <a:pt x="3742" y="178488"/>
                  </a:lnTo>
                  <a:lnTo>
                    <a:pt x="4946" y="183673"/>
                  </a:lnTo>
                  <a:lnTo>
                    <a:pt x="6315" y="188816"/>
                  </a:lnTo>
                  <a:lnTo>
                    <a:pt x="7846" y="193914"/>
                  </a:lnTo>
                  <a:lnTo>
                    <a:pt x="9539" y="198960"/>
                  </a:lnTo>
                  <a:lnTo>
                    <a:pt x="11392" y="203949"/>
                  </a:lnTo>
                  <a:lnTo>
                    <a:pt x="13403" y="208877"/>
                  </a:lnTo>
                  <a:lnTo>
                    <a:pt x="15569" y="213739"/>
                  </a:lnTo>
                  <a:lnTo>
                    <a:pt x="17889" y="218529"/>
                  </a:lnTo>
                  <a:lnTo>
                    <a:pt x="20361" y="223243"/>
                  </a:lnTo>
                  <a:lnTo>
                    <a:pt x="22981" y="227876"/>
                  </a:lnTo>
                  <a:lnTo>
                    <a:pt x="25748" y="232423"/>
                  </a:lnTo>
                  <a:lnTo>
                    <a:pt x="28658" y="236879"/>
                  </a:lnTo>
                  <a:lnTo>
                    <a:pt x="31708" y="241241"/>
                  </a:lnTo>
                  <a:lnTo>
                    <a:pt x="34896" y="245503"/>
                  </a:lnTo>
                  <a:lnTo>
                    <a:pt x="38217" y="249662"/>
                  </a:lnTo>
                  <a:lnTo>
                    <a:pt x="41670" y="253713"/>
                  </a:lnTo>
                  <a:lnTo>
                    <a:pt x="45249" y="257652"/>
                  </a:lnTo>
                  <a:lnTo>
                    <a:pt x="48952" y="261475"/>
                  </a:lnTo>
                  <a:lnTo>
                    <a:pt x="52775" y="265178"/>
                  </a:lnTo>
                  <a:lnTo>
                    <a:pt x="56714" y="268758"/>
                  </a:lnTo>
                  <a:lnTo>
                    <a:pt x="60765" y="272210"/>
                  </a:lnTo>
                  <a:lnTo>
                    <a:pt x="64924" y="275532"/>
                  </a:lnTo>
                  <a:lnTo>
                    <a:pt x="69186" y="278719"/>
                  </a:lnTo>
                  <a:lnTo>
                    <a:pt x="73548" y="281769"/>
                  </a:lnTo>
                  <a:lnTo>
                    <a:pt x="78005" y="284679"/>
                  </a:lnTo>
                  <a:lnTo>
                    <a:pt x="82552" y="287446"/>
                  </a:lnTo>
                  <a:lnTo>
                    <a:pt x="87184" y="290066"/>
                  </a:lnTo>
                  <a:lnTo>
                    <a:pt x="91898" y="292538"/>
                  </a:lnTo>
                  <a:lnTo>
                    <a:pt x="96688" y="294858"/>
                  </a:lnTo>
                  <a:lnTo>
                    <a:pt x="101550" y="297025"/>
                  </a:lnTo>
                  <a:lnTo>
                    <a:pt x="106478" y="299035"/>
                  </a:lnTo>
                  <a:lnTo>
                    <a:pt x="111467" y="300888"/>
                  </a:lnTo>
                  <a:lnTo>
                    <a:pt x="116513" y="302581"/>
                  </a:lnTo>
                  <a:lnTo>
                    <a:pt x="121611" y="304113"/>
                  </a:lnTo>
                  <a:lnTo>
                    <a:pt x="126754" y="305481"/>
                  </a:lnTo>
                  <a:lnTo>
                    <a:pt x="131939" y="306685"/>
                  </a:lnTo>
                  <a:lnTo>
                    <a:pt x="137159" y="307723"/>
                  </a:lnTo>
                  <a:lnTo>
                    <a:pt x="142410" y="308595"/>
                  </a:lnTo>
                  <a:lnTo>
                    <a:pt x="147685" y="309299"/>
                  </a:lnTo>
                  <a:lnTo>
                    <a:pt x="152981" y="309835"/>
                  </a:lnTo>
                  <a:lnTo>
                    <a:pt x="158291" y="310202"/>
                  </a:lnTo>
                  <a:lnTo>
                    <a:pt x="163609" y="310399"/>
                  </a:lnTo>
                  <a:lnTo>
                    <a:pt x="168932" y="310428"/>
                  </a:lnTo>
                  <a:lnTo>
                    <a:pt x="174252" y="310286"/>
                  </a:lnTo>
                  <a:lnTo>
                    <a:pt x="179566" y="309976"/>
                  </a:lnTo>
                  <a:lnTo>
                    <a:pt x="184867" y="309496"/>
                  </a:lnTo>
                  <a:lnTo>
                    <a:pt x="190149" y="308848"/>
                  </a:lnTo>
                  <a:lnTo>
                    <a:pt x="195409" y="308033"/>
                  </a:lnTo>
                  <a:lnTo>
                    <a:pt x="200640" y="307050"/>
                  </a:lnTo>
                  <a:lnTo>
                    <a:pt x="205837" y="305901"/>
                  </a:lnTo>
                  <a:lnTo>
                    <a:pt x="210995" y="304587"/>
                  </a:lnTo>
                  <a:lnTo>
                    <a:pt x="216108" y="303110"/>
                  </a:lnTo>
                  <a:lnTo>
                    <a:pt x="221172" y="301470"/>
                  </a:lnTo>
                  <a:lnTo>
                    <a:pt x="226181" y="299671"/>
                  </a:lnTo>
                  <a:lnTo>
                    <a:pt x="231130" y="297712"/>
                  </a:lnTo>
                  <a:lnTo>
                    <a:pt x="236014" y="295597"/>
                  </a:lnTo>
                  <a:lnTo>
                    <a:pt x="240828" y="293328"/>
                  </a:lnTo>
                  <a:lnTo>
                    <a:pt x="245568" y="290907"/>
                  </a:lnTo>
                  <a:lnTo>
                    <a:pt x="250229" y="288336"/>
                  </a:lnTo>
                  <a:lnTo>
                    <a:pt x="254805" y="285618"/>
                  </a:lnTo>
                  <a:lnTo>
                    <a:pt x="259292" y="282755"/>
                  </a:lnTo>
                  <a:lnTo>
                    <a:pt x="263686" y="279751"/>
                  </a:lnTo>
                  <a:lnTo>
                    <a:pt x="267982" y="276609"/>
                  </a:lnTo>
                  <a:lnTo>
                    <a:pt x="272175" y="273332"/>
                  </a:lnTo>
                  <a:lnTo>
                    <a:pt x="276263" y="269923"/>
                  </a:lnTo>
                  <a:lnTo>
                    <a:pt x="280239" y="266385"/>
                  </a:lnTo>
                  <a:lnTo>
                    <a:pt x="284102" y="262723"/>
                  </a:lnTo>
                  <a:lnTo>
                    <a:pt x="287845" y="258939"/>
                  </a:lnTo>
                  <a:lnTo>
                    <a:pt x="291466" y="255039"/>
                  </a:lnTo>
                  <a:lnTo>
                    <a:pt x="294961" y="251025"/>
                  </a:lnTo>
                  <a:lnTo>
                    <a:pt x="298327" y="246901"/>
                  </a:lnTo>
                  <a:lnTo>
                    <a:pt x="301560" y="242673"/>
                  </a:lnTo>
                  <a:lnTo>
                    <a:pt x="304656" y="238344"/>
                  </a:lnTo>
                  <a:lnTo>
                    <a:pt x="307613" y="233918"/>
                  </a:lnTo>
                  <a:lnTo>
                    <a:pt x="310428" y="229401"/>
                  </a:lnTo>
                  <a:lnTo>
                    <a:pt x="313097" y="224796"/>
                  </a:lnTo>
                  <a:lnTo>
                    <a:pt x="315619" y="220109"/>
                  </a:lnTo>
                  <a:lnTo>
                    <a:pt x="317989" y="215344"/>
                  </a:lnTo>
                  <a:lnTo>
                    <a:pt x="320207" y="210506"/>
                  </a:lnTo>
                  <a:lnTo>
                    <a:pt x="322270" y="205599"/>
                  </a:lnTo>
                  <a:lnTo>
                    <a:pt x="324176" y="200629"/>
                  </a:lnTo>
                  <a:lnTo>
                    <a:pt x="325922" y="195602"/>
                  </a:lnTo>
                  <a:lnTo>
                    <a:pt x="327508" y="190521"/>
                  </a:lnTo>
                  <a:lnTo>
                    <a:pt x="328931" y="185392"/>
                  </a:lnTo>
                  <a:lnTo>
                    <a:pt x="330190" y="180221"/>
                  </a:lnTo>
                  <a:lnTo>
                    <a:pt x="331284" y="175012"/>
                  </a:lnTo>
                  <a:lnTo>
                    <a:pt x="332211" y="169771"/>
                  </a:lnTo>
                  <a:lnTo>
                    <a:pt x="332971" y="164503"/>
                  </a:lnTo>
                  <a:lnTo>
                    <a:pt x="333563" y="159213"/>
                  </a:lnTo>
                  <a:lnTo>
                    <a:pt x="333986" y="153908"/>
                  </a:lnTo>
                  <a:lnTo>
                    <a:pt x="334240" y="148591"/>
                  </a:lnTo>
                  <a:lnTo>
                    <a:pt x="334325" y="143270"/>
                  </a:lnTo>
                  <a:lnTo>
                    <a:pt x="334240" y="137948"/>
                  </a:lnTo>
                  <a:lnTo>
                    <a:pt x="333986" y="132631"/>
                  </a:lnTo>
                  <a:lnTo>
                    <a:pt x="333563" y="127326"/>
                  </a:lnTo>
                  <a:lnTo>
                    <a:pt x="332971" y="122036"/>
                  </a:lnTo>
                  <a:lnTo>
                    <a:pt x="332211" y="116768"/>
                  </a:lnTo>
                  <a:lnTo>
                    <a:pt x="331284" y="111527"/>
                  </a:lnTo>
                  <a:lnTo>
                    <a:pt x="330190" y="106319"/>
                  </a:lnTo>
                  <a:lnTo>
                    <a:pt x="328931" y="101147"/>
                  </a:lnTo>
                  <a:lnTo>
                    <a:pt x="327508" y="96018"/>
                  </a:lnTo>
                  <a:lnTo>
                    <a:pt x="325922" y="90938"/>
                  </a:lnTo>
                  <a:lnTo>
                    <a:pt x="324176" y="85910"/>
                  </a:lnTo>
                  <a:lnTo>
                    <a:pt x="322270" y="80940"/>
                  </a:lnTo>
                  <a:lnTo>
                    <a:pt x="320207" y="76034"/>
                  </a:lnTo>
                  <a:lnTo>
                    <a:pt x="317989" y="71195"/>
                  </a:lnTo>
                  <a:lnTo>
                    <a:pt x="315619" y="66430"/>
                  </a:lnTo>
                  <a:lnTo>
                    <a:pt x="313097" y="61743"/>
                  </a:lnTo>
                  <a:lnTo>
                    <a:pt x="167158" y="1432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145939" cy="167167"/>
            </a:xfrm>
            <a:custGeom>
              <a:avLst/>
              <a:pathLst>
                <a:path w="145939" h="167167">
                  <a:moveTo>
                    <a:pt x="145939" y="85640"/>
                  </a:moveTo>
                  <a:lnTo>
                    <a:pt x="143155" y="80846"/>
                  </a:lnTo>
                  <a:lnTo>
                    <a:pt x="140214" y="76146"/>
                  </a:lnTo>
                  <a:lnTo>
                    <a:pt x="137119" y="71546"/>
                  </a:lnTo>
                  <a:lnTo>
                    <a:pt x="133872" y="67052"/>
                  </a:lnTo>
                  <a:lnTo>
                    <a:pt x="130479" y="62667"/>
                  </a:lnTo>
                  <a:lnTo>
                    <a:pt x="126942" y="58398"/>
                  </a:lnTo>
                  <a:lnTo>
                    <a:pt x="123265" y="54248"/>
                  </a:lnTo>
                  <a:lnTo>
                    <a:pt x="119453" y="50223"/>
                  </a:lnTo>
                  <a:lnTo>
                    <a:pt x="115509" y="46326"/>
                  </a:lnTo>
                  <a:lnTo>
                    <a:pt x="111438" y="42562"/>
                  </a:lnTo>
                  <a:lnTo>
                    <a:pt x="107245" y="38935"/>
                  </a:lnTo>
                  <a:lnTo>
                    <a:pt x="102934" y="35449"/>
                  </a:lnTo>
                  <a:lnTo>
                    <a:pt x="98509" y="32108"/>
                  </a:lnTo>
                  <a:lnTo>
                    <a:pt x="93976" y="28916"/>
                  </a:lnTo>
                  <a:lnTo>
                    <a:pt x="89340" y="25876"/>
                  </a:lnTo>
                  <a:lnTo>
                    <a:pt x="84605" y="22991"/>
                  </a:lnTo>
                  <a:lnTo>
                    <a:pt x="79778" y="20264"/>
                  </a:lnTo>
                  <a:lnTo>
                    <a:pt x="74863" y="17700"/>
                  </a:lnTo>
                  <a:lnTo>
                    <a:pt x="69865" y="15299"/>
                  </a:lnTo>
                  <a:lnTo>
                    <a:pt x="64790" y="13066"/>
                  </a:lnTo>
                  <a:lnTo>
                    <a:pt x="59645" y="11002"/>
                  </a:lnTo>
                  <a:lnTo>
                    <a:pt x="54433" y="9110"/>
                  </a:lnTo>
                  <a:lnTo>
                    <a:pt x="49162" y="7392"/>
                  </a:lnTo>
                  <a:lnTo>
                    <a:pt x="43837" y="5850"/>
                  </a:lnTo>
                  <a:lnTo>
                    <a:pt x="38463" y="4485"/>
                  </a:lnTo>
                  <a:lnTo>
                    <a:pt x="33047" y="3299"/>
                  </a:lnTo>
                  <a:lnTo>
                    <a:pt x="27595" y="2293"/>
                  </a:lnTo>
                  <a:lnTo>
                    <a:pt x="22112" y="1468"/>
                  </a:lnTo>
                  <a:lnTo>
                    <a:pt x="16605" y="826"/>
                  </a:lnTo>
                  <a:lnTo>
                    <a:pt x="11080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4823" y="941493"/>
              <a:ext cx="91392" cy="167167"/>
            </a:xfrm>
            <a:custGeom>
              <a:avLst/>
              <a:pathLst>
                <a:path w="91392" h="167167">
                  <a:moveTo>
                    <a:pt x="91392" y="0"/>
                  </a:moveTo>
                  <a:lnTo>
                    <a:pt x="85705" y="96"/>
                  </a:lnTo>
                  <a:lnTo>
                    <a:pt x="80025" y="386"/>
                  </a:lnTo>
                  <a:lnTo>
                    <a:pt x="74358" y="870"/>
                  </a:lnTo>
                  <a:lnTo>
                    <a:pt x="68711" y="1545"/>
                  </a:lnTo>
                  <a:lnTo>
                    <a:pt x="63089" y="2413"/>
                  </a:lnTo>
                  <a:lnTo>
                    <a:pt x="57501" y="3471"/>
                  </a:lnTo>
                  <a:lnTo>
                    <a:pt x="51952" y="4719"/>
                  </a:lnTo>
                  <a:lnTo>
                    <a:pt x="46448" y="6155"/>
                  </a:lnTo>
                  <a:lnTo>
                    <a:pt x="40997" y="7777"/>
                  </a:lnTo>
                  <a:lnTo>
                    <a:pt x="35604" y="9583"/>
                  </a:lnTo>
                  <a:lnTo>
                    <a:pt x="30275" y="11572"/>
                  </a:lnTo>
                  <a:lnTo>
                    <a:pt x="25017" y="13742"/>
                  </a:lnTo>
                  <a:lnTo>
                    <a:pt x="19836" y="16088"/>
                  </a:lnTo>
                  <a:lnTo>
                    <a:pt x="14738" y="18610"/>
                  </a:lnTo>
                  <a:lnTo>
                    <a:pt x="9729" y="21304"/>
                  </a:lnTo>
                  <a:lnTo>
                    <a:pt x="4814" y="24166"/>
                  </a:lnTo>
                  <a:lnTo>
                    <a:pt x="0" y="27194"/>
                  </a:lnTo>
                  <a:lnTo>
                    <a:pt x="913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19055" y="968688"/>
              <a:ext cx="167160" cy="214438"/>
            </a:xfrm>
            <a:custGeom>
              <a:avLst/>
              <a:pathLst>
                <a:path w="167160" h="214438">
                  <a:moveTo>
                    <a:pt x="75767" y="0"/>
                  </a:moveTo>
                  <a:lnTo>
                    <a:pt x="71293" y="3025"/>
                  </a:lnTo>
                  <a:lnTo>
                    <a:pt x="66918" y="6194"/>
                  </a:lnTo>
                  <a:lnTo>
                    <a:pt x="62649" y="9502"/>
                  </a:lnTo>
                  <a:lnTo>
                    <a:pt x="58488" y="12947"/>
                  </a:lnTo>
                  <a:lnTo>
                    <a:pt x="54441" y="16524"/>
                  </a:lnTo>
                  <a:lnTo>
                    <a:pt x="50512" y="20230"/>
                  </a:lnTo>
                  <a:lnTo>
                    <a:pt x="46704" y="24061"/>
                  </a:lnTo>
                  <a:lnTo>
                    <a:pt x="43022" y="28013"/>
                  </a:lnTo>
                  <a:lnTo>
                    <a:pt x="39470" y="32082"/>
                  </a:lnTo>
                  <a:lnTo>
                    <a:pt x="36051" y="36263"/>
                  </a:lnTo>
                  <a:lnTo>
                    <a:pt x="32769" y="40553"/>
                  </a:lnTo>
                  <a:lnTo>
                    <a:pt x="29628" y="44946"/>
                  </a:lnTo>
                  <a:lnTo>
                    <a:pt x="26629" y="49439"/>
                  </a:lnTo>
                  <a:lnTo>
                    <a:pt x="23778" y="54027"/>
                  </a:lnTo>
                  <a:lnTo>
                    <a:pt x="21076" y="58704"/>
                  </a:lnTo>
                  <a:lnTo>
                    <a:pt x="18527" y="63465"/>
                  </a:lnTo>
                  <a:lnTo>
                    <a:pt x="16133" y="68307"/>
                  </a:lnTo>
                  <a:lnTo>
                    <a:pt x="13896" y="73224"/>
                  </a:lnTo>
                  <a:lnTo>
                    <a:pt x="11820" y="78210"/>
                  </a:lnTo>
                  <a:lnTo>
                    <a:pt x="9906" y="83261"/>
                  </a:lnTo>
                  <a:lnTo>
                    <a:pt x="8156" y="88371"/>
                  </a:lnTo>
                  <a:lnTo>
                    <a:pt x="6572" y="93534"/>
                  </a:lnTo>
                  <a:lnTo>
                    <a:pt x="5155" y="98747"/>
                  </a:lnTo>
                  <a:lnTo>
                    <a:pt x="3908" y="104002"/>
                  </a:lnTo>
                  <a:lnTo>
                    <a:pt x="2831" y="109295"/>
                  </a:lnTo>
                  <a:lnTo>
                    <a:pt x="1926" y="114620"/>
                  </a:lnTo>
                  <a:lnTo>
                    <a:pt x="1193" y="119971"/>
                  </a:lnTo>
                  <a:lnTo>
                    <a:pt x="634" y="125343"/>
                  </a:lnTo>
                  <a:lnTo>
                    <a:pt x="248" y="130731"/>
                  </a:lnTo>
                  <a:lnTo>
                    <a:pt x="36" y="136128"/>
                  </a:lnTo>
                  <a:lnTo>
                    <a:pt x="0" y="141529"/>
                  </a:lnTo>
                  <a:lnTo>
                    <a:pt x="137" y="146929"/>
                  </a:lnTo>
                  <a:lnTo>
                    <a:pt x="449" y="152321"/>
                  </a:lnTo>
                  <a:lnTo>
                    <a:pt x="935" y="157701"/>
                  </a:lnTo>
                  <a:lnTo>
                    <a:pt x="1595" y="163062"/>
                  </a:lnTo>
                  <a:lnTo>
                    <a:pt x="2427" y="168398"/>
                  </a:lnTo>
                  <a:lnTo>
                    <a:pt x="3431" y="173705"/>
                  </a:lnTo>
                  <a:lnTo>
                    <a:pt x="4606" y="178977"/>
                  </a:lnTo>
                  <a:lnTo>
                    <a:pt x="5951" y="184208"/>
                  </a:lnTo>
                  <a:lnTo>
                    <a:pt x="7465" y="189393"/>
                  </a:lnTo>
                  <a:lnTo>
                    <a:pt x="9145" y="194527"/>
                  </a:lnTo>
                  <a:lnTo>
                    <a:pt x="10990" y="199603"/>
                  </a:lnTo>
                  <a:lnTo>
                    <a:pt x="12998" y="204617"/>
                  </a:lnTo>
                  <a:lnTo>
                    <a:pt x="15167" y="209564"/>
                  </a:lnTo>
                  <a:lnTo>
                    <a:pt x="17494" y="214438"/>
                  </a:lnTo>
                  <a:lnTo>
                    <a:pt x="167160" y="1399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36550" y="941493"/>
              <a:ext cx="316813" cy="334334"/>
            </a:xfrm>
            <a:custGeom>
              <a:avLst/>
              <a:pathLst>
                <a:path w="316813" h="334334">
                  <a:moveTo>
                    <a:pt x="0" y="241633"/>
                  </a:moveTo>
                  <a:lnTo>
                    <a:pt x="2437" y="246343"/>
                  </a:lnTo>
                  <a:lnTo>
                    <a:pt x="5022" y="250972"/>
                  </a:lnTo>
                  <a:lnTo>
                    <a:pt x="7753" y="255518"/>
                  </a:lnTo>
                  <a:lnTo>
                    <a:pt x="10626" y="259974"/>
                  </a:lnTo>
                  <a:lnTo>
                    <a:pt x="13640" y="264337"/>
                  </a:lnTo>
                  <a:lnTo>
                    <a:pt x="16790" y="268603"/>
                  </a:lnTo>
                  <a:lnTo>
                    <a:pt x="20074" y="272766"/>
                  </a:lnTo>
                  <a:lnTo>
                    <a:pt x="23488" y="276823"/>
                  </a:lnTo>
                  <a:lnTo>
                    <a:pt x="27030" y="280770"/>
                  </a:lnTo>
                  <a:lnTo>
                    <a:pt x="30694" y="284602"/>
                  </a:lnTo>
                  <a:lnTo>
                    <a:pt x="34479" y="288316"/>
                  </a:lnTo>
                  <a:lnTo>
                    <a:pt x="38379" y="291909"/>
                  </a:lnTo>
                  <a:lnTo>
                    <a:pt x="42392" y="295375"/>
                  </a:lnTo>
                  <a:lnTo>
                    <a:pt x="46512" y="298713"/>
                  </a:lnTo>
                  <a:lnTo>
                    <a:pt x="50736" y="301919"/>
                  </a:lnTo>
                  <a:lnTo>
                    <a:pt x="55060" y="304988"/>
                  </a:lnTo>
                  <a:lnTo>
                    <a:pt x="59478" y="307920"/>
                  </a:lnTo>
                  <a:lnTo>
                    <a:pt x="63988" y="310709"/>
                  </a:lnTo>
                  <a:lnTo>
                    <a:pt x="68584" y="313354"/>
                  </a:lnTo>
                  <a:lnTo>
                    <a:pt x="73261" y="315852"/>
                  </a:lnTo>
                  <a:lnTo>
                    <a:pt x="78015" y="318201"/>
                  </a:lnTo>
                  <a:lnTo>
                    <a:pt x="82841" y="320397"/>
                  </a:lnTo>
                  <a:lnTo>
                    <a:pt x="87735" y="322440"/>
                  </a:lnTo>
                  <a:lnTo>
                    <a:pt x="92691" y="324326"/>
                  </a:lnTo>
                  <a:lnTo>
                    <a:pt x="97704" y="326054"/>
                  </a:lnTo>
                  <a:lnTo>
                    <a:pt x="102769" y="327622"/>
                  </a:lnTo>
                  <a:lnTo>
                    <a:pt x="107882" y="329028"/>
                  </a:lnTo>
                  <a:lnTo>
                    <a:pt x="113037" y="330272"/>
                  </a:lnTo>
                  <a:lnTo>
                    <a:pt x="118228" y="331352"/>
                  </a:lnTo>
                  <a:lnTo>
                    <a:pt x="123451" y="332266"/>
                  </a:lnTo>
                  <a:lnTo>
                    <a:pt x="128701" y="333015"/>
                  </a:lnTo>
                  <a:lnTo>
                    <a:pt x="133972" y="333596"/>
                  </a:lnTo>
                  <a:lnTo>
                    <a:pt x="139258" y="334010"/>
                  </a:lnTo>
                  <a:lnTo>
                    <a:pt x="144555" y="334256"/>
                  </a:lnTo>
                  <a:lnTo>
                    <a:pt x="149857" y="334334"/>
                  </a:lnTo>
                  <a:lnTo>
                    <a:pt x="155159" y="334244"/>
                  </a:lnTo>
                  <a:lnTo>
                    <a:pt x="160455" y="333986"/>
                  </a:lnTo>
                  <a:lnTo>
                    <a:pt x="165741" y="333560"/>
                  </a:lnTo>
                  <a:lnTo>
                    <a:pt x="171010" y="332966"/>
                  </a:lnTo>
                  <a:lnTo>
                    <a:pt x="176258" y="332206"/>
                  </a:lnTo>
                  <a:lnTo>
                    <a:pt x="181479" y="331279"/>
                  </a:lnTo>
                  <a:lnTo>
                    <a:pt x="186668" y="330188"/>
                  </a:lnTo>
                  <a:lnTo>
                    <a:pt x="191819" y="328932"/>
                  </a:lnTo>
                  <a:lnTo>
                    <a:pt x="196929" y="327514"/>
                  </a:lnTo>
                  <a:lnTo>
                    <a:pt x="201991" y="325934"/>
                  </a:lnTo>
                  <a:lnTo>
                    <a:pt x="207000" y="324195"/>
                  </a:lnTo>
                  <a:lnTo>
                    <a:pt x="211951" y="322297"/>
                  </a:lnTo>
                  <a:lnTo>
                    <a:pt x="216840" y="320244"/>
                  </a:lnTo>
                  <a:lnTo>
                    <a:pt x="221661" y="318036"/>
                  </a:lnTo>
                  <a:lnTo>
                    <a:pt x="226410" y="315677"/>
                  </a:lnTo>
                  <a:lnTo>
                    <a:pt x="231082" y="313168"/>
                  </a:lnTo>
                  <a:lnTo>
                    <a:pt x="235671" y="310512"/>
                  </a:lnTo>
                  <a:lnTo>
                    <a:pt x="240175" y="307712"/>
                  </a:lnTo>
                  <a:lnTo>
                    <a:pt x="244587" y="304771"/>
                  </a:lnTo>
                  <a:lnTo>
                    <a:pt x="248903" y="301691"/>
                  </a:lnTo>
                  <a:lnTo>
                    <a:pt x="253120" y="298476"/>
                  </a:lnTo>
                  <a:lnTo>
                    <a:pt x="257232" y="295129"/>
                  </a:lnTo>
                  <a:lnTo>
                    <a:pt x="261237" y="291653"/>
                  </a:lnTo>
                  <a:lnTo>
                    <a:pt x="265129" y="288051"/>
                  </a:lnTo>
                  <a:lnTo>
                    <a:pt x="268905" y="284328"/>
                  </a:lnTo>
                  <a:lnTo>
                    <a:pt x="272561" y="280488"/>
                  </a:lnTo>
                  <a:lnTo>
                    <a:pt x="276093" y="276533"/>
                  </a:lnTo>
                  <a:lnTo>
                    <a:pt x="279498" y="272468"/>
                  </a:lnTo>
                  <a:lnTo>
                    <a:pt x="282773" y="268297"/>
                  </a:lnTo>
                  <a:lnTo>
                    <a:pt x="285913" y="264025"/>
                  </a:lnTo>
                  <a:lnTo>
                    <a:pt x="288916" y="259655"/>
                  </a:lnTo>
                  <a:lnTo>
                    <a:pt x="291780" y="255191"/>
                  </a:lnTo>
                  <a:lnTo>
                    <a:pt x="294500" y="250640"/>
                  </a:lnTo>
                  <a:lnTo>
                    <a:pt x="297075" y="246004"/>
                  </a:lnTo>
                  <a:lnTo>
                    <a:pt x="299501" y="241289"/>
                  </a:lnTo>
                  <a:lnTo>
                    <a:pt x="301776" y="236500"/>
                  </a:lnTo>
                  <a:lnTo>
                    <a:pt x="303899" y="231640"/>
                  </a:lnTo>
                  <a:lnTo>
                    <a:pt x="305866" y="226716"/>
                  </a:lnTo>
                  <a:lnTo>
                    <a:pt x="307676" y="221732"/>
                  </a:lnTo>
                  <a:lnTo>
                    <a:pt x="309327" y="216693"/>
                  </a:lnTo>
                  <a:lnTo>
                    <a:pt x="310818" y="211604"/>
                  </a:lnTo>
                  <a:lnTo>
                    <a:pt x="312146" y="206471"/>
                  </a:lnTo>
                  <a:lnTo>
                    <a:pt x="313311" y="201298"/>
                  </a:lnTo>
                  <a:lnTo>
                    <a:pt x="314311" y="196090"/>
                  </a:lnTo>
                  <a:lnTo>
                    <a:pt x="315146" y="190854"/>
                  </a:lnTo>
                  <a:lnTo>
                    <a:pt x="315814" y="185593"/>
                  </a:lnTo>
                  <a:lnTo>
                    <a:pt x="316315" y="180314"/>
                  </a:lnTo>
                  <a:lnTo>
                    <a:pt x="316648" y="175022"/>
                  </a:lnTo>
                  <a:lnTo>
                    <a:pt x="316813" y="169722"/>
                  </a:lnTo>
                  <a:lnTo>
                    <a:pt x="316810" y="164420"/>
                  </a:lnTo>
                  <a:lnTo>
                    <a:pt x="316639" y="159120"/>
                  </a:lnTo>
                  <a:lnTo>
                    <a:pt x="316299" y="153828"/>
                  </a:lnTo>
                  <a:lnTo>
                    <a:pt x="315792" y="148550"/>
                  </a:lnTo>
                  <a:lnTo>
                    <a:pt x="315118" y="143290"/>
                  </a:lnTo>
                  <a:lnTo>
                    <a:pt x="314278" y="138055"/>
                  </a:lnTo>
                  <a:lnTo>
                    <a:pt x="313272" y="132848"/>
                  </a:lnTo>
                  <a:lnTo>
                    <a:pt x="312101" y="127677"/>
                  </a:lnTo>
                  <a:lnTo>
                    <a:pt x="310767" y="122545"/>
                  </a:lnTo>
                  <a:lnTo>
                    <a:pt x="309270" y="117457"/>
                  </a:lnTo>
                  <a:lnTo>
                    <a:pt x="307614" y="112420"/>
                  </a:lnTo>
                  <a:lnTo>
                    <a:pt x="305798" y="107438"/>
                  </a:lnTo>
                  <a:lnTo>
                    <a:pt x="303825" y="102516"/>
                  </a:lnTo>
                  <a:lnTo>
                    <a:pt x="301697" y="97660"/>
                  </a:lnTo>
                  <a:lnTo>
                    <a:pt x="299416" y="92873"/>
                  </a:lnTo>
                  <a:lnTo>
                    <a:pt x="296984" y="88160"/>
                  </a:lnTo>
                  <a:lnTo>
                    <a:pt x="294404" y="83528"/>
                  </a:lnTo>
                  <a:lnTo>
                    <a:pt x="291679" y="78979"/>
                  </a:lnTo>
                  <a:lnTo>
                    <a:pt x="288810" y="74519"/>
                  </a:lnTo>
                  <a:lnTo>
                    <a:pt x="285802" y="70153"/>
                  </a:lnTo>
                  <a:lnTo>
                    <a:pt x="282656" y="65884"/>
                  </a:lnTo>
                  <a:lnTo>
                    <a:pt x="279377" y="61717"/>
                  </a:lnTo>
                  <a:lnTo>
                    <a:pt x="275967" y="57656"/>
                  </a:lnTo>
                  <a:lnTo>
                    <a:pt x="272431" y="53705"/>
                  </a:lnTo>
                  <a:lnTo>
                    <a:pt x="268770" y="49869"/>
                  </a:lnTo>
                  <a:lnTo>
                    <a:pt x="264990" y="46150"/>
                  </a:lnTo>
                  <a:lnTo>
                    <a:pt x="261094" y="42553"/>
                  </a:lnTo>
                  <a:lnTo>
                    <a:pt x="257085" y="39082"/>
                  </a:lnTo>
                  <a:lnTo>
                    <a:pt x="252969" y="35739"/>
                  </a:lnTo>
                  <a:lnTo>
                    <a:pt x="248749" y="32529"/>
                  </a:lnTo>
                  <a:lnTo>
                    <a:pt x="244429" y="29454"/>
                  </a:lnTo>
                  <a:lnTo>
                    <a:pt x="240013" y="26518"/>
                  </a:lnTo>
                  <a:lnTo>
                    <a:pt x="235507" y="23723"/>
                  </a:lnTo>
                  <a:lnTo>
                    <a:pt x="230914" y="21073"/>
                  </a:lnTo>
                  <a:lnTo>
                    <a:pt x="226240" y="18569"/>
                  </a:lnTo>
                  <a:lnTo>
                    <a:pt x="221488" y="16215"/>
                  </a:lnTo>
                  <a:lnTo>
                    <a:pt x="216664" y="14013"/>
                  </a:lnTo>
                  <a:lnTo>
                    <a:pt x="211773" y="11965"/>
                  </a:lnTo>
                  <a:lnTo>
                    <a:pt x="206819" y="10074"/>
                  </a:lnTo>
                  <a:lnTo>
                    <a:pt x="201808" y="8340"/>
                  </a:lnTo>
                  <a:lnTo>
                    <a:pt x="196745" y="6766"/>
                  </a:lnTo>
                  <a:lnTo>
                    <a:pt x="191634" y="5354"/>
                  </a:lnTo>
                  <a:lnTo>
                    <a:pt x="186480" y="4104"/>
                  </a:lnTo>
                  <a:lnTo>
                    <a:pt x="181290" y="3018"/>
                  </a:lnTo>
                  <a:lnTo>
                    <a:pt x="176068" y="2098"/>
                  </a:lnTo>
                  <a:lnTo>
                    <a:pt x="170819" y="1343"/>
                  </a:lnTo>
                  <a:lnTo>
                    <a:pt x="165549" y="756"/>
                  </a:lnTo>
                  <a:lnTo>
                    <a:pt x="160263" y="336"/>
                  </a:lnTo>
                  <a:lnTo>
                    <a:pt x="154967" y="84"/>
                  </a:lnTo>
                  <a:lnTo>
                    <a:pt x="149665" y="0"/>
                  </a:lnTo>
                  <a:lnTo>
                    <a:pt x="1496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797339" y="1071028"/>
              <a:ext cx="227013" cy="334315"/>
            </a:xfrm>
            <a:custGeom>
              <a:avLst/>
              <a:pathLst>
                <a:path w="227013" h="334315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2" y="3050"/>
                  </a:lnTo>
                  <a:lnTo>
                    <a:pt x="130155" y="4147"/>
                  </a:lnTo>
                  <a:lnTo>
                    <a:pt x="124976" y="5410"/>
                  </a:lnTo>
                  <a:lnTo>
                    <a:pt x="119840" y="6837"/>
                  </a:lnTo>
                  <a:lnTo>
                    <a:pt x="114753" y="8427"/>
                  </a:lnTo>
                  <a:lnTo>
                    <a:pt x="109718" y="10179"/>
                  </a:lnTo>
                  <a:lnTo>
                    <a:pt x="104742" y="12090"/>
                  </a:lnTo>
                  <a:lnTo>
                    <a:pt x="99829" y="14159"/>
                  </a:lnTo>
                  <a:lnTo>
                    <a:pt x="94985" y="16384"/>
                  </a:lnTo>
                  <a:lnTo>
                    <a:pt x="90214" y="18762"/>
                  </a:lnTo>
                  <a:lnTo>
                    <a:pt x="85522" y="21290"/>
                  </a:lnTo>
                  <a:lnTo>
                    <a:pt x="80912" y="23967"/>
                  </a:lnTo>
                  <a:lnTo>
                    <a:pt x="76391" y="26790"/>
                  </a:lnTo>
                  <a:lnTo>
                    <a:pt x="71961" y="29756"/>
                  </a:lnTo>
                  <a:lnTo>
                    <a:pt x="67628" y="32861"/>
                  </a:lnTo>
                  <a:lnTo>
                    <a:pt x="63397" y="36102"/>
                  </a:lnTo>
                  <a:lnTo>
                    <a:pt x="59271" y="39477"/>
                  </a:lnTo>
                  <a:lnTo>
                    <a:pt x="55254" y="42982"/>
                  </a:lnTo>
                  <a:lnTo>
                    <a:pt x="51352" y="46613"/>
                  </a:lnTo>
                  <a:lnTo>
                    <a:pt x="47567" y="50367"/>
                  </a:lnTo>
                  <a:lnTo>
                    <a:pt x="43904" y="54240"/>
                  </a:lnTo>
                  <a:lnTo>
                    <a:pt x="40366" y="58227"/>
                  </a:lnTo>
                  <a:lnTo>
                    <a:pt x="36957" y="62325"/>
                  </a:lnTo>
                  <a:lnTo>
                    <a:pt x="33681" y="66529"/>
                  </a:lnTo>
                  <a:lnTo>
                    <a:pt x="30540" y="70836"/>
                  </a:lnTo>
                  <a:lnTo>
                    <a:pt x="27538" y="75241"/>
                  </a:lnTo>
                  <a:lnTo>
                    <a:pt x="24678" y="79740"/>
                  </a:lnTo>
                  <a:lnTo>
                    <a:pt x="21963" y="84327"/>
                  </a:lnTo>
                  <a:lnTo>
                    <a:pt x="19396" y="88998"/>
                  </a:lnTo>
                  <a:lnTo>
                    <a:pt x="16979" y="93749"/>
                  </a:lnTo>
                  <a:lnTo>
                    <a:pt x="14714" y="98575"/>
                  </a:lnTo>
                  <a:lnTo>
                    <a:pt x="12605" y="103471"/>
                  </a:lnTo>
                  <a:lnTo>
                    <a:pt x="10652" y="108431"/>
                  </a:lnTo>
                  <a:lnTo>
                    <a:pt x="8859" y="113451"/>
                  </a:lnTo>
                  <a:lnTo>
                    <a:pt x="7227" y="118525"/>
                  </a:lnTo>
                  <a:lnTo>
                    <a:pt x="5758" y="123649"/>
                  </a:lnTo>
                  <a:lnTo>
                    <a:pt x="4452" y="128817"/>
                  </a:lnTo>
                  <a:lnTo>
                    <a:pt x="3312" y="134024"/>
                  </a:lnTo>
                  <a:lnTo>
                    <a:pt x="2339" y="139265"/>
                  </a:lnTo>
                  <a:lnTo>
                    <a:pt x="1533" y="144535"/>
                  </a:lnTo>
                  <a:lnTo>
                    <a:pt x="896" y="149827"/>
                  </a:lnTo>
                  <a:lnTo>
                    <a:pt x="427" y="155137"/>
                  </a:lnTo>
                  <a:lnTo>
                    <a:pt x="128" y="160459"/>
                  </a:lnTo>
                  <a:lnTo>
                    <a:pt x="0" y="165788"/>
                  </a:lnTo>
                  <a:lnTo>
                    <a:pt x="41" y="171118"/>
                  </a:lnTo>
                  <a:lnTo>
                    <a:pt x="251" y="176445"/>
                  </a:lnTo>
                  <a:lnTo>
                    <a:pt x="632" y="181762"/>
                  </a:lnTo>
                  <a:lnTo>
                    <a:pt x="1182" y="187064"/>
                  </a:lnTo>
                  <a:lnTo>
                    <a:pt x="1901" y="192345"/>
                  </a:lnTo>
                  <a:lnTo>
                    <a:pt x="2788" y="197602"/>
                  </a:lnTo>
                  <a:lnTo>
                    <a:pt x="3842" y="202827"/>
                  </a:lnTo>
                  <a:lnTo>
                    <a:pt x="5062" y="208016"/>
                  </a:lnTo>
                  <a:lnTo>
                    <a:pt x="6446" y="213164"/>
                  </a:lnTo>
                  <a:lnTo>
                    <a:pt x="7995" y="218264"/>
                  </a:lnTo>
                  <a:lnTo>
                    <a:pt x="9705" y="223313"/>
                  </a:lnTo>
                  <a:lnTo>
                    <a:pt x="11575" y="228305"/>
                  </a:lnTo>
                  <a:lnTo>
                    <a:pt x="13603" y="233234"/>
                  </a:lnTo>
                  <a:lnTo>
                    <a:pt x="15788" y="238097"/>
                  </a:lnTo>
                  <a:lnTo>
                    <a:pt x="18126" y="242887"/>
                  </a:lnTo>
                  <a:lnTo>
                    <a:pt x="20616" y="247600"/>
                  </a:lnTo>
                  <a:lnTo>
                    <a:pt x="23255" y="252232"/>
                  </a:lnTo>
                  <a:lnTo>
                    <a:pt x="26040" y="256777"/>
                  </a:lnTo>
                  <a:lnTo>
                    <a:pt x="28969" y="261230"/>
                  </a:lnTo>
                  <a:lnTo>
                    <a:pt x="32039" y="265589"/>
                  </a:lnTo>
                  <a:lnTo>
                    <a:pt x="35245" y="269847"/>
                  </a:lnTo>
                  <a:lnTo>
                    <a:pt x="38586" y="274000"/>
                  </a:lnTo>
                  <a:lnTo>
                    <a:pt x="42058" y="278045"/>
                  </a:lnTo>
                  <a:lnTo>
                    <a:pt x="45656" y="281978"/>
                  </a:lnTo>
                  <a:lnTo>
                    <a:pt x="49379" y="285793"/>
                  </a:lnTo>
                  <a:lnTo>
                    <a:pt x="53221" y="289488"/>
                  </a:lnTo>
                  <a:lnTo>
                    <a:pt x="57179" y="293059"/>
                  </a:lnTo>
                  <a:lnTo>
                    <a:pt x="61249" y="296502"/>
                  </a:lnTo>
                  <a:lnTo>
                    <a:pt x="65426" y="299813"/>
                  </a:lnTo>
                  <a:lnTo>
                    <a:pt x="69707" y="302989"/>
                  </a:lnTo>
                  <a:lnTo>
                    <a:pt x="74087" y="306027"/>
                  </a:lnTo>
                  <a:lnTo>
                    <a:pt x="78562" y="308924"/>
                  </a:lnTo>
                  <a:lnTo>
                    <a:pt x="83126" y="311677"/>
                  </a:lnTo>
                  <a:lnTo>
                    <a:pt x="87776" y="314283"/>
                  </a:lnTo>
                  <a:lnTo>
                    <a:pt x="92507" y="316739"/>
                  </a:lnTo>
                  <a:lnTo>
                    <a:pt x="97314" y="319043"/>
                  </a:lnTo>
                  <a:lnTo>
                    <a:pt x="102192" y="321193"/>
                  </a:lnTo>
                  <a:lnTo>
                    <a:pt x="107136" y="323186"/>
                  </a:lnTo>
                  <a:lnTo>
                    <a:pt x="112141" y="325020"/>
                  </a:lnTo>
                  <a:lnTo>
                    <a:pt x="117202" y="326694"/>
                  </a:lnTo>
                  <a:lnTo>
                    <a:pt x="122313" y="328206"/>
                  </a:lnTo>
                  <a:lnTo>
                    <a:pt x="127471" y="329554"/>
                  </a:lnTo>
                  <a:lnTo>
                    <a:pt x="132668" y="330737"/>
                  </a:lnTo>
                  <a:lnTo>
                    <a:pt x="137901" y="331754"/>
                  </a:lnTo>
                  <a:lnTo>
                    <a:pt x="143163" y="332603"/>
                  </a:lnTo>
                  <a:lnTo>
                    <a:pt x="148450" y="333284"/>
                  </a:lnTo>
                  <a:lnTo>
                    <a:pt x="153756" y="333796"/>
                  </a:lnTo>
                  <a:lnTo>
                    <a:pt x="159076" y="334139"/>
                  </a:lnTo>
                  <a:lnTo>
                    <a:pt x="164403" y="334312"/>
                  </a:lnTo>
                  <a:lnTo>
                    <a:pt x="169734" y="334315"/>
                  </a:lnTo>
                  <a:lnTo>
                    <a:pt x="175062" y="334148"/>
                  </a:lnTo>
                  <a:lnTo>
                    <a:pt x="180382" y="333811"/>
                  </a:lnTo>
                  <a:lnTo>
                    <a:pt x="185688" y="333305"/>
                  </a:lnTo>
                  <a:lnTo>
                    <a:pt x="190976" y="332629"/>
                  </a:lnTo>
                  <a:lnTo>
                    <a:pt x="196239" y="331786"/>
                  </a:lnTo>
                  <a:lnTo>
                    <a:pt x="201473" y="330775"/>
                  </a:lnTo>
                  <a:lnTo>
                    <a:pt x="206672" y="329598"/>
                  </a:lnTo>
                  <a:lnTo>
                    <a:pt x="211830" y="328256"/>
                  </a:lnTo>
                  <a:lnTo>
                    <a:pt x="216944" y="326750"/>
                  </a:lnTo>
                  <a:lnTo>
                    <a:pt x="222007" y="325081"/>
                  </a:lnTo>
                  <a:lnTo>
                    <a:pt x="227013" y="32325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59852" cy="156085"/>
            </a:xfrm>
            <a:custGeom>
              <a:avLst/>
              <a:pathLst>
                <a:path w="59852" h="156085">
                  <a:moveTo>
                    <a:pt x="59852" y="1560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4596"/>
              <a:ext cx="167147" cy="319685"/>
            </a:xfrm>
            <a:custGeom>
              <a:avLst/>
              <a:pathLst>
                <a:path w="167147" h="319685">
                  <a:moveTo>
                    <a:pt x="59852" y="319685"/>
                  </a:moveTo>
                  <a:lnTo>
                    <a:pt x="64831" y="317683"/>
                  </a:lnTo>
                  <a:lnTo>
                    <a:pt x="69744" y="315523"/>
                  </a:lnTo>
                  <a:lnTo>
                    <a:pt x="74585" y="313206"/>
                  </a:lnTo>
                  <a:lnTo>
                    <a:pt x="79349" y="310734"/>
                  </a:lnTo>
                  <a:lnTo>
                    <a:pt x="84031" y="308111"/>
                  </a:lnTo>
                  <a:lnTo>
                    <a:pt x="88627" y="305339"/>
                  </a:lnTo>
                  <a:lnTo>
                    <a:pt x="93131" y="302421"/>
                  </a:lnTo>
                  <a:lnTo>
                    <a:pt x="97539" y="299360"/>
                  </a:lnTo>
                  <a:lnTo>
                    <a:pt x="101847" y="296159"/>
                  </a:lnTo>
                  <a:lnTo>
                    <a:pt x="106049" y="292822"/>
                  </a:lnTo>
                  <a:lnTo>
                    <a:pt x="110143" y="289351"/>
                  </a:lnTo>
                  <a:lnTo>
                    <a:pt x="114123" y="285750"/>
                  </a:lnTo>
                  <a:lnTo>
                    <a:pt x="117985" y="282024"/>
                  </a:lnTo>
                  <a:lnTo>
                    <a:pt x="121726" y="278176"/>
                  </a:lnTo>
                  <a:lnTo>
                    <a:pt x="125341" y="274209"/>
                  </a:lnTo>
                  <a:lnTo>
                    <a:pt x="128827" y="270129"/>
                  </a:lnTo>
                  <a:lnTo>
                    <a:pt x="132180" y="265938"/>
                  </a:lnTo>
                  <a:lnTo>
                    <a:pt x="135397" y="261643"/>
                  </a:lnTo>
                  <a:lnTo>
                    <a:pt x="138474" y="257246"/>
                  </a:lnTo>
                  <a:lnTo>
                    <a:pt x="141409" y="252752"/>
                  </a:lnTo>
                  <a:lnTo>
                    <a:pt x="144198" y="248167"/>
                  </a:lnTo>
                  <a:lnTo>
                    <a:pt x="146839" y="243495"/>
                  </a:lnTo>
                  <a:lnTo>
                    <a:pt x="149327" y="238740"/>
                  </a:lnTo>
                  <a:lnTo>
                    <a:pt x="151663" y="233908"/>
                  </a:lnTo>
                  <a:lnTo>
                    <a:pt x="153841" y="229003"/>
                  </a:lnTo>
                  <a:lnTo>
                    <a:pt x="155862" y="224031"/>
                  </a:lnTo>
                  <a:lnTo>
                    <a:pt x="157721" y="218997"/>
                  </a:lnTo>
                  <a:lnTo>
                    <a:pt x="159418" y="213905"/>
                  </a:lnTo>
                  <a:lnTo>
                    <a:pt x="160951" y="208762"/>
                  </a:lnTo>
                  <a:lnTo>
                    <a:pt x="162318" y="203572"/>
                  </a:lnTo>
                  <a:lnTo>
                    <a:pt x="163517" y="198341"/>
                  </a:lnTo>
                  <a:lnTo>
                    <a:pt x="164548" y="193074"/>
                  </a:lnTo>
                  <a:lnTo>
                    <a:pt x="165409" y="187777"/>
                  </a:lnTo>
                  <a:lnTo>
                    <a:pt x="166100" y="182455"/>
                  </a:lnTo>
                  <a:lnTo>
                    <a:pt x="166620" y="177113"/>
                  </a:lnTo>
                  <a:lnTo>
                    <a:pt x="166968" y="171758"/>
                  </a:lnTo>
                  <a:lnTo>
                    <a:pt x="167144" y="166394"/>
                  </a:lnTo>
                  <a:lnTo>
                    <a:pt x="167147" y="161027"/>
                  </a:lnTo>
                  <a:lnTo>
                    <a:pt x="166978" y="155663"/>
                  </a:lnTo>
                  <a:lnTo>
                    <a:pt x="166638" y="150307"/>
                  </a:lnTo>
                  <a:lnTo>
                    <a:pt x="166125" y="144965"/>
                  </a:lnTo>
                  <a:lnTo>
                    <a:pt x="165441" y="139641"/>
                  </a:lnTo>
                  <a:lnTo>
                    <a:pt x="164587" y="134343"/>
                  </a:lnTo>
                  <a:lnTo>
                    <a:pt x="163563" y="129075"/>
                  </a:lnTo>
                  <a:lnTo>
                    <a:pt x="162370" y="123842"/>
                  </a:lnTo>
                  <a:lnTo>
                    <a:pt x="161011" y="118651"/>
                  </a:lnTo>
                  <a:lnTo>
                    <a:pt x="159485" y="113505"/>
                  </a:lnTo>
                  <a:lnTo>
                    <a:pt x="157794" y="108412"/>
                  </a:lnTo>
                  <a:lnTo>
                    <a:pt x="155942" y="103375"/>
                  </a:lnTo>
                  <a:lnTo>
                    <a:pt x="153928" y="98400"/>
                  </a:lnTo>
                  <a:lnTo>
                    <a:pt x="151756" y="93492"/>
                  </a:lnTo>
                  <a:lnTo>
                    <a:pt x="149427" y="88657"/>
                  </a:lnTo>
                  <a:lnTo>
                    <a:pt x="146944" y="83899"/>
                  </a:lnTo>
                  <a:lnTo>
                    <a:pt x="144310" y="79223"/>
                  </a:lnTo>
                  <a:lnTo>
                    <a:pt x="141527" y="74634"/>
                  </a:lnTo>
                  <a:lnTo>
                    <a:pt x="138599" y="70137"/>
                  </a:lnTo>
                  <a:lnTo>
                    <a:pt x="135527" y="65736"/>
                  </a:lnTo>
                  <a:lnTo>
                    <a:pt x="132316" y="61436"/>
                  </a:lnTo>
                  <a:lnTo>
                    <a:pt x="128968" y="57241"/>
                  </a:lnTo>
                  <a:lnTo>
                    <a:pt x="125487" y="53156"/>
                  </a:lnTo>
                  <a:lnTo>
                    <a:pt x="121878" y="49185"/>
                  </a:lnTo>
                  <a:lnTo>
                    <a:pt x="118142" y="45332"/>
                  </a:lnTo>
                  <a:lnTo>
                    <a:pt x="114285" y="41600"/>
                  </a:lnTo>
                  <a:lnTo>
                    <a:pt x="110310" y="37994"/>
                  </a:lnTo>
                  <a:lnTo>
                    <a:pt x="106221" y="34518"/>
                  </a:lnTo>
                  <a:lnTo>
                    <a:pt x="102022" y="31175"/>
                  </a:lnTo>
                  <a:lnTo>
                    <a:pt x="97719" y="27968"/>
                  </a:lnTo>
                  <a:lnTo>
                    <a:pt x="93315" y="24901"/>
                  </a:lnTo>
                  <a:lnTo>
                    <a:pt x="88815" y="21977"/>
                  </a:lnTo>
                  <a:lnTo>
                    <a:pt x="84223" y="19199"/>
                  </a:lnTo>
                  <a:lnTo>
                    <a:pt x="79544" y="16570"/>
                  </a:lnTo>
                  <a:lnTo>
                    <a:pt x="74783" y="14092"/>
                  </a:lnTo>
                  <a:lnTo>
                    <a:pt x="69945" y="11769"/>
                  </a:lnTo>
                  <a:lnTo>
                    <a:pt x="65036" y="9602"/>
                  </a:lnTo>
                  <a:lnTo>
                    <a:pt x="60059" y="7594"/>
                  </a:lnTo>
                  <a:lnTo>
                    <a:pt x="55020" y="5746"/>
                  </a:lnTo>
                  <a:lnTo>
                    <a:pt x="49924" y="4061"/>
                  </a:lnTo>
                  <a:lnTo>
                    <a:pt x="44778" y="2541"/>
                  </a:lnTo>
                  <a:lnTo>
                    <a:pt x="39584" y="1186"/>
                  </a:lnTo>
                  <a:lnTo>
                    <a:pt x="34351" y="0"/>
                  </a:lnTo>
                  <a:lnTo>
                    <a:pt x="0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4544" y="1322571"/>
              <a:ext cx="144176" cy="167167"/>
            </a:xfrm>
            <a:custGeom>
              <a:avLst/>
              <a:pathLst>
                <a:path w="144176" h="167167">
                  <a:moveTo>
                    <a:pt x="144176" y="0"/>
                  </a:moveTo>
                  <a:lnTo>
                    <a:pt x="138743" y="88"/>
                  </a:lnTo>
                  <a:lnTo>
                    <a:pt x="133316" y="353"/>
                  </a:lnTo>
                  <a:lnTo>
                    <a:pt x="127901" y="794"/>
                  </a:lnTo>
                  <a:lnTo>
                    <a:pt x="122503" y="1410"/>
                  </a:lnTo>
                  <a:lnTo>
                    <a:pt x="117127" y="2202"/>
                  </a:lnTo>
                  <a:lnTo>
                    <a:pt x="111781" y="3168"/>
                  </a:lnTo>
                  <a:lnTo>
                    <a:pt x="106468" y="4308"/>
                  </a:lnTo>
                  <a:lnTo>
                    <a:pt x="101195" y="5619"/>
                  </a:lnTo>
                  <a:lnTo>
                    <a:pt x="95968" y="7101"/>
                  </a:lnTo>
                  <a:lnTo>
                    <a:pt x="90792" y="8753"/>
                  </a:lnTo>
                  <a:lnTo>
                    <a:pt x="85672" y="10571"/>
                  </a:lnTo>
                  <a:lnTo>
                    <a:pt x="80614" y="12555"/>
                  </a:lnTo>
                  <a:lnTo>
                    <a:pt x="75623" y="14702"/>
                  </a:lnTo>
                  <a:lnTo>
                    <a:pt x="70704" y="17011"/>
                  </a:lnTo>
                  <a:lnTo>
                    <a:pt x="65863" y="19478"/>
                  </a:lnTo>
                  <a:lnTo>
                    <a:pt x="61105" y="22101"/>
                  </a:lnTo>
                  <a:lnTo>
                    <a:pt x="56434" y="24877"/>
                  </a:lnTo>
                  <a:lnTo>
                    <a:pt x="51856" y="27804"/>
                  </a:lnTo>
                  <a:lnTo>
                    <a:pt x="47376" y="30878"/>
                  </a:lnTo>
                  <a:lnTo>
                    <a:pt x="42998" y="34095"/>
                  </a:lnTo>
                  <a:lnTo>
                    <a:pt x="38727" y="37454"/>
                  </a:lnTo>
                  <a:lnTo>
                    <a:pt x="34567" y="40949"/>
                  </a:lnTo>
                  <a:lnTo>
                    <a:pt x="30523" y="44578"/>
                  </a:lnTo>
                  <a:lnTo>
                    <a:pt x="26599" y="48336"/>
                  </a:lnTo>
                  <a:lnTo>
                    <a:pt x="22800" y="52220"/>
                  </a:lnTo>
                  <a:lnTo>
                    <a:pt x="19128" y="56225"/>
                  </a:lnTo>
                  <a:lnTo>
                    <a:pt x="15589" y="60347"/>
                  </a:lnTo>
                  <a:lnTo>
                    <a:pt x="12185" y="64583"/>
                  </a:lnTo>
                  <a:lnTo>
                    <a:pt x="8921" y="68926"/>
                  </a:lnTo>
                  <a:lnTo>
                    <a:pt x="5800" y="73374"/>
                  </a:lnTo>
                  <a:lnTo>
                    <a:pt x="2825" y="77920"/>
                  </a:lnTo>
                  <a:lnTo>
                    <a:pt x="0" y="82561"/>
                  </a:lnTo>
                  <a:lnTo>
                    <a:pt x="1441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4544" y="1405133"/>
              <a:ext cx="144176" cy="84605"/>
            </a:xfrm>
            <a:custGeom>
              <a:avLst/>
              <a:pathLst>
                <a:path w="144176" h="84605">
                  <a:moveTo>
                    <a:pt x="0" y="0"/>
                  </a:moveTo>
                  <a:lnTo>
                    <a:pt x="144176" y="846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21560" y="1358569"/>
              <a:ext cx="334314" cy="298334"/>
            </a:xfrm>
            <a:custGeom>
              <a:avLst/>
              <a:pathLst>
                <a:path w="334314" h="298334">
                  <a:moveTo>
                    <a:pt x="22983" y="46563"/>
                  </a:moveTo>
                  <a:lnTo>
                    <a:pt x="20369" y="51185"/>
                  </a:lnTo>
                  <a:lnTo>
                    <a:pt x="17903" y="55888"/>
                  </a:lnTo>
                  <a:lnTo>
                    <a:pt x="15587" y="60666"/>
                  </a:lnTo>
                  <a:lnTo>
                    <a:pt x="13424" y="65516"/>
                  </a:lnTo>
                  <a:lnTo>
                    <a:pt x="11416" y="70432"/>
                  </a:lnTo>
                  <a:lnTo>
                    <a:pt x="9566" y="75409"/>
                  </a:lnTo>
                  <a:lnTo>
                    <a:pt x="7874" y="80443"/>
                  </a:lnTo>
                  <a:lnTo>
                    <a:pt x="6344" y="85527"/>
                  </a:lnTo>
                  <a:lnTo>
                    <a:pt x="4975" y="90658"/>
                  </a:lnTo>
                  <a:lnTo>
                    <a:pt x="3770" y="95830"/>
                  </a:lnTo>
                  <a:lnTo>
                    <a:pt x="2730" y="101037"/>
                  </a:lnTo>
                  <a:lnTo>
                    <a:pt x="1856" y="106275"/>
                  </a:lnTo>
                  <a:lnTo>
                    <a:pt x="1149" y="111538"/>
                  </a:lnTo>
                  <a:lnTo>
                    <a:pt x="609" y="116820"/>
                  </a:lnTo>
                  <a:lnTo>
                    <a:pt x="237" y="122117"/>
                  </a:lnTo>
                  <a:lnTo>
                    <a:pt x="34" y="127424"/>
                  </a:lnTo>
                  <a:lnTo>
                    <a:pt x="0" y="132734"/>
                  </a:lnTo>
                  <a:lnTo>
                    <a:pt x="134" y="138042"/>
                  </a:lnTo>
                  <a:lnTo>
                    <a:pt x="436" y="143344"/>
                  </a:lnTo>
                  <a:lnTo>
                    <a:pt x="907" y="148633"/>
                  </a:lnTo>
                  <a:lnTo>
                    <a:pt x="1545" y="153905"/>
                  </a:lnTo>
                  <a:lnTo>
                    <a:pt x="2351" y="159153"/>
                  </a:lnTo>
                  <a:lnTo>
                    <a:pt x="3323" y="164374"/>
                  </a:lnTo>
                  <a:lnTo>
                    <a:pt x="4460" y="169561"/>
                  </a:lnTo>
                  <a:lnTo>
                    <a:pt x="5762" y="174709"/>
                  </a:lnTo>
                  <a:lnTo>
                    <a:pt x="7226" y="179813"/>
                  </a:lnTo>
                  <a:lnTo>
                    <a:pt x="8852" y="184868"/>
                  </a:lnTo>
                  <a:lnTo>
                    <a:pt x="10637" y="189869"/>
                  </a:lnTo>
                  <a:lnTo>
                    <a:pt x="12581" y="194811"/>
                  </a:lnTo>
                  <a:lnTo>
                    <a:pt x="14680" y="199688"/>
                  </a:lnTo>
                  <a:lnTo>
                    <a:pt x="16933" y="204497"/>
                  </a:lnTo>
                  <a:lnTo>
                    <a:pt x="19338" y="209231"/>
                  </a:lnTo>
                  <a:lnTo>
                    <a:pt x="21892" y="213887"/>
                  </a:lnTo>
                  <a:lnTo>
                    <a:pt x="24592" y="218459"/>
                  </a:lnTo>
                  <a:lnTo>
                    <a:pt x="27437" y="222943"/>
                  </a:lnTo>
                  <a:lnTo>
                    <a:pt x="30422" y="227335"/>
                  </a:lnTo>
                  <a:lnTo>
                    <a:pt x="33546" y="231629"/>
                  </a:lnTo>
                  <a:lnTo>
                    <a:pt x="36804" y="235822"/>
                  </a:lnTo>
                  <a:lnTo>
                    <a:pt x="40193" y="239910"/>
                  </a:lnTo>
                  <a:lnTo>
                    <a:pt x="43711" y="243888"/>
                  </a:lnTo>
                  <a:lnTo>
                    <a:pt x="47354" y="247752"/>
                  </a:lnTo>
                  <a:lnTo>
                    <a:pt x="51117" y="251498"/>
                  </a:lnTo>
                  <a:lnTo>
                    <a:pt x="54997" y="255123"/>
                  </a:lnTo>
                  <a:lnTo>
                    <a:pt x="58991" y="258623"/>
                  </a:lnTo>
                  <a:lnTo>
                    <a:pt x="63094" y="261994"/>
                  </a:lnTo>
                  <a:lnTo>
                    <a:pt x="67301" y="265233"/>
                  </a:lnTo>
                  <a:lnTo>
                    <a:pt x="71610" y="268337"/>
                  </a:lnTo>
                  <a:lnTo>
                    <a:pt x="76015" y="271303"/>
                  </a:lnTo>
                  <a:lnTo>
                    <a:pt x="80511" y="274127"/>
                  </a:lnTo>
                  <a:lnTo>
                    <a:pt x="85096" y="276807"/>
                  </a:lnTo>
                  <a:lnTo>
                    <a:pt x="89763" y="279340"/>
                  </a:lnTo>
                  <a:lnTo>
                    <a:pt x="94508" y="281724"/>
                  </a:lnTo>
                  <a:lnTo>
                    <a:pt x="99326" y="283955"/>
                  </a:lnTo>
                  <a:lnTo>
                    <a:pt x="104213" y="286033"/>
                  </a:lnTo>
                  <a:lnTo>
                    <a:pt x="109164" y="287954"/>
                  </a:lnTo>
                  <a:lnTo>
                    <a:pt x="114173" y="289717"/>
                  </a:lnTo>
                  <a:lnTo>
                    <a:pt x="119235" y="291320"/>
                  </a:lnTo>
                  <a:lnTo>
                    <a:pt x="124346" y="292761"/>
                  </a:lnTo>
                  <a:lnTo>
                    <a:pt x="129500" y="294039"/>
                  </a:lnTo>
                  <a:lnTo>
                    <a:pt x="134692" y="295153"/>
                  </a:lnTo>
                  <a:lnTo>
                    <a:pt x="139917" y="296102"/>
                  </a:lnTo>
                  <a:lnTo>
                    <a:pt x="145169" y="296884"/>
                  </a:lnTo>
                  <a:lnTo>
                    <a:pt x="150443" y="297499"/>
                  </a:lnTo>
                  <a:lnTo>
                    <a:pt x="155735" y="297946"/>
                  </a:lnTo>
                  <a:lnTo>
                    <a:pt x="161037" y="298224"/>
                  </a:lnTo>
                  <a:lnTo>
                    <a:pt x="166346" y="298334"/>
                  </a:lnTo>
                  <a:lnTo>
                    <a:pt x="171656" y="298276"/>
                  </a:lnTo>
                  <a:lnTo>
                    <a:pt x="176962" y="298049"/>
                  </a:lnTo>
                  <a:lnTo>
                    <a:pt x="182257" y="297653"/>
                  </a:lnTo>
                  <a:lnTo>
                    <a:pt x="187537" y="297090"/>
                  </a:lnTo>
                  <a:lnTo>
                    <a:pt x="192797" y="296359"/>
                  </a:lnTo>
                  <a:lnTo>
                    <a:pt x="198030" y="295461"/>
                  </a:lnTo>
                  <a:lnTo>
                    <a:pt x="203233" y="294398"/>
                  </a:lnTo>
                  <a:lnTo>
                    <a:pt x="208399" y="293170"/>
                  </a:lnTo>
                  <a:lnTo>
                    <a:pt x="213524" y="291778"/>
                  </a:lnTo>
                  <a:lnTo>
                    <a:pt x="218602" y="290225"/>
                  </a:lnTo>
                  <a:lnTo>
                    <a:pt x="223627" y="288510"/>
                  </a:lnTo>
                  <a:lnTo>
                    <a:pt x="228596" y="286638"/>
                  </a:lnTo>
                  <a:lnTo>
                    <a:pt x="233503" y="284608"/>
                  </a:lnTo>
                  <a:lnTo>
                    <a:pt x="238343" y="282423"/>
                  </a:lnTo>
                  <a:lnTo>
                    <a:pt x="243111" y="280086"/>
                  </a:lnTo>
                  <a:lnTo>
                    <a:pt x="247803" y="277599"/>
                  </a:lnTo>
                  <a:lnTo>
                    <a:pt x="252413" y="274963"/>
                  </a:lnTo>
                  <a:lnTo>
                    <a:pt x="256937" y="272183"/>
                  </a:lnTo>
                  <a:lnTo>
                    <a:pt x="261371" y="269260"/>
                  </a:lnTo>
                  <a:lnTo>
                    <a:pt x="265709" y="266199"/>
                  </a:lnTo>
                  <a:lnTo>
                    <a:pt x="269948" y="263000"/>
                  </a:lnTo>
                  <a:lnTo>
                    <a:pt x="274083" y="259669"/>
                  </a:lnTo>
                  <a:lnTo>
                    <a:pt x="278111" y="256208"/>
                  </a:lnTo>
                  <a:lnTo>
                    <a:pt x="282026" y="252621"/>
                  </a:lnTo>
                  <a:lnTo>
                    <a:pt x="285826" y="248912"/>
                  </a:lnTo>
                  <a:lnTo>
                    <a:pt x="289506" y="245083"/>
                  </a:lnTo>
                  <a:lnTo>
                    <a:pt x="293062" y="241140"/>
                  </a:lnTo>
                  <a:lnTo>
                    <a:pt x="296491" y="237086"/>
                  </a:lnTo>
                  <a:lnTo>
                    <a:pt x="299790" y="232924"/>
                  </a:lnTo>
                  <a:lnTo>
                    <a:pt x="302955" y="228660"/>
                  </a:lnTo>
                  <a:lnTo>
                    <a:pt x="305983" y="224298"/>
                  </a:lnTo>
                  <a:lnTo>
                    <a:pt x="308871" y="219842"/>
                  </a:lnTo>
                  <a:lnTo>
                    <a:pt x="311616" y="215296"/>
                  </a:lnTo>
                  <a:lnTo>
                    <a:pt x="314215" y="210666"/>
                  </a:lnTo>
                  <a:lnTo>
                    <a:pt x="316666" y="205955"/>
                  </a:lnTo>
                  <a:lnTo>
                    <a:pt x="318965" y="201169"/>
                  </a:lnTo>
                  <a:lnTo>
                    <a:pt x="321112" y="196312"/>
                  </a:lnTo>
                  <a:lnTo>
                    <a:pt x="323103" y="191389"/>
                  </a:lnTo>
                  <a:lnTo>
                    <a:pt x="324937" y="186406"/>
                  </a:lnTo>
                  <a:lnTo>
                    <a:pt x="326612" y="181367"/>
                  </a:lnTo>
                  <a:lnTo>
                    <a:pt x="328126" y="176277"/>
                  </a:lnTo>
                  <a:lnTo>
                    <a:pt x="329478" y="171142"/>
                  </a:lnTo>
                  <a:lnTo>
                    <a:pt x="330665" y="165966"/>
                  </a:lnTo>
                  <a:lnTo>
                    <a:pt x="331688" y="160755"/>
                  </a:lnTo>
                  <a:lnTo>
                    <a:pt x="332545" y="155515"/>
                  </a:lnTo>
                  <a:lnTo>
                    <a:pt x="333235" y="150250"/>
                  </a:lnTo>
                  <a:lnTo>
                    <a:pt x="333757" y="144965"/>
                  </a:lnTo>
                  <a:lnTo>
                    <a:pt x="334111" y="139667"/>
                  </a:lnTo>
                  <a:lnTo>
                    <a:pt x="334297" y="134360"/>
                  </a:lnTo>
                  <a:lnTo>
                    <a:pt x="334314" y="129050"/>
                  </a:lnTo>
                  <a:lnTo>
                    <a:pt x="334162" y="123742"/>
                  </a:lnTo>
                  <a:lnTo>
                    <a:pt x="333842" y="118441"/>
                  </a:lnTo>
                  <a:lnTo>
                    <a:pt x="333353" y="113154"/>
                  </a:lnTo>
                  <a:lnTo>
                    <a:pt x="332697" y="107884"/>
                  </a:lnTo>
                  <a:lnTo>
                    <a:pt x="331874" y="102638"/>
                  </a:lnTo>
                  <a:lnTo>
                    <a:pt x="330885" y="97421"/>
                  </a:lnTo>
                  <a:lnTo>
                    <a:pt x="329731" y="92238"/>
                  </a:lnTo>
                  <a:lnTo>
                    <a:pt x="328412" y="87094"/>
                  </a:lnTo>
                  <a:lnTo>
                    <a:pt x="326931" y="81995"/>
                  </a:lnTo>
                  <a:lnTo>
                    <a:pt x="325288" y="76945"/>
                  </a:lnTo>
                  <a:lnTo>
                    <a:pt x="323486" y="71950"/>
                  </a:lnTo>
                  <a:lnTo>
                    <a:pt x="321527" y="67015"/>
                  </a:lnTo>
                  <a:lnTo>
                    <a:pt x="319411" y="62144"/>
                  </a:lnTo>
                  <a:lnTo>
                    <a:pt x="317142" y="57343"/>
                  </a:lnTo>
                  <a:lnTo>
                    <a:pt x="314722" y="52617"/>
                  </a:lnTo>
                  <a:lnTo>
                    <a:pt x="312152" y="47970"/>
                  </a:lnTo>
                  <a:lnTo>
                    <a:pt x="309436" y="43407"/>
                  </a:lnTo>
                  <a:lnTo>
                    <a:pt x="306577" y="38932"/>
                  </a:lnTo>
                  <a:lnTo>
                    <a:pt x="303577" y="34550"/>
                  </a:lnTo>
                  <a:lnTo>
                    <a:pt x="300440" y="30266"/>
                  </a:lnTo>
                  <a:lnTo>
                    <a:pt x="297168" y="26084"/>
                  </a:lnTo>
                  <a:lnTo>
                    <a:pt x="293764" y="22008"/>
                  </a:lnTo>
                  <a:lnTo>
                    <a:pt x="290233" y="18042"/>
                  </a:lnTo>
                  <a:lnTo>
                    <a:pt x="286578" y="14190"/>
                  </a:lnTo>
                  <a:lnTo>
                    <a:pt x="282803" y="10456"/>
                  </a:lnTo>
                  <a:lnTo>
                    <a:pt x="278910" y="6844"/>
                  </a:lnTo>
                  <a:lnTo>
                    <a:pt x="274905" y="3357"/>
                  </a:lnTo>
                  <a:lnTo>
                    <a:pt x="270791" y="0"/>
                  </a:lnTo>
                  <a:lnTo>
                    <a:pt x="167160" y="131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103631" cy="167167"/>
            </a:xfrm>
            <a:custGeom>
              <a:avLst/>
              <a:pathLst>
                <a:path w="103631" h="167167">
                  <a:moveTo>
                    <a:pt x="103631" y="35997"/>
                  </a:moveTo>
                  <a:lnTo>
                    <a:pt x="99189" y="32607"/>
                  </a:lnTo>
                  <a:lnTo>
                    <a:pt x="94635" y="29366"/>
                  </a:lnTo>
                  <a:lnTo>
                    <a:pt x="89976" y="26280"/>
                  </a:lnTo>
                  <a:lnTo>
                    <a:pt x="85217" y="23351"/>
                  </a:lnTo>
                  <a:lnTo>
                    <a:pt x="80362" y="20583"/>
                  </a:lnTo>
                  <a:lnTo>
                    <a:pt x="75417" y="17979"/>
                  </a:lnTo>
                  <a:lnTo>
                    <a:pt x="70388" y="15541"/>
                  </a:lnTo>
                  <a:lnTo>
                    <a:pt x="65281" y="13273"/>
                  </a:lnTo>
                  <a:lnTo>
                    <a:pt x="60100" y="11177"/>
                  </a:lnTo>
                  <a:lnTo>
                    <a:pt x="54852" y="9255"/>
                  </a:lnTo>
                  <a:lnTo>
                    <a:pt x="49543" y="7510"/>
                  </a:lnTo>
                  <a:lnTo>
                    <a:pt x="44179" y="5943"/>
                  </a:lnTo>
                  <a:lnTo>
                    <a:pt x="38765" y="4556"/>
                  </a:lnTo>
                  <a:lnTo>
                    <a:pt x="33308" y="3352"/>
                  </a:lnTo>
                  <a:lnTo>
                    <a:pt x="27814" y="2330"/>
                  </a:lnTo>
                  <a:lnTo>
                    <a:pt x="22288" y="1492"/>
                  </a:lnTo>
                  <a:lnTo>
                    <a:pt x="16738" y="840"/>
                  </a:lnTo>
                  <a:lnTo>
                    <a:pt x="11169" y="373"/>
                  </a:lnTo>
                  <a:lnTo>
                    <a:pt x="5587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3651" y="1681503"/>
              <a:ext cx="92873" cy="167167"/>
            </a:xfrm>
            <a:custGeom>
              <a:avLst/>
              <a:pathLst>
                <a:path w="92873" h="167167">
                  <a:moveTo>
                    <a:pt x="92873" y="0"/>
                  </a:moveTo>
                  <a:lnTo>
                    <a:pt x="87082" y="100"/>
                  </a:lnTo>
                  <a:lnTo>
                    <a:pt x="81297" y="401"/>
                  </a:lnTo>
                  <a:lnTo>
                    <a:pt x="75527" y="902"/>
                  </a:lnTo>
                  <a:lnTo>
                    <a:pt x="69778" y="1603"/>
                  </a:lnTo>
                  <a:lnTo>
                    <a:pt x="64056" y="2502"/>
                  </a:lnTo>
                  <a:lnTo>
                    <a:pt x="58369" y="3599"/>
                  </a:lnTo>
                  <a:lnTo>
                    <a:pt x="52723" y="4893"/>
                  </a:lnTo>
                  <a:lnTo>
                    <a:pt x="47125" y="6381"/>
                  </a:lnTo>
                  <a:lnTo>
                    <a:pt x="41583" y="8062"/>
                  </a:lnTo>
                  <a:lnTo>
                    <a:pt x="36101" y="9935"/>
                  </a:lnTo>
                  <a:lnTo>
                    <a:pt x="30689" y="11996"/>
                  </a:lnTo>
                  <a:lnTo>
                    <a:pt x="25350" y="14243"/>
                  </a:lnTo>
                  <a:lnTo>
                    <a:pt x="20093" y="16674"/>
                  </a:lnTo>
                  <a:lnTo>
                    <a:pt x="14923" y="19286"/>
                  </a:lnTo>
                  <a:lnTo>
                    <a:pt x="9847" y="22075"/>
                  </a:lnTo>
                  <a:lnTo>
                    <a:pt x="4870" y="25038"/>
                  </a:lnTo>
                  <a:lnTo>
                    <a:pt x="0" y="28172"/>
                  </a:lnTo>
                  <a:lnTo>
                    <a:pt x="9287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3651" y="170967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19357" y="1681503"/>
              <a:ext cx="334324" cy="334326"/>
            </a:xfrm>
            <a:custGeom>
              <a:avLst/>
              <a:pathLst>
                <a:path w="334324" h="334326">
                  <a:moveTo>
                    <a:pt x="74294" y="28172"/>
                  </a:moveTo>
                  <a:lnTo>
                    <a:pt x="69944" y="31179"/>
                  </a:lnTo>
                  <a:lnTo>
                    <a:pt x="65691" y="34322"/>
                  </a:lnTo>
                  <a:lnTo>
                    <a:pt x="61540" y="37598"/>
                  </a:lnTo>
                  <a:lnTo>
                    <a:pt x="57495" y="41004"/>
                  </a:lnTo>
                  <a:lnTo>
                    <a:pt x="53560" y="44536"/>
                  </a:lnTo>
                  <a:lnTo>
                    <a:pt x="49738" y="48191"/>
                  </a:lnTo>
                  <a:lnTo>
                    <a:pt x="46033" y="51964"/>
                  </a:lnTo>
                  <a:lnTo>
                    <a:pt x="42450" y="55853"/>
                  </a:lnTo>
                  <a:lnTo>
                    <a:pt x="38992" y="59854"/>
                  </a:lnTo>
                  <a:lnTo>
                    <a:pt x="35662" y="63961"/>
                  </a:lnTo>
                  <a:lnTo>
                    <a:pt x="32463" y="68172"/>
                  </a:lnTo>
                  <a:lnTo>
                    <a:pt x="29400" y="72482"/>
                  </a:lnTo>
                  <a:lnTo>
                    <a:pt x="26474" y="76887"/>
                  </a:lnTo>
                  <a:lnTo>
                    <a:pt x="23689" y="81382"/>
                  </a:lnTo>
                  <a:lnTo>
                    <a:pt x="21047" y="85963"/>
                  </a:lnTo>
                  <a:lnTo>
                    <a:pt x="18552" y="90625"/>
                  </a:lnTo>
                  <a:lnTo>
                    <a:pt x="16206" y="95364"/>
                  </a:lnTo>
                  <a:lnTo>
                    <a:pt x="14010" y="100175"/>
                  </a:lnTo>
                  <a:lnTo>
                    <a:pt x="11968" y="105052"/>
                  </a:lnTo>
                  <a:lnTo>
                    <a:pt x="10081" y="109992"/>
                  </a:lnTo>
                  <a:lnTo>
                    <a:pt x="8351" y="114989"/>
                  </a:lnTo>
                  <a:lnTo>
                    <a:pt x="6780" y="120039"/>
                  </a:lnTo>
                  <a:lnTo>
                    <a:pt x="5370" y="125135"/>
                  </a:lnTo>
                  <a:lnTo>
                    <a:pt x="4121" y="130274"/>
                  </a:lnTo>
                  <a:lnTo>
                    <a:pt x="3036" y="135449"/>
                  </a:lnTo>
                  <a:lnTo>
                    <a:pt x="2115" y="140656"/>
                  </a:lnTo>
                  <a:lnTo>
                    <a:pt x="1359" y="145890"/>
                  </a:lnTo>
                  <a:lnTo>
                    <a:pt x="769" y="151145"/>
                  </a:lnTo>
                  <a:lnTo>
                    <a:pt x="345" y="156416"/>
                  </a:lnTo>
                  <a:lnTo>
                    <a:pt x="89" y="161697"/>
                  </a:lnTo>
                  <a:lnTo>
                    <a:pt x="0" y="166985"/>
                  </a:lnTo>
                  <a:lnTo>
                    <a:pt x="77" y="172272"/>
                  </a:lnTo>
                  <a:lnTo>
                    <a:pt x="322" y="177554"/>
                  </a:lnTo>
                  <a:lnTo>
                    <a:pt x="734" y="182826"/>
                  </a:lnTo>
                  <a:lnTo>
                    <a:pt x="1313" y="188082"/>
                  </a:lnTo>
                  <a:lnTo>
                    <a:pt x="2058" y="193318"/>
                  </a:lnTo>
                  <a:lnTo>
                    <a:pt x="2967" y="198527"/>
                  </a:lnTo>
                  <a:lnTo>
                    <a:pt x="4041" y="203705"/>
                  </a:lnTo>
                  <a:lnTo>
                    <a:pt x="5279" y="208846"/>
                  </a:lnTo>
                  <a:lnTo>
                    <a:pt x="6678" y="213945"/>
                  </a:lnTo>
                  <a:lnTo>
                    <a:pt x="8238" y="218998"/>
                  </a:lnTo>
                  <a:lnTo>
                    <a:pt x="9956" y="223999"/>
                  </a:lnTo>
                  <a:lnTo>
                    <a:pt x="11833" y="228943"/>
                  </a:lnTo>
                  <a:lnTo>
                    <a:pt x="13864" y="233825"/>
                  </a:lnTo>
                  <a:lnTo>
                    <a:pt x="16049" y="238640"/>
                  </a:lnTo>
                  <a:lnTo>
                    <a:pt x="18385" y="243384"/>
                  </a:lnTo>
                  <a:lnTo>
                    <a:pt x="20871" y="248052"/>
                  </a:lnTo>
                  <a:lnTo>
                    <a:pt x="23502" y="252638"/>
                  </a:lnTo>
                  <a:lnTo>
                    <a:pt x="26277" y="257140"/>
                  </a:lnTo>
                  <a:lnTo>
                    <a:pt x="29194" y="261551"/>
                  </a:lnTo>
                  <a:lnTo>
                    <a:pt x="32248" y="265868"/>
                  </a:lnTo>
                  <a:lnTo>
                    <a:pt x="35437" y="270085"/>
                  </a:lnTo>
                  <a:lnTo>
                    <a:pt x="38758" y="274200"/>
                  </a:lnTo>
                  <a:lnTo>
                    <a:pt x="42208" y="278208"/>
                  </a:lnTo>
                  <a:lnTo>
                    <a:pt x="45782" y="282105"/>
                  </a:lnTo>
                  <a:lnTo>
                    <a:pt x="49479" y="285887"/>
                  </a:lnTo>
                  <a:lnTo>
                    <a:pt x="53292" y="289550"/>
                  </a:lnTo>
                  <a:lnTo>
                    <a:pt x="57220" y="293090"/>
                  </a:lnTo>
                  <a:lnTo>
                    <a:pt x="61258" y="296505"/>
                  </a:lnTo>
                  <a:lnTo>
                    <a:pt x="65402" y="299790"/>
                  </a:lnTo>
                  <a:lnTo>
                    <a:pt x="69647" y="302942"/>
                  </a:lnTo>
                  <a:lnTo>
                    <a:pt x="73991" y="305959"/>
                  </a:lnTo>
                  <a:lnTo>
                    <a:pt x="78427" y="308836"/>
                  </a:lnTo>
                  <a:lnTo>
                    <a:pt x="82952" y="311572"/>
                  </a:lnTo>
                  <a:lnTo>
                    <a:pt x="87562" y="314163"/>
                  </a:lnTo>
                  <a:lnTo>
                    <a:pt x="92251" y="316608"/>
                  </a:lnTo>
                  <a:lnTo>
                    <a:pt x="97015" y="318902"/>
                  </a:lnTo>
                  <a:lnTo>
                    <a:pt x="101849" y="321045"/>
                  </a:lnTo>
                  <a:lnTo>
                    <a:pt x="106749" y="323034"/>
                  </a:lnTo>
                  <a:lnTo>
                    <a:pt x="111709" y="324867"/>
                  </a:lnTo>
                  <a:lnTo>
                    <a:pt x="116725" y="326542"/>
                  </a:lnTo>
                  <a:lnTo>
                    <a:pt x="121791" y="328058"/>
                  </a:lnTo>
                  <a:lnTo>
                    <a:pt x="126902" y="329413"/>
                  </a:lnTo>
                  <a:lnTo>
                    <a:pt x="132054" y="330605"/>
                  </a:lnTo>
                  <a:lnTo>
                    <a:pt x="137241" y="331634"/>
                  </a:lnTo>
                  <a:lnTo>
                    <a:pt x="142458" y="332498"/>
                  </a:lnTo>
                  <a:lnTo>
                    <a:pt x="147700" y="333197"/>
                  </a:lnTo>
                  <a:lnTo>
                    <a:pt x="152961" y="333730"/>
                  </a:lnTo>
                  <a:lnTo>
                    <a:pt x="158236" y="334096"/>
                  </a:lnTo>
                  <a:lnTo>
                    <a:pt x="163520" y="334295"/>
                  </a:lnTo>
                  <a:lnTo>
                    <a:pt x="168808" y="334326"/>
                  </a:lnTo>
                  <a:lnTo>
                    <a:pt x="174094" y="334191"/>
                  </a:lnTo>
                  <a:lnTo>
                    <a:pt x="179374" y="333888"/>
                  </a:lnTo>
                  <a:lnTo>
                    <a:pt x="184641" y="333419"/>
                  </a:lnTo>
                  <a:lnTo>
                    <a:pt x="189890" y="332783"/>
                  </a:lnTo>
                  <a:lnTo>
                    <a:pt x="195117" y="331981"/>
                  </a:lnTo>
                  <a:lnTo>
                    <a:pt x="200316" y="331015"/>
                  </a:lnTo>
                  <a:lnTo>
                    <a:pt x="205482" y="329884"/>
                  </a:lnTo>
                  <a:lnTo>
                    <a:pt x="210609" y="328591"/>
                  </a:lnTo>
                  <a:lnTo>
                    <a:pt x="215693" y="327136"/>
                  </a:lnTo>
                  <a:lnTo>
                    <a:pt x="220728" y="325521"/>
                  </a:lnTo>
                  <a:lnTo>
                    <a:pt x="225710" y="323748"/>
                  </a:lnTo>
                  <a:lnTo>
                    <a:pt x="230633" y="321818"/>
                  </a:lnTo>
                  <a:lnTo>
                    <a:pt x="235493" y="319733"/>
                  </a:lnTo>
                  <a:lnTo>
                    <a:pt x="240284" y="317496"/>
                  </a:lnTo>
                  <a:lnTo>
                    <a:pt x="245002" y="315108"/>
                  </a:lnTo>
                  <a:lnTo>
                    <a:pt x="249643" y="312572"/>
                  </a:lnTo>
                  <a:lnTo>
                    <a:pt x="254200" y="309891"/>
                  </a:lnTo>
                  <a:lnTo>
                    <a:pt x="258671" y="307067"/>
                  </a:lnTo>
                  <a:lnTo>
                    <a:pt x="263050" y="304102"/>
                  </a:lnTo>
                  <a:lnTo>
                    <a:pt x="267333" y="301001"/>
                  </a:lnTo>
                  <a:lnTo>
                    <a:pt x="271516" y="297766"/>
                  </a:lnTo>
                  <a:lnTo>
                    <a:pt x="275595" y="294400"/>
                  </a:lnTo>
                  <a:lnTo>
                    <a:pt x="279565" y="290907"/>
                  </a:lnTo>
                  <a:lnTo>
                    <a:pt x="283422" y="287290"/>
                  </a:lnTo>
                  <a:lnTo>
                    <a:pt x="287163" y="283553"/>
                  </a:lnTo>
                  <a:lnTo>
                    <a:pt x="290785" y="279700"/>
                  </a:lnTo>
                  <a:lnTo>
                    <a:pt x="294282" y="275734"/>
                  </a:lnTo>
                  <a:lnTo>
                    <a:pt x="297652" y="271659"/>
                  </a:lnTo>
                  <a:lnTo>
                    <a:pt x="300892" y="267479"/>
                  </a:lnTo>
                  <a:lnTo>
                    <a:pt x="303998" y="263200"/>
                  </a:lnTo>
                  <a:lnTo>
                    <a:pt x="306967" y="258824"/>
                  </a:lnTo>
                  <a:lnTo>
                    <a:pt x="309796" y="254356"/>
                  </a:lnTo>
                  <a:lnTo>
                    <a:pt x="312482" y="249801"/>
                  </a:lnTo>
                  <a:lnTo>
                    <a:pt x="315023" y="245164"/>
                  </a:lnTo>
                  <a:lnTo>
                    <a:pt x="317416" y="240448"/>
                  </a:lnTo>
                  <a:lnTo>
                    <a:pt x="319659" y="235659"/>
                  </a:lnTo>
                  <a:lnTo>
                    <a:pt x="321749" y="230802"/>
                  </a:lnTo>
                  <a:lnTo>
                    <a:pt x="323684" y="225881"/>
                  </a:lnTo>
                  <a:lnTo>
                    <a:pt x="325463" y="220901"/>
                  </a:lnTo>
                  <a:lnTo>
                    <a:pt x="327083" y="215868"/>
                  </a:lnTo>
                  <a:lnTo>
                    <a:pt x="328543" y="210785"/>
                  </a:lnTo>
                  <a:lnTo>
                    <a:pt x="329842" y="205659"/>
                  </a:lnTo>
                  <a:lnTo>
                    <a:pt x="330978" y="200495"/>
                  </a:lnTo>
                  <a:lnTo>
                    <a:pt x="331951" y="195297"/>
                  </a:lnTo>
                  <a:lnTo>
                    <a:pt x="332758" y="190071"/>
                  </a:lnTo>
                  <a:lnTo>
                    <a:pt x="333399" y="184822"/>
                  </a:lnTo>
                  <a:lnTo>
                    <a:pt x="333875" y="179555"/>
                  </a:lnTo>
                  <a:lnTo>
                    <a:pt x="334183" y="174277"/>
                  </a:lnTo>
                  <a:lnTo>
                    <a:pt x="334324" y="168990"/>
                  </a:lnTo>
                  <a:lnTo>
                    <a:pt x="334298" y="163703"/>
                  </a:lnTo>
                  <a:lnTo>
                    <a:pt x="334105" y="158418"/>
                  </a:lnTo>
                  <a:lnTo>
                    <a:pt x="333745" y="153142"/>
                  </a:lnTo>
                  <a:lnTo>
                    <a:pt x="333218" y="147881"/>
                  </a:lnTo>
                  <a:lnTo>
                    <a:pt x="332525" y="142638"/>
                  </a:lnTo>
                  <a:lnTo>
                    <a:pt x="331666" y="137421"/>
                  </a:lnTo>
                  <a:lnTo>
                    <a:pt x="330643" y="132233"/>
                  </a:lnTo>
                  <a:lnTo>
                    <a:pt x="329457" y="127079"/>
                  </a:lnTo>
                  <a:lnTo>
                    <a:pt x="328107" y="121966"/>
                  </a:lnTo>
                  <a:lnTo>
                    <a:pt x="326597" y="116899"/>
                  </a:lnTo>
                  <a:lnTo>
                    <a:pt x="324928" y="111881"/>
                  </a:lnTo>
                  <a:lnTo>
                    <a:pt x="323100" y="106919"/>
                  </a:lnTo>
                  <a:lnTo>
                    <a:pt x="321116" y="102017"/>
                  </a:lnTo>
                  <a:lnTo>
                    <a:pt x="318979" y="97181"/>
                  </a:lnTo>
                  <a:lnTo>
                    <a:pt x="316689" y="92414"/>
                  </a:lnTo>
                  <a:lnTo>
                    <a:pt x="314250" y="87722"/>
                  </a:lnTo>
                  <a:lnTo>
                    <a:pt x="311664" y="83110"/>
                  </a:lnTo>
                  <a:lnTo>
                    <a:pt x="308933" y="78582"/>
                  </a:lnTo>
                  <a:lnTo>
                    <a:pt x="306060" y="74142"/>
                  </a:lnTo>
                  <a:lnTo>
                    <a:pt x="303048" y="69796"/>
                  </a:lnTo>
                  <a:lnTo>
                    <a:pt x="299901" y="65547"/>
                  </a:lnTo>
                  <a:lnTo>
                    <a:pt x="296620" y="61399"/>
                  </a:lnTo>
                  <a:lnTo>
                    <a:pt x="293210" y="57358"/>
                  </a:lnTo>
                  <a:lnTo>
                    <a:pt x="289674" y="53426"/>
                  </a:lnTo>
                  <a:lnTo>
                    <a:pt x="286015" y="49608"/>
                  </a:lnTo>
                  <a:lnTo>
                    <a:pt x="282237" y="45908"/>
                  </a:lnTo>
                  <a:lnTo>
                    <a:pt x="278344" y="42329"/>
                  </a:lnTo>
                  <a:lnTo>
                    <a:pt x="274340" y="38875"/>
                  </a:lnTo>
                  <a:lnTo>
                    <a:pt x="270229" y="35550"/>
                  </a:lnTo>
                  <a:lnTo>
                    <a:pt x="266015" y="32356"/>
                  </a:lnTo>
                  <a:lnTo>
                    <a:pt x="261701" y="29297"/>
                  </a:lnTo>
                  <a:lnTo>
                    <a:pt x="257293" y="26376"/>
                  </a:lnTo>
                  <a:lnTo>
                    <a:pt x="252795" y="23595"/>
                  </a:lnTo>
                  <a:lnTo>
                    <a:pt x="248211" y="20959"/>
                  </a:lnTo>
                  <a:lnTo>
                    <a:pt x="243546" y="18469"/>
                  </a:lnTo>
                  <a:lnTo>
                    <a:pt x="238805" y="16127"/>
                  </a:lnTo>
                  <a:lnTo>
                    <a:pt x="233992" y="13937"/>
                  </a:lnTo>
                  <a:lnTo>
                    <a:pt x="229112" y="11900"/>
                  </a:lnTo>
                  <a:lnTo>
                    <a:pt x="224170" y="10019"/>
                  </a:lnTo>
                  <a:lnTo>
                    <a:pt x="219171" y="8294"/>
                  </a:lnTo>
                  <a:lnTo>
                    <a:pt x="214120" y="6729"/>
                  </a:lnTo>
                  <a:lnTo>
                    <a:pt x="209022" y="5324"/>
                  </a:lnTo>
                  <a:lnTo>
                    <a:pt x="203882" y="4081"/>
                  </a:lnTo>
                  <a:lnTo>
                    <a:pt x="198706" y="3002"/>
                  </a:lnTo>
                  <a:lnTo>
                    <a:pt x="193498" y="2086"/>
                  </a:lnTo>
                  <a:lnTo>
                    <a:pt x="188263" y="1336"/>
                  </a:lnTo>
                  <a:lnTo>
                    <a:pt x="183008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52347" y="2126963"/>
              <a:ext cx="128940" cy="167167"/>
            </a:xfrm>
            <a:custGeom>
              <a:avLst/>
              <a:pathLst>
                <a:path w="128940" h="167167">
                  <a:moveTo>
                    <a:pt x="128940" y="0"/>
                  </a:moveTo>
                  <a:lnTo>
                    <a:pt x="123487" y="88"/>
                  </a:lnTo>
                  <a:lnTo>
                    <a:pt x="118039" y="355"/>
                  </a:lnTo>
                  <a:lnTo>
                    <a:pt x="112604" y="800"/>
                  </a:lnTo>
                  <a:lnTo>
                    <a:pt x="107185" y="1421"/>
                  </a:lnTo>
                  <a:lnTo>
                    <a:pt x="101790" y="2219"/>
                  </a:lnTo>
                  <a:lnTo>
                    <a:pt x="96424" y="3192"/>
                  </a:lnTo>
                  <a:lnTo>
                    <a:pt x="91092" y="4340"/>
                  </a:lnTo>
                  <a:lnTo>
                    <a:pt x="85801" y="5662"/>
                  </a:lnTo>
                  <a:lnTo>
                    <a:pt x="80555" y="7155"/>
                  </a:lnTo>
                  <a:lnTo>
                    <a:pt x="75361" y="8818"/>
                  </a:lnTo>
                  <a:lnTo>
                    <a:pt x="70224" y="10650"/>
                  </a:lnTo>
                  <a:lnTo>
                    <a:pt x="65150" y="12649"/>
                  </a:lnTo>
                  <a:lnTo>
                    <a:pt x="60143" y="14812"/>
                  </a:lnTo>
                  <a:lnTo>
                    <a:pt x="55210" y="17137"/>
                  </a:lnTo>
                  <a:lnTo>
                    <a:pt x="50355" y="19622"/>
                  </a:lnTo>
                  <a:lnTo>
                    <a:pt x="45584" y="22264"/>
                  </a:lnTo>
                  <a:lnTo>
                    <a:pt x="40901" y="25061"/>
                  </a:lnTo>
                  <a:lnTo>
                    <a:pt x="36313" y="28008"/>
                  </a:lnTo>
                  <a:lnTo>
                    <a:pt x="31822" y="31104"/>
                  </a:lnTo>
                  <a:lnTo>
                    <a:pt x="27436" y="34344"/>
                  </a:lnTo>
                  <a:lnTo>
                    <a:pt x="23157" y="37726"/>
                  </a:lnTo>
                  <a:lnTo>
                    <a:pt x="18991" y="41246"/>
                  </a:lnTo>
                  <a:lnTo>
                    <a:pt x="14942" y="44899"/>
                  </a:lnTo>
                  <a:lnTo>
                    <a:pt x="11014" y="48683"/>
                  </a:lnTo>
                  <a:lnTo>
                    <a:pt x="7211" y="52593"/>
                  </a:lnTo>
                  <a:lnTo>
                    <a:pt x="3539" y="56625"/>
                  </a:lnTo>
                  <a:lnTo>
                    <a:pt x="0" y="60775"/>
                  </a:lnTo>
                  <a:lnTo>
                    <a:pt x="1289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52347" y="2187738"/>
              <a:ext cx="128940" cy="106392"/>
            </a:xfrm>
            <a:custGeom>
              <a:avLst/>
              <a:pathLst>
                <a:path w="128940" h="106392">
                  <a:moveTo>
                    <a:pt x="0" y="0"/>
                  </a:moveTo>
                  <a:lnTo>
                    <a:pt x="128940" y="106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14126" y="2130175"/>
              <a:ext cx="334321" cy="331118"/>
            </a:xfrm>
            <a:custGeom>
              <a:avLst/>
              <a:pathLst>
                <a:path w="334321" h="331118">
                  <a:moveTo>
                    <a:pt x="38221" y="57562"/>
                  </a:moveTo>
                  <a:lnTo>
                    <a:pt x="34909" y="61708"/>
                  </a:lnTo>
                  <a:lnTo>
                    <a:pt x="31730" y="65957"/>
                  </a:lnTo>
                  <a:lnTo>
                    <a:pt x="28688" y="70305"/>
                  </a:lnTo>
                  <a:lnTo>
                    <a:pt x="25786" y="74747"/>
                  </a:lnTo>
                  <a:lnTo>
                    <a:pt x="23026" y="79279"/>
                  </a:lnTo>
                  <a:lnTo>
                    <a:pt x="20411" y="83896"/>
                  </a:lnTo>
                  <a:lnTo>
                    <a:pt x="17944" y="88594"/>
                  </a:lnTo>
                  <a:lnTo>
                    <a:pt x="15627" y="93368"/>
                  </a:lnTo>
                  <a:lnTo>
                    <a:pt x="13463" y="98213"/>
                  </a:lnTo>
                  <a:lnTo>
                    <a:pt x="11454" y="103124"/>
                  </a:lnTo>
                  <a:lnTo>
                    <a:pt x="9602" y="108096"/>
                  </a:lnTo>
                  <a:lnTo>
                    <a:pt x="7909" y="113125"/>
                  </a:lnTo>
                  <a:lnTo>
                    <a:pt x="6376" y="118205"/>
                  </a:lnTo>
                  <a:lnTo>
                    <a:pt x="5005" y="123331"/>
                  </a:lnTo>
                  <a:lnTo>
                    <a:pt x="3797" y="128498"/>
                  </a:lnTo>
                  <a:lnTo>
                    <a:pt x="2754" y="133701"/>
                  </a:lnTo>
                  <a:lnTo>
                    <a:pt x="1877" y="138934"/>
                  </a:lnTo>
                  <a:lnTo>
                    <a:pt x="1166" y="144193"/>
                  </a:lnTo>
                  <a:lnTo>
                    <a:pt x="622" y="149471"/>
                  </a:lnTo>
                  <a:lnTo>
                    <a:pt x="246" y="154764"/>
                  </a:lnTo>
                  <a:lnTo>
                    <a:pt x="39" y="160066"/>
                  </a:lnTo>
                  <a:lnTo>
                    <a:pt x="0" y="165372"/>
                  </a:lnTo>
                  <a:lnTo>
                    <a:pt x="129" y="170677"/>
                  </a:lnTo>
                  <a:lnTo>
                    <a:pt x="426" y="175975"/>
                  </a:lnTo>
                  <a:lnTo>
                    <a:pt x="892" y="181260"/>
                  </a:lnTo>
                  <a:lnTo>
                    <a:pt x="1525" y="186529"/>
                  </a:lnTo>
                  <a:lnTo>
                    <a:pt x="2325" y="191774"/>
                  </a:lnTo>
                  <a:lnTo>
                    <a:pt x="3291" y="196992"/>
                  </a:lnTo>
                  <a:lnTo>
                    <a:pt x="4422" y="202176"/>
                  </a:lnTo>
                  <a:lnTo>
                    <a:pt x="5717" y="207322"/>
                  </a:lnTo>
                  <a:lnTo>
                    <a:pt x="7174" y="212424"/>
                  </a:lnTo>
                  <a:lnTo>
                    <a:pt x="8793" y="217477"/>
                  </a:lnTo>
                  <a:lnTo>
                    <a:pt x="10572" y="222477"/>
                  </a:lnTo>
                  <a:lnTo>
                    <a:pt x="12508" y="227417"/>
                  </a:lnTo>
                  <a:lnTo>
                    <a:pt x="14600" y="232293"/>
                  </a:lnTo>
                  <a:lnTo>
                    <a:pt x="16846" y="237101"/>
                  </a:lnTo>
                  <a:lnTo>
                    <a:pt x="19243" y="241835"/>
                  </a:lnTo>
                  <a:lnTo>
                    <a:pt x="21789" y="246490"/>
                  </a:lnTo>
                  <a:lnTo>
                    <a:pt x="24482" y="251062"/>
                  </a:lnTo>
                  <a:lnTo>
                    <a:pt x="27319" y="255547"/>
                  </a:lnTo>
                  <a:lnTo>
                    <a:pt x="30296" y="259939"/>
                  </a:lnTo>
                  <a:lnTo>
                    <a:pt x="33411" y="264235"/>
                  </a:lnTo>
                  <a:lnTo>
                    <a:pt x="36661" y="268429"/>
                  </a:lnTo>
                  <a:lnTo>
                    <a:pt x="40043" y="272518"/>
                  </a:lnTo>
                  <a:lnTo>
                    <a:pt x="43553" y="276498"/>
                  </a:lnTo>
                  <a:lnTo>
                    <a:pt x="47187" y="280364"/>
                  </a:lnTo>
                  <a:lnTo>
                    <a:pt x="50942" y="284113"/>
                  </a:lnTo>
                  <a:lnTo>
                    <a:pt x="54814" y="287741"/>
                  </a:lnTo>
                  <a:lnTo>
                    <a:pt x="58799" y="291245"/>
                  </a:lnTo>
                  <a:lnTo>
                    <a:pt x="62894" y="294620"/>
                  </a:lnTo>
                  <a:lnTo>
                    <a:pt x="67093" y="297863"/>
                  </a:lnTo>
                  <a:lnTo>
                    <a:pt x="71394" y="300972"/>
                  </a:lnTo>
                  <a:lnTo>
                    <a:pt x="75791" y="303942"/>
                  </a:lnTo>
                  <a:lnTo>
                    <a:pt x="80280" y="306772"/>
                  </a:lnTo>
                  <a:lnTo>
                    <a:pt x="84856" y="309457"/>
                  </a:lnTo>
                  <a:lnTo>
                    <a:pt x="89516" y="311996"/>
                  </a:lnTo>
                  <a:lnTo>
                    <a:pt x="94253" y="314386"/>
                  </a:lnTo>
                  <a:lnTo>
                    <a:pt x="99064" y="316624"/>
                  </a:lnTo>
                  <a:lnTo>
                    <a:pt x="103944" y="318708"/>
                  </a:lnTo>
                  <a:lnTo>
                    <a:pt x="108888" y="320637"/>
                  </a:lnTo>
                  <a:lnTo>
                    <a:pt x="113890" y="322407"/>
                  </a:lnTo>
                  <a:lnTo>
                    <a:pt x="118945" y="324018"/>
                  </a:lnTo>
                  <a:lnTo>
                    <a:pt x="124050" y="325468"/>
                  </a:lnTo>
                  <a:lnTo>
                    <a:pt x="129198" y="326755"/>
                  </a:lnTo>
                  <a:lnTo>
                    <a:pt x="134384" y="327877"/>
                  </a:lnTo>
                  <a:lnTo>
                    <a:pt x="139603" y="328835"/>
                  </a:lnTo>
                  <a:lnTo>
                    <a:pt x="144850" y="329627"/>
                  </a:lnTo>
                  <a:lnTo>
                    <a:pt x="150119" y="330251"/>
                  </a:lnTo>
                  <a:lnTo>
                    <a:pt x="155406" y="330708"/>
                  </a:lnTo>
                  <a:lnTo>
                    <a:pt x="160704" y="330998"/>
                  </a:lnTo>
                  <a:lnTo>
                    <a:pt x="166009" y="331118"/>
                  </a:lnTo>
                  <a:lnTo>
                    <a:pt x="171315" y="331071"/>
                  </a:lnTo>
                  <a:lnTo>
                    <a:pt x="176617" y="330855"/>
                  </a:lnTo>
                  <a:lnTo>
                    <a:pt x="181909" y="330470"/>
                  </a:lnTo>
                  <a:lnTo>
                    <a:pt x="187186" y="329919"/>
                  </a:lnTo>
                  <a:lnTo>
                    <a:pt x="192444" y="329199"/>
                  </a:lnTo>
                  <a:lnTo>
                    <a:pt x="197675" y="328314"/>
                  </a:lnTo>
                  <a:lnTo>
                    <a:pt x="202877" y="327262"/>
                  </a:lnTo>
                  <a:lnTo>
                    <a:pt x="208042" y="326047"/>
                  </a:lnTo>
                  <a:lnTo>
                    <a:pt x="213165" y="324667"/>
                  </a:lnTo>
                  <a:lnTo>
                    <a:pt x="218243" y="323126"/>
                  </a:lnTo>
                  <a:lnTo>
                    <a:pt x="223269" y="321425"/>
                  </a:lnTo>
                  <a:lnTo>
                    <a:pt x="228239" y="319565"/>
                  </a:lnTo>
                  <a:lnTo>
                    <a:pt x="233147" y="317548"/>
                  </a:lnTo>
                  <a:lnTo>
                    <a:pt x="237988" y="315376"/>
                  </a:lnTo>
                  <a:lnTo>
                    <a:pt x="242758" y="313052"/>
                  </a:lnTo>
                  <a:lnTo>
                    <a:pt x="247452" y="310578"/>
                  </a:lnTo>
                  <a:lnTo>
                    <a:pt x="252065" y="307956"/>
                  </a:lnTo>
                  <a:lnTo>
                    <a:pt x="256593" y="305188"/>
                  </a:lnTo>
                  <a:lnTo>
                    <a:pt x="261030" y="302279"/>
                  </a:lnTo>
                  <a:lnTo>
                    <a:pt x="265373" y="299230"/>
                  </a:lnTo>
                  <a:lnTo>
                    <a:pt x="269617" y="296045"/>
                  </a:lnTo>
                  <a:lnTo>
                    <a:pt x="273758" y="292726"/>
                  </a:lnTo>
                  <a:lnTo>
                    <a:pt x="277791" y="289278"/>
                  </a:lnTo>
                  <a:lnTo>
                    <a:pt x="281713" y="285704"/>
                  </a:lnTo>
                  <a:lnTo>
                    <a:pt x="285519" y="282007"/>
                  </a:lnTo>
                  <a:lnTo>
                    <a:pt x="289206" y="278191"/>
                  </a:lnTo>
                  <a:lnTo>
                    <a:pt x="292770" y="274260"/>
                  </a:lnTo>
                  <a:lnTo>
                    <a:pt x="296208" y="270218"/>
                  </a:lnTo>
                  <a:lnTo>
                    <a:pt x="299515" y="266069"/>
                  </a:lnTo>
                  <a:lnTo>
                    <a:pt x="302690" y="261817"/>
                  </a:lnTo>
                  <a:lnTo>
                    <a:pt x="305727" y="257466"/>
                  </a:lnTo>
                  <a:lnTo>
                    <a:pt x="308625" y="253021"/>
                  </a:lnTo>
                  <a:lnTo>
                    <a:pt x="311381" y="248486"/>
                  </a:lnTo>
                  <a:lnTo>
                    <a:pt x="313991" y="243866"/>
                  </a:lnTo>
                  <a:lnTo>
                    <a:pt x="316453" y="239166"/>
                  </a:lnTo>
                  <a:lnTo>
                    <a:pt x="318765" y="234390"/>
                  </a:lnTo>
                  <a:lnTo>
                    <a:pt x="320924" y="229543"/>
                  </a:lnTo>
                  <a:lnTo>
                    <a:pt x="322929" y="224630"/>
                  </a:lnTo>
                  <a:lnTo>
                    <a:pt x="324776" y="219655"/>
                  </a:lnTo>
                  <a:lnTo>
                    <a:pt x="326464" y="214625"/>
                  </a:lnTo>
                  <a:lnTo>
                    <a:pt x="327992" y="209543"/>
                  </a:lnTo>
                  <a:lnTo>
                    <a:pt x="329358" y="204416"/>
                  </a:lnTo>
                  <a:lnTo>
                    <a:pt x="330560" y="199248"/>
                  </a:lnTo>
                  <a:lnTo>
                    <a:pt x="331598" y="194044"/>
                  </a:lnTo>
                  <a:lnTo>
                    <a:pt x="332470" y="188810"/>
                  </a:lnTo>
                  <a:lnTo>
                    <a:pt x="333176" y="183551"/>
                  </a:lnTo>
                  <a:lnTo>
                    <a:pt x="333714" y="178272"/>
                  </a:lnTo>
                  <a:lnTo>
                    <a:pt x="334085" y="172978"/>
                  </a:lnTo>
                  <a:lnTo>
                    <a:pt x="334287" y="167676"/>
                  </a:lnTo>
                  <a:lnTo>
                    <a:pt x="334321" y="162370"/>
                  </a:lnTo>
                  <a:lnTo>
                    <a:pt x="334186" y="157065"/>
                  </a:lnTo>
                  <a:lnTo>
                    <a:pt x="333884" y="151768"/>
                  </a:lnTo>
                  <a:lnTo>
                    <a:pt x="333413" y="146483"/>
                  </a:lnTo>
                  <a:lnTo>
                    <a:pt x="332774" y="141215"/>
                  </a:lnTo>
                  <a:lnTo>
                    <a:pt x="331969" y="135970"/>
                  </a:lnTo>
                  <a:lnTo>
                    <a:pt x="330998" y="130753"/>
                  </a:lnTo>
                  <a:lnTo>
                    <a:pt x="329862" y="125570"/>
                  </a:lnTo>
                  <a:lnTo>
                    <a:pt x="328562" y="120426"/>
                  </a:lnTo>
                  <a:lnTo>
                    <a:pt x="327099" y="115325"/>
                  </a:lnTo>
                  <a:lnTo>
                    <a:pt x="325475" y="110274"/>
                  </a:lnTo>
                  <a:lnTo>
                    <a:pt x="323691" y="105276"/>
                  </a:lnTo>
                  <a:lnTo>
                    <a:pt x="321750" y="100338"/>
                  </a:lnTo>
                  <a:lnTo>
                    <a:pt x="319653" y="95463"/>
                  </a:lnTo>
                  <a:lnTo>
                    <a:pt x="317402" y="90658"/>
                  </a:lnTo>
                  <a:lnTo>
                    <a:pt x="315001" y="85927"/>
                  </a:lnTo>
                  <a:lnTo>
                    <a:pt x="312450" y="81274"/>
                  </a:lnTo>
                  <a:lnTo>
                    <a:pt x="309752" y="76704"/>
                  </a:lnTo>
                  <a:lnTo>
                    <a:pt x="306911" y="72223"/>
                  </a:lnTo>
                  <a:lnTo>
                    <a:pt x="303929" y="67833"/>
                  </a:lnTo>
                  <a:lnTo>
                    <a:pt x="300810" y="63541"/>
                  </a:lnTo>
                  <a:lnTo>
                    <a:pt x="297556" y="59350"/>
                  </a:lnTo>
                  <a:lnTo>
                    <a:pt x="294170" y="55264"/>
                  </a:lnTo>
                  <a:lnTo>
                    <a:pt x="290656" y="51288"/>
                  </a:lnTo>
                  <a:lnTo>
                    <a:pt x="287018" y="47425"/>
                  </a:lnTo>
                  <a:lnTo>
                    <a:pt x="283259" y="43680"/>
                  </a:lnTo>
                  <a:lnTo>
                    <a:pt x="279384" y="40056"/>
                  </a:lnTo>
                  <a:lnTo>
                    <a:pt x="275395" y="36556"/>
                  </a:lnTo>
                  <a:lnTo>
                    <a:pt x="271297" y="33185"/>
                  </a:lnTo>
                  <a:lnTo>
                    <a:pt x="267094" y="29946"/>
                  </a:lnTo>
                  <a:lnTo>
                    <a:pt x="262791" y="26842"/>
                  </a:lnTo>
                  <a:lnTo>
                    <a:pt x="258391" y="23876"/>
                  </a:lnTo>
                  <a:lnTo>
                    <a:pt x="253899" y="21051"/>
                  </a:lnTo>
                  <a:lnTo>
                    <a:pt x="249320" y="18370"/>
                  </a:lnTo>
                  <a:lnTo>
                    <a:pt x="244658" y="15836"/>
                  </a:lnTo>
                  <a:lnTo>
                    <a:pt x="239918" y="13451"/>
                  </a:lnTo>
                  <a:lnTo>
                    <a:pt x="235104" y="11218"/>
                  </a:lnTo>
                  <a:lnTo>
                    <a:pt x="230222" y="9138"/>
                  </a:lnTo>
                  <a:lnTo>
                    <a:pt x="225277" y="7215"/>
                  </a:lnTo>
                  <a:lnTo>
                    <a:pt x="220273" y="5449"/>
                  </a:lnTo>
                  <a:lnTo>
                    <a:pt x="215216" y="3843"/>
                  </a:lnTo>
                  <a:lnTo>
                    <a:pt x="210110" y="2399"/>
                  </a:lnTo>
                  <a:lnTo>
                    <a:pt x="204961" y="1117"/>
                  </a:lnTo>
                  <a:lnTo>
                    <a:pt x="199774" y="0"/>
                  </a:lnTo>
                  <a:lnTo>
                    <a:pt x="167161" y="163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32612" cy="167167"/>
            </a:xfrm>
            <a:custGeom>
              <a:avLst/>
              <a:pathLst>
                <a:path w="32612" h="167167">
                  <a:moveTo>
                    <a:pt x="32612" y="3212"/>
                  </a:moveTo>
                  <a:lnTo>
                    <a:pt x="26150" y="2058"/>
                  </a:lnTo>
                  <a:lnTo>
                    <a:pt x="19648" y="1158"/>
                  </a:lnTo>
                  <a:lnTo>
                    <a:pt x="13115" y="515"/>
                  </a:lnTo>
                  <a:lnTo>
                    <a:pt x="6562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423598" y="2633064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0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3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1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5"/>
                  </a:lnTo>
                  <a:lnTo>
                    <a:pt x="68110" y="32496"/>
                  </a:lnTo>
                  <a:lnTo>
                    <a:pt x="63891" y="35704"/>
                  </a:lnTo>
                  <a:lnTo>
                    <a:pt x="59775" y="39043"/>
                  </a:lnTo>
                  <a:lnTo>
                    <a:pt x="55768" y="42511"/>
                  </a:lnTo>
                  <a:lnTo>
                    <a:pt x="51872" y="46105"/>
                  </a:lnTo>
                  <a:lnTo>
                    <a:pt x="48092" y="49820"/>
                  </a:lnTo>
                  <a:lnTo>
                    <a:pt x="44432" y="53653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6" y="65821"/>
                  </a:lnTo>
                  <a:lnTo>
                    <a:pt x="31060" y="70086"/>
                  </a:lnTo>
                  <a:lnTo>
                    <a:pt x="28051" y="74449"/>
                  </a:lnTo>
                  <a:lnTo>
                    <a:pt x="25182" y="78905"/>
                  </a:lnTo>
                  <a:lnTo>
                    <a:pt x="22455" y="83450"/>
                  </a:lnTo>
                  <a:lnTo>
                    <a:pt x="19874" y="88078"/>
                  </a:lnTo>
                  <a:lnTo>
                    <a:pt x="17441" y="92787"/>
                  </a:lnTo>
                  <a:lnTo>
                    <a:pt x="15159" y="97570"/>
                  </a:lnTo>
                  <a:lnTo>
                    <a:pt x="13029" y="102423"/>
                  </a:lnTo>
                  <a:lnTo>
                    <a:pt x="11054" y="107341"/>
                  </a:lnTo>
                  <a:lnTo>
                    <a:pt x="9236" y="112319"/>
                  </a:lnTo>
                  <a:lnTo>
                    <a:pt x="7577" y="117353"/>
                  </a:lnTo>
                  <a:lnTo>
                    <a:pt x="6078" y="122436"/>
                  </a:lnTo>
                  <a:lnTo>
                    <a:pt x="4741" y="127565"/>
                  </a:lnTo>
                  <a:lnTo>
                    <a:pt x="3567" y="132733"/>
                  </a:lnTo>
                  <a:lnTo>
                    <a:pt x="2558" y="137936"/>
                  </a:lnTo>
                  <a:lnTo>
                    <a:pt x="1714" y="143168"/>
                  </a:lnTo>
                  <a:lnTo>
                    <a:pt x="1036" y="148424"/>
                  </a:lnTo>
                  <a:lnTo>
                    <a:pt x="525" y="153700"/>
                  </a:lnTo>
                  <a:lnTo>
                    <a:pt x="182" y="158988"/>
                  </a:lnTo>
                  <a:lnTo>
                    <a:pt x="7" y="164285"/>
                  </a:lnTo>
                  <a:lnTo>
                    <a:pt x="0" y="169585"/>
                  </a:lnTo>
                  <a:lnTo>
                    <a:pt x="160" y="174883"/>
                  </a:lnTo>
                  <a:lnTo>
                    <a:pt x="489" y="180172"/>
                  </a:lnTo>
                  <a:lnTo>
                    <a:pt x="985" y="185449"/>
                  </a:lnTo>
                  <a:lnTo>
                    <a:pt x="1648" y="190707"/>
                  </a:lnTo>
                  <a:lnTo>
                    <a:pt x="2477" y="195942"/>
                  </a:lnTo>
                  <a:lnTo>
                    <a:pt x="3472" y="201147"/>
                  </a:lnTo>
                  <a:lnTo>
                    <a:pt x="4632" y="206319"/>
                  </a:lnTo>
                  <a:lnTo>
                    <a:pt x="5954" y="211451"/>
                  </a:lnTo>
                  <a:lnTo>
                    <a:pt x="7439" y="216539"/>
                  </a:lnTo>
                  <a:lnTo>
                    <a:pt x="9084" y="221577"/>
                  </a:lnTo>
                  <a:lnTo>
                    <a:pt x="10889" y="226560"/>
                  </a:lnTo>
                  <a:lnTo>
                    <a:pt x="12850" y="231484"/>
                  </a:lnTo>
                  <a:lnTo>
                    <a:pt x="14966" y="236342"/>
                  </a:lnTo>
                  <a:lnTo>
                    <a:pt x="17236" y="241132"/>
                  </a:lnTo>
                  <a:lnTo>
                    <a:pt x="19656" y="245847"/>
                  </a:lnTo>
                  <a:lnTo>
                    <a:pt x="22224" y="250483"/>
                  </a:lnTo>
                  <a:lnTo>
                    <a:pt x="24938" y="255035"/>
                  </a:lnTo>
                  <a:lnTo>
                    <a:pt x="27795" y="259499"/>
                  </a:lnTo>
                  <a:lnTo>
                    <a:pt x="30792" y="263870"/>
                  </a:lnTo>
                  <a:lnTo>
                    <a:pt x="33926" y="268144"/>
                  </a:lnTo>
                  <a:lnTo>
                    <a:pt x="37194" y="272317"/>
                  </a:lnTo>
                  <a:lnTo>
                    <a:pt x="40592" y="276383"/>
                  </a:lnTo>
                  <a:lnTo>
                    <a:pt x="44118" y="280340"/>
                  </a:lnTo>
                  <a:lnTo>
                    <a:pt x="47768" y="284184"/>
                  </a:lnTo>
                  <a:lnTo>
                    <a:pt x="51537" y="287909"/>
                  </a:lnTo>
                  <a:lnTo>
                    <a:pt x="55423" y="291513"/>
                  </a:lnTo>
                  <a:lnTo>
                    <a:pt x="59420" y="294993"/>
                  </a:lnTo>
                  <a:lnTo>
                    <a:pt x="63527" y="298343"/>
                  </a:lnTo>
                  <a:lnTo>
                    <a:pt x="67737" y="301562"/>
                  </a:lnTo>
                  <a:lnTo>
                    <a:pt x="72047" y="304646"/>
                  </a:lnTo>
                  <a:lnTo>
                    <a:pt x="76453" y="307592"/>
                  </a:lnTo>
                  <a:lnTo>
                    <a:pt x="80950" y="310396"/>
                  </a:lnTo>
                  <a:lnTo>
                    <a:pt x="85534" y="313057"/>
                  </a:lnTo>
                  <a:lnTo>
                    <a:pt x="90200" y="315571"/>
                  </a:lnTo>
                  <a:lnTo>
                    <a:pt x="94943" y="317935"/>
                  </a:lnTo>
                  <a:lnTo>
                    <a:pt x="99758" y="320149"/>
                  </a:lnTo>
                  <a:lnTo>
                    <a:pt x="104642" y="322208"/>
                  </a:lnTo>
                  <a:lnTo>
                    <a:pt x="109588" y="324112"/>
                  </a:lnTo>
                  <a:lnTo>
                    <a:pt x="114592" y="325857"/>
                  </a:lnTo>
                  <a:lnTo>
                    <a:pt x="119649" y="327444"/>
                  </a:lnTo>
                  <a:lnTo>
                    <a:pt x="124754" y="328869"/>
                  </a:lnTo>
                  <a:lnTo>
                    <a:pt x="129901" y="330132"/>
                  </a:lnTo>
                  <a:lnTo>
                    <a:pt x="135086" y="331231"/>
                  </a:lnTo>
                  <a:lnTo>
                    <a:pt x="140302" y="332164"/>
                  </a:lnTo>
                  <a:lnTo>
                    <a:pt x="145546" y="332933"/>
                  </a:lnTo>
                  <a:lnTo>
                    <a:pt x="150812" y="333534"/>
                  </a:lnTo>
                  <a:lnTo>
                    <a:pt x="156094" y="333968"/>
                  </a:lnTo>
                  <a:lnTo>
                    <a:pt x="161387" y="334235"/>
                  </a:lnTo>
                  <a:lnTo>
                    <a:pt x="166686" y="334334"/>
                  </a:lnTo>
                  <a:lnTo>
                    <a:pt x="171986" y="334264"/>
                  </a:lnTo>
                  <a:lnTo>
                    <a:pt x="177280" y="334027"/>
                  </a:lnTo>
                  <a:lnTo>
                    <a:pt x="182564" y="333622"/>
                  </a:lnTo>
                  <a:lnTo>
                    <a:pt x="187833" y="333050"/>
                  </a:lnTo>
                  <a:lnTo>
                    <a:pt x="193081" y="332311"/>
                  </a:lnTo>
                  <a:lnTo>
                    <a:pt x="198303" y="331406"/>
                  </a:lnTo>
                  <a:lnTo>
                    <a:pt x="203494" y="330336"/>
                  </a:lnTo>
                  <a:lnTo>
                    <a:pt x="208648" y="329101"/>
                  </a:lnTo>
                  <a:lnTo>
                    <a:pt x="213761" y="327705"/>
                  </a:lnTo>
                  <a:lnTo>
                    <a:pt x="218826" y="326146"/>
                  </a:lnTo>
                  <a:lnTo>
                    <a:pt x="223840" y="324428"/>
                  </a:lnTo>
                  <a:lnTo>
                    <a:pt x="228797" y="322552"/>
                  </a:lnTo>
                  <a:lnTo>
                    <a:pt x="233691" y="320520"/>
                  </a:lnTo>
                  <a:lnTo>
                    <a:pt x="238519" y="318333"/>
                  </a:lnTo>
                  <a:lnTo>
                    <a:pt x="243275" y="315995"/>
                  </a:lnTo>
                  <a:lnTo>
                    <a:pt x="247955" y="313507"/>
                  </a:lnTo>
                  <a:lnTo>
                    <a:pt x="252553" y="310872"/>
                  </a:lnTo>
                  <a:lnTo>
                    <a:pt x="257066" y="308092"/>
                  </a:lnTo>
                  <a:lnTo>
                    <a:pt x="261488" y="305171"/>
                  </a:lnTo>
                  <a:lnTo>
                    <a:pt x="265815" y="302111"/>
                  </a:lnTo>
                  <a:lnTo>
                    <a:pt x="270043" y="298916"/>
                  </a:lnTo>
                  <a:lnTo>
                    <a:pt x="274168" y="295588"/>
                  </a:lnTo>
                  <a:lnTo>
                    <a:pt x="278185" y="292131"/>
                  </a:lnTo>
                  <a:lnTo>
                    <a:pt x="282091" y="288548"/>
                  </a:lnTo>
                  <a:lnTo>
                    <a:pt x="285881" y="284844"/>
                  </a:lnTo>
                  <a:lnTo>
                    <a:pt x="289552" y="281021"/>
                  </a:lnTo>
                  <a:lnTo>
                    <a:pt x="293099" y="277083"/>
                  </a:lnTo>
                  <a:lnTo>
                    <a:pt x="296520" y="273035"/>
                  </a:lnTo>
                  <a:lnTo>
                    <a:pt x="299811" y="268881"/>
                  </a:lnTo>
                  <a:lnTo>
                    <a:pt x="302969" y="264625"/>
                  </a:lnTo>
                  <a:lnTo>
                    <a:pt x="305990" y="260270"/>
                  </a:lnTo>
                  <a:lnTo>
                    <a:pt x="308872" y="255822"/>
                  </a:lnTo>
                  <a:lnTo>
                    <a:pt x="311611" y="251285"/>
                  </a:lnTo>
                  <a:lnTo>
                    <a:pt x="314205" y="246663"/>
                  </a:lnTo>
                  <a:lnTo>
                    <a:pt x="316651" y="241962"/>
                  </a:lnTo>
                  <a:lnTo>
                    <a:pt x="318947" y="237185"/>
                  </a:lnTo>
                  <a:lnTo>
                    <a:pt x="321090" y="232338"/>
                  </a:lnTo>
                  <a:lnTo>
                    <a:pt x="323079" y="227425"/>
                  </a:lnTo>
                  <a:lnTo>
                    <a:pt x="324910" y="222452"/>
                  </a:lnTo>
                  <a:lnTo>
                    <a:pt x="326584" y="217423"/>
                  </a:lnTo>
                  <a:lnTo>
                    <a:pt x="328097" y="212344"/>
                  </a:lnTo>
                  <a:lnTo>
                    <a:pt x="329448" y="207219"/>
                  </a:lnTo>
                  <a:lnTo>
                    <a:pt x="330636" y="202054"/>
                  </a:lnTo>
                  <a:lnTo>
                    <a:pt x="331660" y="196854"/>
                  </a:lnTo>
                  <a:lnTo>
                    <a:pt x="332518" y="191624"/>
                  </a:lnTo>
                  <a:lnTo>
                    <a:pt x="333210" y="186370"/>
                  </a:lnTo>
                  <a:lnTo>
                    <a:pt x="333736" y="181096"/>
                  </a:lnTo>
                  <a:lnTo>
                    <a:pt x="334093" y="175808"/>
                  </a:lnTo>
                  <a:lnTo>
                    <a:pt x="334283" y="170512"/>
                  </a:lnTo>
                  <a:lnTo>
                    <a:pt x="334305" y="165212"/>
                  </a:lnTo>
                  <a:lnTo>
                    <a:pt x="334159" y="159914"/>
                  </a:lnTo>
                  <a:lnTo>
                    <a:pt x="333846" y="154624"/>
                  </a:lnTo>
                  <a:lnTo>
                    <a:pt x="333364" y="149346"/>
                  </a:lnTo>
                  <a:lnTo>
                    <a:pt x="332716" y="144086"/>
                  </a:lnTo>
                  <a:lnTo>
                    <a:pt x="331901" y="138849"/>
                  </a:lnTo>
                  <a:lnTo>
                    <a:pt x="330920" y="133640"/>
                  </a:lnTo>
                  <a:lnTo>
                    <a:pt x="329775" y="128466"/>
                  </a:lnTo>
                  <a:lnTo>
                    <a:pt x="328467" y="12333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47904"/>
              <a:ext cx="161317" cy="152327"/>
            </a:xfrm>
            <a:custGeom>
              <a:avLst/>
              <a:pathLst>
                <a:path w="161317" h="152327">
                  <a:moveTo>
                    <a:pt x="161317" y="108490"/>
                  </a:moveTo>
                  <a:lnTo>
                    <a:pt x="159801" y="103251"/>
                  </a:lnTo>
                  <a:lnTo>
                    <a:pt x="158115" y="98064"/>
                  </a:lnTo>
                  <a:lnTo>
                    <a:pt x="156261" y="92935"/>
                  </a:lnTo>
                  <a:lnTo>
                    <a:pt x="154240" y="87870"/>
                  </a:lnTo>
                  <a:lnTo>
                    <a:pt x="152055" y="82873"/>
                  </a:lnTo>
                  <a:lnTo>
                    <a:pt x="149709" y="77949"/>
                  </a:lnTo>
                  <a:lnTo>
                    <a:pt x="147203" y="73105"/>
                  </a:lnTo>
                  <a:lnTo>
                    <a:pt x="144540" y="68345"/>
                  </a:lnTo>
                  <a:lnTo>
                    <a:pt x="141724" y="63675"/>
                  </a:lnTo>
                  <a:lnTo>
                    <a:pt x="138756" y="59099"/>
                  </a:lnTo>
                  <a:lnTo>
                    <a:pt x="135641" y="54622"/>
                  </a:lnTo>
                  <a:lnTo>
                    <a:pt x="132382" y="50250"/>
                  </a:lnTo>
                  <a:lnTo>
                    <a:pt x="128982" y="45986"/>
                  </a:lnTo>
                  <a:lnTo>
                    <a:pt x="125444" y="41835"/>
                  </a:lnTo>
                  <a:lnTo>
                    <a:pt x="121773" y="37801"/>
                  </a:lnTo>
                  <a:lnTo>
                    <a:pt x="117972" y="33890"/>
                  </a:lnTo>
                  <a:lnTo>
                    <a:pt x="114046" y="30105"/>
                  </a:lnTo>
                  <a:lnTo>
                    <a:pt x="109998" y="26449"/>
                  </a:lnTo>
                  <a:lnTo>
                    <a:pt x="105833" y="22928"/>
                  </a:lnTo>
                  <a:lnTo>
                    <a:pt x="101556" y="19545"/>
                  </a:lnTo>
                  <a:lnTo>
                    <a:pt x="97170" y="16302"/>
                  </a:lnTo>
                  <a:lnTo>
                    <a:pt x="92681" y="13205"/>
                  </a:lnTo>
                  <a:lnTo>
                    <a:pt x="88094" y="10256"/>
                  </a:lnTo>
                  <a:lnTo>
                    <a:pt x="83412" y="7458"/>
                  </a:lnTo>
                  <a:lnTo>
                    <a:pt x="78642" y="4814"/>
                  </a:lnTo>
                  <a:lnTo>
                    <a:pt x="73788" y="2327"/>
                  </a:lnTo>
                  <a:lnTo>
                    <a:pt x="68856" y="0"/>
                  </a:lnTo>
                  <a:lnTo>
                    <a:pt x="0" y="152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68856" cy="167167"/>
            </a:xfrm>
            <a:custGeom>
              <a:avLst/>
              <a:pathLst>
                <a:path w="68856" h="167167">
                  <a:moveTo>
                    <a:pt x="68856" y="14839"/>
                  </a:moveTo>
                  <a:lnTo>
                    <a:pt x="63425" y="12499"/>
                  </a:lnTo>
                  <a:lnTo>
                    <a:pt x="57914" y="10352"/>
                  </a:lnTo>
                  <a:lnTo>
                    <a:pt x="52332" y="8402"/>
                  </a:ln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358828" y="3170392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5" y="2094"/>
                  </a:lnTo>
                  <a:lnTo>
                    <a:pt x="135558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8" y="6753"/>
                  </a:lnTo>
                  <a:lnTo>
                    <a:pt x="115059" y="8323"/>
                  </a:lnTo>
                  <a:lnTo>
                    <a:pt x="110052" y="10054"/>
                  </a:lnTo>
                  <a:lnTo>
                    <a:pt x="105103" y="11942"/>
                  </a:lnTo>
                  <a:lnTo>
                    <a:pt x="100215" y="13986"/>
                  </a:lnTo>
                  <a:lnTo>
                    <a:pt x="95396" y="16183"/>
                  </a:lnTo>
                  <a:lnTo>
                    <a:pt x="90648" y="18533"/>
                  </a:lnTo>
                  <a:lnTo>
                    <a:pt x="85977" y="21031"/>
                  </a:lnTo>
                  <a:lnTo>
                    <a:pt x="81387" y="23677"/>
                  </a:lnTo>
                  <a:lnTo>
                    <a:pt x="76884" y="26466"/>
                  </a:lnTo>
                  <a:lnTo>
                    <a:pt x="72471" y="29397"/>
                  </a:lnTo>
                  <a:lnTo>
                    <a:pt x="68154" y="32466"/>
                  </a:lnTo>
                  <a:lnTo>
                    <a:pt x="63935" y="35670"/>
                  </a:lnTo>
                  <a:lnTo>
                    <a:pt x="59821" y="39006"/>
                  </a:lnTo>
                  <a:lnTo>
                    <a:pt x="55814" y="42471"/>
                  </a:lnTo>
                  <a:lnTo>
                    <a:pt x="51919" y="46062"/>
                  </a:lnTo>
                  <a:lnTo>
                    <a:pt x="48140" y="49774"/>
                  </a:lnTo>
                  <a:lnTo>
                    <a:pt x="44480" y="53603"/>
                  </a:lnTo>
                  <a:lnTo>
                    <a:pt x="40943" y="57547"/>
                  </a:lnTo>
                  <a:lnTo>
                    <a:pt x="37533" y="61601"/>
                  </a:lnTo>
                  <a:lnTo>
                    <a:pt x="34254" y="65761"/>
                  </a:lnTo>
                  <a:lnTo>
                    <a:pt x="31108" y="70022"/>
                  </a:lnTo>
                  <a:lnTo>
                    <a:pt x="28098" y="74382"/>
                  </a:lnTo>
                  <a:lnTo>
                    <a:pt x="25228" y="78834"/>
                  </a:lnTo>
                  <a:lnTo>
                    <a:pt x="22500" y="83375"/>
                  </a:lnTo>
                  <a:lnTo>
                    <a:pt x="19918" y="88000"/>
                  </a:lnTo>
                  <a:lnTo>
                    <a:pt x="17484" y="92705"/>
                  </a:lnTo>
                  <a:lnTo>
                    <a:pt x="15199" y="97485"/>
                  </a:lnTo>
                  <a:lnTo>
                    <a:pt x="13068" y="102334"/>
                  </a:lnTo>
                  <a:lnTo>
                    <a:pt x="11091" y="107249"/>
                  </a:lnTo>
                  <a:lnTo>
                    <a:pt x="9271" y="112224"/>
                  </a:lnTo>
                  <a:lnTo>
                    <a:pt x="7609" y="117254"/>
                  </a:lnTo>
                  <a:lnTo>
                    <a:pt x="6108" y="122334"/>
                  </a:lnTo>
                  <a:lnTo>
                    <a:pt x="4768" y="127459"/>
                  </a:lnTo>
                  <a:lnTo>
                    <a:pt x="3592" y="132624"/>
                  </a:lnTo>
                  <a:lnTo>
                    <a:pt x="2579" y="137823"/>
                  </a:lnTo>
                  <a:lnTo>
                    <a:pt x="1732" y="143052"/>
                  </a:lnTo>
                  <a:lnTo>
                    <a:pt x="1051" y="148306"/>
                  </a:lnTo>
                  <a:lnTo>
                    <a:pt x="537" y="153578"/>
                  </a:lnTo>
                  <a:lnTo>
                    <a:pt x="190" y="158864"/>
                  </a:lnTo>
                  <a:lnTo>
                    <a:pt x="11" y="164158"/>
                  </a:lnTo>
                  <a:lnTo>
                    <a:pt x="0" y="169455"/>
                  </a:lnTo>
                  <a:lnTo>
                    <a:pt x="156" y="174750"/>
                  </a:lnTo>
                  <a:lnTo>
                    <a:pt x="480" y="180038"/>
                  </a:lnTo>
                  <a:lnTo>
                    <a:pt x="972" y="185312"/>
                  </a:lnTo>
                  <a:lnTo>
                    <a:pt x="1630" y="190568"/>
                  </a:lnTo>
                  <a:lnTo>
                    <a:pt x="2454" y="195801"/>
                  </a:lnTo>
                  <a:lnTo>
                    <a:pt x="3444" y="201005"/>
                  </a:lnTo>
                  <a:lnTo>
                    <a:pt x="4599" y="206175"/>
                  </a:lnTo>
                  <a:lnTo>
                    <a:pt x="5916" y="211306"/>
                  </a:lnTo>
                  <a:lnTo>
                    <a:pt x="7396" y="216392"/>
                  </a:lnTo>
                  <a:lnTo>
                    <a:pt x="9036" y="221429"/>
                  </a:lnTo>
                  <a:lnTo>
                    <a:pt x="10834" y="226412"/>
                  </a:lnTo>
                  <a:lnTo>
                    <a:pt x="12790" y="231335"/>
                  </a:lnTo>
                  <a:lnTo>
                    <a:pt x="14900" y="236193"/>
                  </a:lnTo>
                  <a:lnTo>
                    <a:pt x="17164" y="240983"/>
                  </a:lnTo>
                  <a:lnTo>
                    <a:pt x="19578" y="245698"/>
                  </a:lnTo>
                  <a:lnTo>
                    <a:pt x="22140" y="250334"/>
                  </a:lnTo>
                  <a:lnTo>
                    <a:pt x="24848" y="254887"/>
                  </a:lnTo>
                  <a:lnTo>
                    <a:pt x="27699" y="259352"/>
                  </a:lnTo>
                  <a:lnTo>
                    <a:pt x="30690" y="263724"/>
                  </a:lnTo>
                  <a:lnTo>
                    <a:pt x="33818" y="267999"/>
                  </a:lnTo>
                  <a:lnTo>
                    <a:pt x="37080" y="272173"/>
                  </a:lnTo>
                  <a:lnTo>
                    <a:pt x="40472" y="276242"/>
                  </a:lnTo>
                  <a:lnTo>
                    <a:pt x="43991" y="280201"/>
                  </a:lnTo>
                  <a:lnTo>
                    <a:pt x="47635" y="284046"/>
                  </a:lnTo>
                  <a:lnTo>
                    <a:pt x="51398" y="287774"/>
                  </a:lnTo>
                  <a:lnTo>
                    <a:pt x="55277" y="291381"/>
                  </a:lnTo>
                  <a:lnTo>
                    <a:pt x="59269" y="294864"/>
                  </a:lnTo>
                  <a:lnTo>
                    <a:pt x="63369" y="298218"/>
                  </a:lnTo>
                  <a:lnTo>
                    <a:pt x="67574" y="301440"/>
                  </a:lnTo>
                  <a:lnTo>
                    <a:pt x="71878" y="304528"/>
                  </a:lnTo>
                  <a:lnTo>
                    <a:pt x="76278" y="307477"/>
                  </a:lnTo>
                  <a:lnTo>
                    <a:pt x="80769" y="310286"/>
                  </a:lnTo>
                  <a:lnTo>
                    <a:pt x="85347" y="312951"/>
                  </a:lnTo>
                  <a:lnTo>
                    <a:pt x="90008" y="315470"/>
                  </a:lnTo>
                  <a:lnTo>
                    <a:pt x="94745" y="317840"/>
                  </a:lnTo>
                  <a:lnTo>
                    <a:pt x="99556" y="320058"/>
                  </a:lnTo>
                  <a:lnTo>
                    <a:pt x="104434" y="322123"/>
                  </a:lnTo>
                  <a:lnTo>
                    <a:pt x="109375" y="324033"/>
                  </a:lnTo>
                  <a:lnTo>
                    <a:pt x="114374" y="325785"/>
                  </a:lnTo>
                  <a:lnTo>
                    <a:pt x="119426" y="327377"/>
                  </a:lnTo>
                  <a:lnTo>
                    <a:pt x="124527" y="328809"/>
                  </a:lnTo>
                  <a:lnTo>
                    <a:pt x="129669" y="330078"/>
                  </a:lnTo>
                  <a:lnTo>
                    <a:pt x="134850" y="331184"/>
                  </a:lnTo>
                  <a:lnTo>
                    <a:pt x="140063" y="332125"/>
                  </a:lnTo>
                  <a:lnTo>
                    <a:pt x="145303" y="332901"/>
                  </a:lnTo>
                  <a:lnTo>
                    <a:pt x="150565" y="333510"/>
                  </a:lnTo>
                  <a:lnTo>
                    <a:pt x="155844" y="333952"/>
                  </a:lnTo>
                  <a:lnTo>
                    <a:pt x="161134" y="334226"/>
                  </a:lnTo>
                  <a:lnTo>
                    <a:pt x="166431" y="334333"/>
                  </a:lnTo>
                  <a:lnTo>
                    <a:pt x="171727" y="334272"/>
                  </a:lnTo>
                  <a:lnTo>
                    <a:pt x="177020" y="334043"/>
                  </a:lnTo>
                  <a:lnTo>
                    <a:pt x="182302" y="333646"/>
                  </a:lnTo>
                  <a:lnTo>
                    <a:pt x="187569" y="333083"/>
                  </a:lnTo>
                  <a:lnTo>
                    <a:pt x="192816" y="332353"/>
                  </a:lnTo>
                  <a:lnTo>
                    <a:pt x="198037" y="331456"/>
                  </a:lnTo>
                  <a:lnTo>
                    <a:pt x="203227" y="330395"/>
                  </a:lnTo>
                  <a:lnTo>
                    <a:pt x="208381" y="329170"/>
                  </a:lnTo>
                  <a:lnTo>
                    <a:pt x="213493" y="327783"/>
                  </a:lnTo>
                  <a:lnTo>
                    <a:pt x="218559" y="326234"/>
                  </a:lnTo>
                  <a:lnTo>
                    <a:pt x="223573" y="324525"/>
                  </a:lnTo>
                  <a:lnTo>
                    <a:pt x="228530" y="322658"/>
                  </a:lnTo>
                  <a:lnTo>
                    <a:pt x="233426" y="320636"/>
                  </a:lnTo>
                  <a:lnTo>
                    <a:pt x="238255" y="318459"/>
                  </a:lnTo>
                  <a:lnTo>
                    <a:pt x="243013" y="316130"/>
                  </a:lnTo>
                  <a:lnTo>
                    <a:pt x="247695" y="313651"/>
                  </a:lnTo>
                  <a:lnTo>
                    <a:pt x="252296" y="311026"/>
                  </a:lnTo>
                  <a:lnTo>
                    <a:pt x="256811" y="308256"/>
                  </a:lnTo>
                  <a:lnTo>
                    <a:pt x="261236" y="305344"/>
                  </a:lnTo>
                  <a:lnTo>
                    <a:pt x="265567" y="302294"/>
                  </a:lnTo>
                  <a:lnTo>
                    <a:pt x="269799" y="299108"/>
                  </a:lnTo>
                  <a:lnTo>
                    <a:pt x="273928" y="295789"/>
                  </a:lnTo>
                  <a:lnTo>
                    <a:pt x="277950" y="292341"/>
                  </a:lnTo>
                  <a:lnTo>
                    <a:pt x="281860" y="288768"/>
                  </a:lnTo>
                  <a:lnTo>
                    <a:pt x="285656" y="285072"/>
                  </a:lnTo>
                  <a:lnTo>
                    <a:pt x="289332" y="281258"/>
                  </a:lnTo>
                  <a:lnTo>
                    <a:pt x="292885" y="277330"/>
                  </a:lnTo>
                  <a:lnTo>
                    <a:pt x="296313" y="273291"/>
                  </a:lnTo>
                  <a:lnTo>
                    <a:pt x="299610" y="269145"/>
                  </a:lnTo>
                  <a:lnTo>
                    <a:pt x="302775" y="264897"/>
                  </a:lnTo>
                  <a:lnTo>
                    <a:pt x="305803" y="260551"/>
                  </a:lnTo>
                  <a:lnTo>
                    <a:pt x="308693" y="256111"/>
                  </a:lnTo>
                  <a:lnTo>
                    <a:pt x="311440" y="251582"/>
                  </a:lnTo>
                  <a:lnTo>
                    <a:pt x="314042" y="246967"/>
                  </a:lnTo>
                  <a:lnTo>
                    <a:pt x="316496" y="242273"/>
                  </a:lnTo>
                  <a:lnTo>
                    <a:pt x="318801" y="237504"/>
                  </a:lnTo>
                  <a:lnTo>
                    <a:pt x="320954" y="232663"/>
                  </a:lnTo>
                  <a:lnTo>
                    <a:pt x="322952" y="227757"/>
                  </a:lnTo>
                  <a:lnTo>
                    <a:pt x="324793" y="222791"/>
                  </a:lnTo>
                  <a:lnTo>
                    <a:pt x="326476" y="217768"/>
                  </a:lnTo>
                  <a:lnTo>
                    <a:pt x="328000" y="212694"/>
                  </a:lnTo>
                  <a:lnTo>
                    <a:pt x="329361" y="207575"/>
                  </a:lnTo>
                  <a:lnTo>
                    <a:pt x="330560" y="202415"/>
                  </a:lnTo>
                  <a:lnTo>
                    <a:pt x="331595" y="197220"/>
                  </a:lnTo>
                  <a:lnTo>
                    <a:pt x="332465" y="191995"/>
                  </a:lnTo>
                  <a:lnTo>
                    <a:pt x="333168" y="186744"/>
                  </a:lnTo>
                  <a:lnTo>
                    <a:pt x="333705" y="181474"/>
                  </a:lnTo>
                  <a:lnTo>
                    <a:pt x="334075" y="176190"/>
                  </a:lnTo>
                  <a:lnTo>
                    <a:pt x="334277" y="170897"/>
                  </a:lnTo>
                  <a:lnTo>
                    <a:pt x="334311" y="165599"/>
                  </a:lnTo>
                  <a:lnTo>
                    <a:pt x="334178" y="160304"/>
                  </a:lnTo>
                  <a:lnTo>
                    <a:pt x="333876" y="155015"/>
                  </a:lnTo>
                  <a:lnTo>
                    <a:pt x="333408" y="149739"/>
                  </a:lnTo>
                  <a:lnTo>
                    <a:pt x="332772" y="144480"/>
                  </a:lnTo>
                  <a:lnTo>
                    <a:pt x="331970" y="139243"/>
                  </a:lnTo>
                  <a:lnTo>
                    <a:pt x="331003" y="134035"/>
                  </a:lnTo>
                  <a:lnTo>
                    <a:pt x="329871" y="128860"/>
                  </a:lnTo>
                  <a:lnTo>
                    <a:pt x="328575" y="123724"/>
                  </a:lnTo>
                  <a:lnTo>
                    <a:pt x="327118" y="118631"/>
                  </a:lnTo>
                  <a:lnTo>
                    <a:pt x="325499" y="113587"/>
                  </a:lnTo>
                  <a:lnTo>
                    <a:pt x="323722" y="108597"/>
                  </a:lnTo>
                  <a:lnTo>
                    <a:pt x="321788" y="103665"/>
                  </a:lnTo>
                  <a:lnTo>
                    <a:pt x="319698" y="98798"/>
                  </a:lnTo>
                  <a:lnTo>
                    <a:pt x="317455" y="93999"/>
                  </a:lnTo>
                  <a:lnTo>
                    <a:pt x="315062" y="89273"/>
                  </a:lnTo>
                  <a:lnTo>
                    <a:pt x="312519" y="84626"/>
                  </a:lnTo>
                  <a:lnTo>
                    <a:pt x="309831" y="80061"/>
                  </a:lnTo>
                  <a:lnTo>
                    <a:pt x="307000" y="75584"/>
                  </a:lnTo>
                  <a:lnTo>
                    <a:pt x="304028" y="71199"/>
                  </a:lnTo>
                  <a:lnTo>
                    <a:pt x="300918" y="66911"/>
                  </a:lnTo>
                  <a:lnTo>
                    <a:pt x="297675" y="62723"/>
                  </a:lnTo>
                  <a:lnTo>
                    <a:pt x="294300" y="58639"/>
                  </a:lnTo>
                  <a:lnTo>
                    <a:pt x="290797" y="54665"/>
                  </a:lnTo>
                  <a:lnTo>
                    <a:pt x="287171" y="50804"/>
                  </a:lnTo>
                  <a:lnTo>
                    <a:pt x="283424" y="47060"/>
                  </a:lnTo>
                  <a:lnTo>
                    <a:pt x="279560" y="43436"/>
                  </a:lnTo>
                  <a:lnTo>
                    <a:pt x="275583" y="3993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0329"/>
              <a:ext cx="108431" cy="127230"/>
            </a:xfrm>
            <a:custGeom>
              <a:avLst/>
              <a:pathLst>
                <a:path w="108431" h="127230">
                  <a:moveTo>
                    <a:pt x="108431" y="0"/>
                  </a:moveTo>
                  <a:lnTo>
                    <a:pt x="0" y="1272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4220"/>
              <a:ext cx="108431" cy="133339"/>
            </a:xfrm>
            <a:custGeom>
              <a:avLst/>
              <a:pathLst>
                <a:path w="108431" h="133339">
                  <a:moveTo>
                    <a:pt x="108431" y="6109"/>
                  </a:moveTo>
                  <a:lnTo>
                    <a:pt x="100824" y="0"/>
                  </a:lnTo>
                  <a:lnTo>
                    <a:pt x="0" y="1333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100824" cy="167167"/>
            </a:xfrm>
            <a:custGeom>
              <a:avLst/>
              <a:pathLst>
                <a:path w="100824" h="167167">
                  <a:moveTo>
                    <a:pt x="100824" y="33827"/>
                  </a:moveTo>
                  <a:lnTo>
                    <a:pt x="96222" y="30470"/>
                  </a:lnTo>
                  <a:lnTo>
                    <a:pt x="91510" y="27271"/>
                  </a:lnTo>
                  <a:lnTo>
                    <a:pt x="86690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423592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5" y="6734"/>
                  </a:lnTo>
                  <a:lnTo>
                    <a:pt x="115133" y="8301"/>
                  </a:lnTo>
                  <a:lnTo>
                    <a:pt x="110132" y="10026"/>
                  </a:lnTo>
                  <a:lnTo>
                    <a:pt x="105189" y="11909"/>
                  </a:lnTo>
                  <a:lnTo>
                    <a:pt x="100307" y="13947"/>
                  </a:lnTo>
                  <a:lnTo>
                    <a:pt x="95493" y="16139"/>
                  </a:lnTo>
                  <a:lnTo>
                    <a:pt x="90750" y="18482"/>
                  </a:lnTo>
                  <a:lnTo>
                    <a:pt x="86084" y="20974"/>
                  </a:lnTo>
                  <a:lnTo>
                    <a:pt x="81499" y="23613"/>
                  </a:lnTo>
                  <a:lnTo>
                    <a:pt x="76999" y="26395"/>
                  </a:lnTo>
                  <a:lnTo>
                    <a:pt x="72590" y="29318"/>
                  </a:lnTo>
                  <a:lnTo>
                    <a:pt x="68276" y="32379"/>
                  </a:lnTo>
                  <a:lnTo>
                    <a:pt x="64061" y="35575"/>
                  </a:lnTo>
                  <a:lnTo>
                    <a:pt x="59949" y="38903"/>
                  </a:lnTo>
                  <a:lnTo>
                    <a:pt x="55944" y="42359"/>
                  </a:lnTo>
                  <a:lnTo>
                    <a:pt x="52051" y="45941"/>
                  </a:lnTo>
                  <a:lnTo>
                    <a:pt x="48273" y="49643"/>
                  </a:lnTo>
                  <a:lnTo>
                    <a:pt x="44614" y="53464"/>
                  </a:lnTo>
                  <a:lnTo>
                    <a:pt x="41077" y="57398"/>
                  </a:lnTo>
                  <a:lnTo>
                    <a:pt x="37667" y="61442"/>
                  </a:lnTo>
                  <a:lnTo>
                    <a:pt x="34387" y="65592"/>
                  </a:lnTo>
                  <a:lnTo>
                    <a:pt x="31240" y="69844"/>
                  </a:lnTo>
                  <a:lnTo>
                    <a:pt x="28228" y="74193"/>
                  </a:lnTo>
                  <a:lnTo>
                    <a:pt x="25356" y="78636"/>
                  </a:lnTo>
                  <a:lnTo>
                    <a:pt x="22626" y="83167"/>
                  </a:lnTo>
                  <a:lnTo>
                    <a:pt x="20041" y="87782"/>
                  </a:lnTo>
                  <a:lnTo>
                    <a:pt x="17602" y="92476"/>
                  </a:lnTo>
                  <a:lnTo>
                    <a:pt x="15314" y="97246"/>
                  </a:lnTo>
                  <a:lnTo>
                    <a:pt x="13178" y="102085"/>
                  </a:lnTo>
                  <a:lnTo>
                    <a:pt x="11196" y="106990"/>
                  </a:lnTo>
                  <a:lnTo>
                    <a:pt x="9370" y="111954"/>
                  </a:lnTo>
                  <a:lnTo>
                    <a:pt x="7702" y="116975"/>
                  </a:lnTo>
                  <a:lnTo>
                    <a:pt x="6193" y="122045"/>
                  </a:lnTo>
                  <a:lnTo>
                    <a:pt x="4846" y="127160"/>
                  </a:lnTo>
                  <a:lnTo>
                    <a:pt x="3662" y="132316"/>
                  </a:lnTo>
                  <a:lnTo>
                    <a:pt x="2641" y="137507"/>
                  </a:lnTo>
                  <a:lnTo>
                    <a:pt x="1785" y="142727"/>
                  </a:lnTo>
                  <a:lnTo>
                    <a:pt x="1094" y="147972"/>
                  </a:lnTo>
                  <a:lnTo>
                    <a:pt x="570" y="153235"/>
                  </a:lnTo>
                  <a:lnTo>
                    <a:pt x="213" y="158513"/>
                  </a:lnTo>
                  <a:lnTo>
                    <a:pt x="22" y="163800"/>
                  </a:lnTo>
                  <a:lnTo>
                    <a:pt x="0" y="169090"/>
                  </a:lnTo>
                  <a:lnTo>
                    <a:pt x="144" y="174378"/>
                  </a:lnTo>
                  <a:lnTo>
                    <a:pt x="456" y="179658"/>
                  </a:lnTo>
                  <a:lnTo>
                    <a:pt x="935" y="184927"/>
                  </a:lnTo>
                  <a:lnTo>
                    <a:pt x="1580" y="190177"/>
                  </a:lnTo>
                  <a:lnTo>
                    <a:pt x="2391" y="195405"/>
                  </a:lnTo>
                  <a:lnTo>
                    <a:pt x="3367" y="200604"/>
                  </a:lnTo>
                  <a:lnTo>
                    <a:pt x="4507" y="205769"/>
                  </a:lnTo>
                  <a:lnTo>
                    <a:pt x="5809" y="210896"/>
                  </a:lnTo>
                  <a:lnTo>
                    <a:pt x="7274" y="215980"/>
                  </a:lnTo>
                  <a:lnTo>
                    <a:pt x="8898" y="221014"/>
                  </a:lnTo>
                  <a:lnTo>
                    <a:pt x="10681" y="225994"/>
                  </a:lnTo>
                  <a:lnTo>
                    <a:pt x="12621" y="230916"/>
                  </a:lnTo>
                  <a:lnTo>
                    <a:pt x="14715" y="235774"/>
                  </a:lnTo>
                  <a:lnTo>
                    <a:pt x="16963" y="240563"/>
                  </a:lnTo>
                  <a:lnTo>
                    <a:pt x="19360" y="245278"/>
                  </a:lnTo>
                  <a:lnTo>
                    <a:pt x="21906" y="249915"/>
                  </a:lnTo>
                  <a:lnTo>
                    <a:pt x="24596" y="254470"/>
                  </a:lnTo>
                  <a:lnTo>
                    <a:pt x="27430" y="258937"/>
                  </a:lnTo>
                  <a:lnTo>
                    <a:pt x="30404" y="263312"/>
                  </a:lnTo>
                  <a:lnTo>
                    <a:pt x="33514" y="267591"/>
                  </a:lnTo>
                  <a:lnTo>
                    <a:pt x="36759" y="271769"/>
                  </a:lnTo>
                  <a:lnTo>
                    <a:pt x="40134" y="275842"/>
                  </a:lnTo>
                  <a:lnTo>
                    <a:pt x="43636" y="279807"/>
                  </a:lnTo>
                  <a:lnTo>
                    <a:pt x="47262" y="283659"/>
                  </a:lnTo>
                  <a:lnTo>
                    <a:pt x="51008" y="287394"/>
                  </a:lnTo>
                  <a:lnTo>
                    <a:pt x="54870" y="291009"/>
                  </a:lnTo>
                  <a:lnTo>
                    <a:pt x="58845" y="294500"/>
                  </a:lnTo>
                  <a:lnTo>
                    <a:pt x="62928" y="297863"/>
                  </a:lnTo>
                  <a:lnTo>
                    <a:pt x="67115" y="301095"/>
                  </a:lnTo>
                  <a:lnTo>
                    <a:pt x="71403" y="304194"/>
                  </a:lnTo>
                  <a:lnTo>
                    <a:pt x="75786" y="307155"/>
                  </a:lnTo>
                  <a:lnTo>
                    <a:pt x="80261" y="309976"/>
                  </a:lnTo>
                  <a:lnTo>
                    <a:pt x="84824" y="312653"/>
                  </a:lnTo>
                  <a:lnTo>
                    <a:pt x="89468" y="315186"/>
                  </a:lnTo>
                  <a:lnTo>
                    <a:pt x="94190" y="317570"/>
                  </a:lnTo>
                  <a:lnTo>
                    <a:pt x="98986" y="319803"/>
                  </a:lnTo>
                  <a:lnTo>
                    <a:pt x="103849" y="321884"/>
                  </a:lnTo>
                  <a:lnTo>
                    <a:pt x="108776" y="323809"/>
                  </a:lnTo>
                  <a:lnTo>
                    <a:pt x="113762" y="325578"/>
                  </a:lnTo>
                  <a:lnTo>
                    <a:pt x="118801" y="327188"/>
                  </a:lnTo>
                  <a:lnTo>
                    <a:pt x="123888" y="328638"/>
                  </a:lnTo>
                  <a:lnTo>
                    <a:pt x="129019" y="329926"/>
                  </a:lnTo>
                  <a:lnTo>
                    <a:pt x="134188" y="331051"/>
                  </a:lnTo>
                  <a:lnTo>
                    <a:pt x="139390" y="332012"/>
                  </a:lnTo>
                  <a:lnTo>
                    <a:pt x="144620" y="332808"/>
                  </a:lnTo>
                  <a:lnTo>
                    <a:pt x="149872" y="333438"/>
                  </a:lnTo>
                  <a:lnTo>
                    <a:pt x="155141" y="333902"/>
                  </a:lnTo>
                  <a:lnTo>
                    <a:pt x="160423" y="334199"/>
                  </a:lnTo>
                  <a:lnTo>
                    <a:pt x="165711" y="334328"/>
                  </a:lnTo>
                  <a:lnTo>
                    <a:pt x="171001" y="334290"/>
                  </a:lnTo>
                  <a:lnTo>
                    <a:pt x="176287" y="334085"/>
                  </a:lnTo>
                  <a:lnTo>
                    <a:pt x="181564" y="333712"/>
                  </a:lnTo>
                  <a:lnTo>
                    <a:pt x="186826" y="333173"/>
                  </a:lnTo>
                  <a:lnTo>
                    <a:pt x="192069" y="332468"/>
                  </a:lnTo>
                  <a:lnTo>
                    <a:pt x="197287" y="331596"/>
                  </a:lnTo>
                  <a:lnTo>
                    <a:pt x="202474" y="330561"/>
                  </a:lnTo>
                  <a:lnTo>
                    <a:pt x="207627" y="329361"/>
                  </a:lnTo>
                  <a:lnTo>
                    <a:pt x="212738" y="328000"/>
                  </a:lnTo>
                  <a:lnTo>
                    <a:pt x="217804" y="326477"/>
                  </a:lnTo>
                  <a:lnTo>
                    <a:pt x="222820" y="324795"/>
                  </a:lnTo>
                  <a:lnTo>
                    <a:pt x="227779" y="322954"/>
                  </a:lnTo>
                  <a:lnTo>
                    <a:pt x="232678" y="320958"/>
                  </a:lnTo>
                  <a:lnTo>
                    <a:pt x="237511" y="318808"/>
                  </a:lnTo>
                  <a:lnTo>
                    <a:pt x="242274" y="316506"/>
                  </a:lnTo>
                  <a:lnTo>
                    <a:pt x="246962" y="314055"/>
                  </a:lnTo>
                  <a:lnTo>
                    <a:pt x="251570" y="311456"/>
                  </a:lnTo>
                  <a:lnTo>
                    <a:pt x="256093" y="308713"/>
                  </a:lnTo>
                  <a:lnTo>
                    <a:pt x="260527" y="305828"/>
                  </a:lnTo>
                  <a:lnTo>
                    <a:pt x="264867" y="302804"/>
                  </a:lnTo>
                  <a:lnTo>
                    <a:pt x="269110" y="299645"/>
                  </a:lnTo>
                  <a:lnTo>
                    <a:pt x="273251" y="296352"/>
                  </a:lnTo>
                  <a:lnTo>
                    <a:pt x="277285" y="292931"/>
                  </a:lnTo>
                  <a:lnTo>
                    <a:pt x="281209" y="289383"/>
                  </a:lnTo>
                  <a:lnTo>
                    <a:pt x="285019" y="285713"/>
                  </a:lnTo>
                  <a:lnTo>
                    <a:pt x="288711" y="281925"/>
                  </a:lnTo>
                  <a:lnTo>
                    <a:pt x="292281" y="278021"/>
                  </a:lnTo>
                  <a:lnTo>
                    <a:pt x="295726" y="274007"/>
                  </a:lnTo>
                  <a:lnTo>
                    <a:pt x="299042" y="269885"/>
                  </a:lnTo>
                  <a:lnTo>
                    <a:pt x="302226" y="265661"/>
                  </a:lnTo>
                  <a:lnTo>
                    <a:pt x="305275" y="261338"/>
                  </a:lnTo>
                  <a:lnTo>
                    <a:pt x="308185" y="256920"/>
                  </a:lnTo>
                  <a:lnTo>
                    <a:pt x="310955" y="252413"/>
                  </a:lnTo>
                  <a:lnTo>
                    <a:pt x="313580" y="247820"/>
                  </a:lnTo>
                  <a:lnTo>
                    <a:pt x="316058" y="243147"/>
                  </a:lnTo>
                  <a:lnTo>
                    <a:pt x="318388" y="238398"/>
                  </a:lnTo>
                  <a:lnTo>
                    <a:pt x="320566" y="233577"/>
                  </a:lnTo>
                  <a:lnTo>
                    <a:pt x="322590" y="228690"/>
                  </a:lnTo>
                  <a:lnTo>
                    <a:pt x="324459" y="223741"/>
                  </a:lnTo>
                  <a:lnTo>
                    <a:pt x="326171" y="218735"/>
                  </a:lnTo>
                  <a:lnTo>
                    <a:pt x="327723" y="213678"/>
                  </a:lnTo>
                  <a:lnTo>
                    <a:pt x="329114" y="208574"/>
                  </a:lnTo>
                  <a:lnTo>
                    <a:pt x="330343" y="203429"/>
                  </a:lnTo>
                  <a:lnTo>
                    <a:pt x="331409" y="198248"/>
                  </a:lnTo>
                  <a:lnTo>
                    <a:pt x="332310" y="193035"/>
                  </a:lnTo>
                  <a:lnTo>
                    <a:pt x="333046" y="187797"/>
                  </a:lnTo>
                  <a:lnTo>
                    <a:pt x="333615" y="182537"/>
                  </a:lnTo>
                  <a:lnTo>
                    <a:pt x="334018" y="177263"/>
                  </a:lnTo>
                  <a:lnTo>
                    <a:pt x="334254" y="171978"/>
                  </a:lnTo>
                  <a:lnTo>
                    <a:pt x="334323" y="166689"/>
                  </a:lnTo>
                  <a:lnTo>
                    <a:pt x="334224" y="161400"/>
                  </a:lnTo>
                  <a:lnTo>
                    <a:pt x="333958" y="156116"/>
                  </a:lnTo>
                  <a:lnTo>
                    <a:pt x="333525" y="150844"/>
                  </a:lnTo>
                  <a:lnTo>
                    <a:pt x="332925" y="145588"/>
                  </a:lnTo>
                  <a:lnTo>
                    <a:pt x="332159" y="140354"/>
                  </a:lnTo>
                  <a:lnTo>
                    <a:pt x="331228" y="135147"/>
                  </a:lnTo>
                  <a:lnTo>
                    <a:pt x="330133" y="129971"/>
                  </a:lnTo>
                  <a:lnTo>
                    <a:pt x="328874" y="124833"/>
                  </a:lnTo>
                  <a:lnTo>
                    <a:pt x="327454" y="119738"/>
                  </a:lnTo>
                  <a:lnTo>
                    <a:pt x="325873" y="114689"/>
                  </a:lnTo>
                  <a:lnTo>
                    <a:pt x="324133" y="109694"/>
                  </a:lnTo>
                  <a:lnTo>
                    <a:pt x="322236" y="104756"/>
                  </a:lnTo>
                  <a:lnTo>
                    <a:pt x="320183" y="99880"/>
                  </a:lnTo>
                  <a:lnTo>
                    <a:pt x="317978" y="95072"/>
                  </a:lnTo>
                  <a:lnTo>
                    <a:pt x="315621" y="90336"/>
                  </a:lnTo>
                  <a:lnTo>
                    <a:pt x="313116" y="85677"/>
                  </a:lnTo>
                  <a:lnTo>
                    <a:pt x="310464" y="81099"/>
                  </a:lnTo>
                  <a:lnTo>
                    <a:pt x="307669" y="76608"/>
                  </a:lnTo>
                  <a:lnTo>
                    <a:pt x="304734" y="72207"/>
                  </a:lnTo>
                  <a:lnTo>
                    <a:pt x="301660" y="67902"/>
                  </a:lnTo>
                  <a:lnTo>
                    <a:pt x="298452" y="63696"/>
                  </a:lnTo>
                  <a:lnTo>
                    <a:pt x="295112" y="59593"/>
                  </a:lnTo>
                  <a:lnTo>
                    <a:pt x="291645" y="55598"/>
                  </a:lnTo>
                  <a:lnTo>
                    <a:pt x="288052" y="51715"/>
                  </a:lnTo>
                  <a:lnTo>
                    <a:pt x="284339" y="47948"/>
                  </a:lnTo>
                  <a:lnTo>
                    <a:pt x="280508" y="44300"/>
                  </a:lnTo>
                  <a:lnTo>
                    <a:pt x="276563" y="40775"/>
                  </a:lnTo>
                  <a:lnTo>
                    <a:pt x="272510" y="37376"/>
                  </a:lnTo>
                  <a:lnTo>
                    <a:pt x="268350" y="34108"/>
                  </a:lnTo>
                  <a:lnTo>
                    <a:pt x="264089" y="30973"/>
                  </a:lnTo>
                  <a:lnTo>
                    <a:pt x="259732" y="27974"/>
                  </a:lnTo>
                  <a:lnTo>
                    <a:pt x="255281" y="25114"/>
                  </a:lnTo>
                  <a:lnTo>
                    <a:pt x="250742" y="22397"/>
                  </a:lnTo>
                  <a:lnTo>
                    <a:pt x="246120" y="19825"/>
                  </a:lnTo>
                  <a:lnTo>
                    <a:pt x="241418" y="17400"/>
                  </a:lnTo>
                  <a:lnTo>
                    <a:pt x="236642" y="15126"/>
                  </a:lnTo>
                  <a:lnTo>
                    <a:pt x="231797" y="13003"/>
                  </a:lnTo>
                  <a:lnTo>
                    <a:pt x="226887" y="11035"/>
                  </a:lnTo>
                  <a:lnTo>
                    <a:pt x="221917" y="9223"/>
                  </a:lnTo>
                  <a:lnTo>
                    <a:pt x="216892" y="7570"/>
                  </a:lnTo>
                  <a:lnTo>
                    <a:pt x="211817" y="6076"/>
                  </a:lnTo>
                  <a:lnTo>
                    <a:pt x="206698" y="474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464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2054"/>
              <a:ext cx="39541" cy="162834"/>
            </a:xfrm>
            <a:custGeom>
              <a:avLst/>
              <a:pathLst>
                <a:path w="39541" h="162834">
                  <a:moveTo>
                    <a:pt x="39541" y="410"/>
                  </a:moveTo>
                  <a:lnTo>
                    <a:pt x="37815" y="0"/>
                  </a:lnTo>
                  <a:lnTo>
                    <a:pt x="0" y="1628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37815" cy="167167"/>
            </a:xfrm>
            <a:custGeom>
              <a:avLst/>
              <a:pathLst>
                <a:path w="37815" h="167167">
                  <a:moveTo>
                    <a:pt x="37815" y="4333"/>
                  </a:moveTo>
                  <a:lnTo>
                    <a:pt x="31597" y="3013"/>
                  </a:lnTo>
                  <a:lnTo>
                    <a:pt x="25332" y="1930"/>
                  </a:lnTo>
                  <a:lnTo>
                    <a:pt x="19031" y="1086"/>
                  </a:lnTo>
                  <a:lnTo>
                    <a:pt x="12703" y="483"/>
                  </a:lnTo>
                  <a:lnTo>
                    <a:pt x="6356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5" y="6734"/>
                  </a:lnTo>
                  <a:lnTo>
                    <a:pt x="115133" y="8301"/>
                  </a:lnTo>
                  <a:lnTo>
                    <a:pt x="110132" y="10026"/>
                  </a:lnTo>
                  <a:lnTo>
                    <a:pt x="105189" y="11909"/>
                  </a:lnTo>
                  <a:lnTo>
                    <a:pt x="100307" y="13947"/>
                  </a:lnTo>
                  <a:lnTo>
                    <a:pt x="95493" y="16139"/>
                  </a:lnTo>
                  <a:lnTo>
                    <a:pt x="90750" y="18482"/>
                  </a:lnTo>
                  <a:lnTo>
                    <a:pt x="86084" y="20974"/>
                  </a:lnTo>
                  <a:lnTo>
                    <a:pt x="81499" y="23613"/>
                  </a:lnTo>
                  <a:lnTo>
                    <a:pt x="76999" y="26395"/>
                  </a:lnTo>
                  <a:lnTo>
                    <a:pt x="72590" y="29318"/>
                  </a:lnTo>
                  <a:lnTo>
                    <a:pt x="68276" y="32379"/>
                  </a:lnTo>
                  <a:lnTo>
                    <a:pt x="64061" y="35575"/>
                  </a:lnTo>
                  <a:lnTo>
                    <a:pt x="59949" y="38903"/>
                  </a:lnTo>
                  <a:lnTo>
                    <a:pt x="55944" y="42359"/>
                  </a:lnTo>
                  <a:lnTo>
                    <a:pt x="52051" y="45941"/>
                  </a:lnTo>
                  <a:lnTo>
                    <a:pt x="48273" y="49643"/>
                  </a:lnTo>
                  <a:lnTo>
                    <a:pt x="44614" y="53464"/>
                  </a:lnTo>
                  <a:lnTo>
                    <a:pt x="41077" y="57398"/>
                  </a:lnTo>
                  <a:lnTo>
                    <a:pt x="37667" y="61442"/>
                  </a:lnTo>
                  <a:lnTo>
                    <a:pt x="34387" y="65592"/>
                  </a:lnTo>
                  <a:lnTo>
                    <a:pt x="31240" y="69844"/>
                  </a:lnTo>
                  <a:lnTo>
                    <a:pt x="28228" y="74193"/>
                  </a:lnTo>
                  <a:lnTo>
                    <a:pt x="25356" y="78636"/>
                  </a:lnTo>
                  <a:lnTo>
                    <a:pt x="22626" y="83167"/>
                  </a:lnTo>
                  <a:lnTo>
                    <a:pt x="20041" y="87782"/>
                  </a:lnTo>
                  <a:lnTo>
                    <a:pt x="17602" y="92476"/>
                  </a:lnTo>
                  <a:lnTo>
                    <a:pt x="15314" y="97246"/>
                  </a:lnTo>
                  <a:lnTo>
                    <a:pt x="13178" y="102085"/>
                  </a:lnTo>
                  <a:lnTo>
                    <a:pt x="11196" y="106990"/>
                  </a:lnTo>
                  <a:lnTo>
                    <a:pt x="9370" y="111954"/>
                  </a:lnTo>
                  <a:lnTo>
                    <a:pt x="7702" y="116975"/>
                  </a:lnTo>
                  <a:lnTo>
                    <a:pt x="6193" y="122045"/>
                  </a:lnTo>
                  <a:lnTo>
                    <a:pt x="4846" y="127160"/>
                  </a:lnTo>
                  <a:lnTo>
                    <a:pt x="3662" y="132316"/>
                  </a:lnTo>
                  <a:lnTo>
                    <a:pt x="2641" y="137507"/>
                  </a:lnTo>
                  <a:lnTo>
                    <a:pt x="1785" y="142727"/>
                  </a:lnTo>
                  <a:lnTo>
                    <a:pt x="1094" y="147972"/>
                  </a:lnTo>
                  <a:lnTo>
                    <a:pt x="570" y="153235"/>
                  </a:lnTo>
                  <a:lnTo>
                    <a:pt x="213" y="158513"/>
                  </a:lnTo>
                  <a:lnTo>
                    <a:pt x="22" y="163800"/>
                  </a:lnTo>
                  <a:lnTo>
                    <a:pt x="0" y="169090"/>
                  </a:lnTo>
                  <a:lnTo>
                    <a:pt x="144" y="174378"/>
                  </a:lnTo>
                  <a:lnTo>
                    <a:pt x="456" y="179658"/>
                  </a:lnTo>
                  <a:lnTo>
                    <a:pt x="935" y="184927"/>
                  </a:lnTo>
                  <a:lnTo>
                    <a:pt x="1580" y="190177"/>
                  </a:lnTo>
                  <a:lnTo>
                    <a:pt x="2391" y="195405"/>
                  </a:lnTo>
                  <a:lnTo>
                    <a:pt x="3367" y="200604"/>
                  </a:lnTo>
                  <a:lnTo>
                    <a:pt x="4507" y="205769"/>
                  </a:lnTo>
                  <a:lnTo>
                    <a:pt x="5809" y="210896"/>
                  </a:lnTo>
                  <a:lnTo>
                    <a:pt x="7274" y="215980"/>
                  </a:lnTo>
                  <a:lnTo>
                    <a:pt x="8898" y="221014"/>
                  </a:lnTo>
                  <a:lnTo>
                    <a:pt x="10681" y="225994"/>
                  </a:lnTo>
                  <a:lnTo>
                    <a:pt x="12621" y="230916"/>
                  </a:lnTo>
                  <a:lnTo>
                    <a:pt x="14715" y="235774"/>
                  </a:lnTo>
                  <a:lnTo>
                    <a:pt x="16963" y="240563"/>
                  </a:lnTo>
                  <a:lnTo>
                    <a:pt x="19360" y="245278"/>
                  </a:lnTo>
                  <a:lnTo>
                    <a:pt x="21906" y="249915"/>
                  </a:lnTo>
                  <a:lnTo>
                    <a:pt x="24596" y="254470"/>
                  </a:lnTo>
                  <a:lnTo>
                    <a:pt x="27430" y="258937"/>
                  </a:lnTo>
                  <a:lnTo>
                    <a:pt x="30404" y="263312"/>
                  </a:lnTo>
                  <a:lnTo>
                    <a:pt x="33514" y="267591"/>
                  </a:lnTo>
                  <a:lnTo>
                    <a:pt x="36759" y="271769"/>
                  </a:lnTo>
                  <a:lnTo>
                    <a:pt x="40134" y="275842"/>
                  </a:lnTo>
                  <a:lnTo>
                    <a:pt x="43636" y="279807"/>
                  </a:lnTo>
                  <a:lnTo>
                    <a:pt x="47262" y="283659"/>
                  </a:lnTo>
                  <a:lnTo>
                    <a:pt x="51008" y="287394"/>
                  </a:lnTo>
                  <a:lnTo>
                    <a:pt x="54870" y="291009"/>
                  </a:lnTo>
                  <a:lnTo>
                    <a:pt x="58845" y="294500"/>
                  </a:lnTo>
                  <a:lnTo>
                    <a:pt x="62928" y="297863"/>
                  </a:lnTo>
                  <a:lnTo>
                    <a:pt x="67115" y="301095"/>
                  </a:lnTo>
                  <a:lnTo>
                    <a:pt x="71403" y="304194"/>
                  </a:lnTo>
                  <a:lnTo>
                    <a:pt x="75786" y="307155"/>
                  </a:lnTo>
                  <a:lnTo>
                    <a:pt x="80261" y="309976"/>
                  </a:lnTo>
                  <a:lnTo>
                    <a:pt x="84824" y="312653"/>
                  </a:lnTo>
                  <a:lnTo>
                    <a:pt x="89468" y="315186"/>
                  </a:lnTo>
                  <a:lnTo>
                    <a:pt x="94190" y="317570"/>
                  </a:lnTo>
                  <a:lnTo>
                    <a:pt x="98986" y="319803"/>
                  </a:lnTo>
                  <a:lnTo>
                    <a:pt x="103849" y="321884"/>
                  </a:lnTo>
                  <a:lnTo>
                    <a:pt x="108776" y="323809"/>
                  </a:lnTo>
                  <a:lnTo>
                    <a:pt x="113762" y="325578"/>
                  </a:lnTo>
                  <a:lnTo>
                    <a:pt x="118801" y="327188"/>
                  </a:lnTo>
                  <a:lnTo>
                    <a:pt x="123888" y="328638"/>
                  </a:lnTo>
                  <a:lnTo>
                    <a:pt x="129019" y="329926"/>
                  </a:lnTo>
                  <a:lnTo>
                    <a:pt x="134188" y="331051"/>
                  </a:lnTo>
                  <a:lnTo>
                    <a:pt x="139390" y="332012"/>
                  </a:lnTo>
                  <a:lnTo>
                    <a:pt x="144620" y="332808"/>
                  </a:lnTo>
                  <a:lnTo>
                    <a:pt x="149872" y="333438"/>
                  </a:lnTo>
                  <a:lnTo>
                    <a:pt x="155141" y="333902"/>
                  </a:lnTo>
                  <a:lnTo>
                    <a:pt x="160423" y="334199"/>
                  </a:lnTo>
                  <a:lnTo>
                    <a:pt x="165711" y="334328"/>
                  </a:lnTo>
                  <a:lnTo>
                    <a:pt x="171001" y="334290"/>
                  </a:lnTo>
                  <a:lnTo>
                    <a:pt x="176287" y="334085"/>
                  </a:lnTo>
                  <a:lnTo>
                    <a:pt x="181564" y="333712"/>
                  </a:lnTo>
                  <a:lnTo>
                    <a:pt x="186826" y="333173"/>
                  </a:lnTo>
                  <a:lnTo>
                    <a:pt x="192069" y="332468"/>
                  </a:lnTo>
                  <a:lnTo>
                    <a:pt x="197287" y="331596"/>
                  </a:lnTo>
                  <a:lnTo>
                    <a:pt x="202474" y="330561"/>
                  </a:lnTo>
                  <a:lnTo>
                    <a:pt x="207627" y="329361"/>
                  </a:lnTo>
                  <a:lnTo>
                    <a:pt x="212738" y="328000"/>
                  </a:lnTo>
                  <a:lnTo>
                    <a:pt x="217804" y="326477"/>
                  </a:lnTo>
                  <a:lnTo>
                    <a:pt x="222820" y="324795"/>
                  </a:lnTo>
                  <a:lnTo>
                    <a:pt x="227779" y="322954"/>
                  </a:lnTo>
                  <a:lnTo>
                    <a:pt x="232678" y="320958"/>
                  </a:lnTo>
                  <a:lnTo>
                    <a:pt x="237511" y="318808"/>
                  </a:lnTo>
                  <a:lnTo>
                    <a:pt x="242274" y="316506"/>
                  </a:lnTo>
                  <a:lnTo>
                    <a:pt x="246962" y="314055"/>
                  </a:lnTo>
                  <a:lnTo>
                    <a:pt x="251570" y="311456"/>
                  </a:lnTo>
                  <a:lnTo>
                    <a:pt x="256093" y="308713"/>
                  </a:lnTo>
                  <a:lnTo>
                    <a:pt x="260527" y="305828"/>
                  </a:lnTo>
                  <a:lnTo>
                    <a:pt x="264867" y="302804"/>
                  </a:lnTo>
                  <a:lnTo>
                    <a:pt x="269110" y="299645"/>
                  </a:lnTo>
                  <a:lnTo>
                    <a:pt x="273251" y="296352"/>
                  </a:lnTo>
                  <a:lnTo>
                    <a:pt x="277285" y="292931"/>
                  </a:lnTo>
                  <a:lnTo>
                    <a:pt x="281209" y="289383"/>
                  </a:lnTo>
                  <a:lnTo>
                    <a:pt x="285019" y="285713"/>
                  </a:lnTo>
                  <a:lnTo>
                    <a:pt x="288711" y="281925"/>
                  </a:lnTo>
                  <a:lnTo>
                    <a:pt x="292281" y="278021"/>
                  </a:lnTo>
                  <a:lnTo>
                    <a:pt x="295726" y="274007"/>
                  </a:lnTo>
                  <a:lnTo>
                    <a:pt x="299042" y="269885"/>
                  </a:lnTo>
                  <a:lnTo>
                    <a:pt x="302226" y="265661"/>
                  </a:lnTo>
                  <a:lnTo>
                    <a:pt x="305275" y="261338"/>
                  </a:lnTo>
                  <a:lnTo>
                    <a:pt x="308185" y="256920"/>
                  </a:lnTo>
                  <a:lnTo>
                    <a:pt x="310955" y="252413"/>
                  </a:lnTo>
                  <a:lnTo>
                    <a:pt x="313580" y="247820"/>
                  </a:lnTo>
                  <a:lnTo>
                    <a:pt x="316058" y="243147"/>
                  </a:lnTo>
                  <a:lnTo>
                    <a:pt x="318388" y="238398"/>
                  </a:lnTo>
                  <a:lnTo>
                    <a:pt x="320566" y="233577"/>
                  </a:lnTo>
                  <a:lnTo>
                    <a:pt x="322590" y="228690"/>
                  </a:lnTo>
                  <a:lnTo>
                    <a:pt x="324459" y="223741"/>
                  </a:lnTo>
                  <a:lnTo>
                    <a:pt x="326171" y="218735"/>
                  </a:lnTo>
                  <a:lnTo>
                    <a:pt x="327723" y="213678"/>
                  </a:lnTo>
                  <a:lnTo>
                    <a:pt x="329114" y="208574"/>
                  </a:lnTo>
                  <a:lnTo>
                    <a:pt x="330343" y="203429"/>
                  </a:lnTo>
                  <a:lnTo>
                    <a:pt x="331409" y="198248"/>
                  </a:lnTo>
                  <a:lnTo>
                    <a:pt x="332310" y="193035"/>
                  </a:lnTo>
                  <a:lnTo>
                    <a:pt x="333046" y="187797"/>
                  </a:lnTo>
                  <a:lnTo>
                    <a:pt x="333615" y="182537"/>
                  </a:lnTo>
                  <a:lnTo>
                    <a:pt x="334018" y="177263"/>
                  </a:lnTo>
                  <a:lnTo>
                    <a:pt x="334254" y="171978"/>
                  </a:lnTo>
                  <a:lnTo>
                    <a:pt x="334323" y="166689"/>
                  </a:lnTo>
                  <a:lnTo>
                    <a:pt x="334224" y="161400"/>
                  </a:lnTo>
                  <a:lnTo>
                    <a:pt x="333958" y="156116"/>
                  </a:lnTo>
                  <a:lnTo>
                    <a:pt x="333525" y="150844"/>
                  </a:lnTo>
                  <a:lnTo>
                    <a:pt x="332925" y="145588"/>
                  </a:lnTo>
                  <a:lnTo>
                    <a:pt x="332159" y="140354"/>
                  </a:lnTo>
                  <a:lnTo>
                    <a:pt x="331228" y="135147"/>
                  </a:lnTo>
                  <a:lnTo>
                    <a:pt x="330133" y="129971"/>
                  </a:lnTo>
                  <a:lnTo>
                    <a:pt x="328874" y="124833"/>
                  </a:lnTo>
                  <a:lnTo>
                    <a:pt x="327454" y="119738"/>
                  </a:lnTo>
                  <a:lnTo>
                    <a:pt x="325873" y="114689"/>
                  </a:lnTo>
                  <a:lnTo>
                    <a:pt x="324133" y="109694"/>
                  </a:lnTo>
                  <a:lnTo>
                    <a:pt x="322236" y="104756"/>
                  </a:lnTo>
                  <a:lnTo>
                    <a:pt x="320183" y="99880"/>
                  </a:lnTo>
                  <a:lnTo>
                    <a:pt x="317978" y="95072"/>
                  </a:lnTo>
                  <a:lnTo>
                    <a:pt x="315621" y="90336"/>
                  </a:lnTo>
                  <a:lnTo>
                    <a:pt x="313116" y="85677"/>
                  </a:lnTo>
                  <a:lnTo>
                    <a:pt x="310464" y="81099"/>
                  </a:lnTo>
                  <a:lnTo>
                    <a:pt x="307669" y="76608"/>
                  </a:lnTo>
                  <a:lnTo>
                    <a:pt x="304734" y="72207"/>
                  </a:lnTo>
                  <a:lnTo>
                    <a:pt x="301660" y="67902"/>
                  </a:lnTo>
                  <a:lnTo>
                    <a:pt x="298452" y="63696"/>
                  </a:lnTo>
                  <a:lnTo>
                    <a:pt x="295112" y="59593"/>
                  </a:lnTo>
                  <a:lnTo>
                    <a:pt x="291645" y="55598"/>
                  </a:lnTo>
                  <a:lnTo>
                    <a:pt x="288052" y="51715"/>
                  </a:lnTo>
                  <a:lnTo>
                    <a:pt x="284339" y="47948"/>
                  </a:lnTo>
                  <a:lnTo>
                    <a:pt x="280508" y="44300"/>
                  </a:lnTo>
                  <a:lnTo>
                    <a:pt x="276563" y="40775"/>
                  </a:lnTo>
                  <a:lnTo>
                    <a:pt x="272510" y="37376"/>
                  </a:lnTo>
                  <a:lnTo>
                    <a:pt x="268350" y="34108"/>
                  </a:lnTo>
                  <a:lnTo>
                    <a:pt x="264089" y="30973"/>
                  </a:lnTo>
                  <a:lnTo>
                    <a:pt x="259732" y="27974"/>
                  </a:lnTo>
                  <a:lnTo>
                    <a:pt x="255281" y="25114"/>
                  </a:lnTo>
                  <a:lnTo>
                    <a:pt x="250742" y="22397"/>
                  </a:lnTo>
                  <a:lnTo>
                    <a:pt x="246120" y="19825"/>
                  </a:lnTo>
                  <a:lnTo>
                    <a:pt x="241418" y="17400"/>
                  </a:lnTo>
                  <a:lnTo>
                    <a:pt x="236642" y="15126"/>
                  </a:lnTo>
                  <a:lnTo>
                    <a:pt x="231797" y="13003"/>
                  </a:lnTo>
                  <a:lnTo>
                    <a:pt x="226887" y="11035"/>
                  </a:lnTo>
                  <a:lnTo>
                    <a:pt x="221917" y="9223"/>
                  </a:lnTo>
                  <a:lnTo>
                    <a:pt x="216892" y="7570"/>
                  </a:lnTo>
                  <a:lnTo>
                    <a:pt x="211817" y="6076"/>
                  </a:lnTo>
                  <a:lnTo>
                    <a:pt x="206698" y="474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8565"/>
              <a:ext cx="39541" cy="162423"/>
            </a:xfrm>
            <a:custGeom>
              <a:avLst/>
              <a:pathLst>
                <a:path w="39541" h="162423">
                  <a:moveTo>
                    <a:pt x="39541" y="0"/>
                  </a:moveTo>
                  <a:lnTo>
                    <a:pt x="0" y="162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8154"/>
              <a:ext cx="39541" cy="162834"/>
            </a:xfrm>
            <a:custGeom>
              <a:avLst/>
              <a:pathLst>
                <a:path w="39541" h="162834">
                  <a:moveTo>
                    <a:pt x="39541" y="410"/>
                  </a:moveTo>
                  <a:lnTo>
                    <a:pt x="37815" y="0"/>
                  </a:lnTo>
                  <a:lnTo>
                    <a:pt x="0" y="1628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37815" cy="167167"/>
            </a:xfrm>
            <a:custGeom>
              <a:avLst/>
              <a:pathLst>
                <a:path w="37815" h="167167">
                  <a:moveTo>
                    <a:pt x="37815" y="4333"/>
                  </a:moveTo>
                  <a:lnTo>
                    <a:pt x="31597" y="3013"/>
                  </a:lnTo>
                  <a:lnTo>
                    <a:pt x="25332" y="1930"/>
                  </a:lnTo>
                  <a:lnTo>
                    <a:pt x="19031" y="1086"/>
                  </a:lnTo>
                  <a:lnTo>
                    <a:pt x="12703" y="483"/>
                  </a:lnTo>
                  <a:lnTo>
                    <a:pt x="6356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77" y="4659281"/>
              <a:ext cx="167147" cy="227847"/>
            </a:xfrm>
            <a:custGeom>
              <a:avLst/>
              <a:pathLst>
                <a:path w="167147" h="227847">
                  <a:moveTo>
                    <a:pt x="167147" y="0"/>
                  </a:moveTo>
                  <a:lnTo>
                    <a:pt x="161737" y="87"/>
                  </a:lnTo>
                  <a:lnTo>
                    <a:pt x="156332" y="350"/>
                  </a:lnTo>
                  <a:lnTo>
                    <a:pt x="150938" y="787"/>
                  </a:lnTo>
                  <a:lnTo>
                    <a:pt x="145562" y="1399"/>
                  </a:lnTo>
                  <a:lnTo>
                    <a:pt x="140208" y="2184"/>
                  </a:lnTo>
                  <a:lnTo>
                    <a:pt x="134882" y="3143"/>
                  </a:lnTo>
                  <a:lnTo>
                    <a:pt x="129591" y="4273"/>
                  </a:lnTo>
                  <a:lnTo>
                    <a:pt x="124338" y="5574"/>
                  </a:lnTo>
                  <a:lnTo>
                    <a:pt x="119131" y="7044"/>
                  </a:lnTo>
                  <a:lnTo>
                    <a:pt x="113973" y="8682"/>
                  </a:lnTo>
                  <a:lnTo>
                    <a:pt x="108872" y="10486"/>
                  </a:lnTo>
                  <a:lnTo>
                    <a:pt x="103831" y="12454"/>
                  </a:lnTo>
                  <a:lnTo>
                    <a:pt x="98857" y="14584"/>
                  </a:lnTo>
                  <a:lnTo>
                    <a:pt x="93954" y="16875"/>
                  </a:lnTo>
                  <a:lnTo>
                    <a:pt x="89128" y="19322"/>
                  </a:lnTo>
                  <a:lnTo>
                    <a:pt x="84384" y="21925"/>
                  </a:lnTo>
                  <a:lnTo>
                    <a:pt x="79727" y="24680"/>
                  </a:lnTo>
                  <a:lnTo>
                    <a:pt x="75161" y="27584"/>
                  </a:lnTo>
                  <a:lnTo>
                    <a:pt x="70691" y="30634"/>
                  </a:lnTo>
                  <a:lnTo>
                    <a:pt x="66323" y="33827"/>
                  </a:lnTo>
                  <a:lnTo>
                    <a:pt x="62060" y="37160"/>
                  </a:lnTo>
                  <a:lnTo>
                    <a:pt x="57908" y="40630"/>
                  </a:lnTo>
                  <a:lnTo>
                    <a:pt x="53869" y="44232"/>
                  </a:lnTo>
                  <a:lnTo>
                    <a:pt x="49950" y="47962"/>
                  </a:lnTo>
                  <a:lnTo>
                    <a:pt x="46153" y="51818"/>
                  </a:lnTo>
                  <a:lnTo>
                    <a:pt x="42483" y="55794"/>
                  </a:lnTo>
                  <a:lnTo>
                    <a:pt x="38944" y="59888"/>
                  </a:lnTo>
                  <a:lnTo>
                    <a:pt x="35539" y="64093"/>
                  </a:lnTo>
                  <a:lnTo>
                    <a:pt x="32272" y="68407"/>
                  </a:lnTo>
                  <a:lnTo>
                    <a:pt x="29146" y="72824"/>
                  </a:lnTo>
                  <a:lnTo>
                    <a:pt x="26165" y="77340"/>
                  </a:lnTo>
                  <a:lnTo>
                    <a:pt x="23331" y="81950"/>
                  </a:lnTo>
                  <a:lnTo>
                    <a:pt x="20649" y="86649"/>
                  </a:lnTo>
                  <a:lnTo>
                    <a:pt x="18119" y="91433"/>
                  </a:lnTo>
                  <a:lnTo>
                    <a:pt x="15746" y="96296"/>
                  </a:lnTo>
                  <a:lnTo>
                    <a:pt x="13532" y="101233"/>
                  </a:lnTo>
                  <a:lnTo>
                    <a:pt x="11478" y="106239"/>
                  </a:lnTo>
                  <a:lnTo>
                    <a:pt x="9588" y="111310"/>
                  </a:lnTo>
                  <a:lnTo>
                    <a:pt x="7863" y="116438"/>
                  </a:lnTo>
                  <a:lnTo>
                    <a:pt x="6304" y="121620"/>
                  </a:lnTo>
                  <a:lnTo>
                    <a:pt x="4914" y="126850"/>
                  </a:lnTo>
                  <a:lnTo>
                    <a:pt x="3694" y="132122"/>
                  </a:lnTo>
                  <a:lnTo>
                    <a:pt x="2646" y="137430"/>
                  </a:lnTo>
                  <a:lnTo>
                    <a:pt x="1770" y="142770"/>
                  </a:lnTo>
                  <a:lnTo>
                    <a:pt x="1067" y="148135"/>
                  </a:lnTo>
                  <a:lnTo>
                    <a:pt x="538" y="153521"/>
                  </a:lnTo>
                  <a:lnTo>
                    <a:pt x="183" y="158920"/>
                  </a:lnTo>
                  <a:lnTo>
                    <a:pt x="4" y="164328"/>
                  </a:lnTo>
                  <a:lnTo>
                    <a:pt x="0" y="169739"/>
                  </a:lnTo>
                  <a:lnTo>
                    <a:pt x="170" y="175148"/>
                  </a:lnTo>
                  <a:lnTo>
                    <a:pt x="516" y="180548"/>
                  </a:lnTo>
                  <a:lnTo>
                    <a:pt x="1037" y="185934"/>
                  </a:lnTo>
                  <a:lnTo>
                    <a:pt x="1731" y="191301"/>
                  </a:lnTo>
                  <a:lnTo>
                    <a:pt x="2599" y="196642"/>
                  </a:lnTo>
                  <a:lnTo>
                    <a:pt x="3639" y="201952"/>
                  </a:lnTo>
                  <a:lnTo>
                    <a:pt x="4850" y="207226"/>
                  </a:lnTo>
                  <a:lnTo>
                    <a:pt x="6232" y="212458"/>
                  </a:lnTo>
                  <a:lnTo>
                    <a:pt x="7782" y="217642"/>
                  </a:lnTo>
                  <a:lnTo>
                    <a:pt x="9499" y="222773"/>
                  </a:lnTo>
                  <a:lnTo>
                    <a:pt x="11382" y="22784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30759" y="4826449"/>
              <a:ext cx="155765" cy="60679"/>
            </a:xfrm>
            <a:custGeom>
              <a:avLst/>
              <a:pathLst>
                <a:path w="155765" h="60679">
                  <a:moveTo>
                    <a:pt x="0" y="60679"/>
                  </a:moveTo>
                  <a:lnTo>
                    <a:pt x="15576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0759" y="4826449"/>
              <a:ext cx="155765" cy="89902"/>
            </a:xfrm>
            <a:custGeom>
              <a:avLst/>
              <a:pathLst>
                <a:path w="155765" h="89902">
                  <a:moveTo>
                    <a:pt x="0" y="60679"/>
                  </a:moveTo>
                  <a:lnTo>
                    <a:pt x="2502" y="66748"/>
                  </a:lnTo>
                  <a:lnTo>
                    <a:pt x="5241" y="72713"/>
                  </a:lnTo>
                  <a:lnTo>
                    <a:pt x="8211" y="78567"/>
                  </a:lnTo>
                  <a:lnTo>
                    <a:pt x="11410" y="84299"/>
                  </a:lnTo>
                  <a:lnTo>
                    <a:pt x="14831" y="89902"/>
                  </a:lnTo>
                  <a:lnTo>
                    <a:pt x="15576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5590" y="4659281"/>
              <a:ext cx="308095" cy="334316"/>
            </a:xfrm>
            <a:custGeom>
              <a:avLst/>
              <a:pathLst>
                <a:path w="308095" h="334316">
                  <a:moveTo>
                    <a:pt x="0" y="257069"/>
                  </a:moveTo>
                  <a:lnTo>
                    <a:pt x="2937" y="261516"/>
                  </a:lnTo>
                  <a:lnTo>
                    <a:pt x="6014" y="265867"/>
                  </a:lnTo>
                  <a:lnTo>
                    <a:pt x="9229" y="270117"/>
                  </a:lnTo>
                  <a:lnTo>
                    <a:pt x="12578" y="274263"/>
                  </a:lnTo>
                  <a:lnTo>
                    <a:pt x="16057" y="278300"/>
                  </a:lnTo>
                  <a:lnTo>
                    <a:pt x="19663" y="282224"/>
                  </a:lnTo>
                  <a:lnTo>
                    <a:pt x="23392" y="286031"/>
                  </a:lnTo>
                  <a:lnTo>
                    <a:pt x="27240" y="289718"/>
                  </a:lnTo>
                  <a:lnTo>
                    <a:pt x="31205" y="293280"/>
                  </a:lnTo>
                  <a:lnTo>
                    <a:pt x="35280" y="296713"/>
                  </a:lnTo>
                  <a:lnTo>
                    <a:pt x="39463" y="300015"/>
                  </a:lnTo>
                  <a:lnTo>
                    <a:pt x="43750" y="303182"/>
                  </a:lnTo>
                  <a:lnTo>
                    <a:pt x="48135" y="306211"/>
                  </a:lnTo>
                  <a:lnTo>
                    <a:pt x="52614" y="309098"/>
                  </a:lnTo>
                  <a:lnTo>
                    <a:pt x="57183" y="311841"/>
                  </a:lnTo>
                  <a:lnTo>
                    <a:pt x="61837" y="314438"/>
                  </a:lnTo>
                  <a:lnTo>
                    <a:pt x="66572" y="316884"/>
                  </a:lnTo>
                  <a:lnTo>
                    <a:pt x="71382" y="319178"/>
                  </a:lnTo>
                  <a:lnTo>
                    <a:pt x="76263" y="321318"/>
                  </a:lnTo>
                  <a:lnTo>
                    <a:pt x="81209" y="323301"/>
                  </a:lnTo>
                  <a:lnTo>
                    <a:pt x="86217" y="325126"/>
                  </a:lnTo>
                  <a:lnTo>
                    <a:pt x="91279" y="326790"/>
                  </a:lnTo>
                  <a:lnTo>
                    <a:pt x="96393" y="328291"/>
                  </a:lnTo>
                  <a:lnTo>
                    <a:pt x="101551" y="329629"/>
                  </a:lnTo>
                  <a:lnTo>
                    <a:pt x="106750" y="330802"/>
                  </a:lnTo>
                  <a:lnTo>
                    <a:pt x="111983" y="331808"/>
                  </a:lnTo>
                  <a:lnTo>
                    <a:pt x="117246" y="332648"/>
                  </a:lnTo>
                  <a:lnTo>
                    <a:pt x="122533" y="333319"/>
                  </a:lnTo>
                  <a:lnTo>
                    <a:pt x="127839" y="333821"/>
                  </a:lnTo>
                  <a:lnTo>
                    <a:pt x="133158" y="334153"/>
                  </a:lnTo>
                  <a:lnTo>
                    <a:pt x="138484" y="334316"/>
                  </a:lnTo>
                  <a:lnTo>
                    <a:pt x="143814" y="334310"/>
                  </a:lnTo>
                  <a:lnTo>
                    <a:pt x="149140" y="334133"/>
                  </a:lnTo>
                  <a:lnTo>
                    <a:pt x="154458" y="333786"/>
                  </a:lnTo>
                  <a:lnTo>
                    <a:pt x="159762" y="333271"/>
                  </a:lnTo>
                  <a:lnTo>
                    <a:pt x="165047" y="332586"/>
                  </a:lnTo>
                  <a:lnTo>
                    <a:pt x="170308" y="331733"/>
                  </a:lnTo>
                  <a:lnTo>
                    <a:pt x="175539" y="330713"/>
                  </a:lnTo>
                  <a:lnTo>
                    <a:pt x="180734" y="329527"/>
                  </a:lnTo>
                  <a:lnTo>
                    <a:pt x="185890" y="328176"/>
                  </a:lnTo>
                  <a:lnTo>
                    <a:pt x="190999" y="326661"/>
                  </a:lnTo>
                  <a:lnTo>
                    <a:pt x="196058" y="324984"/>
                  </a:lnTo>
                  <a:lnTo>
                    <a:pt x="201060" y="323147"/>
                  </a:lnTo>
                  <a:lnTo>
                    <a:pt x="206002" y="321151"/>
                  </a:lnTo>
                  <a:lnTo>
                    <a:pt x="210877" y="318999"/>
                  </a:lnTo>
                  <a:lnTo>
                    <a:pt x="215681" y="316692"/>
                  </a:lnTo>
                  <a:lnTo>
                    <a:pt x="220410" y="314234"/>
                  </a:lnTo>
                  <a:lnTo>
                    <a:pt x="225057" y="311626"/>
                  </a:lnTo>
                  <a:lnTo>
                    <a:pt x="229619" y="308871"/>
                  </a:lnTo>
                  <a:lnTo>
                    <a:pt x="234091" y="305972"/>
                  </a:lnTo>
                  <a:lnTo>
                    <a:pt x="238468" y="302932"/>
                  </a:lnTo>
                  <a:lnTo>
                    <a:pt x="242746" y="299754"/>
                  </a:lnTo>
                  <a:lnTo>
                    <a:pt x="246921" y="296441"/>
                  </a:lnTo>
                  <a:lnTo>
                    <a:pt x="250988" y="292997"/>
                  </a:lnTo>
                  <a:lnTo>
                    <a:pt x="254943" y="289425"/>
                  </a:lnTo>
                  <a:lnTo>
                    <a:pt x="258782" y="285729"/>
                  </a:lnTo>
                  <a:lnTo>
                    <a:pt x="262501" y="281912"/>
                  </a:lnTo>
                  <a:lnTo>
                    <a:pt x="266097" y="277979"/>
                  </a:lnTo>
                  <a:lnTo>
                    <a:pt x="269566" y="273933"/>
                  </a:lnTo>
                  <a:lnTo>
                    <a:pt x="272903" y="269778"/>
                  </a:lnTo>
                  <a:lnTo>
                    <a:pt x="276107" y="265519"/>
                  </a:lnTo>
                  <a:lnTo>
                    <a:pt x="279174" y="261161"/>
                  </a:lnTo>
                  <a:lnTo>
                    <a:pt x="282099" y="256706"/>
                  </a:lnTo>
                  <a:lnTo>
                    <a:pt x="284882" y="252161"/>
                  </a:lnTo>
                  <a:lnTo>
                    <a:pt x="287518" y="247529"/>
                  </a:lnTo>
                  <a:lnTo>
                    <a:pt x="290005" y="242816"/>
                  </a:lnTo>
                  <a:lnTo>
                    <a:pt x="292341" y="238026"/>
                  </a:lnTo>
                  <a:lnTo>
                    <a:pt x="294522" y="233164"/>
                  </a:lnTo>
                  <a:lnTo>
                    <a:pt x="296548" y="228234"/>
                  </a:lnTo>
                  <a:lnTo>
                    <a:pt x="298416" y="223243"/>
                  </a:lnTo>
                  <a:lnTo>
                    <a:pt x="300123" y="218195"/>
                  </a:lnTo>
                  <a:lnTo>
                    <a:pt x="301669" y="213094"/>
                  </a:lnTo>
                  <a:lnTo>
                    <a:pt x="303051" y="207947"/>
                  </a:lnTo>
                  <a:lnTo>
                    <a:pt x="304269" y="202759"/>
                  </a:lnTo>
                  <a:lnTo>
                    <a:pt x="305320" y="197535"/>
                  </a:lnTo>
                  <a:lnTo>
                    <a:pt x="306205" y="192279"/>
                  </a:lnTo>
                  <a:lnTo>
                    <a:pt x="306921" y="186998"/>
                  </a:lnTo>
                  <a:lnTo>
                    <a:pt x="307469" y="181697"/>
                  </a:lnTo>
                  <a:lnTo>
                    <a:pt x="307847" y="176381"/>
                  </a:lnTo>
                  <a:lnTo>
                    <a:pt x="308056" y="171056"/>
                  </a:lnTo>
                  <a:lnTo>
                    <a:pt x="308095" y="165727"/>
                  </a:lnTo>
                  <a:lnTo>
                    <a:pt x="307965" y="160399"/>
                  </a:lnTo>
                  <a:lnTo>
                    <a:pt x="307664" y="155079"/>
                  </a:lnTo>
                  <a:lnTo>
                    <a:pt x="307194" y="149770"/>
                  </a:lnTo>
                  <a:lnTo>
                    <a:pt x="306555" y="144479"/>
                  </a:lnTo>
                  <a:lnTo>
                    <a:pt x="305747" y="139211"/>
                  </a:lnTo>
                  <a:lnTo>
                    <a:pt x="304773" y="133972"/>
                  </a:lnTo>
                  <a:lnTo>
                    <a:pt x="303631" y="128766"/>
                  </a:lnTo>
                  <a:lnTo>
                    <a:pt x="302325" y="123600"/>
                  </a:lnTo>
                  <a:lnTo>
                    <a:pt x="300854" y="118478"/>
                  </a:lnTo>
                  <a:lnTo>
                    <a:pt x="299220" y="113405"/>
                  </a:lnTo>
                  <a:lnTo>
                    <a:pt x="297426" y="108387"/>
                  </a:lnTo>
                  <a:lnTo>
                    <a:pt x="295473" y="103428"/>
                  </a:lnTo>
                  <a:lnTo>
                    <a:pt x="293363" y="98534"/>
                  </a:lnTo>
                  <a:lnTo>
                    <a:pt x="291098" y="93710"/>
                  </a:lnTo>
                  <a:lnTo>
                    <a:pt x="288680" y="88961"/>
                  </a:lnTo>
                  <a:lnTo>
                    <a:pt x="286112" y="84291"/>
                  </a:lnTo>
                  <a:lnTo>
                    <a:pt x="283396" y="79706"/>
                  </a:lnTo>
                  <a:lnTo>
                    <a:pt x="280536" y="75209"/>
                  </a:lnTo>
                  <a:lnTo>
                    <a:pt x="277534" y="70806"/>
                  </a:lnTo>
                  <a:lnTo>
                    <a:pt x="274393" y="66501"/>
                  </a:lnTo>
                  <a:lnTo>
                    <a:pt x="271116" y="62298"/>
                  </a:lnTo>
                  <a:lnTo>
                    <a:pt x="267707" y="58201"/>
                  </a:lnTo>
                  <a:lnTo>
                    <a:pt x="264170" y="54216"/>
                  </a:lnTo>
                  <a:lnTo>
                    <a:pt x="260507" y="50345"/>
                  </a:lnTo>
                  <a:lnTo>
                    <a:pt x="256722" y="46593"/>
                  </a:lnTo>
                  <a:lnTo>
                    <a:pt x="252820" y="42963"/>
                  </a:lnTo>
                  <a:lnTo>
                    <a:pt x="248804" y="39460"/>
                  </a:lnTo>
                  <a:lnTo>
                    <a:pt x="244678" y="36086"/>
                  </a:lnTo>
                  <a:lnTo>
                    <a:pt x="240447" y="32846"/>
                  </a:lnTo>
                  <a:lnTo>
                    <a:pt x="236115" y="29742"/>
                  </a:lnTo>
                  <a:lnTo>
                    <a:pt x="231686" y="26778"/>
                  </a:lnTo>
                  <a:lnTo>
                    <a:pt x="227165" y="23957"/>
                  </a:lnTo>
                  <a:lnTo>
                    <a:pt x="222556" y="21281"/>
                  </a:lnTo>
                  <a:lnTo>
                    <a:pt x="217864" y="18753"/>
                  </a:lnTo>
                  <a:lnTo>
                    <a:pt x="213094" y="16376"/>
                  </a:lnTo>
                  <a:lnTo>
                    <a:pt x="208251" y="14153"/>
                  </a:lnTo>
                  <a:lnTo>
                    <a:pt x="203340" y="12085"/>
                  </a:lnTo>
                  <a:lnTo>
                    <a:pt x="198364" y="10174"/>
                  </a:lnTo>
                  <a:lnTo>
                    <a:pt x="193331" y="8423"/>
                  </a:lnTo>
                  <a:lnTo>
                    <a:pt x="188244" y="6834"/>
                  </a:lnTo>
                  <a:lnTo>
                    <a:pt x="183109" y="5407"/>
                  </a:lnTo>
                  <a:lnTo>
                    <a:pt x="177932" y="4145"/>
                  </a:lnTo>
                  <a:lnTo>
                    <a:pt x="172717" y="3049"/>
                  </a:lnTo>
                  <a:lnTo>
                    <a:pt x="167469" y="2119"/>
                  </a:lnTo>
                  <a:lnTo>
                    <a:pt x="162194" y="1357"/>
                  </a:lnTo>
                  <a:lnTo>
                    <a:pt x="156898" y="764"/>
                  </a:lnTo>
                  <a:lnTo>
                    <a:pt x="151586" y="339"/>
                  </a:lnTo>
                  <a:lnTo>
                    <a:pt x="146263" y="84"/>
                  </a:lnTo>
                  <a:lnTo>
                    <a:pt x="140934" y="0"/>
                  </a:lnTo>
                  <a:lnTo>
                    <a:pt x="1409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6059" y="5018213"/>
              <a:ext cx="2661" cy="167167"/>
            </a:xfrm>
            <a:custGeom>
              <a:avLst/>
              <a:pathLst>
                <a:path w="2661" h="167167">
                  <a:moveTo>
                    <a:pt x="2661" y="0"/>
                  </a:moveTo>
                  <a:lnTo>
                    <a:pt x="0" y="21"/>
                  </a:lnTo>
                  <a:lnTo>
                    <a:pt x="26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321557" y="5018234"/>
              <a:ext cx="334322" cy="334313"/>
            </a:xfrm>
            <a:custGeom>
              <a:avLst/>
              <a:pathLst>
                <a:path w="334322" h="334313">
                  <a:moveTo>
                    <a:pt x="164502" y="0"/>
                  </a:moveTo>
                  <a:lnTo>
                    <a:pt x="159224" y="167"/>
                  </a:lnTo>
                  <a:lnTo>
                    <a:pt x="153954" y="501"/>
                  </a:lnTo>
                  <a:lnTo>
                    <a:pt x="148698" y="1001"/>
                  </a:lnTo>
                  <a:lnTo>
                    <a:pt x="143460" y="1667"/>
                  </a:lnTo>
                  <a:lnTo>
                    <a:pt x="138245" y="2498"/>
                  </a:lnTo>
                  <a:lnTo>
                    <a:pt x="133060" y="3494"/>
                  </a:lnTo>
                  <a:lnTo>
                    <a:pt x="127908" y="4653"/>
                  </a:lnTo>
                  <a:lnTo>
                    <a:pt x="122796" y="5973"/>
                  </a:lnTo>
                  <a:lnTo>
                    <a:pt x="117728" y="7455"/>
                  </a:lnTo>
                  <a:lnTo>
                    <a:pt x="112709" y="9096"/>
                  </a:lnTo>
                  <a:lnTo>
                    <a:pt x="107745" y="10895"/>
                  </a:lnTo>
                  <a:lnTo>
                    <a:pt x="102839" y="12849"/>
                  </a:lnTo>
                  <a:lnTo>
                    <a:pt x="97998" y="14958"/>
                  </a:lnTo>
                  <a:lnTo>
                    <a:pt x="93226" y="17218"/>
                  </a:lnTo>
                  <a:lnTo>
                    <a:pt x="88528" y="19628"/>
                  </a:lnTo>
                  <a:lnTo>
                    <a:pt x="83909" y="22185"/>
                  </a:lnTo>
                  <a:lnTo>
                    <a:pt x="79372" y="24886"/>
                  </a:lnTo>
                  <a:lnTo>
                    <a:pt x="74923" y="27730"/>
                  </a:lnTo>
                  <a:lnTo>
                    <a:pt x="70566" y="30713"/>
                  </a:lnTo>
                  <a:lnTo>
                    <a:pt x="66305" y="33832"/>
                  </a:lnTo>
                  <a:lnTo>
                    <a:pt x="62145" y="37084"/>
                  </a:lnTo>
                  <a:lnTo>
                    <a:pt x="58090" y="40465"/>
                  </a:lnTo>
                  <a:lnTo>
                    <a:pt x="54143" y="43973"/>
                  </a:lnTo>
                  <a:lnTo>
                    <a:pt x="50309" y="47604"/>
                  </a:lnTo>
                  <a:lnTo>
                    <a:pt x="46592" y="51354"/>
                  </a:lnTo>
                  <a:lnTo>
                    <a:pt x="42995" y="55220"/>
                  </a:lnTo>
                  <a:lnTo>
                    <a:pt x="39522" y="59197"/>
                  </a:lnTo>
                  <a:lnTo>
                    <a:pt x="36177" y="63282"/>
                  </a:lnTo>
                  <a:lnTo>
                    <a:pt x="32962" y="67471"/>
                  </a:lnTo>
                  <a:lnTo>
                    <a:pt x="29881" y="71759"/>
                  </a:lnTo>
                  <a:lnTo>
                    <a:pt x="26937" y="76142"/>
                  </a:lnTo>
                  <a:lnTo>
                    <a:pt x="24133" y="80616"/>
                  </a:lnTo>
                  <a:lnTo>
                    <a:pt x="21471" y="85177"/>
                  </a:lnTo>
                  <a:lnTo>
                    <a:pt x="18955" y="89819"/>
                  </a:lnTo>
                  <a:lnTo>
                    <a:pt x="16587" y="94538"/>
                  </a:lnTo>
                  <a:lnTo>
                    <a:pt x="14369" y="99330"/>
                  </a:lnTo>
                  <a:lnTo>
                    <a:pt x="12303" y="104190"/>
                  </a:lnTo>
                  <a:lnTo>
                    <a:pt x="10392" y="109112"/>
                  </a:lnTo>
                  <a:lnTo>
                    <a:pt x="8637" y="114092"/>
                  </a:lnTo>
                  <a:lnTo>
                    <a:pt x="7041" y="119125"/>
                  </a:lnTo>
                  <a:lnTo>
                    <a:pt x="5604" y="124206"/>
                  </a:lnTo>
                  <a:lnTo>
                    <a:pt x="4329" y="129330"/>
                  </a:lnTo>
                  <a:lnTo>
                    <a:pt x="3216" y="134492"/>
                  </a:lnTo>
                  <a:lnTo>
                    <a:pt x="2266" y="139686"/>
                  </a:lnTo>
                  <a:lnTo>
                    <a:pt x="1481" y="144907"/>
                  </a:lnTo>
                  <a:lnTo>
                    <a:pt x="861" y="150151"/>
                  </a:lnTo>
                  <a:lnTo>
                    <a:pt x="408" y="155412"/>
                  </a:lnTo>
                  <a:lnTo>
                    <a:pt x="120" y="160684"/>
                  </a:lnTo>
                  <a:lnTo>
                    <a:pt x="0" y="165963"/>
                  </a:lnTo>
                  <a:lnTo>
                    <a:pt x="46" y="171243"/>
                  </a:lnTo>
                  <a:lnTo>
                    <a:pt x="258" y="176519"/>
                  </a:lnTo>
                  <a:lnTo>
                    <a:pt x="638" y="181785"/>
                  </a:lnTo>
                  <a:lnTo>
                    <a:pt x="1183" y="187037"/>
                  </a:lnTo>
                  <a:lnTo>
                    <a:pt x="1894" y="192270"/>
                  </a:lnTo>
                  <a:lnTo>
                    <a:pt x="2770" y="197477"/>
                  </a:lnTo>
                  <a:lnTo>
                    <a:pt x="3810" y="202653"/>
                  </a:lnTo>
                  <a:lnTo>
                    <a:pt x="5013" y="207795"/>
                  </a:lnTo>
                  <a:lnTo>
                    <a:pt x="6378" y="212896"/>
                  </a:lnTo>
                  <a:lnTo>
                    <a:pt x="7903" y="217951"/>
                  </a:lnTo>
                  <a:lnTo>
                    <a:pt x="9587" y="222955"/>
                  </a:lnTo>
                  <a:lnTo>
                    <a:pt x="11428" y="227904"/>
                  </a:lnTo>
                  <a:lnTo>
                    <a:pt x="13424" y="232792"/>
                  </a:lnTo>
                  <a:lnTo>
                    <a:pt x="15574" y="237615"/>
                  </a:lnTo>
                  <a:lnTo>
                    <a:pt x="17876" y="242367"/>
                  </a:lnTo>
                  <a:lnTo>
                    <a:pt x="20326" y="247045"/>
                  </a:lnTo>
                  <a:lnTo>
                    <a:pt x="22922" y="251642"/>
                  </a:lnTo>
                  <a:lnTo>
                    <a:pt x="25663" y="256156"/>
                  </a:lnTo>
                  <a:lnTo>
                    <a:pt x="28545" y="260580"/>
                  </a:lnTo>
                  <a:lnTo>
                    <a:pt x="31565" y="264912"/>
                  </a:lnTo>
                  <a:lnTo>
                    <a:pt x="34720" y="269145"/>
                  </a:lnTo>
                  <a:lnTo>
                    <a:pt x="38008" y="273277"/>
                  </a:lnTo>
                  <a:lnTo>
                    <a:pt x="41424" y="277303"/>
                  </a:lnTo>
                  <a:lnTo>
                    <a:pt x="44966" y="281220"/>
                  </a:lnTo>
                  <a:lnTo>
                    <a:pt x="48629" y="285022"/>
                  </a:lnTo>
                  <a:lnTo>
                    <a:pt x="52411" y="288707"/>
                  </a:lnTo>
                  <a:lnTo>
                    <a:pt x="56308" y="292270"/>
                  </a:lnTo>
                  <a:lnTo>
                    <a:pt x="60315" y="295709"/>
                  </a:lnTo>
                  <a:lnTo>
                    <a:pt x="64428" y="299019"/>
                  </a:lnTo>
                  <a:lnTo>
                    <a:pt x="68645" y="302198"/>
                  </a:lnTo>
                  <a:lnTo>
                    <a:pt x="72959" y="305242"/>
                  </a:lnTo>
                  <a:lnTo>
                    <a:pt x="77368" y="308148"/>
                  </a:lnTo>
                  <a:lnTo>
                    <a:pt x="81866" y="310914"/>
                  </a:lnTo>
                  <a:lnTo>
                    <a:pt x="86449" y="313536"/>
                  </a:lnTo>
                  <a:lnTo>
                    <a:pt x="91112" y="316012"/>
                  </a:lnTo>
                  <a:lnTo>
                    <a:pt x="95852" y="318340"/>
                  </a:lnTo>
                  <a:lnTo>
                    <a:pt x="100662" y="320517"/>
                  </a:lnTo>
                  <a:lnTo>
                    <a:pt x="105539" y="322541"/>
                  </a:lnTo>
                  <a:lnTo>
                    <a:pt x="110478" y="324409"/>
                  </a:lnTo>
                  <a:lnTo>
                    <a:pt x="115473" y="326121"/>
                  </a:lnTo>
                  <a:lnTo>
                    <a:pt x="120520" y="327674"/>
                  </a:lnTo>
                  <a:lnTo>
                    <a:pt x="125613" y="329067"/>
                  </a:lnTo>
                  <a:lnTo>
                    <a:pt x="130747" y="330299"/>
                  </a:lnTo>
                  <a:lnTo>
                    <a:pt x="135918" y="331367"/>
                  </a:lnTo>
                  <a:lnTo>
                    <a:pt x="141120" y="332272"/>
                  </a:lnTo>
                  <a:lnTo>
                    <a:pt x="146349" y="333012"/>
                  </a:lnTo>
                  <a:lnTo>
                    <a:pt x="151597" y="333587"/>
                  </a:lnTo>
                  <a:lnTo>
                    <a:pt x="156862" y="333996"/>
                  </a:lnTo>
                  <a:lnTo>
                    <a:pt x="162137" y="334238"/>
                  </a:lnTo>
                  <a:lnTo>
                    <a:pt x="167416" y="334313"/>
                  </a:lnTo>
                  <a:lnTo>
                    <a:pt x="172696" y="334222"/>
                  </a:lnTo>
                  <a:lnTo>
                    <a:pt x="177970" y="333964"/>
                  </a:lnTo>
                  <a:lnTo>
                    <a:pt x="183233" y="333539"/>
                  </a:lnTo>
                  <a:lnTo>
                    <a:pt x="188480" y="332948"/>
                  </a:lnTo>
                  <a:lnTo>
                    <a:pt x="193706" y="332193"/>
                  </a:lnTo>
                  <a:lnTo>
                    <a:pt x="198905" y="331272"/>
                  </a:lnTo>
                  <a:lnTo>
                    <a:pt x="204073" y="330188"/>
                  </a:lnTo>
                  <a:lnTo>
                    <a:pt x="209204" y="328940"/>
                  </a:lnTo>
                  <a:lnTo>
                    <a:pt x="214292" y="327532"/>
                  </a:lnTo>
                  <a:lnTo>
                    <a:pt x="219334" y="325964"/>
                  </a:lnTo>
                  <a:lnTo>
                    <a:pt x="224324" y="324237"/>
                  </a:lnTo>
                  <a:lnTo>
                    <a:pt x="229257" y="322353"/>
                  </a:lnTo>
                  <a:lnTo>
                    <a:pt x="234128" y="320314"/>
                  </a:lnTo>
                  <a:lnTo>
                    <a:pt x="238932" y="318123"/>
                  </a:lnTo>
                  <a:lnTo>
                    <a:pt x="243664" y="315781"/>
                  </a:lnTo>
                  <a:lnTo>
                    <a:pt x="248320" y="313291"/>
                  </a:lnTo>
                  <a:lnTo>
                    <a:pt x="252896" y="310655"/>
                  </a:lnTo>
                  <a:lnTo>
                    <a:pt x="257385" y="307876"/>
                  </a:lnTo>
                  <a:lnTo>
                    <a:pt x="261785" y="304956"/>
                  </a:lnTo>
                  <a:lnTo>
                    <a:pt x="266090" y="301899"/>
                  </a:lnTo>
                  <a:lnTo>
                    <a:pt x="270296" y="298707"/>
                  </a:lnTo>
                  <a:lnTo>
                    <a:pt x="274400" y="295384"/>
                  </a:lnTo>
                  <a:lnTo>
                    <a:pt x="278397" y="291933"/>
                  </a:lnTo>
                  <a:lnTo>
                    <a:pt x="282282" y="288358"/>
                  </a:lnTo>
                  <a:lnTo>
                    <a:pt x="286053" y="284662"/>
                  </a:lnTo>
                  <a:lnTo>
                    <a:pt x="289705" y="280848"/>
                  </a:lnTo>
                  <a:lnTo>
                    <a:pt x="293235" y="276922"/>
                  </a:lnTo>
                  <a:lnTo>
                    <a:pt x="296639" y="272885"/>
                  </a:lnTo>
                  <a:lnTo>
                    <a:pt x="299914" y="268743"/>
                  </a:lnTo>
                  <a:lnTo>
                    <a:pt x="303057" y="264500"/>
                  </a:lnTo>
                  <a:lnTo>
                    <a:pt x="306063" y="260159"/>
                  </a:lnTo>
                  <a:lnTo>
                    <a:pt x="308932" y="255726"/>
                  </a:lnTo>
                  <a:lnTo>
                    <a:pt x="311659" y="251205"/>
                  </a:lnTo>
                  <a:lnTo>
                    <a:pt x="314241" y="246599"/>
                  </a:lnTo>
                  <a:lnTo>
                    <a:pt x="316677" y="241914"/>
                  </a:lnTo>
                  <a:lnTo>
                    <a:pt x="318964" y="237155"/>
                  </a:lnTo>
                  <a:lnTo>
                    <a:pt x="321099" y="232326"/>
                  </a:lnTo>
                  <a:lnTo>
                    <a:pt x="323081" y="227432"/>
                  </a:lnTo>
                  <a:lnTo>
                    <a:pt x="324907" y="222477"/>
                  </a:lnTo>
                  <a:lnTo>
                    <a:pt x="326576" y="217468"/>
                  </a:lnTo>
                  <a:lnTo>
                    <a:pt x="328086" y="212408"/>
                  </a:lnTo>
                  <a:lnTo>
                    <a:pt x="329435" y="207303"/>
                  </a:lnTo>
                  <a:lnTo>
                    <a:pt x="330623" y="202158"/>
                  </a:lnTo>
                  <a:lnTo>
                    <a:pt x="331647" y="196978"/>
                  </a:lnTo>
                  <a:lnTo>
                    <a:pt x="332507" y="191768"/>
                  </a:lnTo>
                  <a:lnTo>
                    <a:pt x="333202" y="186534"/>
                  </a:lnTo>
                  <a:lnTo>
                    <a:pt x="333732" y="181280"/>
                  </a:lnTo>
                  <a:lnTo>
                    <a:pt x="334095" y="176013"/>
                  </a:lnTo>
                  <a:lnTo>
                    <a:pt x="334292" y="170736"/>
                  </a:lnTo>
                  <a:lnTo>
                    <a:pt x="334322" y="165456"/>
                  </a:lnTo>
                  <a:lnTo>
                    <a:pt x="334185" y="160178"/>
                  </a:lnTo>
                  <a:lnTo>
                    <a:pt x="333882" y="154906"/>
                  </a:lnTo>
                  <a:lnTo>
                    <a:pt x="333412" y="149647"/>
                  </a:lnTo>
                  <a:lnTo>
                    <a:pt x="332776" y="144405"/>
                  </a:lnTo>
                  <a:lnTo>
                    <a:pt x="331975" y="139186"/>
                  </a:lnTo>
                  <a:lnTo>
                    <a:pt x="331010" y="133995"/>
                  </a:lnTo>
                  <a:lnTo>
                    <a:pt x="329881" y="128836"/>
                  </a:lnTo>
                  <a:lnTo>
                    <a:pt x="328590" y="123716"/>
                  </a:lnTo>
                  <a:lnTo>
                    <a:pt x="327138" y="118640"/>
                  </a:lnTo>
                  <a:lnTo>
                    <a:pt x="325526" y="113612"/>
                  </a:lnTo>
                  <a:lnTo>
                    <a:pt x="323757" y="108637"/>
                  </a:lnTo>
                  <a:lnTo>
                    <a:pt x="321831" y="103720"/>
                  </a:lnTo>
                  <a:lnTo>
                    <a:pt x="319750" y="98867"/>
                  </a:lnTo>
                  <a:lnTo>
                    <a:pt x="317518" y="94082"/>
                  </a:lnTo>
                  <a:lnTo>
                    <a:pt x="315135" y="89370"/>
                  </a:lnTo>
                  <a:lnTo>
                    <a:pt x="312605" y="84735"/>
                  </a:lnTo>
                  <a:lnTo>
                    <a:pt x="309930" y="80183"/>
                  </a:lnTo>
                  <a:lnTo>
                    <a:pt x="307112" y="75718"/>
                  </a:lnTo>
                  <a:lnTo>
                    <a:pt x="304155" y="71343"/>
                  </a:lnTo>
                  <a:lnTo>
                    <a:pt x="301061" y="67064"/>
                  </a:lnTo>
                  <a:lnTo>
                    <a:pt x="297833" y="62886"/>
                  </a:lnTo>
                  <a:lnTo>
                    <a:pt x="294475" y="58811"/>
                  </a:lnTo>
                  <a:lnTo>
                    <a:pt x="290990" y="54844"/>
                  </a:lnTo>
                  <a:lnTo>
                    <a:pt x="287382" y="50989"/>
                  </a:lnTo>
                  <a:lnTo>
                    <a:pt x="283653" y="47250"/>
                  </a:lnTo>
                  <a:lnTo>
                    <a:pt x="279808" y="43631"/>
                  </a:lnTo>
                  <a:lnTo>
                    <a:pt x="275851" y="40135"/>
                  </a:lnTo>
                  <a:lnTo>
                    <a:pt x="271786" y="36766"/>
                  </a:lnTo>
                  <a:lnTo>
                    <a:pt x="267616" y="33526"/>
                  </a:lnTo>
                  <a:lnTo>
                    <a:pt x="263346" y="30421"/>
                  </a:lnTo>
                  <a:lnTo>
                    <a:pt x="258980" y="27451"/>
                  </a:lnTo>
                  <a:lnTo>
                    <a:pt x="254522" y="24621"/>
                  </a:lnTo>
                  <a:lnTo>
                    <a:pt x="249977" y="21933"/>
                  </a:lnTo>
                  <a:lnTo>
                    <a:pt x="245350" y="19390"/>
                  </a:lnTo>
                  <a:lnTo>
                    <a:pt x="240644" y="16994"/>
                  </a:lnTo>
                  <a:lnTo>
                    <a:pt x="235865" y="14748"/>
                  </a:lnTo>
                  <a:lnTo>
                    <a:pt x="231018" y="12655"/>
                  </a:lnTo>
                  <a:lnTo>
                    <a:pt x="226107" y="10715"/>
                  </a:lnTo>
                  <a:lnTo>
                    <a:pt x="221137" y="8932"/>
                  </a:lnTo>
                  <a:lnTo>
                    <a:pt x="216113" y="7306"/>
                  </a:lnTo>
                  <a:lnTo>
                    <a:pt x="167163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48950" cy="167167"/>
            </a:xfrm>
            <a:custGeom>
              <a:avLst/>
              <a:pathLst>
                <a:path w="48950" h="167167">
                  <a:moveTo>
                    <a:pt x="48950" y="7327"/>
                  </a:move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334" y="5269756"/>
              <a:ext cx="167166" cy="253298"/>
            </a:xfrm>
            <a:custGeom>
              <a:avLst/>
              <a:pathLst>
                <a:path w="167166" h="253298">
                  <a:moveTo>
                    <a:pt x="167166" y="0"/>
                  </a:moveTo>
                  <a:lnTo>
                    <a:pt x="161818" y="85"/>
                  </a:lnTo>
                  <a:lnTo>
                    <a:pt x="156474" y="342"/>
                  </a:lnTo>
                  <a:lnTo>
                    <a:pt x="151142" y="769"/>
                  </a:lnTo>
                  <a:lnTo>
                    <a:pt x="145826" y="1367"/>
                  </a:lnTo>
                  <a:lnTo>
                    <a:pt x="140532" y="2135"/>
                  </a:lnTo>
                  <a:lnTo>
                    <a:pt x="135266" y="3072"/>
                  </a:lnTo>
                  <a:lnTo>
                    <a:pt x="130032" y="4176"/>
                  </a:lnTo>
                  <a:lnTo>
                    <a:pt x="124836" y="5448"/>
                  </a:lnTo>
                  <a:lnTo>
                    <a:pt x="119683" y="6885"/>
                  </a:lnTo>
                  <a:lnTo>
                    <a:pt x="114579" y="8486"/>
                  </a:lnTo>
                  <a:lnTo>
                    <a:pt x="109529" y="10250"/>
                  </a:lnTo>
                  <a:lnTo>
                    <a:pt x="104538" y="12175"/>
                  </a:lnTo>
                  <a:lnTo>
                    <a:pt x="99611" y="14258"/>
                  </a:lnTo>
                  <a:lnTo>
                    <a:pt x="94753" y="16498"/>
                  </a:lnTo>
                  <a:lnTo>
                    <a:pt x="89969" y="18892"/>
                  </a:lnTo>
                  <a:lnTo>
                    <a:pt x="85264" y="21438"/>
                  </a:lnTo>
                  <a:lnTo>
                    <a:pt x="80644" y="24133"/>
                  </a:lnTo>
                  <a:lnTo>
                    <a:pt x="76111" y="26974"/>
                  </a:lnTo>
                  <a:lnTo>
                    <a:pt x="71672" y="29960"/>
                  </a:lnTo>
                  <a:lnTo>
                    <a:pt x="67331" y="33085"/>
                  </a:lnTo>
                  <a:lnTo>
                    <a:pt x="63092" y="36348"/>
                  </a:lnTo>
                  <a:lnTo>
                    <a:pt x="58960" y="39745"/>
                  </a:lnTo>
                  <a:lnTo>
                    <a:pt x="54938" y="43272"/>
                  </a:lnTo>
                  <a:lnTo>
                    <a:pt x="51032" y="46927"/>
                  </a:lnTo>
                  <a:lnTo>
                    <a:pt x="47244" y="50704"/>
                  </a:lnTo>
                  <a:lnTo>
                    <a:pt x="43579" y="54601"/>
                  </a:lnTo>
                  <a:lnTo>
                    <a:pt x="40041" y="58613"/>
                  </a:lnTo>
                  <a:lnTo>
                    <a:pt x="36633" y="62736"/>
                  </a:lnTo>
                  <a:lnTo>
                    <a:pt x="33358" y="66966"/>
                  </a:lnTo>
                  <a:lnTo>
                    <a:pt x="30220" y="71298"/>
                  </a:lnTo>
                  <a:lnTo>
                    <a:pt x="27223" y="75729"/>
                  </a:lnTo>
                  <a:lnTo>
                    <a:pt x="24369" y="80254"/>
                  </a:lnTo>
                  <a:lnTo>
                    <a:pt x="21661" y="84867"/>
                  </a:lnTo>
                  <a:lnTo>
                    <a:pt x="19103" y="89565"/>
                  </a:lnTo>
                  <a:lnTo>
                    <a:pt x="16696" y="94342"/>
                  </a:lnTo>
                  <a:lnTo>
                    <a:pt x="14443" y="99193"/>
                  </a:lnTo>
                  <a:lnTo>
                    <a:pt x="12346" y="104115"/>
                  </a:lnTo>
                  <a:lnTo>
                    <a:pt x="10408" y="109101"/>
                  </a:lnTo>
                  <a:lnTo>
                    <a:pt x="8630" y="114146"/>
                  </a:lnTo>
                  <a:lnTo>
                    <a:pt x="7015" y="119246"/>
                  </a:lnTo>
                  <a:lnTo>
                    <a:pt x="5564" y="124394"/>
                  </a:lnTo>
                  <a:lnTo>
                    <a:pt x="4278" y="129587"/>
                  </a:lnTo>
                  <a:lnTo>
                    <a:pt x="3159" y="134818"/>
                  </a:lnTo>
                  <a:lnTo>
                    <a:pt x="2208" y="140082"/>
                  </a:lnTo>
                  <a:lnTo>
                    <a:pt x="1426" y="145374"/>
                  </a:lnTo>
                  <a:lnTo>
                    <a:pt x="813" y="150688"/>
                  </a:lnTo>
                  <a:lnTo>
                    <a:pt x="371" y="156019"/>
                  </a:lnTo>
                  <a:lnTo>
                    <a:pt x="100" y="161362"/>
                  </a:lnTo>
                  <a:lnTo>
                    <a:pt x="0" y="166710"/>
                  </a:lnTo>
                  <a:lnTo>
                    <a:pt x="70" y="172059"/>
                  </a:lnTo>
                  <a:lnTo>
                    <a:pt x="313" y="177403"/>
                  </a:lnTo>
                  <a:lnTo>
                    <a:pt x="725" y="182736"/>
                  </a:lnTo>
                  <a:lnTo>
                    <a:pt x="1309" y="188054"/>
                  </a:lnTo>
                  <a:lnTo>
                    <a:pt x="2062" y="193350"/>
                  </a:lnTo>
                  <a:lnTo>
                    <a:pt x="2984" y="198619"/>
                  </a:lnTo>
                  <a:lnTo>
                    <a:pt x="4075" y="203856"/>
                  </a:lnTo>
                  <a:lnTo>
                    <a:pt x="5332" y="209055"/>
                  </a:lnTo>
                  <a:lnTo>
                    <a:pt x="6755" y="214212"/>
                  </a:lnTo>
                  <a:lnTo>
                    <a:pt x="8343" y="219320"/>
                  </a:lnTo>
                  <a:lnTo>
                    <a:pt x="10093" y="224375"/>
                  </a:lnTo>
                  <a:lnTo>
                    <a:pt x="12003" y="229372"/>
                  </a:lnTo>
                  <a:lnTo>
                    <a:pt x="14073" y="234304"/>
                  </a:lnTo>
                  <a:lnTo>
                    <a:pt x="16300" y="239168"/>
                  </a:lnTo>
                  <a:lnTo>
                    <a:pt x="18681" y="243959"/>
                  </a:lnTo>
                  <a:lnTo>
                    <a:pt x="21214" y="248670"/>
                  </a:lnTo>
                  <a:lnTo>
                    <a:pt x="23896" y="25329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821231" y="5269756"/>
              <a:ext cx="310428" cy="334325"/>
            </a:xfrm>
            <a:custGeom>
              <a:avLst/>
              <a:pathLst>
                <a:path w="310428" h="334325">
                  <a:moveTo>
                    <a:pt x="0" y="253298"/>
                  </a:moveTo>
                  <a:lnTo>
                    <a:pt x="2814" y="257816"/>
                  </a:lnTo>
                  <a:lnTo>
                    <a:pt x="5771" y="262241"/>
                  </a:lnTo>
                  <a:lnTo>
                    <a:pt x="8868" y="266570"/>
                  </a:lnTo>
                  <a:lnTo>
                    <a:pt x="12100" y="270799"/>
                  </a:lnTo>
                  <a:lnTo>
                    <a:pt x="15466" y="274922"/>
                  </a:lnTo>
                  <a:lnTo>
                    <a:pt x="18961" y="278936"/>
                  </a:lnTo>
                  <a:lnTo>
                    <a:pt x="22582" y="282837"/>
                  </a:lnTo>
                  <a:lnTo>
                    <a:pt x="26326" y="286620"/>
                  </a:lnTo>
                  <a:lnTo>
                    <a:pt x="30188" y="290282"/>
                  </a:lnTo>
                  <a:lnTo>
                    <a:pt x="34164" y="293820"/>
                  </a:lnTo>
                  <a:lnTo>
                    <a:pt x="38252" y="297229"/>
                  </a:lnTo>
                  <a:lnTo>
                    <a:pt x="42445" y="300507"/>
                  </a:lnTo>
                  <a:lnTo>
                    <a:pt x="46741" y="303649"/>
                  </a:lnTo>
                  <a:lnTo>
                    <a:pt x="51135" y="306652"/>
                  </a:lnTo>
                  <a:lnTo>
                    <a:pt x="55623" y="309515"/>
                  </a:lnTo>
                  <a:lnTo>
                    <a:pt x="60199" y="312233"/>
                  </a:lnTo>
                  <a:lnTo>
                    <a:pt x="64859" y="314804"/>
                  </a:lnTo>
                  <a:lnTo>
                    <a:pt x="69599" y="317225"/>
                  </a:lnTo>
                  <a:lnTo>
                    <a:pt x="74413" y="319495"/>
                  </a:lnTo>
                  <a:lnTo>
                    <a:pt x="79297" y="321610"/>
                  </a:lnTo>
                  <a:lnTo>
                    <a:pt x="84247" y="323568"/>
                  </a:lnTo>
                  <a:lnTo>
                    <a:pt x="89256" y="325368"/>
                  </a:lnTo>
                  <a:lnTo>
                    <a:pt x="94319" y="327007"/>
                  </a:lnTo>
                  <a:lnTo>
                    <a:pt x="99433" y="328484"/>
                  </a:lnTo>
                  <a:lnTo>
                    <a:pt x="104590" y="329798"/>
                  </a:lnTo>
                  <a:lnTo>
                    <a:pt x="109787" y="330947"/>
                  </a:lnTo>
                  <a:lnTo>
                    <a:pt x="115018" y="331930"/>
                  </a:lnTo>
                  <a:lnTo>
                    <a:pt x="120278" y="332746"/>
                  </a:lnTo>
                  <a:lnTo>
                    <a:pt x="125561" y="333394"/>
                  </a:lnTo>
                  <a:lnTo>
                    <a:pt x="130861" y="333873"/>
                  </a:lnTo>
                  <a:lnTo>
                    <a:pt x="136175" y="334184"/>
                  </a:lnTo>
                  <a:lnTo>
                    <a:pt x="141495" y="334325"/>
                  </a:lnTo>
                  <a:lnTo>
                    <a:pt x="146818" y="334297"/>
                  </a:lnTo>
                  <a:lnTo>
                    <a:pt x="152137" y="334099"/>
                  </a:lnTo>
                  <a:lnTo>
                    <a:pt x="157446" y="333732"/>
                  </a:lnTo>
                  <a:lnTo>
                    <a:pt x="162742" y="333196"/>
                  </a:lnTo>
                  <a:lnTo>
                    <a:pt x="168018" y="332492"/>
                  </a:lnTo>
                  <a:lnTo>
                    <a:pt x="173268" y="331621"/>
                  </a:lnTo>
                  <a:lnTo>
                    <a:pt x="178488" y="330582"/>
                  </a:lnTo>
                  <a:lnTo>
                    <a:pt x="183673" y="329378"/>
                  </a:lnTo>
                  <a:lnTo>
                    <a:pt x="188816" y="328010"/>
                  </a:lnTo>
                  <a:lnTo>
                    <a:pt x="193914" y="326478"/>
                  </a:lnTo>
                  <a:lnTo>
                    <a:pt x="198960" y="324785"/>
                  </a:lnTo>
                  <a:lnTo>
                    <a:pt x="203949" y="322933"/>
                  </a:lnTo>
                  <a:lnTo>
                    <a:pt x="208877" y="320922"/>
                  </a:lnTo>
                  <a:lnTo>
                    <a:pt x="213739" y="318755"/>
                  </a:lnTo>
                  <a:lnTo>
                    <a:pt x="218529" y="316435"/>
                  </a:lnTo>
                  <a:lnTo>
                    <a:pt x="223243" y="313964"/>
                  </a:lnTo>
                  <a:lnTo>
                    <a:pt x="227876" y="311343"/>
                  </a:lnTo>
                  <a:lnTo>
                    <a:pt x="232423" y="308577"/>
                  </a:lnTo>
                  <a:lnTo>
                    <a:pt x="236879" y="305667"/>
                  </a:lnTo>
                  <a:lnTo>
                    <a:pt x="241241" y="302617"/>
                  </a:lnTo>
                  <a:lnTo>
                    <a:pt x="245503" y="299429"/>
                  </a:lnTo>
                  <a:lnTo>
                    <a:pt x="249662" y="296107"/>
                  </a:lnTo>
                  <a:lnTo>
                    <a:pt x="253713" y="292655"/>
                  </a:lnTo>
                  <a:lnTo>
                    <a:pt x="257652" y="289075"/>
                  </a:lnTo>
                  <a:lnTo>
                    <a:pt x="261475" y="285372"/>
                  </a:lnTo>
                  <a:lnTo>
                    <a:pt x="265178" y="281549"/>
                  </a:lnTo>
                  <a:lnTo>
                    <a:pt x="268758" y="277610"/>
                  </a:lnTo>
                  <a:lnTo>
                    <a:pt x="272210" y="273559"/>
                  </a:lnTo>
                  <a:lnTo>
                    <a:pt x="275532" y="269401"/>
                  </a:lnTo>
                  <a:lnTo>
                    <a:pt x="278719" y="265138"/>
                  </a:lnTo>
                  <a:lnTo>
                    <a:pt x="281769" y="260776"/>
                  </a:lnTo>
                  <a:lnTo>
                    <a:pt x="284679" y="256320"/>
                  </a:lnTo>
                  <a:lnTo>
                    <a:pt x="287446" y="251773"/>
                  </a:lnTo>
                  <a:lnTo>
                    <a:pt x="290066" y="247140"/>
                  </a:lnTo>
                  <a:lnTo>
                    <a:pt x="292538" y="242426"/>
                  </a:lnTo>
                  <a:lnTo>
                    <a:pt x="294858" y="237636"/>
                  </a:lnTo>
                  <a:lnTo>
                    <a:pt x="297025" y="232775"/>
                  </a:lnTo>
                  <a:lnTo>
                    <a:pt x="299035" y="227847"/>
                  </a:lnTo>
                  <a:lnTo>
                    <a:pt x="300888" y="222857"/>
                  </a:lnTo>
                  <a:lnTo>
                    <a:pt x="302581" y="217811"/>
                  </a:lnTo>
                  <a:lnTo>
                    <a:pt x="304113" y="212714"/>
                  </a:lnTo>
                  <a:lnTo>
                    <a:pt x="305481" y="207570"/>
                  </a:lnTo>
                  <a:lnTo>
                    <a:pt x="306685" y="202386"/>
                  </a:lnTo>
                  <a:lnTo>
                    <a:pt x="307723" y="197165"/>
                  </a:lnTo>
                  <a:lnTo>
                    <a:pt x="308595" y="191915"/>
                  </a:lnTo>
                  <a:lnTo>
                    <a:pt x="309299" y="186639"/>
                  </a:lnTo>
                  <a:lnTo>
                    <a:pt x="309835" y="181344"/>
                  </a:lnTo>
                  <a:lnTo>
                    <a:pt x="310202" y="176034"/>
                  </a:lnTo>
                  <a:lnTo>
                    <a:pt x="310399" y="170715"/>
                  </a:lnTo>
                  <a:lnTo>
                    <a:pt x="310428" y="165393"/>
                  </a:lnTo>
                  <a:lnTo>
                    <a:pt x="310286" y="160072"/>
                  </a:lnTo>
                  <a:lnTo>
                    <a:pt x="309976" y="154759"/>
                  </a:lnTo>
                  <a:lnTo>
                    <a:pt x="309496" y="149458"/>
                  </a:lnTo>
                  <a:lnTo>
                    <a:pt x="308848" y="144175"/>
                  </a:lnTo>
                  <a:lnTo>
                    <a:pt x="308033" y="138916"/>
                  </a:lnTo>
                  <a:lnTo>
                    <a:pt x="307050" y="133685"/>
                  </a:lnTo>
                  <a:lnTo>
                    <a:pt x="305901" y="128488"/>
                  </a:lnTo>
                  <a:lnTo>
                    <a:pt x="304587" y="123330"/>
                  </a:lnTo>
                  <a:lnTo>
                    <a:pt x="303110" y="118217"/>
                  </a:lnTo>
                  <a:lnTo>
                    <a:pt x="301470" y="113153"/>
                  </a:lnTo>
                  <a:lnTo>
                    <a:pt x="299671" y="108144"/>
                  </a:lnTo>
                  <a:lnTo>
                    <a:pt x="297712" y="103195"/>
                  </a:lnTo>
                  <a:lnTo>
                    <a:pt x="295597" y="98310"/>
                  </a:lnTo>
                  <a:lnTo>
                    <a:pt x="293328" y="93496"/>
                  </a:lnTo>
                  <a:lnTo>
                    <a:pt x="290907" y="88756"/>
                  </a:lnTo>
                  <a:lnTo>
                    <a:pt x="288336" y="84096"/>
                  </a:lnTo>
                  <a:lnTo>
                    <a:pt x="285618" y="79520"/>
                  </a:lnTo>
                  <a:lnTo>
                    <a:pt x="282755" y="75033"/>
                  </a:lnTo>
                  <a:lnTo>
                    <a:pt x="279751" y="70639"/>
                  </a:lnTo>
                  <a:lnTo>
                    <a:pt x="276609" y="66343"/>
                  </a:lnTo>
                  <a:lnTo>
                    <a:pt x="273332" y="62149"/>
                  </a:lnTo>
                  <a:lnTo>
                    <a:pt x="269923" y="58062"/>
                  </a:lnTo>
                  <a:lnTo>
                    <a:pt x="266385" y="54085"/>
                  </a:lnTo>
                  <a:lnTo>
                    <a:pt x="262723" y="50223"/>
                  </a:lnTo>
                  <a:lnTo>
                    <a:pt x="258939" y="46479"/>
                  </a:lnTo>
                  <a:lnTo>
                    <a:pt x="255039" y="42858"/>
                  </a:lnTo>
                  <a:lnTo>
                    <a:pt x="251025" y="39363"/>
                  </a:lnTo>
                  <a:lnTo>
                    <a:pt x="246901" y="35997"/>
                  </a:lnTo>
                  <a:lnTo>
                    <a:pt x="242673" y="32765"/>
                  </a:lnTo>
                  <a:lnTo>
                    <a:pt x="238344" y="29668"/>
                  </a:lnTo>
                  <a:lnTo>
                    <a:pt x="233918" y="26711"/>
                  </a:lnTo>
                  <a:lnTo>
                    <a:pt x="229401" y="23897"/>
                  </a:lnTo>
                  <a:lnTo>
                    <a:pt x="224796" y="21227"/>
                  </a:lnTo>
                  <a:lnTo>
                    <a:pt x="220109" y="18706"/>
                  </a:lnTo>
                  <a:lnTo>
                    <a:pt x="215344" y="16335"/>
                  </a:lnTo>
                  <a:lnTo>
                    <a:pt x="210506" y="14117"/>
                  </a:lnTo>
                  <a:lnTo>
                    <a:pt x="205599" y="12054"/>
                  </a:lnTo>
                  <a:lnTo>
                    <a:pt x="200629" y="10148"/>
                  </a:lnTo>
                  <a:lnTo>
                    <a:pt x="195602" y="8402"/>
                  </a:lnTo>
                  <a:lnTo>
                    <a:pt x="190521" y="6816"/>
                  </a:lnTo>
                  <a:lnTo>
                    <a:pt x="185392" y="5394"/>
                  </a:lnTo>
                  <a:lnTo>
                    <a:pt x="180221" y="4135"/>
                  </a:lnTo>
                  <a:lnTo>
                    <a:pt x="175012" y="3041"/>
                  </a:lnTo>
                  <a:lnTo>
                    <a:pt x="169771" y="2113"/>
                  </a:lnTo>
                  <a:lnTo>
                    <a:pt x="164503" y="1353"/>
                  </a:lnTo>
                  <a:lnTo>
                    <a:pt x="159213" y="762"/>
                  </a:lnTo>
                  <a:lnTo>
                    <a:pt x="153908" y="338"/>
                  </a:lnTo>
                  <a:lnTo>
                    <a:pt x="148591" y="84"/>
                  </a:lnTo>
                  <a:lnTo>
                    <a:pt x="143270" y="0"/>
                  </a:lnTo>
                  <a:lnTo>
                    <a:pt x="1432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51864" y="5399291"/>
              <a:ext cx="34351" cy="167167"/>
            </a:xfrm>
            <a:custGeom>
              <a:avLst/>
              <a:pathLst>
                <a:path w="34351" h="167167">
                  <a:moveTo>
                    <a:pt x="34351" y="0"/>
                  </a:moveTo>
                  <a:lnTo>
                    <a:pt x="27433" y="143"/>
                  </a:lnTo>
                  <a:lnTo>
                    <a:pt x="20527" y="572"/>
                  </a:lnTo>
                  <a:lnTo>
                    <a:pt x="13645" y="1287"/>
                  </a:lnTo>
                  <a:lnTo>
                    <a:pt x="6799" y="2286"/>
                  </a:lnTo>
                  <a:lnTo>
                    <a:pt x="0" y="3567"/>
                  </a:lnTo>
                  <a:lnTo>
                    <a:pt x="343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51864" y="5402859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1864" y="5402859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1864" y="5402859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1864" y="5402859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1864" y="5402859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1864" y="5402859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319048" y="5402859"/>
              <a:ext cx="334328" cy="330758"/>
            </a:xfrm>
            <a:custGeom>
              <a:avLst/>
              <a:pathLst>
                <a:path w="334328" h="330758">
                  <a:moveTo>
                    <a:pt x="132816" y="0"/>
                  </a:moveTo>
                  <a:lnTo>
                    <a:pt x="127653" y="1169"/>
                  </a:lnTo>
                  <a:lnTo>
                    <a:pt x="122530" y="2502"/>
                  </a:lnTo>
                  <a:lnTo>
                    <a:pt x="117452" y="3996"/>
                  </a:lnTo>
                  <a:lnTo>
                    <a:pt x="112424" y="5650"/>
                  </a:lnTo>
                  <a:lnTo>
                    <a:pt x="107450" y="7462"/>
                  </a:lnTo>
                  <a:lnTo>
                    <a:pt x="102537" y="9431"/>
                  </a:lnTo>
                  <a:lnTo>
                    <a:pt x="97688" y="11555"/>
                  </a:lnTo>
                  <a:lnTo>
                    <a:pt x="92909" y="13831"/>
                  </a:lnTo>
                  <a:lnTo>
                    <a:pt x="88204" y="16257"/>
                  </a:lnTo>
                  <a:lnTo>
                    <a:pt x="83579" y="18831"/>
                  </a:lnTo>
                  <a:lnTo>
                    <a:pt x="79037" y="21550"/>
                  </a:lnTo>
                  <a:lnTo>
                    <a:pt x="74584" y="24411"/>
                  </a:lnTo>
                  <a:lnTo>
                    <a:pt x="70223" y="27412"/>
                  </a:lnTo>
                  <a:lnTo>
                    <a:pt x="65960" y="30550"/>
                  </a:lnTo>
                  <a:lnTo>
                    <a:pt x="61798" y="33821"/>
                  </a:lnTo>
                  <a:lnTo>
                    <a:pt x="57742" y="37222"/>
                  </a:lnTo>
                  <a:lnTo>
                    <a:pt x="53796" y="40750"/>
                  </a:lnTo>
                  <a:lnTo>
                    <a:pt x="49963" y="44401"/>
                  </a:lnTo>
                  <a:lnTo>
                    <a:pt x="46248" y="48172"/>
                  </a:lnTo>
                  <a:lnTo>
                    <a:pt x="42654" y="52058"/>
                  </a:lnTo>
                  <a:lnTo>
                    <a:pt x="39185" y="56056"/>
                  </a:lnTo>
                  <a:lnTo>
                    <a:pt x="35844" y="60162"/>
                  </a:lnTo>
                  <a:lnTo>
                    <a:pt x="32635" y="64372"/>
                  </a:lnTo>
                  <a:lnTo>
                    <a:pt x="29561" y="68681"/>
                  </a:lnTo>
                  <a:lnTo>
                    <a:pt x="26624" y="73085"/>
                  </a:lnTo>
                  <a:lnTo>
                    <a:pt x="23829" y="77580"/>
                  </a:lnTo>
                  <a:lnTo>
                    <a:pt x="21177" y="82162"/>
                  </a:lnTo>
                  <a:lnTo>
                    <a:pt x="18672" y="86825"/>
                  </a:lnTo>
                  <a:lnTo>
                    <a:pt x="16316" y="91565"/>
                  </a:lnTo>
                  <a:lnTo>
                    <a:pt x="14111" y="96377"/>
                  </a:lnTo>
                  <a:lnTo>
                    <a:pt x="12059" y="101257"/>
                  </a:lnTo>
                  <a:lnTo>
                    <a:pt x="10163" y="106199"/>
                  </a:lnTo>
                  <a:lnTo>
                    <a:pt x="8424" y="111198"/>
                  </a:lnTo>
                  <a:lnTo>
                    <a:pt x="6845" y="116251"/>
                  </a:lnTo>
                  <a:lnTo>
                    <a:pt x="5426" y="121350"/>
                  </a:lnTo>
                  <a:lnTo>
                    <a:pt x="4170" y="126492"/>
                  </a:lnTo>
                  <a:lnTo>
                    <a:pt x="3076" y="131672"/>
                  </a:lnTo>
                  <a:lnTo>
                    <a:pt x="2148" y="136883"/>
                  </a:lnTo>
                  <a:lnTo>
                    <a:pt x="1385" y="142121"/>
                  </a:lnTo>
                  <a:lnTo>
                    <a:pt x="788" y="147381"/>
                  </a:lnTo>
                  <a:lnTo>
                    <a:pt x="358" y="152657"/>
                  </a:lnTo>
                  <a:lnTo>
                    <a:pt x="95" y="157943"/>
                  </a:lnTo>
                  <a:lnTo>
                    <a:pt x="0" y="163236"/>
                  </a:lnTo>
                  <a:lnTo>
                    <a:pt x="72" y="168529"/>
                  </a:lnTo>
                  <a:lnTo>
                    <a:pt x="312" y="173817"/>
                  </a:lnTo>
                  <a:lnTo>
                    <a:pt x="719" y="179094"/>
                  </a:lnTo>
                  <a:lnTo>
                    <a:pt x="1293" y="184357"/>
                  </a:lnTo>
                  <a:lnTo>
                    <a:pt x="2033" y="189598"/>
                  </a:lnTo>
                  <a:lnTo>
                    <a:pt x="2939" y="194813"/>
                  </a:lnTo>
                  <a:lnTo>
                    <a:pt x="4010" y="199997"/>
                  </a:lnTo>
                  <a:lnTo>
                    <a:pt x="5244" y="205145"/>
                  </a:lnTo>
                  <a:lnTo>
                    <a:pt x="6640" y="210251"/>
                  </a:lnTo>
                  <a:lnTo>
                    <a:pt x="8198" y="215310"/>
                  </a:lnTo>
                  <a:lnTo>
                    <a:pt x="9915" y="220317"/>
                  </a:lnTo>
                  <a:lnTo>
                    <a:pt x="11789" y="225267"/>
                  </a:lnTo>
                  <a:lnTo>
                    <a:pt x="13820" y="230156"/>
                  </a:lnTo>
                  <a:lnTo>
                    <a:pt x="16004" y="234977"/>
                  </a:lnTo>
                  <a:lnTo>
                    <a:pt x="18340" y="239728"/>
                  </a:lnTo>
                  <a:lnTo>
                    <a:pt x="20825" y="244402"/>
                  </a:lnTo>
                  <a:lnTo>
                    <a:pt x="23456" y="248994"/>
                  </a:lnTo>
                  <a:lnTo>
                    <a:pt x="26232" y="253502"/>
                  </a:lnTo>
                  <a:lnTo>
                    <a:pt x="29149" y="257919"/>
                  </a:lnTo>
                  <a:lnTo>
                    <a:pt x="32204" y="262241"/>
                  </a:lnTo>
                  <a:lnTo>
                    <a:pt x="35395" y="266465"/>
                  </a:lnTo>
                  <a:lnTo>
                    <a:pt x="38718" y="270585"/>
                  </a:lnTo>
                  <a:lnTo>
                    <a:pt x="42170" y="274598"/>
                  </a:lnTo>
                  <a:lnTo>
                    <a:pt x="45747" y="278500"/>
                  </a:lnTo>
                  <a:lnTo>
                    <a:pt x="49446" y="282287"/>
                  </a:lnTo>
                  <a:lnTo>
                    <a:pt x="53262" y="285955"/>
                  </a:lnTo>
                  <a:lnTo>
                    <a:pt x="57193" y="289500"/>
                  </a:lnTo>
                  <a:lnTo>
                    <a:pt x="61235" y="292919"/>
                  </a:lnTo>
                  <a:lnTo>
                    <a:pt x="65382" y="296208"/>
                  </a:lnTo>
                  <a:lnTo>
                    <a:pt x="69632" y="299364"/>
                  </a:lnTo>
                  <a:lnTo>
                    <a:pt x="73979" y="302384"/>
                  </a:lnTo>
                  <a:lnTo>
                    <a:pt x="78420" y="305265"/>
                  </a:lnTo>
                  <a:lnTo>
                    <a:pt x="82950" y="308003"/>
                  </a:lnTo>
                  <a:lnTo>
                    <a:pt x="87564" y="310597"/>
                  </a:lnTo>
                  <a:lnTo>
                    <a:pt x="92258" y="313044"/>
                  </a:lnTo>
                  <a:lnTo>
                    <a:pt x="97027" y="315341"/>
                  </a:lnTo>
                  <a:lnTo>
                    <a:pt x="101867" y="317485"/>
                  </a:lnTo>
                  <a:lnTo>
                    <a:pt x="106772" y="319476"/>
                  </a:lnTo>
                  <a:lnTo>
                    <a:pt x="111737" y="321310"/>
                  </a:lnTo>
                  <a:lnTo>
                    <a:pt x="116758" y="322986"/>
                  </a:lnTo>
                  <a:lnTo>
                    <a:pt x="121830" y="324502"/>
                  </a:lnTo>
                  <a:lnTo>
                    <a:pt x="126947" y="325856"/>
                  </a:lnTo>
                  <a:lnTo>
                    <a:pt x="132104" y="327049"/>
                  </a:lnTo>
                  <a:lnTo>
                    <a:pt x="137297" y="328077"/>
                  </a:lnTo>
                  <a:lnTo>
                    <a:pt x="142519" y="328940"/>
                  </a:lnTo>
                  <a:lnTo>
                    <a:pt x="147767" y="329637"/>
                  </a:lnTo>
                  <a:lnTo>
                    <a:pt x="153033" y="330168"/>
                  </a:lnTo>
                  <a:lnTo>
                    <a:pt x="158314" y="330532"/>
                  </a:lnTo>
                  <a:lnTo>
                    <a:pt x="163604" y="330729"/>
                  </a:lnTo>
                  <a:lnTo>
                    <a:pt x="168897" y="330758"/>
                  </a:lnTo>
                  <a:lnTo>
                    <a:pt x="174189" y="330619"/>
                  </a:lnTo>
                  <a:lnTo>
                    <a:pt x="179473" y="330313"/>
                  </a:lnTo>
                  <a:lnTo>
                    <a:pt x="184745" y="329840"/>
                  </a:lnTo>
                  <a:lnTo>
                    <a:pt x="190000" y="329200"/>
                  </a:lnTo>
                  <a:lnTo>
                    <a:pt x="195232" y="328394"/>
                  </a:lnTo>
                  <a:lnTo>
                    <a:pt x="200435" y="327423"/>
                  </a:lnTo>
                  <a:lnTo>
                    <a:pt x="205605" y="326288"/>
                  </a:lnTo>
                  <a:lnTo>
                    <a:pt x="210737" y="324989"/>
                  </a:lnTo>
                  <a:lnTo>
                    <a:pt x="215825" y="323529"/>
                  </a:lnTo>
                  <a:lnTo>
                    <a:pt x="220864" y="321908"/>
                  </a:lnTo>
                  <a:lnTo>
                    <a:pt x="225849" y="320128"/>
                  </a:lnTo>
                  <a:lnTo>
                    <a:pt x="230776" y="318192"/>
                  </a:lnTo>
                  <a:lnTo>
                    <a:pt x="235639" y="316100"/>
                  </a:lnTo>
                  <a:lnTo>
                    <a:pt x="240433" y="313856"/>
                  </a:lnTo>
                  <a:lnTo>
                    <a:pt x="245153" y="311461"/>
                  </a:lnTo>
                  <a:lnTo>
                    <a:pt x="249795" y="308918"/>
                  </a:lnTo>
                  <a:lnTo>
                    <a:pt x="254355" y="306229"/>
                  </a:lnTo>
                  <a:lnTo>
                    <a:pt x="258827" y="303397"/>
                  </a:lnTo>
                  <a:lnTo>
                    <a:pt x="263207" y="300425"/>
                  </a:lnTo>
                  <a:lnTo>
                    <a:pt x="267491" y="297315"/>
                  </a:lnTo>
                  <a:lnTo>
                    <a:pt x="271675" y="294072"/>
                  </a:lnTo>
                  <a:lnTo>
                    <a:pt x="275753" y="290698"/>
                  </a:lnTo>
                  <a:lnTo>
                    <a:pt x="279723" y="287196"/>
                  </a:lnTo>
                  <a:lnTo>
                    <a:pt x="283579" y="283570"/>
                  </a:lnTo>
                  <a:lnTo>
                    <a:pt x="287319" y="279824"/>
                  </a:lnTo>
                  <a:lnTo>
                    <a:pt x="290939" y="275962"/>
                  </a:lnTo>
                  <a:lnTo>
                    <a:pt x="294435" y="271987"/>
                  </a:lnTo>
                  <a:lnTo>
                    <a:pt x="297802" y="267903"/>
                  </a:lnTo>
                  <a:lnTo>
                    <a:pt x="301039" y="263715"/>
                  </a:lnTo>
                  <a:lnTo>
                    <a:pt x="304142" y="259426"/>
                  </a:lnTo>
                  <a:lnTo>
                    <a:pt x="307107" y="255041"/>
                  </a:lnTo>
                  <a:lnTo>
                    <a:pt x="309932" y="250565"/>
                  </a:lnTo>
                  <a:lnTo>
                    <a:pt x="312614" y="246001"/>
                  </a:lnTo>
                  <a:lnTo>
                    <a:pt x="315150" y="241354"/>
                  </a:lnTo>
                  <a:lnTo>
                    <a:pt x="317538" y="236630"/>
                  </a:lnTo>
                  <a:lnTo>
                    <a:pt x="319775" y="231833"/>
                  </a:lnTo>
                  <a:lnTo>
                    <a:pt x="321858" y="226967"/>
                  </a:lnTo>
                  <a:lnTo>
                    <a:pt x="323787" y="222037"/>
                  </a:lnTo>
                  <a:lnTo>
                    <a:pt x="325559" y="217049"/>
                  </a:lnTo>
                  <a:lnTo>
                    <a:pt x="327172" y="212007"/>
                  </a:lnTo>
                  <a:lnTo>
                    <a:pt x="328624" y="206917"/>
                  </a:lnTo>
                  <a:lnTo>
                    <a:pt x="329915" y="201783"/>
                  </a:lnTo>
                  <a:lnTo>
                    <a:pt x="331042" y="196612"/>
                  </a:lnTo>
                  <a:lnTo>
                    <a:pt x="332005" y="191406"/>
                  </a:lnTo>
                  <a:lnTo>
                    <a:pt x="332803" y="186174"/>
                  </a:lnTo>
                  <a:lnTo>
                    <a:pt x="333434" y="180918"/>
                  </a:lnTo>
                  <a:lnTo>
                    <a:pt x="333899" y="175645"/>
                  </a:lnTo>
                  <a:lnTo>
                    <a:pt x="334197" y="170360"/>
                  </a:lnTo>
                  <a:lnTo>
                    <a:pt x="334328" y="165068"/>
                  </a:lnTo>
                  <a:lnTo>
                    <a:pt x="334290" y="159775"/>
                  </a:lnTo>
                  <a:lnTo>
                    <a:pt x="334085" y="154486"/>
                  </a:lnTo>
                  <a:lnTo>
                    <a:pt x="333713" y="149205"/>
                  </a:lnTo>
                  <a:lnTo>
                    <a:pt x="333174" y="143940"/>
                  </a:lnTo>
                  <a:lnTo>
                    <a:pt x="332468" y="138693"/>
                  </a:lnTo>
                  <a:lnTo>
                    <a:pt x="331597" y="133472"/>
                  </a:lnTo>
                  <a:lnTo>
                    <a:pt x="330560" y="128281"/>
                  </a:lnTo>
                  <a:lnTo>
                    <a:pt x="329360" y="123126"/>
                  </a:lnTo>
                  <a:lnTo>
                    <a:pt x="327998" y="118011"/>
                  </a:lnTo>
                  <a:lnTo>
                    <a:pt x="326474" y="112942"/>
                  </a:lnTo>
                  <a:lnTo>
                    <a:pt x="324790" y="107923"/>
                  </a:lnTo>
                  <a:lnTo>
                    <a:pt x="322948" y="102960"/>
                  </a:lnTo>
                  <a:lnTo>
                    <a:pt x="320950" y="98059"/>
                  </a:lnTo>
                  <a:lnTo>
                    <a:pt x="318798" y="93223"/>
                  </a:lnTo>
                  <a:lnTo>
                    <a:pt x="316494" y="88457"/>
                  </a:lnTo>
                  <a:lnTo>
                    <a:pt x="314040" y="83767"/>
                  </a:lnTo>
                  <a:lnTo>
                    <a:pt x="311438" y="79157"/>
                  </a:lnTo>
                  <a:lnTo>
                    <a:pt x="308692" y="74631"/>
                  </a:lnTo>
                  <a:lnTo>
                    <a:pt x="305805" y="70195"/>
                  </a:lnTo>
                  <a:lnTo>
                    <a:pt x="302778" y="65852"/>
                  </a:lnTo>
                  <a:lnTo>
                    <a:pt x="299615" y="61608"/>
                  </a:lnTo>
                  <a:lnTo>
                    <a:pt x="296320" y="57465"/>
                  </a:lnTo>
                  <a:lnTo>
                    <a:pt x="292894" y="53429"/>
                  </a:lnTo>
                  <a:lnTo>
                    <a:pt x="289343" y="49504"/>
                  </a:lnTo>
                  <a:lnTo>
                    <a:pt x="285670" y="45693"/>
                  </a:lnTo>
                  <a:lnTo>
                    <a:pt x="281877" y="42000"/>
                  </a:lnTo>
                  <a:lnTo>
                    <a:pt x="277970" y="38429"/>
                  </a:lnTo>
                  <a:lnTo>
                    <a:pt x="273951" y="34984"/>
                  </a:lnTo>
                  <a:lnTo>
                    <a:pt x="269825" y="31667"/>
                  </a:lnTo>
                  <a:lnTo>
                    <a:pt x="265597" y="28483"/>
                  </a:lnTo>
                  <a:lnTo>
                    <a:pt x="261270" y="25434"/>
                  </a:lnTo>
                  <a:lnTo>
                    <a:pt x="256848" y="22524"/>
                  </a:lnTo>
                  <a:lnTo>
                    <a:pt x="252336" y="19756"/>
                  </a:lnTo>
                  <a:lnTo>
                    <a:pt x="247739" y="17131"/>
                  </a:lnTo>
                  <a:lnTo>
                    <a:pt x="243062" y="14654"/>
                  </a:lnTo>
                  <a:lnTo>
                    <a:pt x="238308" y="12325"/>
                  </a:lnTo>
                  <a:lnTo>
                    <a:pt x="233483" y="10149"/>
                  </a:lnTo>
                  <a:lnTo>
                    <a:pt x="228591" y="8126"/>
                  </a:lnTo>
                  <a:lnTo>
                    <a:pt x="223638" y="6259"/>
                  </a:lnTo>
                  <a:lnTo>
                    <a:pt x="218628" y="4550"/>
                  </a:lnTo>
                  <a:lnTo>
                    <a:pt x="213566" y="3001"/>
                  </a:lnTo>
                  <a:lnTo>
                    <a:pt x="167167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46399" cy="167167"/>
            </a:xfrm>
            <a:custGeom>
              <a:avLst/>
              <a:pathLst>
                <a:path w="46399" h="167167">
                  <a:moveTo>
                    <a:pt x="46399" y="6568"/>
                  </a:moveTo>
                  <a:lnTo>
                    <a:pt x="39911" y="4834"/>
                  </a:lnTo>
                  <a:lnTo>
                    <a:pt x="33358" y="3362"/>
                  </a:lnTo>
                  <a:lnTo>
                    <a:pt x="26751" y="2154"/>
                  </a:lnTo>
                  <a:lnTo>
                    <a:pt x="20101" y="1212"/>
                  </a:lnTo>
                  <a:lnTo>
                    <a:pt x="13419" y="539"/>
                  </a:lnTo>
                  <a:lnTo>
                    <a:pt x="6714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56386" y="5399291"/>
              <a:ext cx="190149" cy="334325"/>
            </a:xfrm>
            <a:custGeom>
              <a:avLst/>
              <a:pathLst>
                <a:path w="190149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566459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566459"/>
              <a:ext cx="121299" cy="165578"/>
            </a:xfrm>
            <a:custGeom>
              <a:avLst/>
              <a:pathLst>
                <a:path w="121299" h="165578">
                  <a:moveTo>
                    <a:pt x="22991" y="165578"/>
                  </a:moveTo>
                  <a:lnTo>
                    <a:pt x="28557" y="164710"/>
                  </a:lnTo>
                  <a:lnTo>
                    <a:pt x="34090" y="163654"/>
                  </a:lnTo>
                  <a:lnTo>
                    <a:pt x="39584" y="162413"/>
                  </a:lnTo>
                  <a:lnTo>
                    <a:pt x="45034" y="160987"/>
                  </a:lnTo>
                  <a:lnTo>
                    <a:pt x="50432" y="159378"/>
                  </a:lnTo>
                  <a:lnTo>
                    <a:pt x="55773" y="157588"/>
                  </a:lnTo>
                  <a:lnTo>
                    <a:pt x="61051" y="155620"/>
                  </a:lnTo>
                  <a:lnTo>
                    <a:pt x="66259" y="153475"/>
                  </a:lnTo>
                  <a:lnTo>
                    <a:pt x="71393" y="151155"/>
                  </a:lnTo>
                  <a:lnTo>
                    <a:pt x="76445" y="148664"/>
                  </a:lnTo>
                  <a:lnTo>
                    <a:pt x="81410" y="146004"/>
                  </a:lnTo>
                  <a:lnTo>
                    <a:pt x="86283" y="143178"/>
                  </a:lnTo>
                  <a:lnTo>
                    <a:pt x="91058" y="140190"/>
                  </a:lnTo>
                  <a:lnTo>
                    <a:pt x="95729" y="137042"/>
                  </a:lnTo>
                  <a:lnTo>
                    <a:pt x="100292" y="133739"/>
                  </a:lnTo>
                  <a:lnTo>
                    <a:pt x="104741" y="130284"/>
                  </a:lnTo>
                  <a:lnTo>
                    <a:pt x="109071" y="126682"/>
                  </a:lnTo>
                  <a:lnTo>
                    <a:pt x="113277" y="122935"/>
                  </a:lnTo>
                  <a:lnTo>
                    <a:pt x="117355" y="119049"/>
                  </a:lnTo>
                  <a:lnTo>
                    <a:pt x="121299" y="115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167163" cy="282195"/>
            </a:xfrm>
            <a:custGeom>
              <a:avLst/>
              <a:pathLst>
                <a:path w="167163" h="282195">
                  <a:moveTo>
                    <a:pt x="121299" y="282195"/>
                  </a:moveTo>
                  <a:lnTo>
                    <a:pt x="124908" y="278266"/>
                  </a:lnTo>
                  <a:lnTo>
                    <a:pt x="128389" y="274223"/>
                  </a:lnTo>
                  <a:lnTo>
                    <a:pt x="131740" y="270072"/>
                  </a:lnTo>
                  <a:lnTo>
                    <a:pt x="134956" y="265816"/>
                  </a:lnTo>
                  <a:lnTo>
                    <a:pt x="138035" y="261460"/>
                  </a:lnTo>
                  <a:lnTo>
                    <a:pt x="140973" y="257008"/>
                  </a:lnTo>
                  <a:lnTo>
                    <a:pt x="143768" y="252464"/>
                  </a:lnTo>
                  <a:lnTo>
                    <a:pt x="146417" y="247833"/>
                  </a:lnTo>
                  <a:lnTo>
                    <a:pt x="148916" y="243120"/>
                  </a:lnTo>
                  <a:lnTo>
                    <a:pt x="151264" y="238330"/>
                  </a:lnTo>
                  <a:lnTo>
                    <a:pt x="153457" y="233467"/>
                  </a:lnTo>
                  <a:lnTo>
                    <a:pt x="155495" y="228537"/>
                  </a:lnTo>
                  <a:lnTo>
                    <a:pt x="157374" y="223544"/>
                  </a:lnTo>
                  <a:lnTo>
                    <a:pt x="159092" y="218494"/>
                  </a:lnTo>
                  <a:lnTo>
                    <a:pt x="160649" y="213391"/>
                  </a:lnTo>
                  <a:lnTo>
                    <a:pt x="162042" y="208242"/>
                  </a:lnTo>
                  <a:lnTo>
                    <a:pt x="163270" y="203051"/>
                  </a:lnTo>
                  <a:lnTo>
                    <a:pt x="164332" y="197823"/>
                  </a:lnTo>
                  <a:lnTo>
                    <a:pt x="165226" y="192564"/>
                  </a:lnTo>
                  <a:lnTo>
                    <a:pt x="165953" y="187279"/>
                  </a:lnTo>
                  <a:lnTo>
                    <a:pt x="166510" y="181973"/>
                  </a:lnTo>
                  <a:lnTo>
                    <a:pt x="166898" y="176653"/>
                  </a:lnTo>
                  <a:lnTo>
                    <a:pt x="167115" y="171323"/>
                  </a:lnTo>
                  <a:lnTo>
                    <a:pt x="167163" y="165988"/>
                  </a:lnTo>
                  <a:lnTo>
                    <a:pt x="167040" y="160655"/>
                  </a:lnTo>
                  <a:lnTo>
                    <a:pt x="166747" y="155328"/>
                  </a:lnTo>
                  <a:lnTo>
                    <a:pt x="166285" y="150014"/>
                  </a:lnTo>
                  <a:lnTo>
                    <a:pt x="165653" y="144717"/>
                  </a:lnTo>
                  <a:lnTo>
                    <a:pt x="164852" y="139443"/>
                  </a:lnTo>
                  <a:lnTo>
                    <a:pt x="163883" y="134197"/>
                  </a:lnTo>
                  <a:lnTo>
                    <a:pt x="162748" y="128984"/>
                  </a:lnTo>
                  <a:lnTo>
                    <a:pt x="161447" y="123811"/>
                  </a:lnTo>
                  <a:lnTo>
                    <a:pt x="159981" y="118681"/>
                  </a:lnTo>
                  <a:lnTo>
                    <a:pt x="158353" y="113602"/>
                  </a:lnTo>
                  <a:lnTo>
                    <a:pt x="156563" y="108576"/>
                  </a:lnTo>
                  <a:lnTo>
                    <a:pt x="154614" y="103610"/>
                  </a:lnTo>
                  <a:lnTo>
                    <a:pt x="152507" y="98709"/>
                  </a:lnTo>
                  <a:lnTo>
                    <a:pt x="150245" y="93878"/>
                  </a:lnTo>
                  <a:lnTo>
                    <a:pt x="147830" y="89121"/>
                  </a:lnTo>
                  <a:lnTo>
                    <a:pt x="145264" y="84444"/>
                  </a:lnTo>
                  <a:lnTo>
                    <a:pt x="142551" y="79851"/>
                  </a:lnTo>
                  <a:lnTo>
                    <a:pt x="139692" y="75347"/>
                  </a:lnTo>
                  <a:lnTo>
                    <a:pt x="136691" y="70937"/>
                  </a:lnTo>
                  <a:lnTo>
                    <a:pt x="133551" y="66624"/>
                  </a:lnTo>
                  <a:lnTo>
                    <a:pt x="130275" y="62414"/>
                  </a:lnTo>
                  <a:lnTo>
                    <a:pt x="126866" y="58310"/>
                  </a:lnTo>
                  <a:lnTo>
                    <a:pt x="123329" y="54318"/>
                  </a:lnTo>
                  <a:lnTo>
                    <a:pt x="119665" y="50440"/>
                  </a:lnTo>
                  <a:lnTo>
                    <a:pt x="115880" y="46681"/>
                  </a:lnTo>
                  <a:lnTo>
                    <a:pt x="111976" y="43045"/>
                  </a:lnTo>
                  <a:lnTo>
                    <a:pt x="107959" y="39536"/>
                  </a:lnTo>
                  <a:lnTo>
                    <a:pt x="103831" y="36156"/>
                  </a:lnTo>
                  <a:lnTo>
                    <a:pt x="99598" y="32909"/>
                  </a:lnTo>
                  <a:lnTo>
                    <a:pt x="95264" y="29800"/>
                  </a:lnTo>
                  <a:lnTo>
                    <a:pt x="90832" y="26830"/>
                  </a:lnTo>
                  <a:lnTo>
                    <a:pt x="86308" y="24003"/>
                  </a:lnTo>
                  <a:lnTo>
                    <a:pt x="81696" y="21322"/>
                  </a:lnTo>
                  <a:lnTo>
                    <a:pt x="77001" y="18790"/>
                  </a:lnTo>
                  <a:lnTo>
                    <a:pt x="72227" y="16408"/>
                  </a:lnTo>
                  <a:lnTo>
                    <a:pt x="67380" y="14181"/>
                  </a:lnTo>
                  <a:lnTo>
                    <a:pt x="62464" y="12109"/>
                  </a:lnTo>
                  <a:lnTo>
                    <a:pt x="57485" y="10194"/>
                  </a:lnTo>
                  <a:lnTo>
                    <a:pt x="52447" y="8440"/>
                  </a:lnTo>
                  <a:lnTo>
                    <a:pt x="47356" y="6847"/>
                  </a:lnTo>
                  <a:lnTo>
                    <a:pt x="42216" y="5418"/>
                  </a:lnTo>
                  <a:lnTo>
                    <a:pt x="37034" y="4153"/>
                  </a:lnTo>
                  <a:lnTo>
                    <a:pt x="31813" y="3055"/>
                  </a:lnTo>
                  <a:lnTo>
                    <a:pt x="26561" y="2123"/>
                  </a:lnTo>
                  <a:lnTo>
                    <a:pt x="21281" y="1360"/>
                  </a:lnTo>
                  <a:lnTo>
                    <a:pt x="15980" y="765"/>
                  </a:lnTo>
                  <a:lnTo>
                    <a:pt x="10662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08266" y="5269756"/>
              <a:ext cx="136992" cy="167167"/>
            </a:xfrm>
            <a:custGeom>
              <a:avLst/>
              <a:pathLst>
                <a:path w="136992" h="167167">
                  <a:moveTo>
                    <a:pt x="136992" y="0"/>
                  </a:moveTo>
                  <a:lnTo>
                    <a:pt x="131456" y="91"/>
                  </a:lnTo>
                  <a:lnTo>
                    <a:pt x="125926" y="366"/>
                  </a:lnTo>
                  <a:lnTo>
                    <a:pt x="120408" y="824"/>
                  </a:lnTo>
                  <a:lnTo>
                    <a:pt x="114909" y="1464"/>
                  </a:lnTo>
                  <a:lnTo>
                    <a:pt x="109434" y="2287"/>
                  </a:lnTo>
                  <a:lnTo>
                    <a:pt x="103989" y="3290"/>
                  </a:lnTo>
                  <a:lnTo>
                    <a:pt x="98580" y="4472"/>
                  </a:lnTo>
                  <a:lnTo>
                    <a:pt x="93214" y="5834"/>
                  </a:lnTo>
                  <a:lnTo>
                    <a:pt x="87895" y="7372"/>
                  </a:lnTo>
                  <a:lnTo>
                    <a:pt x="82630" y="9085"/>
                  </a:lnTo>
                  <a:lnTo>
                    <a:pt x="77425" y="10972"/>
                  </a:lnTo>
                  <a:lnTo>
                    <a:pt x="72285" y="13030"/>
                  </a:lnTo>
                  <a:lnTo>
                    <a:pt x="67216" y="15258"/>
                  </a:lnTo>
                  <a:lnTo>
                    <a:pt x="62224" y="17652"/>
                  </a:lnTo>
                  <a:lnTo>
                    <a:pt x="57314" y="20210"/>
                  </a:lnTo>
                  <a:lnTo>
                    <a:pt x="52491" y="22929"/>
                  </a:lnTo>
                  <a:lnTo>
                    <a:pt x="47761" y="25806"/>
                  </a:lnTo>
                  <a:lnTo>
                    <a:pt x="43129" y="28839"/>
                  </a:lnTo>
                  <a:lnTo>
                    <a:pt x="38599" y="32023"/>
                  </a:lnTo>
                  <a:lnTo>
                    <a:pt x="34178" y="35355"/>
                  </a:lnTo>
                  <a:lnTo>
                    <a:pt x="29869" y="38832"/>
                  </a:lnTo>
                  <a:lnTo>
                    <a:pt x="25678" y="42450"/>
                  </a:lnTo>
                  <a:lnTo>
                    <a:pt x="21609" y="46205"/>
                  </a:lnTo>
                  <a:lnTo>
                    <a:pt x="17667" y="50092"/>
                  </a:lnTo>
                  <a:lnTo>
                    <a:pt x="13855" y="54108"/>
                  </a:lnTo>
                  <a:lnTo>
                    <a:pt x="10179" y="58247"/>
                  </a:lnTo>
                  <a:lnTo>
                    <a:pt x="6642" y="62506"/>
                  </a:lnTo>
                  <a:lnTo>
                    <a:pt x="3247" y="66880"/>
                  </a:lnTo>
                  <a:lnTo>
                    <a:pt x="0" y="71364"/>
                  </a:lnTo>
                  <a:lnTo>
                    <a:pt x="1369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8266" y="5341121"/>
              <a:ext cx="136992" cy="95802"/>
            </a:xfrm>
            <a:custGeom>
              <a:avLst/>
              <a:pathLst>
                <a:path w="136992" h="95802">
                  <a:moveTo>
                    <a:pt x="0" y="0"/>
                  </a:moveTo>
                  <a:lnTo>
                    <a:pt x="136992" y="9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8266" y="5341121"/>
              <a:ext cx="136992" cy="95802"/>
            </a:xfrm>
            <a:custGeom>
              <a:avLst/>
              <a:pathLst>
                <a:path w="136992" h="95802">
                  <a:moveTo>
                    <a:pt x="0" y="0"/>
                  </a:moveTo>
                  <a:lnTo>
                    <a:pt x="136992" y="9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8266" y="5341121"/>
              <a:ext cx="136992" cy="95802"/>
            </a:xfrm>
            <a:custGeom>
              <a:avLst/>
              <a:pathLst>
                <a:path w="136992" h="95802">
                  <a:moveTo>
                    <a:pt x="0" y="0"/>
                  </a:moveTo>
                  <a:lnTo>
                    <a:pt x="136992" y="958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8266" y="5341121"/>
              <a:ext cx="136992" cy="95802"/>
            </a:xfrm>
            <a:custGeom>
              <a:avLst/>
              <a:pathLst>
                <a:path w="136992" h="95802">
                  <a:moveTo>
                    <a:pt x="0" y="0"/>
                  </a:moveTo>
                  <a:lnTo>
                    <a:pt x="136992" y="958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89173" y="5341121"/>
              <a:ext cx="156085" cy="95802"/>
            </a:xfrm>
            <a:custGeom>
              <a:avLst/>
              <a:pathLst>
                <a:path w="156085" h="95802">
                  <a:moveTo>
                    <a:pt x="19093" y="0"/>
                  </a:moveTo>
                  <a:lnTo>
                    <a:pt x="15310" y="5651"/>
                  </a:lnTo>
                  <a:lnTo>
                    <a:pt x="11759" y="11451"/>
                  </a:lnTo>
                  <a:lnTo>
                    <a:pt x="8448" y="17391"/>
                  </a:lnTo>
                  <a:lnTo>
                    <a:pt x="5381" y="23461"/>
                  </a:lnTo>
                  <a:lnTo>
                    <a:pt x="2563" y="29651"/>
                  </a:lnTo>
                  <a:lnTo>
                    <a:pt x="0" y="35950"/>
                  </a:lnTo>
                  <a:lnTo>
                    <a:pt x="156085" y="958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11063" y="107315"/>
                  </a:moveTo>
                  <a:lnTo>
                    <a:pt x="9243" y="112298"/>
                  </a:lnTo>
                  <a:lnTo>
                    <a:pt x="7581" y="117337"/>
                  </a:lnTo>
                  <a:lnTo>
                    <a:pt x="6080" y="122426"/>
                  </a:lnTo>
                  <a:lnTo>
                    <a:pt x="4741" y="127560"/>
                  </a:lnTo>
                  <a:lnTo>
                    <a:pt x="3566" y="132735"/>
                  </a:lnTo>
                  <a:lnTo>
                    <a:pt x="2556" y="137943"/>
                  </a:lnTo>
                  <a:lnTo>
                    <a:pt x="1711" y="143181"/>
                  </a:lnTo>
                  <a:lnTo>
                    <a:pt x="1033" y="148444"/>
                  </a:lnTo>
                  <a:lnTo>
                    <a:pt x="523" y="153725"/>
                  </a:lnTo>
                  <a:lnTo>
                    <a:pt x="180" y="159020"/>
                  </a:lnTo>
                  <a:lnTo>
                    <a:pt x="6" y="164323"/>
                  </a:lnTo>
                  <a:lnTo>
                    <a:pt x="0" y="169629"/>
                  </a:lnTo>
                  <a:lnTo>
                    <a:pt x="162" y="174932"/>
                  </a:lnTo>
                  <a:lnTo>
                    <a:pt x="492" y="180227"/>
                  </a:lnTo>
                  <a:lnTo>
                    <a:pt x="991" y="185510"/>
                  </a:lnTo>
                  <a:lnTo>
                    <a:pt x="1657" y="190774"/>
                  </a:lnTo>
                  <a:lnTo>
                    <a:pt x="2489" y="196014"/>
                  </a:lnTo>
                  <a:lnTo>
                    <a:pt x="3488" y="201225"/>
                  </a:lnTo>
                  <a:lnTo>
                    <a:pt x="4651" y="206402"/>
                  </a:lnTo>
                  <a:lnTo>
                    <a:pt x="5978" y="211539"/>
                  </a:lnTo>
                  <a:lnTo>
                    <a:pt x="7467" y="216631"/>
                  </a:lnTo>
                  <a:lnTo>
                    <a:pt x="9117" y="221674"/>
                  </a:lnTo>
                  <a:lnTo>
                    <a:pt x="10927" y="226662"/>
                  </a:lnTo>
                  <a:lnTo>
                    <a:pt x="12894" y="231590"/>
                  </a:lnTo>
                  <a:lnTo>
                    <a:pt x="15016" y="236453"/>
                  </a:lnTo>
                  <a:lnTo>
                    <a:pt x="17291" y="241246"/>
                  </a:lnTo>
                  <a:lnTo>
                    <a:pt x="19718" y="245964"/>
                  </a:lnTo>
                  <a:lnTo>
                    <a:pt x="22293" y="250603"/>
                  </a:lnTo>
                  <a:lnTo>
                    <a:pt x="25013" y="255158"/>
                  </a:lnTo>
                  <a:lnTo>
                    <a:pt x="27878" y="259625"/>
                  </a:lnTo>
                  <a:lnTo>
                    <a:pt x="30882" y="263998"/>
                  </a:lnTo>
                  <a:lnTo>
                    <a:pt x="34024" y="268274"/>
                  </a:lnTo>
                  <a:lnTo>
                    <a:pt x="37299" y="272448"/>
                  </a:lnTo>
                  <a:lnTo>
                    <a:pt x="40706" y="276516"/>
                  </a:lnTo>
                  <a:lnTo>
                    <a:pt x="44240" y="280473"/>
                  </a:lnTo>
                  <a:lnTo>
                    <a:pt x="47898" y="284317"/>
                  </a:lnTo>
                  <a:lnTo>
                    <a:pt x="51675" y="288042"/>
                  </a:lnTo>
                  <a:lnTo>
                    <a:pt x="55570" y="291646"/>
                  </a:lnTo>
                  <a:lnTo>
                    <a:pt x="59576" y="295124"/>
                  </a:lnTo>
                  <a:lnTo>
                    <a:pt x="63691" y="298474"/>
                  </a:lnTo>
                  <a:lnTo>
                    <a:pt x="67911" y="301691"/>
                  </a:lnTo>
                  <a:lnTo>
                    <a:pt x="72230" y="304773"/>
                  </a:lnTo>
                  <a:lnTo>
                    <a:pt x="76645" y="307716"/>
                  </a:lnTo>
                  <a:lnTo>
                    <a:pt x="81151" y="310517"/>
                  </a:lnTo>
                  <a:lnTo>
                    <a:pt x="85743" y="313174"/>
                  </a:lnTo>
                  <a:lnTo>
                    <a:pt x="90418" y="315684"/>
                  </a:lnTo>
                  <a:lnTo>
                    <a:pt x="95170" y="318044"/>
                  </a:lnTo>
                  <a:lnTo>
                    <a:pt x="99994" y="320253"/>
                  </a:lnTo>
                  <a:lnTo>
                    <a:pt x="104886" y="322307"/>
                  </a:lnTo>
                  <a:lnTo>
                    <a:pt x="109841" y="324204"/>
                  </a:lnTo>
                  <a:lnTo>
                    <a:pt x="114854" y="325944"/>
                  </a:lnTo>
                  <a:lnTo>
                    <a:pt x="119919" y="327524"/>
                  </a:lnTo>
                  <a:lnTo>
                    <a:pt x="125032" y="328942"/>
                  </a:lnTo>
                  <a:lnTo>
                    <a:pt x="130187" y="330197"/>
                  </a:lnTo>
                  <a:lnTo>
                    <a:pt x="135379" y="331288"/>
                  </a:lnTo>
                  <a:lnTo>
                    <a:pt x="140604" y="332213"/>
                  </a:lnTo>
                  <a:lnTo>
                    <a:pt x="145855" y="332973"/>
                  </a:lnTo>
                  <a:lnTo>
                    <a:pt x="151128" y="333565"/>
                  </a:lnTo>
                  <a:lnTo>
                    <a:pt x="156417" y="333990"/>
                  </a:lnTo>
                  <a:lnTo>
                    <a:pt x="161716" y="334246"/>
                  </a:lnTo>
                  <a:lnTo>
                    <a:pt x="167021" y="334334"/>
                  </a:lnTo>
                  <a:lnTo>
                    <a:pt x="172327" y="334254"/>
                  </a:lnTo>
                  <a:lnTo>
                    <a:pt x="177627" y="334006"/>
                  </a:lnTo>
                  <a:lnTo>
                    <a:pt x="182916" y="333589"/>
                  </a:lnTo>
                  <a:lnTo>
                    <a:pt x="188190" y="333005"/>
                  </a:lnTo>
                  <a:lnTo>
                    <a:pt x="193442" y="332254"/>
                  </a:lnTo>
                  <a:lnTo>
                    <a:pt x="198668" y="331336"/>
                  </a:lnTo>
                  <a:lnTo>
                    <a:pt x="203862" y="330253"/>
                  </a:lnTo>
                  <a:lnTo>
                    <a:pt x="209019" y="329006"/>
                  </a:lnTo>
                  <a:lnTo>
                    <a:pt x="214134" y="327596"/>
                  </a:lnTo>
                  <a:lnTo>
                    <a:pt x="219202" y="326024"/>
                  </a:lnTo>
                  <a:lnTo>
                    <a:pt x="224217" y="324292"/>
                  </a:lnTo>
                  <a:lnTo>
                    <a:pt x="229175" y="322401"/>
                  </a:lnTo>
                  <a:lnTo>
                    <a:pt x="234070" y="320355"/>
                  </a:lnTo>
                  <a:lnTo>
                    <a:pt x="238898" y="318154"/>
                  </a:lnTo>
                  <a:lnTo>
                    <a:pt x="243653" y="315801"/>
                  </a:lnTo>
                  <a:lnTo>
                    <a:pt x="248332" y="313298"/>
                  </a:lnTo>
                  <a:lnTo>
                    <a:pt x="252928" y="310648"/>
                  </a:lnTo>
                  <a:lnTo>
                    <a:pt x="257439" y="307854"/>
                  </a:lnTo>
                  <a:lnTo>
                    <a:pt x="261858" y="304917"/>
                  </a:lnTo>
                  <a:lnTo>
                    <a:pt x="266182" y="301842"/>
                  </a:lnTo>
                  <a:lnTo>
                    <a:pt x="270406" y="298632"/>
                  </a:lnTo>
                  <a:lnTo>
                    <a:pt x="274526" y="295288"/>
                  </a:lnTo>
                  <a:lnTo>
                    <a:pt x="278538" y="291816"/>
                  </a:lnTo>
                  <a:lnTo>
                    <a:pt x="282438" y="288218"/>
                  </a:lnTo>
                  <a:lnTo>
                    <a:pt x="286221" y="284499"/>
                  </a:lnTo>
                  <a:lnTo>
                    <a:pt x="289885" y="280661"/>
                  </a:lnTo>
                  <a:lnTo>
                    <a:pt x="293425" y="276708"/>
                  </a:lnTo>
                  <a:lnTo>
                    <a:pt x="296838" y="272646"/>
                  </a:lnTo>
                  <a:lnTo>
                    <a:pt x="300120" y="268477"/>
                  </a:lnTo>
                  <a:lnTo>
                    <a:pt x="303268" y="264206"/>
                  </a:lnTo>
                  <a:lnTo>
                    <a:pt x="306279" y="259837"/>
                  </a:lnTo>
                  <a:lnTo>
                    <a:pt x="309150" y="255375"/>
                  </a:lnTo>
                  <a:lnTo>
                    <a:pt x="311878" y="250824"/>
                  </a:lnTo>
                  <a:lnTo>
                    <a:pt x="314460" y="246189"/>
                  </a:lnTo>
                  <a:lnTo>
                    <a:pt x="316893" y="241474"/>
                  </a:lnTo>
                  <a:lnTo>
                    <a:pt x="319176" y="236685"/>
                  </a:lnTo>
                  <a:lnTo>
                    <a:pt x="321306" y="231825"/>
                  </a:lnTo>
                  <a:lnTo>
                    <a:pt x="323280" y="226900"/>
                  </a:lnTo>
                  <a:lnTo>
                    <a:pt x="325097" y="221915"/>
                  </a:lnTo>
                  <a:lnTo>
                    <a:pt x="326755" y="216875"/>
                  </a:lnTo>
                  <a:lnTo>
                    <a:pt x="328252" y="211785"/>
                  </a:lnTo>
                  <a:lnTo>
                    <a:pt x="329587" y="206650"/>
                  </a:lnTo>
                  <a:lnTo>
                    <a:pt x="330758" y="201475"/>
                  </a:lnTo>
                  <a:lnTo>
                    <a:pt x="331764" y="196265"/>
                  </a:lnTo>
                  <a:lnTo>
                    <a:pt x="332605" y="191026"/>
                  </a:lnTo>
                  <a:lnTo>
                    <a:pt x="333279" y="185763"/>
                  </a:lnTo>
                  <a:lnTo>
                    <a:pt x="333785" y="180482"/>
                  </a:lnTo>
                  <a:lnTo>
                    <a:pt x="334124" y="175187"/>
                  </a:lnTo>
                  <a:lnTo>
                    <a:pt x="334294" y="169884"/>
                  </a:lnTo>
                  <a:lnTo>
                    <a:pt x="334296" y="164578"/>
                  </a:lnTo>
                  <a:lnTo>
                    <a:pt x="334130" y="159275"/>
                  </a:lnTo>
                  <a:lnTo>
                    <a:pt x="333795" y="153979"/>
                  </a:lnTo>
                  <a:lnTo>
                    <a:pt x="333293" y="148697"/>
                  </a:lnTo>
                  <a:lnTo>
                    <a:pt x="332623" y="143434"/>
                  </a:lnTo>
                  <a:lnTo>
                    <a:pt x="331786" y="138194"/>
                  </a:lnTo>
                  <a:lnTo>
                    <a:pt x="330784" y="132984"/>
                  </a:lnTo>
                  <a:lnTo>
                    <a:pt x="329617" y="127808"/>
                  </a:lnTo>
                  <a:lnTo>
                    <a:pt x="328286" y="122672"/>
                  </a:lnTo>
                  <a:lnTo>
                    <a:pt x="326793" y="117581"/>
                  </a:lnTo>
                  <a:lnTo>
                    <a:pt x="325139" y="112539"/>
                  </a:lnTo>
                  <a:lnTo>
                    <a:pt x="323325" y="107553"/>
                  </a:lnTo>
                  <a:lnTo>
                    <a:pt x="321355" y="102627"/>
                  </a:lnTo>
                  <a:lnTo>
                    <a:pt x="319229" y="97765"/>
                  </a:lnTo>
                  <a:lnTo>
                    <a:pt x="316950" y="92974"/>
                  </a:lnTo>
                  <a:lnTo>
                    <a:pt x="314520" y="88257"/>
                  </a:lnTo>
                  <a:lnTo>
                    <a:pt x="311941" y="83620"/>
                  </a:lnTo>
                  <a:lnTo>
                    <a:pt x="309217" y="79067"/>
                  </a:lnTo>
                  <a:lnTo>
                    <a:pt x="306350" y="74603"/>
                  </a:lnTo>
                  <a:lnTo>
                    <a:pt x="303342" y="70232"/>
                  </a:lnTo>
                  <a:lnTo>
                    <a:pt x="300197" y="65958"/>
                  </a:lnTo>
                  <a:lnTo>
                    <a:pt x="296918" y="61787"/>
                  </a:lnTo>
                  <a:lnTo>
                    <a:pt x="293508" y="57722"/>
                  </a:lnTo>
                  <a:lnTo>
                    <a:pt x="289971" y="53767"/>
                  </a:lnTo>
                  <a:lnTo>
                    <a:pt x="286311" y="49926"/>
                  </a:lnTo>
                  <a:lnTo>
                    <a:pt x="282530" y="46204"/>
                  </a:lnTo>
                  <a:lnTo>
                    <a:pt x="278633" y="42603"/>
                  </a:lnTo>
                  <a:lnTo>
                    <a:pt x="274624" y="39127"/>
                  </a:lnTo>
                  <a:lnTo>
                    <a:pt x="270506" y="35781"/>
                  </a:lnTo>
                  <a:lnTo>
                    <a:pt x="266284" y="32567"/>
                  </a:lnTo>
                  <a:lnTo>
                    <a:pt x="261963" y="29489"/>
                  </a:lnTo>
                  <a:lnTo>
                    <a:pt x="257546" y="26549"/>
                  </a:lnTo>
                  <a:lnTo>
                    <a:pt x="253038" y="23751"/>
                  </a:lnTo>
                  <a:lnTo>
                    <a:pt x="248443" y="21098"/>
                  </a:lnTo>
                  <a:lnTo>
                    <a:pt x="243767" y="18591"/>
                  </a:lnTo>
                  <a:lnTo>
                    <a:pt x="239013" y="16235"/>
                  </a:lnTo>
                  <a:lnTo>
                    <a:pt x="234187" y="14030"/>
                  </a:lnTo>
                  <a:lnTo>
                    <a:pt x="229293" y="11980"/>
                  </a:lnTo>
                  <a:lnTo>
                    <a:pt x="224337" y="10086"/>
                  </a:lnTo>
                  <a:lnTo>
                    <a:pt x="219323" y="8350"/>
                  </a:lnTo>
                  <a:lnTo>
                    <a:pt x="214256" y="6774"/>
                  </a:lnTo>
                  <a:lnTo>
                    <a:pt x="209143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8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84" y="5018213"/>
              <a:ext cx="167155" cy="211859"/>
            </a:xfrm>
            <a:custGeom>
              <a:avLst/>
              <a:pathLst>
                <a:path w="167155" h="211859">
                  <a:moveTo>
                    <a:pt x="167155" y="0"/>
                  </a:moveTo>
                  <a:lnTo>
                    <a:pt x="161755" y="87"/>
                  </a:lnTo>
                  <a:lnTo>
                    <a:pt x="156361" y="348"/>
                  </a:lnTo>
                  <a:lnTo>
                    <a:pt x="150978" y="784"/>
                  </a:lnTo>
                  <a:lnTo>
                    <a:pt x="145613" y="1393"/>
                  </a:lnTo>
                  <a:lnTo>
                    <a:pt x="140269" y="2176"/>
                  </a:lnTo>
                  <a:lnTo>
                    <a:pt x="134954" y="3130"/>
                  </a:lnTo>
                  <a:lnTo>
                    <a:pt x="129672" y="4256"/>
                  </a:lnTo>
                  <a:lnTo>
                    <a:pt x="124430" y="5551"/>
                  </a:lnTo>
                  <a:lnTo>
                    <a:pt x="119232" y="7016"/>
                  </a:lnTo>
                  <a:lnTo>
                    <a:pt x="114084" y="8647"/>
                  </a:lnTo>
                  <a:lnTo>
                    <a:pt x="108991" y="10444"/>
                  </a:lnTo>
                  <a:lnTo>
                    <a:pt x="103960" y="12405"/>
                  </a:lnTo>
                  <a:lnTo>
                    <a:pt x="98994" y="14527"/>
                  </a:lnTo>
                  <a:lnTo>
                    <a:pt x="94099" y="16808"/>
                  </a:lnTo>
                  <a:lnTo>
                    <a:pt x="89280" y="19246"/>
                  </a:lnTo>
                  <a:lnTo>
                    <a:pt x="84543" y="21839"/>
                  </a:lnTo>
                  <a:lnTo>
                    <a:pt x="79892" y="24583"/>
                  </a:lnTo>
                  <a:lnTo>
                    <a:pt x="75332" y="27476"/>
                  </a:lnTo>
                  <a:lnTo>
                    <a:pt x="70868" y="30515"/>
                  </a:lnTo>
                  <a:lnTo>
                    <a:pt x="66504" y="33696"/>
                  </a:lnTo>
                  <a:lnTo>
                    <a:pt x="62246" y="37017"/>
                  </a:lnTo>
                  <a:lnTo>
                    <a:pt x="58096" y="40473"/>
                  </a:lnTo>
                  <a:lnTo>
                    <a:pt x="54061" y="44062"/>
                  </a:lnTo>
                  <a:lnTo>
                    <a:pt x="50144" y="47779"/>
                  </a:lnTo>
                  <a:lnTo>
                    <a:pt x="46349" y="51621"/>
                  </a:lnTo>
                  <a:lnTo>
                    <a:pt x="42679" y="55583"/>
                  </a:lnTo>
                  <a:lnTo>
                    <a:pt x="39140" y="59662"/>
                  </a:lnTo>
                  <a:lnTo>
                    <a:pt x="35735" y="63853"/>
                  </a:lnTo>
                  <a:lnTo>
                    <a:pt x="32466" y="68152"/>
                  </a:lnTo>
                  <a:lnTo>
                    <a:pt x="29338" y="72554"/>
                  </a:lnTo>
                  <a:lnTo>
                    <a:pt x="26354" y="77055"/>
                  </a:lnTo>
                  <a:lnTo>
                    <a:pt x="23517" y="81650"/>
                  </a:lnTo>
                  <a:lnTo>
                    <a:pt x="20830" y="86334"/>
                  </a:lnTo>
                  <a:lnTo>
                    <a:pt x="18295" y="91103"/>
                  </a:lnTo>
                  <a:lnTo>
                    <a:pt x="15916" y="95951"/>
                  </a:lnTo>
                  <a:lnTo>
                    <a:pt x="13694" y="100873"/>
                  </a:lnTo>
                  <a:lnTo>
                    <a:pt x="11633" y="105864"/>
                  </a:lnTo>
                  <a:lnTo>
                    <a:pt x="9734" y="110920"/>
                  </a:lnTo>
                  <a:lnTo>
                    <a:pt x="7999" y="116034"/>
                  </a:lnTo>
                  <a:lnTo>
                    <a:pt x="6431" y="121201"/>
                  </a:lnTo>
                  <a:lnTo>
                    <a:pt x="5030" y="126416"/>
                  </a:lnTo>
                  <a:lnTo>
                    <a:pt x="3798" y="131674"/>
                  </a:lnTo>
                  <a:lnTo>
                    <a:pt x="2737" y="136969"/>
                  </a:lnTo>
                  <a:lnTo>
                    <a:pt x="1848" y="142296"/>
                  </a:lnTo>
                  <a:lnTo>
                    <a:pt x="1130" y="147648"/>
                  </a:lnTo>
                  <a:lnTo>
                    <a:pt x="587" y="153021"/>
                  </a:lnTo>
                  <a:lnTo>
                    <a:pt x="217" y="158409"/>
                  </a:lnTo>
                  <a:lnTo>
                    <a:pt x="21" y="163805"/>
                  </a:lnTo>
                  <a:lnTo>
                    <a:pt x="0" y="169206"/>
                  </a:lnTo>
                  <a:lnTo>
                    <a:pt x="153" y="174604"/>
                  </a:lnTo>
                  <a:lnTo>
                    <a:pt x="480" y="179994"/>
                  </a:lnTo>
                  <a:lnTo>
                    <a:pt x="981" y="185371"/>
                  </a:lnTo>
                  <a:lnTo>
                    <a:pt x="1656" y="190729"/>
                  </a:lnTo>
                  <a:lnTo>
                    <a:pt x="2503" y="196062"/>
                  </a:lnTo>
                  <a:lnTo>
                    <a:pt x="3523" y="201366"/>
                  </a:lnTo>
                  <a:lnTo>
                    <a:pt x="4713" y="206633"/>
                  </a:lnTo>
                  <a:lnTo>
                    <a:pt x="6072" y="21185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9956" y="5185380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9956" y="5185380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9956" y="5185380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9956" y="5185380"/>
              <a:ext cx="161082" cy="97971"/>
            </a:xfrm>
            <a:custGeom>
              <a:avLst/>
              <a:pathLst>
                <a:path w="161082" h="97971">
                  <a:moveTo>
                    <a:pt x="0" y="44692"/>
                  </a:moveTo>
                  <a:lnTo>
                    <a:pt x="1690" y="50390"/>
                  </a:lnTo>
                  <a:lnTo>
                    <a:pt x="3582" y="56024"/>
                  </a:lnTo>
                  <a:lnTo>
                    <a:pt x="5673" y="61587"/>
                  </a:lnTo>
                  <a:lnTo>
                    <a:pt x="7961" y="67073"/>
                  </a:lnTo>
                  <a:lnTo>
                    <a:pt x="10442" y="72474"/>
                  </a:lnTo>
                  <a:lnTo>
                    <a:pt x="13113" y="77783"/>
                  </a:lnTo>
                  <a:lnTo>
                    <a:pt x="15972" y="82994"/>
                  </a:lnTo>
                  <a:lnTo>
                    <a:pt x="19014" y="88099"/>
                  </a:lnTo>
                  <a:lnTo>
                    <a:pt x="22235" y="93094"/>
                  </a:lnTo>
                  <a:lnTo>
                    <a:pt x="25632" y="97971"/>
                  </a:lnTo>
                  <a:lnTo>
                    <a:pt x="16108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85589" y="5018213"/>
              <a:ext cx="302602" cy="334332"/>
            </a:xfrm>
            <a:custGeom>
              <a:avLst/>
              <a:pathLst>
                <a:path w="302602" h="334332">
                  <a:moveTo>
                    <a:pt x="0" y="265138"/>
                  </a:moveTo>
                  <a:lnTo>
                    <a:pt x="3170" y="269379"/>
                  </a:lnTo>
                  <a:lnTo>
                    <a:pt x="6474" y="273517"/>
                  </a:lnTo>
                  <a:lnTo>
                    <a:pt x="9907" y="277548"/>
                  </a:lnTo>
                  <a:lnTo>
                    <a:pt x="13465" y="281469"/>
                  </a:lnTo>
                  <a:lnTo>
                    <a:pt x="17147" y="285275"/>
                  </a:lnTo>
                  <a:lnTo>
                    <a:pt x="20947" y="288962"/>
                  </a:lnTo>
                  <a:lnTo>
                    <a:pt x="24861" y="292528"/>
                  </a:lnTo>
                  <a:lnTo>
                    <a:pt x="28887" y="295967"/>
                  </a:lnTo>
                  <a:lnTo>
                    <a:pt x="33020" y="299277"/>
                  </a:lnTo>
                  <a:lnTo>
                    <a:pt x="37255" y="302455"/>
                  </a:lnTo>
                  <a:lnTo>
                    <a:pt x="41589" y="305497"/>
                  </a:lnTo>
                  <a:lnTo>
                    <a:pt x="46017" y="308400"/>
                  </a:lnTo>
                  <a:lnTo>
                    <a:pt x="50535" y="311162"/>
                  </a:lnTo>
                  <a:lnTo>
                    <a:pt x="55138" y="313779"/>
                  </a:lnTo>
                  <a:lnTo>
                    <a:pt x="59821" y="316249"/>
                  </a:lnTo>
                  <a:lnTo>
                    <a:pt x="64581" y="318569"/>
                  </a:lnTo>
                  <a:lnTo>
                    <a:pt x="69411" y="320738"/>
                  </a:lnTo>
                  <a:lnTo>
                    <a:pt x="74308" y="322752"/>
                  </a:lnTo>
                  <a:lnTo>
                    <a:pt x="79266" y="324610"/>
                  </a:lnTo>
                  <a:lnTo>
                    <a:pt x="84281" y="326311"/>
                  </a:lnTo>
                  <a:lnTo>
                    <a:pt x="89347" y="327852"/>
                  </a:lnTo>
                  <a:lnTo>
                    <a:pt x="94459" y="329231"/>
                  </a:lnTo>
                  <a:lnTo>
                    <a:pt x="99612" y="330448"/>
                  </a:lnTo>
                  <a:lnTo>
                    <a:pt x="104801" y="331501"/>
                  </a:lnTo>
                  <a:lnTo>
                    <a:pt x="110021" y="332389"/>
                  </a:lnTo>
                  <a:lnTo>
                    <a:pt x="115267" y="333112"/>
                  </a:lnTo>
                  <a:lnTo>
                    <a:pt x="120532" y="333668"/>
                  </a:lnTo>
                  <a:lnTo>
                    <a:pt x="125813" y="334056"/>
                  </a:lnTo>
                  <a:lnTo>
                    <a:pt x="131103" y="334278"/>
                  </a:lnTo>
                  <a:lnTo>
                    <a:pt x="136398" y="334332"/>
                  </a:lnTo>
                  <a:lnTo>
                    <a:pt x="141692" y="334218"/>
                  </a:lnTo>
                  <a:lnTo>
                    <a:pt x="146979" y="333936"/>
                  </a:lnTo>
                  <a:lnTo>
                    <a:pt x="152255" y="333487"/>
                  </a:lnTo>
                  <a:lnTo>
                    <a:pt x="157514" y="332872"/>
                  </a:lnTo>
                  <a:lnTo>
                    <a:pt x="162751" y="332090"/>
                  </a:lnTo>
                  <a:lnTo>
                    <a:pt x="167961" y="331142"/>
                  </a:lnTo>
                  <a:lnTo>
                    <a:pt x="173138" y="330030"/>
                  </a:lnTo>
                  <a:lnTo>
                    <a:pt x="178277" y="328755"/>
                  </a:lnTo>
                  <a:lnTo>
                    <a:pt x="183373" y="327318"/>
                  </a:lnTo>
                  <a:lnTo>
                    <a:pt x="188421" y="325720"/>
                  </a:lnTo>
                  <a:lnTo>
                    <a:pt x="193416" y="323962"/>
                  </a:lnTo>
                  <a:lnTo>
                    <a:pt x="198352" y="322048"/>
                  </a:lnTo>
                  <a:lnTo>
                    <a:pt x="203226" y="319978"/>
                  </a:lnTo>
                  <a:lnTo>
                    <a:pt x="208032" y="317755"/>
                  </a:lnTo>
                  <a:lnTo>
                    <a:pt x="212764" y="315381"/>
                  </a:lnTo>
                  <a:lnTo>
                    <a:pt x="217420" y="312858"/>
                  </a:lnTo>
                  <a:lnTo>
                    <a:pt x="221993" y="310188"/>
                  </a:lnTo>
                  <a:lnTo>
                    <a:pt x="226479" y="307376"/>
                  </a:lnTo>
                  <a:lnTo>
                    <a:pt x="230874" y="304423"/>
                  </a:lnTo>
                  <a:lnTo>
                    <a:pt x="235173" y="301332"/>
                  </a:lnTo>
                  <a:lnTo>
                    <a:pt x="239372" y="298106"/>
                  </a:lnTo>
                  <a:lnTo>
                    <a:pt x="243467" y="294749"/>
                  </a:lnTo>
                  <a:lnTo>
                    <a:pt x="247453" y="291264"/>
                  </a:lnTo>
                  <a:lnTo>
                    <a:pt x="251327" y="287654"/>
                  </a:lnTo>
                  <a:lnTo>
                    <a:pt x="255085" y="283924"/>
                  </a:lnTo>
                  <a:lnTo>
                    <a:pt x="258723" y="280077"/>
                  </a:lnTo>
                  <a:lnTo>
                    <a:pt x="262237" y="276116"/>
                  </a:lnTo>
                  <a:lnTo>
                    <a:pt x="265624" y="272046"/>
                  </a:lnTo>
                  <a:lnTo>
                    <a:pt x="268880" y="267870"/>
                  </a:lnTo>
                  <a:lnTo>
                    <a:pt x="272002" y="263594"/>
                  </a:lnTo>
                  <a:lnTo>
                    <a:pt x="274988" y="259221"/>
                  </a:lnTo>
                  <a:lnTo>
                    <a:pt x="277833" y="254755"/>
                  </a:lnTo>
                  <a:lnTo>
                    <a:pt x="280536" y="250202"/>
                  </a:lnTo>
                  <a:lnTo>
                    <a:pt x="283093" y="245566"/>
                  </a:lnTo>
                  <a:lnTo>
                    <a:pt x="285501" y="240850"/>
                  </a:lnTo>
                  <a:lnTo>
                    <a:pt x="287760" y="236061"/>
                  </a:lnTo>
                  <a:lnTo>
                    <a:pt x="289865" y="231203"/>
                  </a:lnTo>
                  <a:lnTo>
                    <a:pt x="291816" y="226280"/>
                  </a:lnTo>
                  <a:lnTo>
                    <a:pt x="293610" y="221298"/>
                  </a:lnTo>
                  <a:lnTo>
                    <a:pt x="295245" y="216262"/>
                  </a:lnTo>
                  <a:lnTo>
                    <a:pt x="296719" y="211177"/>
                  </a:lnTo>
                  <a:lnTo>
                    <a:pt x="298032" y="206047"/>
                  </a:lnTo>
                  <a:lnTo>
                    <a:pt x="299182" y="200878"/>
                  </a:lnTo>
                  <a:lnTo>
                    <a:pt x="300168" y="195676"/>
                  </a:lnTo>
                  <a:lnTo>
                    <a:pt x="300988" y="190445"/>
                  </a:lnTo>
                  <a:lnTo>
                    <a:pt x="301642" y="185190"/>
                  </a:lnTo>
                  <a:lnTo>
                    <a:pt x="302129" y="179918"/>
                  </a:lnTo>
                  <a:lnTo>
                    <a:pt x="302450" y="174633"/>
                  </a:lnTo>
                  <a:lnTo>
                    <a:pt x="302602" y="169340"/>
                  </a:lnTo>
                  <a:lnTo>
                    <a:pt x="302587" y="164045"/>
                  </a:lnTo>
                  <a:lnTo>
                    <a:pt x="302405" y="158753"/>
                  </a:lnTo>
                  <a:lnTo>
                    <a:pt x="302054" y="153470"/>
                  </a:lnTo>
                  <a:lnTo>
                    <a:pt x="301537" y="148200"/>
                  </a:lnTo>
                  <a:lnTo>
                    <a:pt x="300853" y="142950"/>
                  </a:lnTo>
                  <a:lnTo>
                    <a:pt x="300003" y="137723"/>
                  </a:lnTo>
                  <a:lnTo>
                    <a:pt x="298988" y="132527"/>
                  </a:lnTo>
                  <a:lnTo>
                    <a:pt x="297809" y="127365"/>
                  </a:lnTo>
                  <a:lnTo>
                    <a:pt x="296467" y="122243"/>
                  </a:lnTo>
                  <a:lnTo>
                    <a:pt x="294963" y="117166"/>
                  </a:lnTo>
                  <a:lnTo>
                    <a:pt x="293300" y="112139"/>
                  </a:lnTo>
                  <a:lnTo>
                    <a:pt x="291478" y="107167"/>
                  </a:lnTo>
                  <a:lnTo>
                    <a:pt x="289499" y="102256"/>
                  </a:lnTo>
                  <a:lnTo>
                    <a:pt x="287366" y="97409"/>
                  </a:lnTo>
                  <a:lnTo>
                    <a:pt x="285081" y="92633"/>
                  </a:lnTo>
                  <a:lnTo>
                    <a:pt x="282645" y="87931"/>
                  </a:lnTo>
                  <a:lnTo>
                    <a:pt x="280062" y="83309"/>
                  </a:lnTo>
                  <a:lnTo>
                    <a:pt x="277334" y="78772"/>
                  </a:lnTo>
                  <a:lnTo>
                    <a:pt x="274463" y="74322"/>
                  </a:lnTo>
                  <a:lnTo>
                    <a:pt x="271453" y="69966"/>
                  </a:lnTo>
                  <a:lnTo>
                    <a:pt x="268306" y="65708"/>
                  </a:lnTo>
                  <a:lnTo>
                    <a:pt x="265026" y="61551"/>
                  </a:lnTo>
                  <a:lnTo>
                    <a:pt x="261616" y="57500"/>
                  </a:lnTo>
                  <a:lnTo>
                    <a:pt x="258080" y="53559"/>
                  </a:lnTo>
                  <a:lnTo>
                    <a:pt x="254420" y="49733"/>
                  </a:lnTo>
                  <a:lnTo>
                    <a:pt x="250641" y="46024"/>
                  </a:lnTo>
                  <a:lnTo>
                    <a:pt x="246747" y="42436"/>
                  </a:lnTo>
                  <a:lnTo>
                    <a:pt x="242741" y="38974"/>
                  </a:lnTo>
                  <a:lnTo>
                    <a:pt x="238627" y="35640"/>
                  </a:lnTo>
                  <a:lnTo>
                    <a:pt x="234410" y="32438"/>
                  </a:lnTo>
                  <a:lnTo>
                    <a:pt x="230093" y="29372"/>
                  </a:lnTo>
                  <a:lnTo>
                    <a:pt x="225681" y="26444"/>
                  </a:lnTo>
                  <a:lnTo>
                    <a:pt x="221179" y="23656"/>
                  </a:lnTo>
                  <a:lnTo>
                    <a:pt x="216591" y="21013"/>
                  </a:lnTo>
                  <a:lnTo>
                    <a:pt x="211922" y="18517"/>
                  </a:lnTo>
                  <a:lnTo>
                    <a:pt x="207176" y="16169"/>
                  </a:lnTo>
                  <a:lnTo>
                    <a:pt x="202357" y="13974"/>
                  </a:lnTo>
                  <a:lnTo>
                    <a:pt x="197472" y="11931"/>
                  </a:lnTo>
                  <a:lnTo>
                    <a:pt x="192525" y="10045"/>
                  </a:lnTo>
                  <a:lnTo>
                    <a:pt x="187520" y="8316"/>
                  </a:lnTo>
                  <a:lnTo>
                    <a:pt x="182463" y="6747"/>
                  </a:lnTo>
                  <a:lnTo>
                    <a:pt x="177359" y="5338"/>
                  </a:lnTo>
                  <a:lnTo>
                    <a:pt x="172212" y="4092"/>
                  </a:lnTo>
                  <a:lnTo>
                    <a:pt x="167029" y="3010"/>
                  </a:lnTo>
                  <a:lnTo>
                    <a:pt x="161814" y="2092"/>
                  </a:lnTo>
                  <a:lnTo>
                    <a:pt x="156573" y="1340"/>
                  </a:lnTo>
                  <a:lnTo>
                    <a:pt x="151311" y="754"/>
                  </a:lnTo>
                  <a:lnTo>
                    <a:pt x="146032" y="335"/>
                  </a:lnTo>
                  <a:lnTo>
                    <a:pt x="140743" y="83"/>
                  </a:lnTo>
                  <a:lnTo>
                    <a:pt x="135449" y="0"/>
                  </a:lnTo>
                  <a:lnTo>
                    <a:pt x="1354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256072" y="4659281"/>
              <a:ext cx="167162" cy="326745"/>
            </a:xfrm>
            <a:custGeom>
              <a:avLst/>
              <a:pathLst>
                <a:path w="167162" h="326745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8" y="764"/>
                  </a:lnTo>
                  <a:lnTo>
                    <a:pt x="145889" y="1359"/>
                  </a:lnTo>
                  <a:lnTo>
                    <a:pt x="140612" y="2121"/>
                  </a:lnTo>
                  <a:lnTo>
                    <a:pt x="135361" y="3052"/>
                  </a:lnTo>
                  <a:lnTo>
                    <a:pt x="130143" y="4150"/>
                  </a:lnTo>
                  <a:lnTo>
                    <a:pt x="124962" y="5414"/>
                  </a:lnTo>
                  <a:lnTo>
                    <a:pt x="119825" y="6842"/>
                  </a:lnTo>
                  <a:lnTo>
                    <a:pt x="114735" y="8433"/>
                  </a:lnTo>
                  <a:lnTo>
                    <a:pt x="109699" y="10186"/>
                  </a:lnTo>
                  <a:lnTo>
                    <a:pt x="104722" y="12099"/>
                  </a:lnTo>
                  <a:lnTo>
                    <a:pt x="99807" y="14169"/>
                  </a:lnTo>
                  <a:lnTo>
                    <a:pt x="94962" y="16395"/>
                  </a:lnTo>
                  <a:lnTo>
                    <a:pt x="90190" y="18775"/>
                  </a:lnTo>
                  <a:lnTo>
                    <a:pt x="85496" y="21305"/>
                  </a:lnTo>
                  <a:lnTo>
                    <a:pt x="80885" y="23984"/>
                  </a:lnTo>
                  <a:lnTo>
                    <a:pt x="76363" y="26809"/>
                  </a:lnTo>
                  <a:lnTo>
                    <a:pt x="71932" y="29776"/>
                  </a:lnTo>
                  <a:lnTo>
                    <a:pt x="67598" y="32883"/>
                  </a:lnTo>
                  <a:lnTo>
                    <a:pt x="63366" y="36127"/>
                  </a:lnTo>
                  <a:lnTo>
                    <a:pt x="59240" y="39505"/>
                  </a:lnTo>
                  <a:lnTo>
                    <a:pt x="55223" y="43012"/>
                  </a:lnTo>
                  <a:lnTo>
                    <a:pt x="51320" y="46645"/>
                  </a:lnTo>
                  <a:lnTo>
                    <a:pt x="47535" y="50401"/>
                  </a:lnTo>
                  <a:lnTo>
                    <a:pt x="43871" y="54276"/>
                  </a:lnTo>
                  <a:lnTo>
                    <a:pt x="40333" y="58266"/>
                  </a:lnTo>
                  <a:lnTo>
                    <a:pt x="36925" y="62366"/>
                  </a:lnTo>
                  <a:lnTo>
                    <a:pt x="33648" y="66574"/>
                  </a:lnTo>
                  <a:lnTo>
                    <a:pt x="30508" y="70883"/>
                  </a:lnTo>
                  <a:lnTo>
                    <a:pt x="27506" y="75291"/>
                  </a:lnTo>
                  <a:lnTo>
                    <a:pt x="24647" y="79792"/>
                  </a:lnTo>
                  <a:lnTo>
                    <a:pt x="21933" y="84382"/>
                  </a:lnTo>
                  <a:lnTo>
                    <a:pt x="19366" y="89056"/>
                  </a:lnTo>
                  <a:lnTo>
                    <a:pt x="16950" y="93809"/>
                  </a:lnTo>
                  <a:lnTo>
                    <a:pt x="14687" y="98638"/>
                  </a:lnTo>
                  <a:lnTo>
                    <a:pt x="12579" y="103536"/>
                  </a:lnTo>
                  <a:lnTo>
                    <a:pt x="10628" y="108498"/>
                  </a:lnTo>
                  <a:lnTo>
                    <a:pt x="8836" y="113521"/>
                  </a:lnTo>
                  <a:lnTo>
                    <a:pt x="7206" y="118598"/>
                  </a:lnTo>
                  <a:lnTo>
                    <a:pt x="5738" y="123724"/>
                  </a:lnTo>
                  <a:lnTo>
                    <a:pt x="4435" y="128895"/>
                  </a:lnTo>
                  <a:lnTo>
                    <a:pt x="3297" y="134105"/>
                  </a:lnTo>
                  <a:lnTo>
                    <a:pt x="2326" y="139348"/>
                  </a:lnTo>
                  <a:lnTo>
                    <a:pt x="1522" y="144619"/>
                  </a:lnTo>
                  <a:lnTo>
                    <a:pt x="887" y="149914"/>
                  </a:lnTo>
                  <a:lnTo>
                    <a:pt x="422" y="155226"/>
                  </a:lnTo>
                  <a:lnTo>
                    <a:pt x="126" y="160550"/>
                  </a:lnTo>
                  <a:lnTo>
                    <a:pt x="0" y="165881"/>
                  </a:lnTo>
                  <a:lnTo>
                    <a:pt x="44" y="171213"/>
                  </a:lnTo>
                  <a:lnTo>
                    <a:pt x="258" y="176542"/>
                  </a:lnTo>
                  <a:lnTo>
                    <a:pt x="642" y="181860"/>
                  </a:lnTo>
                  <a:lnTo>
                    <a:pt x="1195" y="187164"/>
                  </a:lnTo>
                  <a:lnTo>
                    <a:pt x="1917" y="192447"/>
                  </a:lnTo>
                  <a:lnTo>
                    <a:pt x="2807" y="197705"/>
                  </a:lnTo>
                  <a:lnTo>
                    <a:pt x="3865" y="202931"/>
                  </a:lnTo>
                  <a:lnTo>
                    <a:pt x="5089" y="208121"/>
                  </a:lnTo>
                  <a:lnTo>
                    <a:pt x="6478" y="213270"/>
                  </a:lnTo>
                  <a:lnTo>
                    <a:pt x="8030" y="218371"/>
                  </a:lnTo>
                  <a:lnTo>
                    <a:pt x="9744" y="223421"/>
                  </a:lnTo>
                  <a:lnTo>
                    <a:pt x="11618" y="228413"/>
                  </a:lnTo>
                  <a:lnTo>
                    <a:pt x="13651" y="233343"/>
                  </a:lnTo>
                  <a:lnTo>
                    <a:pt x="15839" y="238205"/>
                  </a:lnTo>
                  <a:lnTo>
                    <a:pt x="18182" y="242995"/>
                  </a:lnTo>
                  <a:lnTo>
                    <a:pt x="20676" y="247709"/>
                  </a:lnTo>
                  <a:lnTo>
                    <a:pt x="23320" y="252340"/>
                  </a:lnTo>
                  <a:lnTo>
                    <a:pt x="26110" y="256884"/>
                  </a:lnTo>
                  <a:lnTo>
                    <a:pt x="29043" y="261337"/>
                  </a:lnTo>
                  <a:lnTo>
                    <a:pt x="32117" y="265695"/>
                  </a:lnTo>
                  <a:lnTo>
                    <a:pt x="35328" y="269952"/>
                  </a:lnTo>
                  <a:lnTo>
                    <a:pt x="38673" y="274104"/>
                  </a:lnTo>
                  <a:lnTo>
                    <a:pt x="42149" y="278148"/>
                  </a:lnTo>
                  <a:lnTo>
                    <a:pt x="45753" y="282079"/>
                  </a:lnTo>
                  <a:lnTo>
                    <a:pt x="49479" y="285893"/>
                  </a:lnTo>
                  <a:lnTo>
                    <a:pt x="53326" y="289586"/>
                  </a:lnTo>
                  <a:lnTo>
                    <a:pt x="57288" y="293154"/>
                  </a:lnTo>
                  <a:lnTo>
                    <a:pt x="61363" y="296594"/>
                  </a:lnTo>
                  <a:lnTo>
                    <a:pt x="65545" y="299903"/>
                  </a:lnTo>
                  <a:lnTo>
                    <a:pt x="69830" y="303076"/>
                  </a:lnTo>
                  <a:lnTo>
                    <a:pt x="74214" y="306112"/>
                  </a:lnTo>
                  <a:lnTo>
                    <a:pt x="78693" y="309006"/>
                  </a:lnTo>
                  <a:lnTo>
                    <a:pt x="83262" y="311755"/>
                  </a:lnTo>
                  <a:lnTo>
                    <a:pt x="87916" y="314358"/>
                  </a:lnTo>
                  <a:lnTo>
                    <a:pt x="92651" y="316810"/>
                  </a:lnTo>
                  <a:lnTo>
                    <a:pt x="97462" y="319111"/>
                  </a:lnTo>
                  <a:lnTo>
                    <a:pt x="102344" y="321256"/>
                  </a:lnTo>
                  <a:lnTo>
                    <a:pt x="107291" y="323245"/>
                  </a:lnTo>
                  <a:lnTo>
                    <a:pt x="112300" y="325075"/>
                  </a:lnTo>
                  <a:lnTo>
                    <a:pt x="117364" y="326745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73437" y="482644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373437" y="482644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73437" y="4826449"/>
              <a:ext cx="86749" cy="167153"/>
            </a:xfrm>
            <a:custGeom>
              <a:avLst/>
              <a:pathLst>
                <a:path w="86749" h="167153">
                  <a:moveTo>
                    <a:pt x="0" y="159577"/>
                  </a:moveTo>
                  <a:lnTo>
                    <a:pt x="5618" y="161223"/>
                  </a:lnTo>
                  <a:lnTo>
                    <a:pt x="11291" y="162672"/>
                  </a:lnTo>
                  <a:lnTo>
                    <a:pt x="17011" y="163920"/>
                  </a:lnTo>
                  <a:lnTo>
                    <a:pt x="22771" y="164968"/>
                  </a:lnTo>
                  <a:lnTo>
                    <a:pt x="28564" y="165813"/>
                  </a:lnTo>
                  <a:lnTo>
                    <a:pt x="34384" y="166455"/>
                  </a:lnTo>
                  <a:lnTo>
                    <a:pt x="40222" y="166892"/>
                  </a:lnTo>
                  <a:lnTo>
                    <a:pt x="46072" y="167125"/>
                  </a:lnTo>
                  <a:lnTo>
                    <a:pt x="51926" y="167153"/>
                  </a:lnTo>
                  <a:lnTo>
                    <a:pt x="57778" y="166976"/>
                  </a:lnTo>
                  <a:lnTo>
                    <a:pt x="63621" y="166594"/>
                  </a:lnTo>
                  <a:lnTo>
                    <a:pt x="69446" y="166008"/>
                  </a:lnTo>
                  <a:lnTo>
                    <a:pt x="75247" y="165218"/>
                  </a:lnTo>
                  <a:lnTo>
                    <a:pt x="81017" y="164226"/>
                  </a:lnTo>
                  <a:lnTo>
                    <a:pt x="86749" y="163032"/>
                  </a:lnTo>
                  <a:lnTo>
                    <a:pt x="497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167167" cy="330199"/>
            </a:xfrm>
            <a:custGeom>
              <a:avLst/>
              <a:pathLst>
                <a:path w="167167" h="330199">
                  <a:moveTo>
                    <a:pt x="36951" y="330199"/>
                  </a:moveTo>
                  <a:lnTo>
                    <a:pt x="42160" y="328931"/>
                  </a:lnTo>
                  <a:lnTo>
                    <a:pt x="47326" y="327495"/>
                  </a:lnTo>
                  <a:lnTo>
                    <a:pt x="52443" y="325895"/>
                  </a:lnTo>
                  <a:lnTo>
                    <a:pt x="57506" y="324132"/>
                  </a:lnTo>
                  <a:lnTo>
                    <a:pt x="62510" y="322207"/>
                  </a:lnTo>
                  <a:lnTo>
                    <a:pt x="67450" y="320123"/>
                  </a:lnTo>
                  <a:lnTo>
                    <a:pt x="72320" y="317881"/>
                  </a:lnTo>
                  <a:lnTo>
                    <a:pt x="77116" y="315484"/>
                  </a:lnTo>
                  <a:lnTo>
                    <a:pt x="81832" y="312935"/>
                  </a:lnTo>
                  <a:lnTo>
                    <a:pt x="86465" y="310236"/>
                  </a:lnTo>
                  <a:lnTo>
                    <a:pt x="91008" y="307389"/>
                  </a:lnTo>
                  <a:lnTo>
                    <a:pt x="95458" y="304399"/>
                  </a:lnTo>
                  <a:lnTo>
                    <a:pt x="99810" y="301267"/>
                  </a:lnTo>
                  <a:lnTo>
                    <a:pt x="104059" y="297997"/>
                  </a:lnTo>
                  <a:lnTo>
                    <a:pt x="108201" y="294593"/>
                  </a:lnTo>
                  <a:lnTo>
                    <a:pt x="112232" y="291058"/>
                  </a:lnTo>
                  <a:lnTo>
                    <a:pt x="116147" y="287395"/>
                  </a:lnTo>
                  <a:lnTo>
                    <a:pt x="119943" y="283608"/>
                  </a:lnTo>
                  <a:lnTo>
                    <a:pt x="123615" y="279702"/>
                  </a:lnTo>
                  <a:lnTo>
                    <a:pt x="127160" y="275680"/>
                  </a:lnTo>
                  <a:lnTo>
                    <a:pt x="130575" y="271547"/>
                  </a:lnTo>
                  <a:lnTo>
                    <a:pt x="133855" y="267306"/>
                  </a:lnTo>
                  <a:lnTo>
                    <a:pt x="136997" y="262961"/>
                  </a:lnTo>
                  <a:lnTo>
                    <a:pt x="139999" y="258519"/>
                  </a:lnTo>
                  <a:lnTo>
                    <a:pt x="142856" y="253982"/>
                  </a:lnTo>
                  <a:lnTo>
                    <a:pt x="145567" y="249357"/>
                  </a:lnTo>
                  <a:lnTo>
                    <a:pt x="148128" y="244646"/>
                  </a:lnTo>
                  <a:lnTo>
                    <a:pt x="150536" y="239856"/>
                  </a:lnTo>
                  <a:lnTo>
                    <a:pt x="152790" y="234991"/>
                  </a:lnTo>
                  <a:lnTo>
                    <a:pt x="154886" y="230057"/>
                  </a:lnTo>
                  <a:lnTo>
                    <a:pt x="156823" y="225058"/>
                  </a:lnTo>
                  <a:lnTo>
                    <a:pt x="158599" y="219999"/>
                  </a:lnTo>
                  <a:lnTo>
                    <a:pt x="160212" y="214886"/>
                  </a:lnTo>
                  <a:lnTo>
                    <a:pt x="161659" y="209723"/>
                  </a:lnTo>
                  <a:lnTo>
                    <a:pt x="162941" y="204517"/>
                  </a:lnTo>
                  <a:lnTo>
                    <a:pt x="164055" y="199273"/>
                  </a:lnTo>
                  <a:lnTo>
                    <a:pt x="165000" y="193995"/>
                  </a:lnTo>
                  <a:lnTo>
                    <a:pt x="165776" y="188690"/>
                  </a:lnTo>
                  <a:lnTo>
                    <a:pt x="166381" y="183363"/>
                  </a:lnTo>
                  <a:lnTo>
                    <a:pt x="166814" y="178019"/>
                  </a:lnTo>
                  <a:lnTo>
                    <a:pt x="167077" y="172664"/>
                  </a:lnTo>
                  <a:lnTo>
                    <a:pt x="167167" y="167303"/>
                  </a:lnTo>
                  <a:lnTo>
                    <a:pt x="167085" y="161943"/>
                  </a:lnTo>
                  <a:lnTo>
                    <a:pt x="166832" y="156587"/>
                  </a:lnTo>
                  <a:lnTo>
                    <a:pt x="166407" y="151243"/>
                  </a:lnTo>
                  <a:lnTo>
                    <a:pt x="165810" y="145914"/>
                  </a:lnTo>
                  <a:lnTo>
                    <a:pt x="165044" y="140608"/>
                  </a:lnTo>
                  <a:lnTo>
                    <a:pt x="164107" y="135329"/>
                  </a:lnTo>
                  <a:lnTo>
                    <a:pt x="163002" y="130083"/>
                  </a:lnTo>
                  <a:lnTo>
                    <a:pt x="161729" y="124875"/>
                  </a:lnTo>
                  <a:lnTo>
                    <a:pt x="160289" y="119710"/>
                  </a:lnTo>
                  <a:lnTo>
                    <a:pt x="158685" y="114594"/>
                  </a:lnTo>
                  <a:lnTo>
                    <a:pt x="156917" y="109532"/>
                  </a:lnTo>
                  <a:lnTo>
                    <a:pt x="154988" y="104530"/>
                  </a:lnTo>
                  <a:lnTo>
                    <a:pt x="152900" y="99592"/>
                  </a:lnTo>
                  <a:lnTo>
                    <a:pt x="150654" y="94724"/>
                  </a:lnTo>
                  <a:lnTo>
                    <a:pt x="148254" y="89930"/>
                  </a:lnTo>
                  <a:lnTo>
                    <a:pt x="145701" y="85215"/>
                  </a:lnTo>
                  <a:lnTo>
                    <a:pt x="142998" y="80585"/>
                  </a:lnTo>
                  <a:lnTo>
                    <a:pt x="140148" y="76044"/>
                  </a:lnTo>
                  <a:lnTo>
                    <a:pt x="137153" y="71596"/>
                  </a:lnTo>
                  <a:lnTo>
                    <a:pt x="134018" y="67247"/>
                  </a:lnTo>
                  <a:lnTo>
                    <a:pt x="130745" y="63001"/>
                  </a:lnTo>
                  <a:lnTo>
                    <a:pt x="127337" y="58862"/>
                  </a:lnTo>
                  <a:lnTo>
                    <a:pt x="123799" y="54834"/>
                  </a:lnTo>
                  <a:lnTo>
                    <a:pt x="120133" y="50921"/>
                  </a:lnTo>
                  <a:lnTo>
                    <a:pt x="116343" y="47129"/>
                  </a:lnTo>
                  <a:lnTo>
                    <a:pt x="112434" y="43460"/>
                  </a:lnTo>
                  <a:lnTo>
                    <a:pt x="108409" y="39918"/>
                  </a:lnTo>
                  <a:lnTo>
                    <a:pt x="104272" y="36507"/>
                  </a:lnTo>
                  <a:lnTo>
                    <a:pt x="100029" y="33230"/>
                  </a:lnTo>
                  <a:lnTo>
                    <a:pt x="95682" y="30091"/>
                  </a:lnTo>
                  <a:lnTo>
                    <a:pt x="91237" y="27093"/>
                  </a:lnTo>
                  <a:lnTo>
                    <a:pt x="86698" y="24239"/>
                  </a:lnTo>
                  <a:lnTo>
                    <a:pt x="82070" y="21533"/>
                  </a:lnTo>
                  <a:lnTo>
                    <a:pt x="77358" y="18976"/>
                  </a:lnTo>
                  <a:lnTo>
                    <a:pt x="72566" y="16571"/>
                  </a:lnTo>
                  <a:lnTo>
                    <a:pt x="67699" y="14322"/>
                  </a:lnTo>
                  <a:lnTo>
                    <a:pt x="62763" y="12229"/>
                  </a:lnTo>
                  <a:lnTo>
                    <a:pt x="57762" y="10296"/>
                  </a:lnTo>
                  <a:lnTo>
                    <a:pt x="52702" y="8524"/>
                  </a:lnTo>
                  <a:lnTo>
                    <a:pt x="47587" y="6916"/>
                  </a:lnTo>
                  <a:lnTo>
                    <a:pt x="42424" y="5472"/>
                  </a:lnTo>
                  <a:lnTo>
                    <a:pt x="37217" y="4195"/>
                  </a:lnTo>
                  <a:lnTo>
                    <a:pt x="31971" y="3085"/>
                  </a:lnTo>
                  <a:lnTo>
                    <a:pt x="26693" y="2145"/>
                  </a:lnTo>
                  <a:lnTo>
                    <a:pt x="21387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561305" y="4213821"/>
              <a:ext cx="228671" cy="334330"/>
            </a:xfrm>
            <a:custGeom>
              <a:avLst/>
              <a:pathLst>
                <a:path w="228671" h="334330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50" y="769"/>
                  </a:lnTo>
                  <a:lnTo>
                    <a:pt x="145837" y="1366"/>
                  </a:lnTo>
                  <a:lnTo>
                    <a:pt x="140545" y="2133"/>
                  </a:lnTo>
                  <a:lnTo>
                    <a:pt x="135281" y="3068"/>
                  </a:lnTo>
                  <a:lnTo>
                    <a:pt x="130050" y="4172"/>
                  </a:lnTo>
                  <a:lnTo>
                    <a:pt x="124856" y="5442"/>
                  </a:lnTo>
                  <a:lnTo>
                    <a:pt x="119706" y="6878"/>
                  </a:lnTo>
                  <a:lnTo>
                    <a:pt x="114604" y="8478"/>
                  </a:lnTo>
                  <a:lnTo>
                    <a:pt x="109556" y="10240"/>
                  </a:lnTo>
                  <a:lnTo>
                    <a:pt x="104567" y="12163"/>
                  </a:lnTo>
                  <a:lnTo>
                    <a:pt x="99642" y="14244"/>
                  </a:lnTo>
                  <a:lnTo>
                    <a:pt x="94786" y="16481"/>
                  </a:lnTo>
                  <a:lnTo>
                    <a:pt x="90004" y="18873"/>
                  </a:lnTo>
                  <a:lnTo>
                    <a:pt x="85301" y="21417"/>
                  </a:lnTo>
                  <a:lnTo>
                    <a:pt x="80682" y="24109"/>
                  </a:lnTo>
                  <a:lnTo>
                    <a:pt x="76152" y="26948"/>
                  </a:lnTo>
                  <a:lnTo>
                    <a:pt x="71714" y="29930"/>
                  </a:lnTo>
                  <a:lnTo>
                    <a:pt x="67374" y="33053"/>
                  </a:lnTo>
                  <a:lnTo>
                    <a:pt x="63136" y="36313"/>
                  </a:lnTo>
                  <a:lnTo>
                    <a:pt x="59005" y="39707"/>
                  </a:lnTo>
                  <a:lnTo>
                    <a:pt x="54984" y="43231"/>
                  </a:lnTo>
                  <a:lnTo>
                    <a:pt x="51078" y="46882"/>
                  </a:lnTo>
                  <a:lnTo>
                    <a:pt x="47290" y="50656"/>
                  </a:lnTo>
                  <a:lnTo>
                    <a:pt x="43626" y="54549"/>
                  </a:lnTo>
                  <a:lnTo>
                    <a:pt x="40087" y="58557"/>
                  </a:lnTo>
                  <a:lnTo>
                    <a:pt x="36679" y="62677"/>
                  </a:lnTo>
                  <a:lnTo>
                    <a:pt x="33404" y="66903"/>
                  </a:lnTo>
                  <a:lnTo>
                    <a:pt x="30266" y="71232"/>
                  </a:lnTo>
                  <a:lnTo>
                    <a:pt x="27268" y="75659"/>
                  </a:lnTo>
                  <a:lnTo>
                    <a:pt x="24414" y="80180"/>
                  </a:lnTo>
                  <a:lnTo>
                    <a:pt x="21705" y="84790"/>
                  </a:lnTo>
                  <a:lnTo>
                    <a:pt x="19145" y="89484"/>
                  </a:lnTo>
                  <a:lnTo>
                    <a:pt x="16736" y="94257"/>
                  </a:lnTo>
                  <a:lnTo>
                    <a:pt x="14481" y="99105"/>
                  </a:lnTo>
                  <a:lnTo>
                    <a:pt x="12383" y="104023"/>
                  </a:lnTo>
                  <a:lnTo>
                    <a:pt x="10443" y="109005"/>
                  </a:lnTo>
                  <a:lnTo>
                    <a:pt x="8663" y="114047"/>
                  </a:lnTo>
                  <a:lnTo>
                    <a:pt x="7045" y="119143"/>
                  </a:lnTo>
                  <a:lnTo>
                    <a:pt x="5591" y="124288"/>
                  </a:lnTo>
                  <a:lnTo>
                    <a:pt x="4303" y="129477"/>
                  </a:lnTo>
                  <a:lnTo>
                    <a:pt x="3181" y="134704"/>
                  </a:lnTo>
                  <a:lnTo>
                    <a:pt x="2226" y="139965"/>
                  </a:lnTo>
                  <a:lnTo>
                    <a:pt x="1441" y="145254"/>
                  </a:lnTo>
                  <a:lnTo>
                    <a:pt x="825" y="150565"/>
                  </a:lnTo>
                  <a:lnTo>
                    <a:pt x="379" y="155893"/>
                  </a:lnTo>
                  <a:lnTo>
                    <a:pt x="104" y="161233"/>
                  </a:lnTo>
                  <a:lnTo>
                    <a:pt x="0" y="166578"/>
                  </a:lnTo>
                  <a:lnTo>
                    <a:pt x="66" y="171924"/>
                  </a:lnTo>
                  <a:lnTo>
                    <a:pt x="304" y="177266"/>
                  </a:lnTo>
                  <a:lnTo>
                    <a:pt x="712" y="182597"/>
                  </a:lnTo>
                  <a:lnTo>
                    <a:pt x="1291" y="187912"/>
                  </a:lnTo>
                  <a:lnTo>
                    <a:pt x="2039" y="193206"/>
                  </a:lnTo>
                  <a:lnTo>
                    <a:pt x="2956" y="198474"/>
                  </a:lnTo>
                  <a:lnTo>
                    <a:pt x="4041" y="203709"/>
                  </a:lnTo>
                  <a:lnTo>
                    <a:pt x="5293" y="208907"/>
                  </a:lnTo>
                  <a:lnTo>
                    <a:pt x="6711" y="214062"/>
                  </a:lnTo>
                  <a:lnTo>
                    <a:pt x="8293" y="219170"/>
                  </a:lnTo>
                  <a:lnTo>
                    <a:pt x="10037" y="224224"/>
                  </a:lnTo>
                  <a:lnTo>
                    <a:pt x="11942" y="229219"/>
                  </a:lnTo>
                  <a:lnTo>
                    <a:pt x="14006" y="234152"/>
                  </a:lnTo>
                  <a:lnTo>
                    <a:pt x="16226" y="239015"/>
                  </a:lnTo>
                  <a:lnTo>
                    <a:pt x="18601" y="243806"/>
                  </a:lnTo>
                  <a:lnTo>
                    <a:pt x="21128" y="248518"/>
                  </a:lnTo>
                  <a:lnTo>
                    <a:pt x="23804" y="253146"/>
                  </a:lnTo>
                  <a:lnTo>
                    <a:pt x="26627" y="257687"/>
                  </a:lnTo>
                  <a:lnTo>
                    <a:pt x="29594" y="262135"/>
                  </a:lnTo>
                  <a:lnTo>
                    <a:pt x="32701" y="266486"/>
                  </a:lnTo>
                  <a:lnTo>
                    <a:pt x="35946" y="270735"/>
                  </a:lnTo>
                  <a:lnTo>
                    <a:pt x="39326" y="274879"/>
                  </a:lnTo>
                  <a:lnTo>
                    <a:pt x="42836" y="278912"/>
                  </a:lnTo>
                  <a:lnTo>
                    <a:pt x="46473" y="282831"/>
                  </a:lnTo>
                  <a:lnTo>
                    <a:pt x="50233" y="286631"/>
                  </a:lnTo>
                  <a:lnTo>
                    <a:pt x="54114" y="290310"/>
                  </a:lnTo>
                  <a:lnTo>
                    <a:pt x="58110" y="293862"/>
                  </a:lnTo>
                  <a:lnTo>
                    <a:pt x="62217" y="297285"/>
                  </a:lnTo>
                  <a:lnTo>
                    <a:pt x="66432" y="300575"/>
                  </a:lnTo>
                  <a:lnTo>
                    <a:pt x="70750" y="303728"/>
                  </a:lnTo>
                  <a:lnTo>
                    <a:pt x="75166" y="306741"/>
                  </a:lnTo>
                  <a:lnTo>
                    <a:pt x="79677" y="309612"/>
                  </a:lnTo>
                  <a:lnTo>
                    <a:pt x="84277" y="312337"/>
                  </a:lnTo>
                  <a:lnTo>
                    <a:pt x="88962" y="314914"/>
                  </a:lnTo>
                  <a:lnTo>
                    <a:pt x="93727" y="317339"/>
                  </a:lnTo>
                  <a:lnTo>
                    <a:pt x="98567" y="319611"/>
                  </a:lnTo>
                  <a:lnTo>
                    <a:pt x="103477" y="321727"/>
                  </a:lnTo>
                  <a:lnTo>
                    <a:pt x="108452" y="323684"/>
                  </a:lnTo>
                  <a:lnTo>
                    <a:pt x="113488" y="325482"/>
                  </a:lnTo>
                  <a:lnTo>
                    <a:pt x="118578" y="327117"/>
                  </a:lnTo>
                  <a:lnTo>
                    <a:pt x="123718" y="328589"/>
                  </a:lnTo>
                  <a:lnTo>
                    <a:pt x="128903" y="329896"/>
                  </a:lnTo>
                  <a:lnTo>
                    <a:pt x="134126" y="331037"/>
                  </a:lnTo>
                  <a:lnTo>
                    <a:pt x="139384" y="332010"/>
                  </a:lnTo>
                  <a:lnTo>
                    <a:pt x="144669" y="332814"/>
                  </a:lnTo>
                  <a:lnTo>
                    <a:pt x="149978" y="333448"/>
                  </a:lnTo>
                  <a:lnTo>
                    <a:pt x="155305" y="333913"/>
                  </a:lnTo>
                  <a:lnTo>
                    <a:pt x="160643" y="334207"/>
                  </a:lnTo>
                  <a:lnTo>
                    <a:pt x="165988" y="334330"/>
                  </a:lnTo>
                  <a:lnTo>
                    <a:pt x="171335" y="334282"/>
                  </a:lnTo>
                  <a:lnTo>
                    <a:pt x="176677" y="334064"/>
                  </a:lnTo>
                  <a:lnTo>
                    <a:pt x="182010" y="333674"/>
                  </a:lnTo>
                  <a:lnTo>
                    <a:pt x="187327" y="333114"/>
                  </a:lnTo>
                  <a:lnTo>
                    <a:pt x="192623" y="332385"/>
                  </a:lnTo>
                  <a:lnTo>
                    <a:pt x="197894" y="331486"/>
                  </a:lnTo>
                  <a:lnTo>
                    <a:pt x="203133" y="330419"/>
                  </a:lnTo>
                  <a:lnTo>
                    <a:pt x="208336" y="329185"/>
                  </a:lnTo>
                  <a:lnTo>
                    <a:pt x="213496" y="327786"/>
                  </a:lnTo>
                  <a:lnTo>
                    <a:pt x="218609" y="326222"/>
                  </a:lnTo>
                  <a:lnTo>
                    <a:pt x="223669" y="324496"/>
                  </a:lnTo>
                  <a:lnTo>
                    <a:pt x="228671" y="32260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61505" cy="155441"/>
            </a:xfrm>
            <a:custGeom>
              <a:avLst/>
              <a:pathLst>
                <a:path w="61505" h="155441">
                  <a:moveTo>
                    <a:pt x="61505" y="15544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40455" cy="155441"/>
            </a:xfrm>
            <a:custGeom>
              <a:avLst/>
              <a:pathLst>
                <a:path w="140455" h="155441">
                  <a:moveTo>
                    <a:pt x="61505" y="155441"/>
                  </a:moveTo>
                  <a:lnTo>
                    <a:pt x="66829" y="153227"/>
                  </a:lnTo>
                  <a:lnTo>
                    <a:pt x="72074" y="150831"/>
                  </a:lnTo>
                  <a:lnTo>
                    <a:pt x="77233" y="148256"/>
                  </a:lnTo>
                  <a:lnTo>
                    <a:pt x="82300" y="145504"/>
                  </a:lnTo>
                  <a:lnTo>
                    <a:pt x="87269" y="142580"/>
                  </a:lnTo>
                  <a:lnTo>
                    <a:pt x="92134" y="139485"/>
                  </a:lnTo>
                  <a:lnTo>
                    <a:pt x="96889" y="136225"/>
                  </a:lnTo>
                  <a:lnTo>
                    <a:pt x="101530" y="132802"/>
                  </a:lnTo>
                  <a:lnTo>
                    <a:pt x="106049" y="129222"/>
                  </a:lnTo>
                  <a:lnTo>
                    <a:pt x="110443" y="125487"/>
                  </a:lnTo>
                  <a:lnTo>
                    <a:pt x="114705" y="121604"/>
                  </a:lnTo>
                  <a:lnTo>
                    <a:pt x="118830" y="117576"/>
                  </a:lnTo>
                  <a:lnTo>
                    <a:pt x="122815" y="113408"/>
                  </a:lnTo>
                  <a:lnTo>
                    <a:pt x="126653" y="109105"/>
                  </a:lnTo>
                  <a:lnTo>
                    <a:pt x="130340" y="104672"/>
                  </a:lnTo>
                  <a:lnTo>
                    <a:pt x="133872" y="100115"/>
                  </a:lnTo>
                  <a:lnTo>
                    <a:pt x="137245" y="95438"/>
                  </a:lnTo>
                  <a:lnTo>
                    <a:pt x="140455" y="90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167166" cy="257816"/>
            </a:xfrm>
            <a:custGeom>
              <a:avLst/>
              <a:pathLst>
                <a:path w="167166" h="257816">
                  <a:moveTo>
                    <a:pt x="140455" y="257816"/>
                  </a:moveTo>
                  <a:lnTo>
                    <a:pt x="143283" y="253276"/>
                  </a:lnTo>
                  <a:lnTo>
                    <a:pt x="145965" y="248647"/>
                  </a:lnTo>
                  <a:lnTo>
                    <a:pt x="148497" y="243936"/>
                  </a:lnTo>
                  <a:lnTo>
                    <a:pt x="150877" y="239146"/>
                  </a:lnTo>
                  <a:lnTo>
                    <a:pt x="153103" y="234282"/>
                  </a:lnTo>
                  <a:lnTo>
                    <a:pt x="155172" y="229349"/>
                  </a:lnTo>
                  <a:lnTo>
                    <a:pt x="157081" y="224353"/>
                  </a:lnTo>
                  <a:lnTo>
                    <a:pt x="158831" y="219298"/>
                  </a:lnTo>
                  <a:lnTo>
                    <a:pt x="160417" y="214190"/>
                  </a:lnTo>
                  <a:lnTo>
                    <a:pt x="161839" y="209033"/>
                  </a:lnTo>
                  <a:lnTo>
                    <a:pt x="163096" y="203834"/>
                  </a:lnTo>
                  <a:lnTo>
                    <a:pt x="164186" y="198597"/>
                  </a:lnTo>
                  <a:lnTo>
                    <a:pt x="165107" y="193328"/>
                  </a:lnTo>
                  <a:lnTo>
                    <a:pt x="165860" y="188032"/>
                  </a:lnTo>
                  <a:lnTo>
                    <a:pt x="166442" y="182715"/>
                  </a:lnTo>
                  <a:lnTo>
                    <a:pt x="166855" y="177382"/>
                  </a:lnTo>
                  <a:lnTo>
                    <a:pt x="167096" y="172039"/>
                  </a:lnTo>
                  <a:lnTo>
                    <a:pt x="167166" y="166690"/>
                  </a:lnTo>
                  <a:lnTo>
                    <a:pt x="167065" y="161342"/>
                  </a:lnTo>
                  <a:lnTo>
                    <a:pt x="166794" y="156000"/>
                  </a:lnTo>
                  <a:lnTo>
                    <a:pt x="166351" y="150670"/>
                  </a:lnTo>
                  <a:lnTo>
                    <a:pt x="165738" y="145356"/>
                  </a:lnTo>
                  <a:lnTo>
                    <a:pt x="164955" y="140065"/>
                  </a:lnTo>
                  <a:lnTo>
                    <a:pt x="164004" y="134801"/>
                  </a:lnTo>
                  <a:lnTo>
                    <a:pt x="162884" y="129570"/>
                  </a:lnTo>
                  <a:lnTo>
                    <a:pt x="161598" y="124378"/>
                  </a:lnTo>
                  <a:lnTo>
                    <a:pt x="160146" y="119230"/>
                  </a:lnTo>
                  <a:lnTo>
                    <a:pt x="158531" y="114131"/>
                  </a:lnTo>
                  <a:lnTo>
                    <a:pt x="156753" y="109086"/>
                  </a:lnTo>
                  <a:lnTo>
                    <a:pt x="154814" y="104101"/>
                  </a:lnTo>
                  <a:lnTo>
                    <a:pt x="152717" y="99180"/>
                  </a:lnTo>
                  <a:lnTo>
                    <a:pt x="150464" y="94329"/>
                  </a:lnTo>
                  <a:lnTo>
                    <a:pt x="148057" y="89553"/>
                  </a:lnTo>
                  <a:lnTo>
                    <a:pt x="145498" y="84855"/>
                  </a:lnTo>
                  <a:lnTo>
                    <a:pt x="142790" y="80243"/>
                  </a:lnTo>
                  <a:lnTo>
                    <a:pt x="139936" y="75719"/>
                  </a:lnTo>
                  <a:lnTo>
                    <a:pt x="136938" y="71288"/>
                  </a:lnTo>
                  <a:lnTo>
                    <a:pt x="133801" y="66956"/>
                  </a:lnTo>
                  <a:lnTo>
                    <a:pt x="130526" y="62727"/>
                  </a:lnTo>
                  <a:lnTo>
                    <a:pt x="127118" y="58604"/>
                  </a:lnTo>
                  <a:lnTo>
                    <a:pt x="123580" y="54593"/>
                  </a:lnTo>
                  <a:lnTo>
                    <a:pt x="119915" y="50697"/>
                  </a:lnTo>
                  <a:lnTo>
                    <a:pt x="116127" y="46920"/>
                  </a:lnTo>
                  <a:lnTo>
                    <a:pt x="112221" y="43266"/>
                  </a:lnTo>
                  <a:lnTo>
                    <a:pt x="108199" y="39739"/>
                  </a:lnTo>
                  <a:lnTo>
                    <a:pt x="104067" y="36343"/>
                  </a:lnTo>
                  <a:lnTo>
                    <a:pt x="99828" y="33080"/>
                  </a:lnTo>
                  <a:lnTo>
                    <a:pt x="95487" y="29955"/>
                  </a:lnTo>
                  <a:lnTo>
                    <a:pt x="91048" y="26970"/>
                  </a:lnTo>
                  <a:lnTo>
                    <a:pt x="86516" y="24129"/>
                  </a:lnTo>
                  <a:lnTo>
                    <a:pt x="81896" y="21435"/>
                  </a:lnTo>
                  <a:lnTo>
                    <a:pt x="77191" y="18889"/>
                  </a:lnTo>
                  <a:lnTo>
                    <a:pt x="72408" y="16495"/>
                  </a:lnTo>
                  <a:lnTo>
                    <a:pt x="67550" y="14256"/>
                  </a:lnTo>
                  <a:lnTo>
                    <a:pt x="62624" y="12173"/>
                  </a:lnTo>
                  <a:lnTo>
                    <a:pt x="57633" y="10249"/>
                  </a:lnTo>
                  <a:lnTo>
                    <a:pt x="52583" y="8485"/>
                  </a:lnTo>
                  <a:lnTo>
                    <a:pt x="47479" y="6884"/>
                  </a:lnTo>
                  <a:lnTo>
                    <a:pt x="42327" y="5447"/>
                  </a:lnTo>
                  <a:lnTo>
                    <a:pt x="37131" y="4176"/>
                  </a:lnTo>
                  <a:lnTo>
                    <a:pt x="31898" y="3071"/>
                  </a:lnTo>
                  <a:lnTo>
                    <a:pt x="26631" y="2135"/>
                  </a:lnTo>
                  <a:lnTo>
                    <a:pt x="21338" y="1367"/>
                  </a:lnTo>
                  <a:lnTo>
                    <a:pt x="16022" y="769"/>
                  </a:lnTo>
                  <a:lnTo>
                    <a:pt x="10691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51860" y="3707720"/>
              <a:ext cx="233573" cy="334333"/>
            </a:xfrm>
            <a:custGeom>
              <a:avLst/>
              <a:pathLst>
                <a:path w="233573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8" y="3014"/>
                  </a:lnTo>
                  <a:lnTo>
                    <a:pt x="130361" y="4098"/>
                  </a:lnTo>
                  <a:lnTo>
                    <a:pt x="125212" y="5346"/>
                  </a:lnTo>
                  <a:lnTo>
                    <a:pt x="120104" y="6756"/>
                  </a:lnTo>
                  <a:lnTo>
                    <a:pt x="115044" y="8328"/>
                  </a:lnTo>
                  <a:lnTo>
                    <a:pt x="110036" y="10059"/>
                  </a:lnTo>
                  <a:lnTo>
                    <a:pt x="105085" y="11948"/>
                  </a:lnTo>
                  <a:lnTo>
                    <a:pt x="100197" y="13993"/>
                  </a:lnTo>
                  <a:lnTo>
                    <a:pt x="95376" y="16192"/>
                  </a:lnTo>
                  <a:lnTo>
                    <a:pt x="90628" y="18542"/>
                  </a:lnTo>
                  <a:lnTo>
                    <a:pt x="85956" y="21042"/>
                  </a:lnTo>
                  <a:lnTo>
                    <a:pt x="81365" y="23689"/>
                  </a:lnTo>
                  <a:lnTo>
                    <a:pt x="76861" y="26480"/>
                  </a:lnTo>
                  <a:lnTo>
                    <a:pt x="72448" y="29412"/>
                  </a:lnTo>
                  <a:lnTo>
                    <a:pt x="68129" y="32483"/>
                  </a:lnTo>
                  <a:lnTo>
                    <a:pt x="63911" y="35689"/>
                  </a:lnTo>
                  <a:lnTo>
                    <a:pt x="59796" y="39027"/>
                  </a:lnTo>
                  <a:lnTo>
                    <a:pt x="55788" y="42493"/>
                  </a:lnTo>
                  <a:lnTo>
                    <a:pt x="51893" y="46085"/>
                  </a:lnTo>
                  <a:lnTo>
                    <a:pt x="48113" y="49799"/>
                  </a:lnTo>
                  <a:lnTo>
                    <a:pt x="44454" y="53631"/>
                  </a:lnTo>
                  <a:lnTo>
                    <a:pt x="40917" y="57576"/>
                  </a:lnTo>
                  <a:lnTo>
                    <a:pt x="37507" y="61632"/>
                  </a:lnTo>
                  <a:lnTo>
                    <a:pt x="34227" y="65794"/>
                  </a:lnTo>
                  <a:lnTo>
                    <a:pt x="31081" y="70058"/>
                  </a:lnTo>
                  <a:lnTo>
                    <a:pt x="28072" y="74419"/>
                  </a:lnTo>
                  <a:lnTo>
                    <a:pt x="25202" y="78873"/>
                  </a:lnTo>
                  <a:lnTo>
                    <a:pt x="22475" y="83416"/>
                  </a:lnTo>
                  <a:lnTo>
                    <a:pt x="19894" y="88044"/>
                  </a:lnTo>
                  <a:lnTo>
                    <a:pt x="17460" y="92750"/>
                  </a:lnTo>
                  <a:lnTo>
                    <a:pt x="15177" y="97532"/>
                  </a:lnTo>
                  <a:lnTo>
                    <a:pt x="13046" y="102383"/>
                  </a:lnTo>
                  <a:lnTo>
                    <a:pt x="11071" y="107300"/>
                  </a:lnTo>
                  <a:lnTo>
                    <a:pt x="9252" y="112277"/>
                  </a:lnTo>
                  <a:lnTo>
                    <a:pt x="7591" y="117308"/>
                  </a:lnTo>
                  <a:lnTo>
                    <a:pt x="6091" y="122390"/>
                  </a:lnTo>
                  <a:lnTo>
                    <a:pt x="4753" y="127517"/>
                  </a:lnTo>
                  <a:lnTo>
                    <a:pt x="3578" y="132684"/>
                  </a:lnTo>
                  <a:lnTo>
                    <a:pt x="2567" y="137886"/>
                  </a:lnTo>
                  <a:lnTo>
                    <a:pt x="1722" y="143116"/>
                  </a:lnTo>
                  <a:lnTo>
                    <a:pt x="1043" y="148371"/>
                  </a:lnTo>
                  <a:lnTo>
                    <a:pt x="531" y="153645"/>
                  </a:lnTo>
                  <a:lnTo>
                    <a:pt x="186" y="158933"/>
                  </a:lnTo>
                  <a:lnTo>
                    <a:pt x="9" y="164229"/>
                  </a:lnTo>
                  <a:lnTo>
                    <a:pt x="0" y="169527"/>
                  </a:lnTo>
                  <a:lnTo>
                    <a:pt x="158" y="174824"/>
                  </a:lnTo>
                  <a:lnTo>
                    <a:pt x="485" y="180112"/>
                  </a:lnTo>
                  <a:lnTo>
                    <a:pt x="979" y="185388"/>
                  </a:lnTo>
                  <a:lnTo>
                    <a:pt x="1640" y="190645"/>
                  </a:lnTo>
                  <a:lnTo>
                    <a:pt x="2467" y="195879"/>
                  </a:lnTo>
                  <a:lnTo>
                    <a:pt x="3460" y="201084"/>
                  </a:lnTo>
                  <a:lnTo>
                    <a:pt x="4617" y="206255"/>
                  </a:lnTo>
                  <a:lnTo>
                    <a:pt x="5937" y="211386"/>
                  </a:lnTo>
                  <a:lnTo>
                    <a:pt x="7420" y="216473"/>
                  </a:lnTo>
                  <a:lnTo>
                    <a:pt x="9063" y="221511"/>
                  </a:lnTo>
                  <a:lnTo>
                    <a:pt x="10864" y="226494"/>
                  </a:lnTo>
                  <a:lnTo>
                    <a:pt x="12823" y="231417"/>
                  </a:lnTo>
                  <a:lnTo>
                    <a:pt x="14937" y="236276"/>
                  </a:lnTo>
                  <a:lnTo>
                    <a:pt x="17204" y="241065"/>
                  </a:lnTo>
                  <a:lnTo>
                    <a:pt x="19621" y="245780"/>
                  </a:lnTo>
                  <a:lnTo>
                    <a:pt x="22187" y="250417"/>
                  </a:lnTo>
                  <a:lnTo>
                    <a:pt x="24898" y="254969"/>
                  </a:lnTo>
                  <a:lnTo>
                    <a:pt x="27752" y="259433"/>
                  </a:lnTo>
                  <a:lnTo>
                    <a:pt x="30746" y="263805"/>
                  </a:lnTo>
                  <a:lnTo>
                    <a:pt x="33878" y="268080"/>
                  </a:lnTo>
                  <a:lnTo>
                    <a:pt x="37143" y="272253"/>
                  </a:lnTo>
                  <a:lnTo>
                    <a:pt x="40539" y="276320"/>
                  </a:lnTo>
                  <a:lnTo>
                    <a:pt x="44062" y="280278"/>
                  </a:lnTo>
                  <a:lnTo>
                    <a:pt x="47708" y="284122"/>
                  </a:lnTo>
                  <a:lnTo>
                    <a:pt x="51475" y="287849"/>
                  </a:lnTo>
                  <a:lnTo>
                    <a:pt x="55358" y="291454"/>
                  </a:lnTo>
                  <a:lnTo>
                    <a:pt x="59353" y="294935"/>
                  </a:lnTo>
                  <a:lnTo>
                    <a:pt x="63457" y="298287"/>
                  </a:lnTo>
                  <a:lnTo>
                    <a:pt x="67664" y="301508"/>
                  </a:lnTo>
                  <a:lnTo>
                    <a:pt x="71972" y="304593"/>
                  </a:lnTo>
                  <a:lnTo>
                    <a:pt x="76375" y="307541"/>
                  </a:lnTo>
                  <a:lnTo>
                    <a:pt x="80870" y="310347"/>
                  </a:lnTo>
                  <a:lnTo>
                    <a:pt x="85451" y="313010"/>
                  </a:lnTo>
                  <a:lnTo>
                    <a:pt x="90114" y="315526"/>
                  </a:lnTo>
                  <a:lnTo>
                    <a:pt x="94855" y="317893"/>
                  </a:lnTo>
                  <a:lnTo>
                    <a:pt x="99668" y="320108"/>
                  </a:lnTo>
                  <a:lnTo>
                    <a:pt x="104549" y="322170"/>
                  </a:lnTo>
                  <a:lnTo>
                    <a:pt x="109493" y="324076"/>
                  </a:lnTo>
                  <a:lnTo>
                    <a:pt x="114495" y="325825"/>
                  </a:lnTo>
                  <a:lnTo>
                    <a:pt x="119550" y="327414"/>
                  </a:lnTo>
                  <a:lnTo>
                    <a:pt x="124652" y="328842"/>
                  </a:lnTo>
                  <a:lnTo>
                    <a:pt x="129798" y="330108"/>
                  </a:lnTo>
                  <a:lnTo>
                    <a:pt x="134980" y="331210"/>
                  </a:lnTo>
                  <a:lnTo>
                    <a:pt x="140196" y="332147"/>
                  </a:lnTo>
                  <a:lnTo>
                    <a:pt x="145438" y="332918"/>
                  </a:lnTo>
                  <a:lnTo>
                    <a:pt x="150702" y="333523"/>
                  </a:lnTo>
                  <a:lnTo>
                    <a:pt x="155983" y="333961"/>
                  </a:lnTo>
                  <a:lnTo>
                    <a:pt x="161274" y="334231"/>
                  </a:lnTo>
                  <a:lnTo>
                    <a:pt x="166572" y="334333"/>
                  </a:lnTo>
                  <a:lnTo>
                    <a:pt x="171870" y="334268"/>
                  </a:lnTo>
                  <a:lnTo>
                    <a:pt x="177164" y="334034"/>
                  </a:lnTo>
                  <a:lnTo>
                    <a:pt x="182447" y="333633"/>
                  </a:lnTo>
                  <a:lnTo>
                    <a:pt x="187716" y="333065"/>
                  </a:lnTo>
                  <a:lnTo>
                    <a:pt x="192963" y="332329"/>
                  </a:lnTo>
                  <a:lnTo>
                    <a:pt x="198185" y="331428"/>
                  </a:lnTo>
                  <a:lnTo>
                    <a:pt x="203375" y="330362"/>
                  </a:lnTo>
                  <a:lnTo>
                    <a:pt x="208529" y="329132"/>
                  </a:lnTo>
                  <a:lnTo>
                    <a:pt x="213641" y="327739"/>
                  </a:lnTo>
                  <a:lnTo>
                    <a:pt x="218707" y="326185"/>
                  </a:lnTo>
                  <a:lnTo>
                    <a:pt x="223721" y="324472"/>
                  </a:lnTo>
                  <a:lnTo>
                    <a:pt x="228678" y="322600"/>
                  </a:lnTo>
                  <a:lnTo>
                    <a:pt x="233573" y="32057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58"/>
              <a:ext cx="167151" cy="320534"/>
            </a:xfrm>
            <a:custGeom>
              <a:avLst/>
              <a:pathLst>
                <a:path w="167151" h="320534">
                  <a:moveTo>
                    <a:pt x="66422" y="320534"/>
                  </a:moveTo>
                  <a:lnTo>
                    <a:pt x="71282" y="318337"/>
                  </a:lnTo>
                  <a:lnTo>
                    <a:pt x="76069" y="315986"/>
                  </a:lnTo>
                  <a:lnTo>
                    <a:pt x="80778" y="313484"/>
                  </a:lnTo>
                  <a:lnTo>
                    <a:pt x="85405" y="310833"/>
                  </a:lnTo>
                  <a:lnTo>
                    <a:pt x="89946" y="308036"/>
                  </a:lnTo>
                  <a:lnTo>
                    <a:pt x="94394" y="305095"/>
                  </a:lnTo>
                  <a:lnTo>
                    <a:pt x="98747" y="302014"/>
                  </a:lnTo>
                  <a:lnTo>
                    <a:pt x="102999" y="298795"/>
                  </a:lnTo>
                  <a:lnTo>
                    <a:pt x="107147" y="295443"/>
                  </a:lnTo>
                  <a:lnTo>
                    <a:pt x="111185" y="291960"/>
                  </a:lnTo>
                  <a:lnTo>
                    <a:pt x="115110" y="288350"/>
                  </a:lnTo>
                  <a:lnTo>
                    <a:pt x="118918" y="284617"/>
                  </a:lnTo>
                  <a:lnTo>
                    <a:pt x="122605" y="280764"/>
                  </a:lnTo>
                  <a:lnTo>
                    <a:pt x="126168" y="276795"/>
                  </a:lnTo>
                  <a:lnTo>
                    <a:pt x="129602" y="272715"/>
                  </a:lnTo>
                  <a:lnTo>
                    <a:pt x="132904" y="268527"/>
                  </a:lnTo>
                  <a:lnTo>
                    <a:pt x="136070" y="264236"/>
                  </a:lnTo>
                  <a:lnTo>
                    <a:pt x="139098" y="259846"/>
                  </a:lnTo>
                  <a:lnTo>
                    <a:pt x="141985" y="255362"/>
                  </a:lnTo>
                  <a:lnTo>
                    <a:pt x="144727" y="250788"/>
                  </a:lnTo>
                  <a:lnTo>
                    <a:pt x="147322" y="246129"/>
                  </a:lnTo>
                  <a:lnTo>
                    <a:pt x="149767" y="241390"/>
                  </a:lnTo>
                  <a:lnTo>
                    <a:pt x="152060" y="236575"/>
                  </a:lnTo>
                  <a:lnTo>
                    <a:pt x="154197" y="231689"/>
                  </a:lnTo>
                  <a:lnTo>
                    <a:pt x="156178" y="226738"/>
                  </a:lnTo>
                  <a:lnTo>
                    <a:pt x="158000" y="221726"/>
                  </a:lnTo>
                  <a:lnTo>
                    <a:pt x="159661" y="216658"/>
                  </a:lnTo>
                  <a:lnTo>
                    <a:pt x="161160" y="211540"/>
                  </a:lnTo>
                  <a:lnTo>
                    <a:pt x="162494" y="206377"/>
                  </a:lnTo>
                  <a:lnTo>
                    <a:pt x="163664" y="201174"/>
                  </a:lnTo>
                  <a:lnTo>
                    <a:pt x="164666" y="195936"/>
                  </a:lnTo>
                  <a:lnTo>
                    <a:pt x="165501" y="190669"/>
                  </a:lnTo>
                  <a:lnTo>
                    <a:pt x="166168" y="185378"/>
                  </a:lnTo>
                  <a:lnTo>
                    <a:pt x="166665" y="180068"/>
                  </a:lnTo>
                  <a:lnTo>
                    <a:pt x="166993" y="174745"/>
                  </a:lnTo>
                  <a:lnTo>
                    <a:pt x="167151" y="169415"/>
                  </a:lnTo>
                  <a:lnTo>
                    <a:pt x="167139" y="164082"/>
                  </a:lnTo>
                  <a:lnTo>
                    <a:pt x="166957" y="158752"/>
                  </a:lnTo>
                  <a:lnTo>
                    <a:pt x="166605" y="153431"/>
                  </a:lnTo>
                  <a:lnTo>
                    <a:pt x="166083" y="148124"/>
                  </a:lnTo>
                  <a:lnTo>
                    <a:pt x="165392" y="142836"/>
                  </a:lnTo>
                  <a:lnTo>
                    <a:pt x="164533" y="137572"/>
                  </a:lnTo>
                  <a:lnTo>
                    <a:pt x="163507" y="132339"/>
                  </a:lnTo>
                  <a:lnTo>
                    <a:pt x="162314" y="127141"/>
                  </a:lnTo>
                  <a:lnTo>
                    <a:pt x="160956" y="121984"/>
                  </a:lnTo>
                  <a:lnTo>
                    <a:pt x="159434" y="116873"/>
                  </a:lnTo>
                  <a:lnTo>
                    <a:pt x="157750" y="111813"/>
                  </a:lnTo>
                  <a:lnTo>
                    <a:pt x="155905" y="106810"/>
                  </a:lnTo>
                  <a:lnTo>
                    <a:pt x="153901" y="101867"/>
                  </a:lnTo>
                  <a:lnTo>
                    <a:pt x="151741" y="96991"/>
                  </a:lnTo>
                  <a:lnTo>
                    <a:pt x="149427" y="92187"/>
                  </a:lnTo>
                  <a:lnTo>
                    <a:pt x="146961" y="87459"/>
                  </a:lnTo>
                  <a:lnTo>
                    <a:pt x="144344" y="82812"/>
                  </a:lnTo>
                  <a:lnTo>
                    <a:pt x="141581" y="78250"/>
                  </a:lnTo>
                  <a:lnTo>
                    <a:pt x="138674" y="73779"/>
                  </a:lnTo>
                  <a:lnTo>
                    <a:pt x="135626" y="69403"/>
                  </a:lnTo>
                  <a:lnTo>
                    <a:pt x="132440" y="65127"/>
                  </a:lnTo>
                  <a:lnTo>
                    <a:pt x="129119" y="60954"/>
                  </a:lnTo>
                  <a:lnTo>
                    <a:pt x="125667" y="56890"/>
                  </a:lnTo>
                  <a:lnTo>
                    <a:pt x="122086" y="52937"/>
                  </a:lnTo>
                  <a:lnTo>
                    <a:pt x="118382" y="49101"/>
                  </a:lnTo>
                  <a:lnTo>
                    <a:pt x="114557" y="45385"/>
                  </a:lnTo>
                  <a:lnTo>
                    <a:pt x="110615" y="41793"/>
                  </a:lnTo>
                  <a:lnTo>
                    <a:pt x="106561" y="38329"/>
                  </a:lnTo>
                  <a:lnTo>
                    <a:pt x="102398" y="34995"/>
                  </a:lnTo>
                  <a:lnTo>
                    <a:pt x="98131" y="31796"/>
                  </a:lnTo>
                  <a:lnTo>
                    <a:pt x="93765" y="28735"/>
                  </a:lnTo>
                  <a:lnTo>
                    <a:pt x="89302" y="25814"/>
                  </a:lnTo>
                  <a:lnTo>
                    <a:pt x="84749" y="23038"/>
                  </a:lnTo>
                  <a:lnTo>
                    <a:pt x="80110" y="20408"/>
                  </a:lnTo>
                  <a:lnTo>
                    <a:pt x="75389" y="17927"/>
                  </a:lnTo>
                  <a:lnTo>
                    <a:pt x="70592" y="15598"/>
                  </a:lnTo>
                  <a:lnTo>
                    <a:pt x="65722" y="13424"/>
                  </a:lnTo>
                  <a:lnTo>
                    <a:pt x="60786" y="11405"/>
                  </a:lnTo>
                  <a:lnTo>
                    <a:pt x="55788" y="9546"/>
                  </a:lnTo>
                  <a:lnTo>
                    <a:pt x="50733" y="7846"/>
                  </a:lnTo>
                  <a:lnTo>
                    <a:pt x="45627" y="6309"/>
                  </a:lnTo>
                  <a:lnTo>
                    <a:pt x="40474" y="4936"/>
                  </a:lnTo>
                  <a:lnTo>
                    <a:pt x="35279" y="3727"/>
                  </a:lnTo>
                  <a:lnTo>
                    <a:pt x="30049" y="2685"/>
                  </a:lnTo>
                  <a:lnTo>
                    <a:pt x="24789" y="1810"/>
                  </a:lnTo>
                  <a:lnTo>
                    <a:pt x="19503" y="1103"/>
                  </a:lnTo>
                  <a:lnTo>
                    <a:pt x="14197" y="566"/>
                  </a:lnTo>
                  <a:lnTo>
                    <a:pt x="8877" y="198"/>
                  </a:lnTo>
                  <a:lnTo>
                    <a:pt x="3548" y="0"/>
                  </a:lnTo>
                  <a:lnTo>
                    <a:pt x="0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3548" cy="167167"/>
            </a:xfrm>
            <a:custGeom>
              <a:avLst/>
              <a:pathLst>
                <a:path w="3548" h="167167">
                  <a:moveTo>
                    <a:pt x="354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2025-06-05T19:38:49Z</dcterms:modified>
  <cp:category/>
</cp:coreProperties>
</file>