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40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9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5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39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51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4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68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62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00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3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86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19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55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11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81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55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08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0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1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04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691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338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687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28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97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9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35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65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592" y="3170392"/>
              <a:ext cx="2186" cy="167167"/>
            </a:xfrm>
            <a:custGeom>
              <a:avLst/>
              <a:pathLst>
                <a:path w="2186" h="167167">
                  <a:moveTo>
                    <a:pt x="2186" y="0"/>
                  </a:moveTo>
                  <a:lnTo>
                    <a:pt x="0" y="14"/>
                  </a:lnTo>
                  <a:lnTo>
                    <a:pt x="21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16619" y="3170406"/>
              <a:ext cx="334321" cy="334320"/>
            </a:xfrm>
            <a:custGeom>
              <a:avLst/>
              <a:pathLst>
                <a:path w="334321" h="334320">
                  <a:moveTo>
                    <a:pt x="164972" y="0"/>
                  </a:moveTo>
                  <a:lnTo>
                    <a:pt x="159693" y="152"/>
                  </a:lnTo>
                  <a:lnTo>
                    <a:pt x="154422" y="471"/>
                  </a:lnTo>
                  <a:lnTo>
                    <a:pt x="149164" y="957"/>
                  </a:lnTo>
                  <a:lnTo>
                    <a:pt x="143923" y="1608"/>
                  </a:lnTo>
                  <a:lnTo>
                    <a:pt x="138706" y="2424"/>
                  </a:lnTo>
                  <a:lnTo>
                    <a:pt x="133517" y="3405"/>
                  </a:lnTo>
                  <a:lnTo>
                    <a:pt x="128361" y="4550"/>
                  </a:lnTo>
                  <a:lnTo>
                    <a:pt x="123245" y="5856"/>
                  </a:lnTo>
                  <a:lnTo>
                    <a:pt x="118172" y="7324"/>
                  </a:lnTo>
                  <a:lnTo>
                    <a:pt x="113148" y="8951"/>
                  </a:lnTo>
                  <a:lnTo>
                    <a:pt x="108178" y="10736"/>
                  </a:lnTo>
                  <a:lnTo>
                    <a:pt x="103266" y="12677"/>
                  </a:lnTo>
                  <a:lnTo>
                    <a:pt x="98419" y="14772"/>
                  </a:lnTo>
                  <a:lnTo>
                    <a:pt x="93640" y="17020"/>
                  </a:lnTo>
                  <a:lnTo>
                    <a:pt x="88935" y="19417"/>
                  </a:lnTo>
                  <a:lnTo>
                    <a:pt x="84307" y="21961"/>
                  </a:lnTo>
                  <a:lnTo>
                    <a:pt x="79762" y="24651"/>
                  </a:lnTo>
                  <a:lnTo>
                    <a:pt x="75305" y="27482"/>
                  </a:lnTo>
                  <a:lnTo>
                    <a:pt x="70939" y="30454"/>
                  </a:lnTo>
                  <a:lnTo>
                    <a:pt x="66669" y="33561"/>
                  </a:lnTo>
                  <a:lnTo>
                    <a:pt x="62500" y="36802"/>
                  </a:lnTo>
                  <a:lnTo>
                    <a:pt x="58434" y="40173"/>
                  </a:lnTo>
                  <a:lnTo>
                    <a:pt x="54478" y="43670"/>
                  </a:lnTo>
                  <a:lnTo>
                    <a:pt x="50634" y="47291"/>
                  </a:lnTo>
                  <a:lnTo>
                    <a:pt x="46906" y="51032"/>
                  </a:lnTo>
                  <a:lnTo>
                    <a:pt x="43298" y="54888"/>
                  </a:lnTo>
                  <a:lnTo>
                    <a:pt x="39814" y="58856"/>
                  </a:lnTo>
                  <a:lnTo>
                    <a:pt x="36457" y="62933"/>
                  </a:lnTo>
                  <a:lnTo>
                    <a:pt x="33230" y="67113"/>
                  </a:lnTo>
                  <a:lnTo>
                    <a:pt x="30137" y="71393"/>
                  </a:lnTo>
                  <a:lnTo>
                    <a:pt x="27180" y="75769"/>
                  </a:lnTo>
                  <a:lnTo>
                    <a:pt x="24364" y="80236"/>
                  </a:lnTo>
                  <a:lnTo>
                    <a:pt x="21690" y="84790"/>
                  </a:lnTo>
                  <a:lnTo>
                    <a:pt x="19161" y="89426"/>
                  </a:lnTo>
                  <a:lnTo>
                    <a:pt x="16779" y="94140"/>
                  </a:lnTo>
                  <a:lnTo>
                    <a:pt x="14548" y="98926"/>
                  </a:lnTo>
                  <a:lnTo>
                    <a:pt x="12469" y="103781"/>
                  </a:lnTo>
                  <a:lnTo>
                    <a:pt x="10545" y="108698"/>
                  </a:lnTo>
                  <a:lnTo>
                    <a:pt x="8777" y="113674"/>
                  </a:lnTo>
                  <a:lnTo>
                    <a:pt x="7166" y="118704"/>
                  </a:lnTo>
                  <a:lnTo>
                    <a:pt x="5716" y="123782"/>
                  </a:lnTo>
                  <a:lnTo>
                    <a:pt x="4426" y="128903"/>
                  </a:lnTo>
                  <a:lnTo>
                    <a:pt x="3299" y="134062"/>
                  </a:lnTo>
                  <a:lnTo>
                    <a:pt x="2336" y="139254"/>
                  </a:lnTo>
                  <a:lnTo>
                    <a:pt x="1537" y="144474"/>
                  </a:lnTo>
                  <a:lnTo>
                    <a:pt x="903" y="149717"/>
                  </a:lnTo>
                  <a:lnTo>
                    <a:pt x="436" y="154977"/>
                  </a:lnTo>
                  <a:lnTo>
                    <a:pt x="134" y="160249"/>
                  </a:lnTo>
                  <a:lnTo>
                    <a:pt x="0" y="165529"/>
                  </a:lnTo>
                  <a:lnTo>
                    <a:pt x="32" y="170809"/>
                  </a:lnTo>
                  <a:lnTo>
                    <a:pt x="231" y="176087"/>
                  </a:lnTo>
                  <a:lnTo>
                    <a:pt x="596" y="181355"/>
                  </a:lnTo>
                  <a:lnTo>
                    <a:pt x="1128" y="186609"/>
                  </a:lnTo>
                  <a:lnTo>
                    <a:pt x="1825" y="191844"/>
                  </a:lnTo>
                  <a:lnTo>
                    <a:pt x="2688" y="197054"/>
                  </a:lnTo>
                  <a:lnTo>
                    <a:pt x="3714" y="202234"/>
                  </a:lnTo>
                  <a:lnTo>
                    <a:pt x="4904" y="207379"/>
                  </a:lnTo>
                  <a:lnTo>
                    <a:pt x="6255" y="212484"/>
                  </a:lnTo>
                  <a:lnTo>
                    <a:pt x="7767" y="217544"/>
                  </a:lnTo>
                  <a:lnTo>
                    <a:pt x="9439" y="222553"/>
                  </a:lnTo>
                  <a:lnTo>
                    <a:pt x="11267" y="227507"/>
                  </a:lnTo>
                  <a:lnTo>
                    <a:pt x="13251" y="232401"/>
                  </a:lnTo>
                  <a:lnTo>
                    <a:pt x="15389" y="237230"/>
                  </a:lnTo>
                  <a:lnTo>
                    <a:pt x="17678" y="241989"/>
                  </a:lnTo>
                  <a:lnTo>
                    <a:pt x="20117" y="246673"/>
                  </a:lnTo>
                  <a:lnTo>
                    <a:pt x="22702" y="251278"/>
                  </a:lnTo>
                  <a:lnTo>
                    <a:pt x="25431" y="255799"/>
                  </a:lnTo>
                  <a:lnTo>
                    <a:pt x="28302" y="260232"/>
                  </a:lnTo>
                  <a:lnTo>
                    <a:pt x="31311" y="264571"/>
                  </a:lnTo>
                  <a:lnTo>
                    <a:pt x="34456" y="268814"/>
                  </a:lnTo>
                  <a:lnTo>
                    <a:pt x="37734" y="272954"/>
                  </a:lnTo>
                  <a:lnTo>
                    <a:pt x="41140" y="276990"/>
                  </a:lnTo>
                  <a:lnTo>
                    <a:pt x="44672" y="280915"/>
                  </a:lnTo>
                  <a:lnTo>
                    <a:pt x="48327" y="284728"/>
                  </a:lnTo>
                  <a:lnTo>
                    <a:pt x="52100" y="288422"/>
                  </a:lnTo>
                  <a:lnTo>
                    <a:pt x="55988" y="291996"/>
                  </a:lnTo>
                  <a:lnTo>
                    <a:pt x="59987" y="295445"/>
                  </a:lnTo>
                  <a:lnTo>
                    <a:pt x="64093" y="298767"/>
                  </a:lnTo>
                  <a:lnTo>
                    <a:pt x="68301" y="301957"/>
                  </a:lnTo>
                  <a:lnTo>
                    <a:pt x="72609" y="305012"/>
                  </a:lnTo>
                  <a:lnTo>
                    <a:pt x="77010" y="307930"/>
                  </a:lnTo>
                  <a:lnTo>
                    <a:pt x="81502" y="310707"/>
                  </a:lnTo>
                  <a:lnTo>
                    <a:pt x="86079" y="313341"/>
                  </a:lnTo>
                  <a:lnTo>
                    <a:pt x="90737" y="315829"/>
                  </a:lnTo>
                  <a:lnTo>
                    <a:pt x="95471" y="318169"/>
                  </a:lnTo>
                  <a:lnTo>
                    <a:pt x="100277" y="320358"/>
                  </a:lnTo>
                  <a:lnTo>
                    <a:pt x="105150" y="322394"/>
                  </a:lnTo>
                  <a:lnTo>
                    <a:pt x="110084" y="324275"/>
                  </a:lnTo>
                  <a:lnTo>
                    <a:pt x="115076" y="325999"/>
                  </a:lnTo>
                  <a:lnTo>
                    <a:pt x="120119" y="327565"/>
                  </a:lnTo>
                  <a:lnTo>
                    <a:pt x="125209" y="328971"/>
                  </a:lnTo>
                  <a:lnTo>
                    <a:pt x="130342" y="330215"/>
                  </a:lnTo>
                  <a:lnTo>
                    <a:pt x="135511" y="331297"/>
                  </a:lnTo>
                  <a:lnTo>
                    <a:pt x="140711" y="332215"/>
                  </a:lnTo>
                  <a:lnTo>
                    <a:pt x="145938" y="332968"/>
                  </a:lnTo>
                  <a:lnTo>
                    <a:pt x="151186" y="333555"/>
                  </a:lnTo>
                  <a:lnTo>
                    <a:pt x="156450" y="333977"/>
                  </a:lnTo>
                  <a:lnTo>
                    <a:pt x="161725" y="334232"/>
                  </a:lnTo>
                  <a:lnTo>
                    <a:pt x="167005" y="334320"/>
                  </a:lnTo>
                  <a:lnTo>
                    <a:pt x="172285" y="334241"/>
                  </a:lnTo>
                  <a:lnTo>
                    <a:pt x="177561" y="333996"/>
                  </a:lnTo>
                  <a:lnTo>
                    <a:pt x="182826" y="333584"/>
                  </a:lnTo>
                  <a:lnTo>
                    <a:pt x="188075" y="333006"/>
                  </a:lnTo>
                  <a:lnTo>
                    <a:pt x="193303" y="332263"/>
                  </a:lnTo>
                  <a:lnTo>
                    <a:pt x="198505" y="331355"/>
                  </a:lnTo>
                  <a:lnTo>
                    <a:pt x="203676" y="330283"/>
                  </a:lnTo>
                  <a:lnTo>
                    <a:pt x="208811" y="329048"/>
                  </a:lnTo>
                  <a:lnTo>
                    <a:pt x="213904" y="327652"/>
                  </a:lnTo>
                  <a:lnTo>
                    <a:pt x="218950" y="326095"/>
                  </a:lnTo>
                  <a:lnTo>
                    <a:pt x="223945" y="324380"/>
                  </a:lnTo>
                  <a:lnTo>
                    <a:pt x="228882" y="322508"/>
                  </a:lnTo>
                  <a:lnTo>
                    <a:pt x="233759" y="320480"/>
                  </a:lnTo>
                  <a:lnTo>
                    <a:pt x="238569" y="318300"/>
                  </a:lnTo>
                  <a:lnTo>
                    <a:pt x="243307" y="315969"/>
                  </a:lnTo>
                  <a:lnTo>
                    <a:pt x="247970" y="313490"/>
                  </a:lnTo>
                  <a:lnTo>
                    <a:pt x="252552" y="310864"/>
                  </a:lnTo>
                  <a:lnTo>
                    <a:pt x="257049" y="308095"/>
                  </a:lnTo>
                  <a:lnTo>
                    <a:pt x="261456" y="305186"/>
                  </a:lnTo>
                  <a:lnTo>
                    <a:pt x="265769" y="302138"/>
                  </a:lnTo>
                  <a:lnTo>
                    <a:pt x="269983" y="298956"/>
                  </a:lnTo>
                  <a:lnTo>
                    <a:pt x="274095" y="295643"/>
                  </a:lnTo>
                  <a:lnTo>
                    <a:pt x="278100" y="292201"/>
                  </a:lnTo>
                  <a:lnTo>
                    <a:pt x="281995" y="288634"/>
                  </a:lnTo>
                  <a:lnTo>
                    <a:pt x="285775" y="284946"/>
                  </a:lnTo>
                  <a:lnTo>
                    <a:pt x="289436" y="281141"/>
                  </a:lnTo>
                  <a:lnTo>
                    <a:pt x="292976" y="277222"/>
                  </a:lnTo>
                  <a:lnTo>
                    <a:pt x="296389" y="273193"/>
                  </a:lnTo>
                  <a:lnTo>
                    <a:pt x="299674" y="269058"/>
                  </a:lnTo>
                  <a:lnTo>
                    <a:pt x="302827" y="264821"/>
                  </a:lnTo>
                  <a:lnTo>
                    <a:pt x="305844" y="260487"/>
                  </a:lnTo>
                  <a:lnTo>
                    <a:pt x="308723" y="256060"/>
                  </a:lnTo>
                  <a:lnTo>
                    <a:pt x="311461" y="251544"/>
                  </a:lnTo>
                  <a:lnTo>
                    <a:pt x="314055" y="246944"/>
                  </a:lnTo>
                  <a:lnTo>
                    <a:pt x="316502" y="242264"/>
                  </a:lnTo>
                  <a:lnTo>
                    <a:pt x="318800" y="237509"/>
                  </a:lnTo>
                  <a:lnTo>
                    <a:pt x="320946" y="232685"/>
                  </a:lnTo>
                  <a:lnTo>
                    <a:pt x="322939" y="227794"/>
                  </a:lnTo>
                  <a:lnTo>
                    <a:pt x="324777" y="222843"/>
                  </a:lnTo>
                  <a:lnTo>
                    <a:pt x="326458" y="217837"/>
                  </a:lnTo>
                  <a:lnTo>
                    <a:pt x="327979" y="212780"/>
                  </a:lnTo>
                  <a:lnTo>
                    <a:pt x="329340" y="207678"/>
                  </a:lnTo>
                  <a:lnTo>
                    <a:pt x="330539" y="202535"/>
                  </a:lnTo>
                  <a:lnTo>
                    <a:pt x="331575" y="197356"/>
                  </a:lnTo>
                  <a:lnTo>
                    <a:pt x="332447" y="192148"/>
                  </a:lnTo>
                  <a:lnTo>
                    <a:pt x="333154" y="186915"/>
                  </a:lnTo>
                  <a:lnTo>
                    <a:pt x="333696" y="181661"/>
                  </a:lnTo>
                  <a:lnTo>
                    <a:pt x="334071" y="176394"/>
                  </a:lnTo>
                  <a:lnTo>
                    <a:pt x="334279" y="171117"/>
                  </a:lnTo>
                  <a:lnTo>
                    <a:pt x="334321" y="165836"/>
                  </a:lnTo>
                  <a:lnTo>
                    <a:pt x="334196" y="160557"/>
                  </a:lnTo>
                  <a:lnTo>
                    <a:pt x="333905" y="155284"/>
                  </a:lnTo>
                  <a:lnTo>
                    <a:pt x="333447" y="150023"/>
                  </a:lnTo>
                  <a:lnTo>
                    <a:pt x="332823" y="144779"/>
                  </a:lnTo>
                  <a:lnTo>
                    <a:pt x="332033" y="139558"/>
                  </a:lnTo>
                  <a:lnTo>
                    <a:pt x="331079" y="134364"/>
                  </a:lnTo>
                  <a:lnTo>
                    <a:pt x="329962" y="129202"/>
                  </a:lnTo>
                  <a:lnTo>
                    <a:pt x="328682" y="124079"/>
                  </a:lnTo>
                  <a:lnTo>
                    <a:pt x="327241" y="118998"/>
                  </a:lnTo>
                  <a:lnTo>
                    <a:pt x="325640" y="113966"/>
                  </a:lnTo>
                  <a:lnTo>
                    <a:pt x="323881" y="108987"/>
                  </a:lnTo>
                  <a:lnTo>
                    <a:pt x="321965" y="104065"/>
                  </a:lnTo>
                  <a:lnTo>
                    <a:pt x="319895" y="99207"/>
                  </a:lnTo>
                  <a:lnTo>
                    <a:pt x="317673" y="94417"/>
                  </a:lnTo>
                  <a:lnTo>
                    <a:pt x="315300" y="89699"/>
                  </a:lnTo>
                  <a:lnTo>
                    <a:pt x="312780" y="85058"/>
                  </a:lnTo>
                  <a:lnTo>
                    <a:pt x="310114" y="80499"/>
                  </a:lnTo>
                  <a:lnTo>
                    <a:pt x="307306" y="76027"/>
                  </a:lnTo>
                  <a:lnTo>
                    <a:pt x="304357" y="71646"/>
                  </a:lnTo>
                  <a:lnTo>
                    <a:pt x="301272" y="67360"/>
                  </a:lnTo>
                  <a:lnTo>
                    <a:pt x="298053" y="63173"/>
                  </a:lnTo>
                  <a:lnTo>
                    <a:pt x="294704" y="59091"/>
                  </a:lnTo>
                  <a:lnTo>
                    <a:pt x="291227" y="55116"/>
                  </a:lnTo>
                  <a:lnTo>
                    <a:pt x="287626" y="51253"/>
                  </a:lnTo>
                  <a:lnTo>
                    <a:pt x="283905" y="47506"/>
                  </a:lnTo>
                  <a:lnTo>
                    <a:pt x="280067" y="43878"/>
                  </a:lnTo>
                  <a:lnTo>
                    <a:pt x="276117" y="40373"/>
                  </a:lnTo>
                  <a:lnTo>
                    <a:pt x="272058" y="36995"/>
                  </a:lnTo>
                  <a:lnTo>
                    <a:pt x="267895" y="33746"/>
                  </a:lnTo>
                  <a:lnTo>
                    <a:pt x="263631" y="30631"/>
                  </a:lnTo>
                  <a:lnTo>
                    <a:pt x="259270" y="27652"/>
                  </a:lnTo>
                  <a:lnTo>
                    <a:pt x="254818" y="24812"/>
                  </a:lnTo>
                  <a:lnTo>
                    <a:pt x="250278" y="22114"/>
                  </a:lnTo>
                  <a:lnTo>
                    <a:pt x="245655" y="19561"/>
                  </a:lnTo>
                  <a:lnTo>
                    <a:pt x="240954" y="17155"/>
                  </a:lnTo>
                  <a:lnTo>
                    <a:pt x="236180" y="14899"/>
                  </a:lnTo>
                  <a:lnTo>
                    <a:pt x="231336" y="12795"/>
                  </a:lnTo>
                  <a:lnTo>
                    <a:pt x="226428" y="10845"/>
                  </a:lnTo>
                  <a:lnTo>
                    <a:pt x="221462" y="9051"/>
                  </a:lnTo>
                  <a:lnTo>
                    <a:pt x="216441" y="7414"/>
                  </a:lnTo>
                  <a:lnTo>
                    <a:pt x="211370" y="5938"/>
                  </a:lnTo>
                  <a:lnTo>
                    <a:pt x="206256" y="4621"/>
                  </a:lnTo>
                  <a:lnTo>
                    <a:pt x="201103" y="3468"/>
                  </a:lnTo>
                  <a:lnTo>
                    <a:pt x="195916" y="2477"/>
                  </a:lnTo>
                  <a:lnTo>
                    <a:pt x="190700" y="1651"/>
                  </a:lnTo>
                  <a:lnTo>
                    <a:pt x="185460" y="990"/>
                  </a:lnTo>
                  <a:lnTo>
                    <a:pt x="180203" y="495"/>
                  </a:lnTo>
                  <a:lnTo>
                    <a:pt x="174932" y="166"/>
                  </a:lnTo>
                  <a:lnTo>
                    <a:pt x="167159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3779" y="3170392"/>
              <a:ext cx="7773" cy="167167"/>
            </a:xfrm>
            <a:custGeom>
              <a:avLst/>
              <a:pathLst>
                <a:path w="7773" h="167167">
                  <a:moveTo>
                    <a:pt x="7773" y="18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536" y="2633064"/>
              <a:ext cx="32474" cy="167167"/>
            </a:xfrm>
            <a:custGeom>
              <a:avLst/>
              <a:pathLst>
                <a:path w="32474" h="167167">
                  <a:moveTo>
                    <a:pt x="32474" y="0"/>
                  </a:moveTo>
                  <a:lnTo>
                    <a:pt x="25940" y="127"/>
                  </a:lnTo>
                  <a:lnTo>
                    <a:pt x="19415" y="510"/>
                  </a:lnTo>
                  <a:lnTo>
                    <a:pt x="12910" y="1148"/>
                  </a:lnTo>
                  <a:lnTo>
                    <a:pt x="6435" y="2040"/>
                  </a:lnTo>
                  <a:lnTo>
                    <a:pt x="0" y="3184"/>
                  </a:lnTo>
                  <a:lnTo>
                    <a:pt x="324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6536" y="2636249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1863" y="2636249"/>
              <a:ext cx="334315" cy="331145"/>
            </a:xfrm>
            <a:custGeom>
              <a:avLst/>
              <a:pathLst>
                <a:path w="334315" h="331145">
                  <a:moveTo>
                    <a:pt x="134673" y="0"/>
                  </a:moveTo>
                  <a:lnTo>
                    <a:pt x="129508" y="1107"/>
                  </a:lnTo>
                  <a:lnTo>
                    <a:pt x="124381" y="2378"/>
                  </a:lnTo>
                  <a:lnTo>
                    <a:pt x="119296" y="3810"/>
                  </a:lnTo>
                  <a:lnTo>
                    <a:pt x="114259" y="5402"/>
                  </a:lnTo>
                  <a:lnTo>
                    <a:pt x="109276" y="7152"/>
                  </a:lnTo>
                  <a:lnTo>
                    <a:pt x="104349" y="9059"/>
                  </a:lnTo>
                  <a:lnTo>
                    <a:pt x="99486" y="11120"/>
                  </a:lnTo>
                  <a:lnTo>
                    <a:pt x="94690" y="13334"/>
                  </a:lnTo>
                  <a:lnTo>
                    <a:pt x="89966" y="15699"/>
                  </a:lnTo>
                  <a:lnTo>
                    <a:pt x="85320" y="18211"/>
                  </a:lnTo>
                  <a:lnTo>
                    <a:pt x="80755" y="20869"/>
                  </a:lnTo>
                  <a:lnTo>
                    <a:pt x="76277" y="23670"/>
                  </a:lnTo>
                  <a:lnTo>
                    <a:pt x="71889" y="26612"/>
                  </a:lnTo>
                  <a:lnTo>
                    <a:pt x="67596" y="29690"/>
                  </a:lnTo>
                  <a:lnTo>
                    <a:pt x="63403" y="32902"/>
                  </a:lnTo>
                  <a:lnTo>
                    <a:pt x="59313" y="36246"/>
                  </a:lnTo>
                  <a:lnTo>
                    <a:pt x="55331" y="39716"/>
                  </a:lnTo>
                  <a:lnTo>
                    <a:pt x="51461" y="43311"/>
                  </a:lnTo>
                  <a:lnTo>
                    <a:pt x="47706" y="47027"/>
                  </a:lnTo>
                  <a:lnTo>
                    <a:pt x="44070" y="50859"/>
                  </a:lnTo>
                  <a:lnTo>
                    <a:pt x="40558" y="54804"/>
                  </a:lnTo>
                  <a:lnTo>
                    <a:pt x="37171" y="58858"/>
                  </a:lnTo>
                  <a:lnTo>
                    <a:pt x="33915" y="63017"/>
                  </a:lnTo>
                  <a:lnTo>
                    <a:pt x="30791" y="67277"/>
                  </a:lnTo>
                  <a:lnTo>
                    <a:pt x="27804" y="71633"/>
                  </a:lnTo>
                  <a:lnTo>
                    <a:pt x="24956" y="76082"/>
                  </a:lnTo>
                  <a:lnTo>
                    <a:pt x="22250" y="80619"/>
                  </a:lnTo>
                  <a:lnTo>
                    <a:pt x="19688" y="85238"/>
                  </a:lnTo>
                  <a:lnTo>
                    <a:pt x="17274" y="89937"/>
                  </a:lnTo>
                  <a:lnTo>
                    <a:pt x="15009" y="94709"/>
                  </a:lnTo>
                  <a:lnTo>
                    <a:pt x="12896" y="99550"/>
                  </a:lnTo>
                  <a:lnTo>
                    <a:pt x="10938" y="104456"/>
                  </a:lnTo>
                  <a:lnTo>
                    <a:pt x="9135" y="109421"/>
                  </a:lnTo>
                  <a:lnTo>
                    <a:pt x="7490" y="114441"/>
                  </a:lnTo>
                  <a:lnTo>
                    <a:pt x="6004" y="119510"/>
                  </a:lnTo>
                  <a:lnTo>
                    <a:pt x="4680" y="124624"/>
                  </a:lnTo>
                  <a:lnTo>
                    <a:pt x="3517" y="129776"/>
                  </a:lnTo>
                  <a:lnTo>
                    <a:pt x="2518" y="134963"/>
                  </a:lnTo>
                  <a:lnTo>
                    <a:pt x="1684" y="140179"/>
                  </a:lnTo>
                  <a:lnTo>
                    <a:pt x="1014" y="145419"/>
                  </a:lnTo>
                  <a:lnTo>
                    <a:pt x="511" y="150677"/>
                  </a:lnTo>
                  <a:lnTo>
                    <a:pt x="174" y="155949"/>
                  </a:lnTo>
                  <a:lnTo>
                    <a:pt x="3" y="161228"/>
                  </a:lnTo>
                  <a:lnTo>
                    <a:pt x="0" y="166511"/>
                  </a:lnTo>
                  <a:lnTo>
                    <a:pt x="163" y="171791"/>
                  </a:lnTo>
                  <a:lnTo>
                    <a:pt x="493" y="177063"/>
                  </a:lnTo>
                  <a:lnTo>
                    <a:pt x="989" y="182321"/>
                  </a:lnTo>
                  <a:lnTo>
                    <a:pt x="1652" y="187562"/>
                  </a:lnTo>
                  <a:lnTo>
                    <a:pt x="2479" y="192779"/>
                  </a:lnTo>
                  <a:lnTo>
                    <a:pt x="3471" y="197967"/>
                  </a:lnTo>
                  <a:lnTo>
                    <a:pt x="4627" y="203122"/>
                  </a:lnTo>
                  <a:lnTo>
                    <a:pt x="5945" y="208237"/>
                  </a:lnTo>
                  <a:lnTo>
                    <a:pt x="7423" y="213308"/>
                  </a:lnTo>
                  <a:lnTo>
                    <a:pt x="9062" y="218330"/>
                  </a:lnTo>
                  <a:lnTo>
                    <a:pt x="10858" y="223298"/>
                  </a:lnTo>
                  <a:lnTo>
                    <a:pt x="12810" y="228206"/>
                  </a:lnTo>
                  <a:lnTo>
                    <a:pt x="14916" y="233050"/>
                  </a:lnTo>
                  <a:lnTo>
                    <a:pt x="17174" y="237826"/>
                  </a:lnTo>
                  <a:lnTo>
                    <a:pt x="19582" y="242527"/>
                  </a:lnTo>
                  <a:lnTo>
                    <a:pt x="22137" y="247150"/>
                  </a:lnTo>
                  <a:lnTo>
                    <a:pt x="24838" y="251691"/>
                  </a:lnTo>
                  <a:lnTo>
                    <a:pt x="27680" y="256143"/>
                  </a:lnTo>
                  <a:lnTo>
                    <a:pt x="30661" y="260504"/>
                  </a:lnTo>
                  <a:lnTo>
                    <a:pt x="33779" y="264768"/>
                  </a:lnTo>
                  <a:lnTo>
                    <a:pt x="37030" y="268931"/>
                  </a:lnTo>
                  <a:lnTo>
                    <a:pt x="40411" y="272990"/>
                  </a:lnTo>
                  <a:lnTo>
                    <a:pt x="43918" y="276940"/>
                  </a:lnTo>
                  <a:lnTo>
                    <a:pt x="47548" y="280777"/>
                  </a:lnTo>
                  <a:lnTo>
                    <a:pt x="51298" y="284497"/>
                  </a:lnTo>
                  <a:lnTo>
                    <a:pt x="55164" y="288097"/>
                  </a:lnTo>
                  <a:lnTo>
                    <a:pt x="59141" y="291573"/>
                  </a:lnTo>
                  <a:lnTo>
                    <a:pt x="63226" y="294922"/>
                  </a:lnTo>
                  <a:lnTo>
                    <a:pt x="67415" y="298140"/>
                  </a:lnTo>
                  <a:lnTo>
                    <a:pt x="71704" y="301224"/>
                  </a:lnTo>
                  <a:lnTo>
                    <a:pt x="76088" y="304171"/>
                  </a:lnTo>
                  <a:lnTo>
                    <a:pt x="80562" y="306978"/>
                  </a:lnTo>
                  <a:lnTo>
                    <a:pt x="85124" y="309643"/>
                  </a:lnTo>
                  <a:lnTo>
                    <a:pt x="89767" y="312162"/>
                  </a:lnTo>
                  <a:lnTo>
                    <a:pt x="94487" y="314532"/>
                  </a:lnTo>
                  <a:lnTo>
                    <a:pt x="99280" y="316753"/>
                  </a:lnTo>
                  <a:lnTo>
                    <a:pt x="104141" y="318821"/>
                  </a:lnTo>
                  <a:lnTo>
                    <a:pt x="109064" y="320734"/>
                  </a:lnTo>
                  <a:lnTo>
                    <a:pt x="114046" y="322491"/>
                  </a:lnTo>
                  <a:lnTo>
                    <a:pt x="119080" y="324090"/>
                  </a:lnTo>
                  <a:lnTo>
                    <a:pt x="124163" y="325529"/>
                  </a:lnTo>
                  <a:lnTo>
                    <a:pt x="129289" y="326806"/>
                  </a:lnTo>
                  <a:lnTo>
                    <a:pt x="134452" y="327921"/>
                  </a:lnTo>
                  <a:lnTo>
                    <a:pt x="139648" y="328872"/>
                  </a:lnTo>
                  <a:lnTo>
                    <a:pt x="144871" y="329659"/>
                  </a:lnTo>
                  <a:lnTo>
                    <a:pt x="150117" y="330280"/>
                  </a:lnTo>
                  <a:lnTo>
                    <a:pt x="155380" y="330735"/>
                  </a:lnTo>
                  <a:lnTo>
                    <a:pt x="160654" y="331023"/>
                  </a:lnTo>
                  <a:lnTo>
                    <a:pt x="165935" y="331145"/>
                  </a:lnTo>
                  <a:lnTo>
                    <a:pt x="171217" y="331100"/>
                  </a:lnTo>
                  <a:lnTo>
                    <a:pt x="176495" y="330888"/>
                  </a:lnTo>
                  <a:lnTo>
                    <a:pt x="181764" y="330509"/>
                  </a:lnTo>
                  <a:lnTo>
                    <a:pt x="187018" y="329965"/>
                  </a:lnTo>
                  <a:lnTo>
                    <a:pt x="192252" y="329254"/>
                  </a:lnTo>
                  <a:lnTo>
                    <a:pt x="197462" y="328378"/>
                  </a:lnTo>
                  <a:lnTo>
                    <a:pt x="202641" y="327338"/>
                  </a:lnTo>
                  <a:lnTo>
                    <a:pt x="207784" y="326135"/>
                  </a:lnTo>
                  <a:lnTo>
                    <a:pt x="212887" y="324771"/>
                  </a:lnTo>
                  <a:lnTo>
                    <a:pt x="217944" y="323245"/>
                  </a:lnTo>
                  <a:lnTo>
                    <a:pt x="222951" y="321561"/>
                  </a:lnTo>
                  <a:lnTo>
                    <a:pt x="227902" y="319719"/>
                  </a:lnTo>
                  <a:lnTo>
                    <a:pt x="232792" y="317722"/>
                  </a:lnTo>
                  <a:lnTo>
                    <a:pt x="237616" y="315571"/>
                  </a:lnTo>
                  <a:lnTo>
                    <a:pt x="242371" y="313269"/>
                  </a:lnTo>
                  <a:lnTo>
                    <a:pt x="247050" y="310818"/>
                  </a:lnTo>
                  <a:lnTo>
                    <a:pt x="251649" y="308220"/>
                  </a:lnTo>
                  <a:lnTo>
                    <a:pt x="256164" y="305478"/>
                  </a:lnTo>
                  <a:lnTo>
                    <a:pt x="260590" y="302595"/>
                  </a:lnTo>
                  <a:lnTo>
                    <a:pt x="264923" y="299573"/>
                  </a:lnTo>
                  <a:lnTo>
                    <a:pt x="269158" y="296416"/>
                  </a:lnTo>
                  <a:lnTo>
                    <a:pt x="273292" y="293127"/>
                  </a:lnTo>
                  <a:lnTo>
                    <a:pt x="277319" y="289709"/>
                  </a:lnTo>
                  <a:lnTo>
                    <a:pt x="281236" y="286165"/>
                  </a:lnTo>
                  <a:lnTo>
                    <a:pt x="285040" y="282500"/>
                  </a:lnTo>
                  <a:lnTo>
                    <a:pt x="288726" y="278716"/>
                  </a:lnTo>
                  <a:lnTo>
                    <a:pt x="292290" y="274817"/>
                  </a:lnTo>
                  <a:lnTo>
                    <a:pt x="295729" y="270808"/>
                  </a:lnTo>
                  <a:lnTo>
                    <a:pt x="299040" y="266692"/>
                  </a:lnTo>
                  <a:lnTo>
                    <a:pt x="302220" y="262474"/>
                  </a:lnTo>
                  <a:lnTo>
                    <a:pt x="305264" y="258157"/>
                  </a:lnTo>
                  <a:lnTo>
                    <a:pt x="308170" y="253746"/>
                  </a:lnTo>
                  <a:lnTo>
                    <a:pt x="310936" y="249246"/>
                  </a:lnTo>
                  <a:lnTo>
                    <a:pt x="313558" y="244660"/>
                  </a:lnTo>
                  <a:lnTo>
                    <a:pt x="316034" y="239994"/>
                  </a:lnTo>
                  <a:lnTo>
                    <a:pt x="318361" y="235252"/>
                  </a:lnTo>
                  <a:lnTo>
                    <a:pt x="320538" y="230439"/>
                  </a:lnTo>
                  <a:lnTo>
                    <a:pt x="322561" y="225559"/>
                  </a:lnTo>
                  <a:lnTo>
                    <a:pt x="324429" y="220618"/>
                  </a:lnTo>
                  <a:lnTo>
                    <a:pt x="326140" y="215621"/>
                  </a:lnTo>
                  <a:lnTo>
                    <a:pt x="327692" y="210572"/>
                  </a:lnTo>
                  <a:lnTo>
                    <a:pt x="329084" y="205476"/>
                  </a:lnTo>
                  <a:lnTo>
                    <a:pt x="330314" y="200339"/>
                  </a:lnTo>
                  <a:lnTo>
                    <a:pt x="331381" y="195165"/>
                  </a:lnTo>
                  <a:lnTo>
                    <a:pt x="332284" y="189961"/>
                  </a:lnTo>
                  <a:lnTo>
                    <a:pt x="333023" y="184731"/>
                  </a:lnTo>
                  <a:lnTo>
                    <a:pt x="333595" y="179479"/>
                  </a:lnTo>
                  <a:lnTo>
                    <a:pt x="334002" y="174213"/>
                  </a:lnTo>
                  <a:lnTo>
                    <a:pt x="334242" y="168936"/>
                  </a:lnTo>
                  <a:lnTo>
                    <a:pt x="334315" y="163654"/>
                  </a:lnTo>
                  <a:lnTo>
                    <a:pt x="334221" y="158372"/>
                  </a:lnTo>
                  <a:lnTo>
                    <a:pt x="333960" y="153097"/>
                  </a:lnTo>
                  <a:lnTo>
                    <a:pt x="333533" y="147832"/>
                  </a:lnTo>
                  <a:lnTo>
                    <a:pt x="332940" y="142583"/>
                  </a:lnTo>
                  <a:lnTo>
                    <a:pt x="332181" y="137355"/>
                  </a:lnTo>
                  <a:lnTo>
                    <a:pt x="331257" y="132154"/>
                  </a:lnTo>
                  <a:lnTo>
                    <a:pt x="330170" y="126985"/>
                  </a:lnTo>
                  <a:lnTo>
                    <a:pt x="328919" y="121853"/>
                  </a:lnTo>
                  <a:lnTo>
                    <a:pt x="327508" y="116763"/>
                  </a:lnTo>
                  <a:lnTo>
                    <a:pt x="325936" y="111720"/>
                  </a:lnTo>
                  <a:lnTo>
                    <a:pt x="324205" y="106729"/>
                  </a:lnTo>
                  <a:lnTo>
                    <a:pt x="322318" y="101795"/>
                  </a:lnTo>
                  <a:lnTo>
                    <a:pt x="320276" y="96924"/>
                  </a:lnTo>
                  <a:lnTo>
                    <a:pt x="318080" y="92119"/>
                  </a:lnTo>
                  <a:lnTo>
                    <a:pt x="315735" y="87386"/>
                  </a:lnTo>
                  <a:lnTo>
                    <a:pt x="313240" y="82730"/>
                  </a:lnTo>
                  <a:lnTo>
                    <a:pt x="310600" y="78155"/>
                  </a:lnTo>
                  <a:lnTo>
                    <a:pt x="307817" y="73665"/>
                  </a:lnTo>
                  <a:lnTo>
                    <a:pt x="304893" y="69266"/>
                  </a:lnTo>
                  <a:lnTo>
                    <a:pt x="301832" y="64961"/>
                  </a:lnTo>
                  <a:lnTo>
                    <a:pt x="298636" y="60755"/>
                  </a:lnTo>
                  <a:lnTo>
                    <a:pt x="295309" y="56652"/>
                  </a:lnTo>
                  <a:lnTo>
                    <a:pt x="291854" y="52657"/>
                  </a:lnTo>
                  <a:lnTo>
                    <a:pt x="288274" y="48772"/>
                  </a:lnTo>
                  <a:lnTo>
                    <a:pt x="284574" y="45003"/>
                  </a:lnTo>
                  <a:lnTo>
                    <a:pt x="280756" y="41352"/>
                  </a:lnTo>
                  <a:lnTo>
                    <a:pt x="276825" y="37824"/>
                  </a:lnTo>
                  <a:lnTo>
                    <a:pt x="272784" y="34421"/>
                  </a:lnTo>
                  <a:lnTo>
                    <a:pt x="268638" y="31149"/>
                  </a:lnTo>
                  <a:lnTo>
                    <a:pt x="167148" y="1639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9011" y="2633064"/>
              <a:ext cx="101489" cy="167167"/>
            </a:xfrm>
            <a:custGeom>
              <a:avLst/>
              <a:pathLst>
                <a:path w="101489" h="167167">
                  <a:moveTo>
                    <a:pt x="101489" y="34333"/>
                  </a:moveTo>
                  <a:lnTo>
                    <a:pt x="96869" y="30927"/>
                  </a:lnTo>
                  <a:lnTo>
                    <a:pt x="92135" y="27682"/>
                  </a:lnTo>
                  <a:lnTo>
                    <a:pt x="87292" y="24601"/>
                  </a:lnTo>
                  <a:lnTo>
                    <a:pt x="82346" y="21688"/>
                  </a:lnTo>
                  <a:lnTo>
                    <a:pt x="77303" y="18947"/>
                  </a:lnTo>
                  <a:lnTo>
                    <a:pt x="72169" y="16380"/>
                  </a:lnTo>
                  <a:lnTo>
                    <a:pt x="66949" y="13992"/>
                  </a:lnTo>
                  <a:lnTo>
                    <a:pt x="61651" y="11783"/>
                  </a:lnTo>
                  <a:lnTo>
                    <a:pt x="56280" y="9758"/>
                  </a:lnTo>
                  <a:lnTo>
                    <a:pt x="50843" y="7919"/>
                  </a:lnTo>
                  <a:lnTo>
                    <a:pt x="45346" y="6267"/>
                  </a:lnTo>
                  <a:lnTo>
                    <a:pt x="39795" y="4805"/>
                  </a:lnTo>
                  <a:lnTo>
                    <a:pt x="34198" y="3535"/>
                  </a:lnTo>
                  <a:lnTo>
                    <a:pt x="28560" y="2457"/>
                  </a:lnTo>
                  <a:lnTo>
                    <a:pt x="22888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063" y="2126963"/>
              <a:ext cx="7408" cy="167167"/>
            </a:xfrm>
            <a:custGeom>
              <a:avLst/>
              <a:pathLst>
                <a:path w="7408" h="167167">
                  <a:moveTo>
                    <a:pt x="7408" y="0"/>
                  </a:moveTo>
                  <a:lnTo>
                    <a:pt x="0" y="164"/>
                  </a:lnTo>
                  <a:lnTo>
                    <a:pt x="740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063" y="2127127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61308" y="2127127"/>
              <a:ext cx="312258" cy="334167"/>
            </a:xfrm>
            <a:custGeom>
              <a:avLst/>
              <a:pathLst>
                <a:path w="312258" h="334167">
                  <a:moveTo>
                    <a:pt x="159755" y="0"/>
                  </a:moveTo>
                  <a:lnTo>
                    <a:pt x="154471" y="318"/>
                  </a:lnTo>
                  <a:lnTo>
                    <a:pt x="149200" y="803"/>
                  </a:lnTo>
                  <a:lnTo>
                    <a:pt x="143947" y="1455"/>
                  </a:lnTo>
                  <a:lnTo>
                    <a:pt x="138717" y="2273"/>
                  </a:lnTo>
                  <a:lnTo>
                    <a:pt x="133515" y="3257"/>
                  </a:lnTo>
                  <a:lnTo>
                    <a:pt x="128348" y="4404"/>
                  </a:lnTo>
                  <a:lnTo>
                    <a:pt x="123219" y="5715"/>
                  </a:lnTo>
                  <a:lnTo>
                    <a:pt x="118135" y="7187"/>
                  </a:lnTo>
                  <a:lnTo>
                    <a:pt x="113099" y="8819"/>
                  </a:lnTo>
                  <a:lnTo>
                    <a:pt x="108118" y="10610"/>
                  </a:lnTo>
                  <a:lnTo>
                    <a:pt x="103196" y="12558"/>
                  </a:lnTo>
                  <a:lnTo>
                    <a:pt x="98338" y="14661"/>
                  </a:lnTo>
                  <a:lnTo>
                    <a:pt x="93549" y="16916"/>
                  </a:lnTo>
                  <a:lnTo>
                    <a:pt x="88834" y="19322"/>
                  </a:lnTo>
                  <a:lnTo>
                    <a:pt x="84198" y="21876"/>
                  </a:lnTo>
                  <a:lnTo>
                    <a:pt x="79645" y="24576"/>
                  </a:lnTo>
                  <a:lnTo>
                    <a:pt x="75179" y="27418"/>
                  </a:lnTo>
                  <a:lnTo>
                    <a:pt x="70806" y="30401"/>
                  </a:lnTo>
                  <a:lnTo>
                    <a:pt x="66529" y="33520"/>
                  </a:lnTo>
                  <a:lnTo>
                    <a:pt x="62353" y="36773"/>
                  </a:lnTo>
                  <a:lnTo>
                    <a:pt x="58282" y="40157"/>
                  </a:lnTo>
                  <a:lnTo>
                    <a:pt x="54321" y="43668"/>
                  </a:lnTo>
                  <a:lnTo>
                    <a:pt x="50473" y="47302"/>
                  </a:lnTo>
                  <a:lnTo>
                    <a:pt x="46741" y="51057"/>
                  </a:lnTo>
                  <a:lnTo>
                    <a:pt x="43131" y="54928"/>
                  </a:lnTo>
                  <a:lnTo>
                    <a:pt x="39644" y="58911"/>
                  </a:lnTo>
                  <a:lnTo>
                    <a:pt x="36286" y="63003"/>
                  </a:lnTo>
                  <a:lnTo>
                    <a:pt x="33059" y="67199"/>
                  </a:lnTo>
                  <a:lnTo>
                    <a:pt x="29966" y="71494"/>
                  </a:lnTo>
                  <a:lnTo>
                    <a:pt x="27011" y="75886"/>
                  </a:lnTo>
                  <a:lnTo>
                    <a:pt x="24196" y="80369"/>
                  </a:lnTo>
                  <a:lnTo>
                    <a:pt x="21525" y="84939"/>
                  </a:lnTo>
                  <a:lnTo>
                    <a:pt x="19000" y="89592"/>
                  </a:lnTo>
                  <a:lnTo>
                    <a:pt x="16623" y="94321"/>
                  </a:lnTo>
                  <a:lnTo>
                    <a:pt x="14397" y="99124"/>
                  </a:lnTo>
                  <a:lnTo>
                    <a:pt x="12325" y="103995"/>
                  </a:lnTo>
                  <a:lnTo>
                    <a:pt x="10408" y="108929"/>
                  </a:lnTo>
                  <a:lnTo>
                    <a:pt x="8647" y="113921"/>
                  </a:lnTo>
                  <a:lnTo>
                    <a:pt x="7046" y="118967"/>
                  </a:lnTo>
                  <a:lnTo>
                    <a:pt x="5606" y="124060"/>
                  </a:lnTo>
                  <a:lnTo>
                    <a:pt x="4327" y="129197"/>
                  </a:lnTo>
                  <a:lnTo>
                    <a:pt x="3212" y="134371"/>
                  </a:lnTo>
                  <a:lnTo>
                    <a:pt x="2261" y="139579"/>
                  </a:lnTo>
                  <a:lnTo>
                    <a:pt x="1475" y="144814"/>
                  </a:lnTo>
                  <a:lnTo>
                    <a:pt x="856" y="150071"/>
                  </a:lnTo>
                  <a:lnTo>
                    <a:pt x="403" y="155345"/>
                  </a:lnTo>
                  <a:lnTo>
                    <a:pt x="118" y="160630"/>
                  </a:lnTo>
                  <a:lnTo>
                    <a:pt x="0" y="165922"/>
                  </a:lnTo>
                  <a:lnTo>
                    <a:pt x="49" y="171216"/>
                  </a:lnTo>
                  <a:lnTo>
                    <a:pt x="266" y="176505"/>
                  </a:lnTo>
                  <a:lnTo>
                    <a:pt x="651" y="181784"/>
                  </a:lnTo>
                  <a:lnTo>
                    <a:pt x="1202" y="187049"/>
                  </a:lnTo>
                  <a:lnTo>
                    <a:pt x="1920" y="192293"/>
                  </a:lnTo>
                  <a:lnTo>
                    <a:pt x="2804" y="197512"/>
                  </a:lnTo>
                  <a:lnTo>
                    <a:pt x="3852" y="202701"/>
                  </a:lnTo>
                  <a:lnTo>
                    <a:pt x="5064" y="207854"/>
                  </a:lnTo>
                  <a:lnTo>
                    <a:pt x="6439" y="212965"/>
                  </a:lnTo>
                  <a:lnTo>
                    <a:pt x="7975" y="218031"/>
                  </a:lnTo>
                  <a:lnTo>
                    <a:pt x="9670" y="223046"/>
                  </a:lnTo>
                  <a:lnTo>
                    <a:pt x="11524" y="228004"/>
                  </a:lnTo>
                  <a:lnTo>
                    <a:pt x="13533" y="232901"/>
                  </a:lnTo>
                  <a:lnTo>
                    <a:pt x="15696" y="237732"/>
                  </a:lnTo>
                  <a:lnTo>
                    <a:pt x="18012" y="242492"/>
                  </a:lnTo>
                  <a:lnTo>
                    <a:pt x="20477" y="247177"/>
                  </a:lnTo>
                  <a:lnTo>
                    <a:pt x="23089" y="251781"/>
                  </a:lnTo>
                  <a:lnTo>
                    <a:pt x="25845" y="256300"/>
                  </a:lnTo>
                  <a:lnTo>
                    <a:pt x="28743" y="260730"/>
                  </a:lnTo>
                  <a:lnTo>
                    <a:pt x="31780" y="265065"/>
                  </a:lnTo>
                  <a:lnTo>
                    <a:pt x="34953" y="269303"/>
                  </a:lnTo>
                  <a:lnTo>
                    <a:pt x="38258" y="273437"/>
                  </a:lnTo>
                  <a:lnTo>
                    <a:pt x="41692" y="277465"/>
                  </a:lnTo>
                  <a:lnTo>
                    <a:pt x="45253" y="281382"/>
                  </a:lnTo>
                  <a:lnTo>
                    <a:pt x="48935" y="285185"/>
                  </a:lnTo>
                  <a:lnTo>
                    <a:pt x="52736" y="288869"/>
                  </a:lnTo>
                  <a:lnTo>
                    <a:pt x="56652" y="292431"/>
                  </a:lnTo>
                  <a:lnTo>
                    <a:pt x="60679" y="295867"/>
                  </a:lnTo>
                  <a:lnTo>
                    <a:pt x="64812" y="299174"/>
                  </a:lnTo>
                  <a:lnTo>
                    <a:pt x="69048" y="302348"/>
                  </a:lnTo>
                  <a:lnTo>
                    <a:pt x="73383" y="305387"/>
                  </a:lnTo>
                  <a:lnTo>
                    <a:pt x="77811" y="308286"/>
                  </a:lnTo>
                  <a:lnTo>
                    <a:pt x="82329" y="311045"/>
                  </a:lnTo>
                  <a:lnTo>
                    <a:pt x="86932" y="313658"/>
                  </a:lnTo>
                  <a:lnTo>
                    <a:pt x="91616" y="316125"/>
                  </a:lnTo>
                  <a:lnTo>
                    <a:pt x="96375" y="318442"/>
                  </a:lnTo>
                  <a:lnTo>
                    <a:pt x="101205" y="320608"/>
                  </a:lnTo>
                  <a:lnTo>
                    <a:pt x="106102" y="322619"/>
                  </a:lnTo>
                  <a:lnTo>
                    <a:pt x="111059" y="324474"/>
                  </a:lnTo>
                  <a:lnTo>
                    <a:pt x="116073" y="326172"/>
                  </a:lnTo>
                  <a:lnTo>
                    <a:pt x="121138" y="327709"/>
                  </a:lnTo>
                  <a:lnTo>
                    <a:pt x="126250" y="329086"/>
                  </a:lnTo>
                  <a:lnTo>
                    <a:pt x="131402" y="330300"/>
                  </a:lnTo>
                  <a:lnTo>
                    <a:pt x="136590" y="331351"/>
                  </a:lnTo>
                  <a:lnTo>
                    <a:pt x="141809" y="332236"/>
                  </a:lnTo>
                  <a:lnTo>
                    <a:pt x="147053" y="332956"/>
                  </a:lnTo>
                  <a:lnTo>
                    <a:pt x="152318" y="333510"/>
                  </a:lnTo>
                  <a:lnTo>
                    <a:pt x="157597" y="333896"/>
                  </a:lnTo>
                  <a:lnTo>
                    <a:pt x="162886" y="334115"/>
                  </a:lnTo>
                  <a:lnTo>
                    <a:pt x="168179" y="334167"/>
                  </a:lnTo>
                  <a:lnTo>
                    <a:pt x="173471" y="334051"/>
                  </a:lnTo>
                  <a:lnTo>
                    <a:pt x="178757" y="333768"/>
                  </a:lnTo>
                  <a:lnTo>
                    <a:pt x="184031" y="333317"/>
                  </a:lnTo>
                  <a:lnTo>
                    <a:pt x="189288" y="332700"/>
                  </a:lnTo>
                  <a:lnTo>
                    <a:pt x="194523" y="331916"/>
                  </a:lnTo>
                  <a:lnTo>
                    <a:pt x="199731" y="330967"/>
                  </a:lnTo>
                  <a:lnTo>
                    <a:pt x="204906" y="329854"/>
                  </a:lnTo>
                  <a:lnTo>
                    <a:pt x="210043" y="328577"/>
                  </a:lnTo>
                  <a:lnTo>
                    <a:pt x="215137" y="327138"/>
                  </a:lnTo>
                  <a:lnTo>
                    <a:pt x="220183" y="325539"/>
                  </a:lnTo>
                  <a:lnTo>
                    <a:pt x="225176" y="323781"/>
                  </a:lnTo>
                  <a:lnTo>
                    <a:pt x="230111" y="321866"/>
                  </a:lnTo>
                  <a:lnTo>
                    <a:pt x="234983" y="319795"/>
                  </a:lnTo>
                  <a:lnTo>
                    <a:pt x="239786" y="317571"/>
                  </a:lnTo>
                  <a:lnTo>
                    <a:pt x="244517" y="315196"/>
                  </a:lnTo>
                  <a:lnTo>
                    <a:pt x="249170" y="312673"/>
                  </a:lnTo>
                  <a:lnTo>
                    <a:pt x="253741" y="310003"/>
                  </a:lnTo>
                  <a:lnTo>
                    <a:pt x="258226" y="307191"/>
                  </a:lnTo>
                  <a:lnTo>
                    <a:pt x="262618" y="304237"/>
                  </a:lnTo>
                  <a:lnTo>
                    <a:pt x="266916" y="301146"/>
                  </a:lnTo>
                  <a:lnTo>
                    <a:pt x="271113" y="297921"/>
                  </a:lnTo>
                  <a:lnTo>
                    <a:pt x="275206" y="294564"/>
                  </a:lnTo>
                  <a:lnTo>
                    <a:pt x="279190" y="291079"/>
                  </a:lnTo>
                  <a:lnTo>
                    <a:pt x="283063" y="287470"/>
                  </a:lnTo>
                  <a:lnTo>
                    <a:pt x="286819" y="283740"/>
                  </a:lnTo>
                  <a:lnTo>
                    <a:pt x="290455" y="279893"/>
                  </a:lnTo>
                  <a:lnTo>
                    <a:pt x="293967" y="275933"/>
                  </a:lnTo>
                  <a:lnTo>
                    <a:pt x="297352" y="271863"/>
                  </a:lnTo>
                  <a:lnTo>
                    <a:pt x="300607" y="267689"/>
                  </a:lnTo>
                  <a:lnTo>
                    <a:pt x="303728" y="263413"/>
                  </a:lnTo>
                  <a:lnTo>
                    <a:pt x="306712" y="259041"/>
                  </a:lnTo>
                  <a:lnTo>
                    <a:pt x="309556" y="254577"/>
                  </a:lnTo>
                  <a:lnTo>
                    <a:pt x="312258" y="250025"/>
                  </a:lnTo>
                  <a:lnTo>
                    <a:pt x="167163" y="1670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8472" y="2126963"/>
              <a:ext cx="167165" cy="250189"/>
            </a:xfrm>
            <a:custGeom>
              <a:avLst/>
              <a:pathLst>
                <a:path w="167165" h="250189">
                  <a:moveTo>
                    <a:pt x="145094" y="250189"/>
                  </a:moveTo>
                  <a:lnTo>
                    <a:pt x="147688" y="245480"/>
                  </a:lnTo>
                  <a:lnTo>
                    <a:pt x="150130" y="240691"/>
                  </a:lnTo>
                  <a:lnTo>
                    <a:pt x="152417" y="235825"/>
                  </a:lnTo>
                  <a:lnTo>
                    <a:pt x="154546" y="230888"/>
                  </a:lnTo>
                  <a:lnTo>
                    <a:pt x="156515" y="225886"/>
                  </a:lnTo>
                  <a:lnTo>
                    <a:pt x="158322" y="220822"/>
                  </a:lnTo>
                  <a:lnTo>
                    <a:pt x="159966" y="215704"/>
                  </a:lnTo>
                  <a:lnTo>
                    <a:pt x="161444" y="210535"/>
                  </a:lnTo>
                  <a:lnTo>
                    <a:pt x="162755" y="205321"/>
                  </a:lnTo>
                  <a:lnTo>
                    <a:pt x="163897" y="200067"/>
                  </a:lnTo>
                  <a:lnTo>
                    <a:pt x="164871" y="194780"/>
                  </a:lnTo>
                  <a:lnTo>
                    <a:pt x="165673" y="189464"/>
                  </a:lnTo>
                  <a:lnTo>
                    <a:pt x="166305" y="184125"/>
                  </a:lnTo>
                  <a:lnTo>
                    <a:pt x="166764" y="178769"/>
                  </a:lnTo>
                  <a:lnTo>
                    <a:pt x="167051" y="173400"/>
                  </a:lnTo>
                  <a:lnTo>
                    <a:pt x="167165" y="168025"/>
                  </a:lnTo>
                  <a:lnTo>
                    <a:pt x="167106" y="162649"/>
                  </a:lnTo>
                  <a:lnTo>
                    <a:pt x="166874" y="157278"/>
                  </a:lnTo>
                  <a:lnTo>
                    <a:pt x="166470" y="151917"/>
                  </a:lnTo>
                  <a:lnTo>
                    <a:pt x="165893" y="146572"/>
                  </a:lnTo>
                  <a:lnTo>
                    <a:pt x="165145" y="141248"/>
                  </a:lnTo>
                  <a:lnTo>
                    <a:pt x="164227" y="135951"/>
                  </a:lnTo>
                  <a:lnTo>
                    <a:pt x="163138" y="130686"/>
                  </a:lnTo>
                  <a:lnTo>
                    <a:pt x="161880" y="125459"/>
                  </a:lnTo>
                  <a:lnTo>
                    <a:pt x="160455" y="120275"/>
                  </a:lnTo>
                  <a:lnTo>
                    <a:pt x="158865" y="115140"/>
                  </a:lnTo>
                  <a:lnTo>
                    <a:pt x="157109" y="110058"/>
                  </a:lnTo>
                  <a:lnTo>
                    <a:pt x="155192" y="105036"/>
                  </a:lnTo>
                  <a:lnTo>
                    <a:pt x="153114" y="100077"/>
                  </a:lnTo>
                  <a:lnTo>
                    <a:pt x="150877" y="95188"/>
                  </a:lnTo>
                  <a:lnTo>
                    <a:pt x="148485" y="90374"/>
                  </a:lnTo>
                  <a:lnTo>
                    <a:pt x="145938" y="85639"/>
                  </a:lnTo>
                  <a:lnTo>
                    <a:pt x="143241" y="80988"/>
                  </a:lnTo>
                  <a:lnTo>
                    <a:pt x="140396" y="76427"/>
                  </a:lnTo>
                  <a:lnTo>
                    <a:pt x="137405" y="71959"/>
                  </a:lnTo>
                  <a:lnTo>
                    <a:pt x="134273" y="67590"/>
                  </a:lnTo>
                  <a:lnTo>
                    <a:pt x="131001" y="63324"/>
                  </a:lnTo>
                  <a:lnTo>
                    <a:pt x="127594" y="59165"/>
                  </a:lnTo>
                  <a:lnTo>
                    <a:pt x="124056" y="55118"/>
                  </a:lnTo>
                  <a:lnTo>
                    <a:pt x="120388" y="51186"/>
                  </a:lnTo>
                  <a:lnTo>
                    <a:pt x="116597" y="47375"/>
                  </a:lnTo>
                  <a:lnTo>
                    <a:pt x="112684" y="43688"/>
                  </a:lnTo>
                  <a:lnTo>
                    <a:pt x="108655" y="40128"/>
                  </a:lnTo>
                  <a:lnTo>
                    <a:pt x="104514" y="36700"/>
                  </a:lnTo>
                  <a:lnTo>
                    <a:pt x="100265" y="33406"/>
                  </a:lnTo>
                  <a:lnTo>
                    <a:pt x="95911" y="30251"/>
                  </a:lnTo>
                  <a:lnTo>
                    <a:pt x="91459" y="27238"/>
                  </a:lnTo>
                  <a:lnTo>
                    <a:pt x="86912" y="24369"/>
                  </a:lnTo>
                  <a:lnTo>
                    <a:pt x="82276" y="21649"/>
                  </a:lnTo>
                  <a:lnTo>
                    <a:pt x="77554" y="19078"/>
                  </a:lnTo>
                  <a:lnTo>
                    <a:pt x="72752" y="16661"/>
                  </a:lnTo>
                  <a:lnTo>
                    <a:pt x="67874" y="14399"/>
                  </a:lnTo>
                  <a:lnTo>
                    <a:pt x="62927" y="12296"/>
                  </a:lnTo>
                  <a:lnTo>
                    <a:pt x="57914" y="10352"/>
                  </a:lnTo>
                  <a:lnTo>
                    <a:pt x="52842" y="8571"/>
                  </a:lnTo>
                  <a:lnTo>
                    <a:pt x="47714" y="6954"/>
                  </a:lnTo>
                  <a:lnTo>
                    <a:pt x="42538" y="5502"/>
                  </a:lnTo>
                  <a:lnTo>
                    <a:pt x="37317" y="4218"/>
                  </a:lnTo>
                  <a:lnTo>
                    <a:pt x="32058" y="3102"/>
                  </a:lnTo>
                  <a:lnTo>
                    <a:pt x="26766" y="2156"/>
                  </a:lnTo>
                  <a:lnTo>
                    <a:pt x="21446" y="1381"/>
                  </a:lnTo>
                  <a:lnTo>
                    <a:pt x="16104" y="777"/>
                  </a:lnTo>
                  <a:lnTo>
                    <a:pt x="10745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8068" y="1681503"/>
              <a:ext cx="15166" cy="167167"/>
            </a:xfrm>
            <a:custGeom>
              <a:avLst/>
              <a:pathLst>
                <a:path w="15166" h="167167">
                  <a:moveTo>
                    <a:pt x="15166" y="0"/>
                  </a:moveTo>
                  <a:lnTo>
                    <a:pt x="0" y="689"/>
                  </a:lnTo>
                  <a:lnTo>
                    <a:pt x="151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068" y="1682192"/>
              <a:ext cx="15166" cy="166478"/>
            </a:xfrm>
            <a:custGeom>
              <a:avLst/>
              <a:pathLst>
                <a:path w="15166" h="166478">
                  <a:moveTo>
                    <a:pt x="0" y="0"/>
                  </a:moveTo>
                  <a:lnTo>
                    <a:pt x="15166" y="1664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256079" y="1682192"/>
              <a:ext cx="334308" cy="333644"/>
            </a:xfrm>
            <a:custGeom>
              <a:avLst/>
              <a:pathLst>
                <a:path w="334308" h="333644">
                  <a:moveTo>
                    <a:pt x="151989" y="0"/>
                  </a:moveTo>
                  <a:lnTo>
                    <a:pt x="146712" y="565"/>
                  </a:lnTo>
                  <a:lnTo>
                    <a:pt x="141457" y="1297"/>
                  </a:lnTo>
                  <a:lnTo>
                    <a:pt x="136227" y="2196"/>
                  </a:lnTo>
                  <a:lnTo>
                    <a:pt x="131028" y="3260"/>
                  </a:lnTo>
                  <a:lnTo>
                    <a:pt x="125866" y="4489"/>
                  </a:lnTo>
                  <a:lnTo>
                    <a:pt x="120746" y="5881"/>
                  </a:lnTo>
                  <a:lnTo>
                    <a:pt x="115672" y="7435"/>
                  </a:lnTo>
                  <a:lnTo>
                    <a:pt x="110650" y="9149"/>
                  </a:lnTo>
                  <a:lnTo>
                    <a:pt x="105685" y="11022"/>
                  </a:lnTo>
                  <a:lnTo>
                    <a:pt x="100782" y="13051"/>
                  </a:lnTo>
                  <a:lnTo>
                    <a:pt x="95945" y="15235"/>
                  </a:lnTo>
                  <a:lnTo>
                    <a:pt x="91181" y="17572"/>
                  </a:lnTo>
                  <a:lnTo>
                    <a:pt x="86493" y="20058"/>
                  </a:lnTo>
                  <a:lnTo>
                    <a:pt x="81887" y="22692"/>
                  </a:lnTo>
                  <a:lnTo>
                    <a:pt x="77366" y="25471"/>
                  </a:lnTo>
                  <a:lnTo>
                    <a:pt x="72936" y="28392"/>
                  </a:lnTo>
                  <a:lnTo>
                    <a:pt x="68600" y="31452"/>
                  </a:lnTo>
                  <a:lnTo>
                    <a:pt x="64364" y="34648"/>
                  </a:lnTo>
                  <a:lnTo>
                    <a:pt x="60232" y="37977"/>
                  </a:lnTo>
                  <a:lnTo>
                    <a:pt x="56207" y="41435"/>
                  </a:lnTo>
                  <a:lnTo>
                    <a:pt x="52295" y="45019"/>
                  </a:lnTo>
                  <a:lnTo>
                    <a:pt x="48497" y="48726"/>
                  </a:lnTo>
                  <a:lnTo>
                    <a:pt x="44820" y="52552"/>
                  </a:lnTo>
                  <a:lnTo>
                    <a:pt x="41266" y="56492"/>
                  </a:lnTo>
                  <a:lnTo>
                    <a:pt x="37838" y="60543"/>
                  </a:lnTo>
                  <a:lnTo>
                    <a:pt x="34541" y="64701"/>
                  </a:lnTo>
                  <a:lnTo>
                    <a:pt x="31377" y="68961"/>
                  </a:lnTo>
                  <a:lnTo>
                    <a:pt x="28351" y="73320"/>
                  </a:lnTo>
                  <a:lnTo>
                    <a:pt x="25464" y="77772"/>
                  </a:lnTo>
                  <a:lnTo>
                    <a:pt x="22720" y="82314"/>
                  </a:lnTo>
                  <a:lnTo>
                    <a:pt x="20121" y="86941"/>
                  </a:lnTo>
                  <a:lnTo>
                    <a:pt x="17671" y="91647"/>
                  </a:lnTo>
                  <a:lnTo>
                    <a:pt x="15371" y="96430"/>
                  </a:lnTo>
                  <a:lnTo>
                    <a:pt x="13224" y="101282"/>
                  </a:lnTo>
                  <a:lnTo>
                    <a:pt x="11233" y="106201"/>
                  </a:lnTo>
                  <a:lnTo>
                    <a:pt x="9398" y="111180"/>
                  </a:lnTo>
                  <a:lnTo>
                    <a:pt x="7723" y="116215"/>
                  </a:lnTo>
                  <a:lnTo>
                    <a:pt x="6208" y="121301"/>
                  </a:lnTo>
                  <a:lnTo>
                    <a:pt x="4855" y="126432"/>
                  </a:lnTo>
                  <a:lnTo>
                    <a:pt x="3666" y="131603"/>
                  </a:lnTo>
                  <a:lnTo>
                    <a:pt x="2641" y="136810"/>
                  </a:lnTo>
                  <a:lnTo>
                    <a:pt x="1782" y="142046"/>
                  </a:lnTo>
                  <a:lnTo>
                    <a:pt x="1090" y="147307"/>
                  </a:lnTo>
                  <a:lnTo>
                    <a:pt x="565" y="152588"/>
                  </a:lnTo>
                  <a:lnTo>
                    <a:pt x="208" y="157882"/>
                  </a:lnTo>
                  <a:lnTo>
                    <a:pt x="20" y="163185"/>
                  </a:lnTo>
                  <a:lnTo>
                    <a:pt x="0" y="168492"/>
                  </a:lnTo>
                  <a:lnTo>
                    <a:pt x="148" y="173796"/>
                  </a:lnTo>
                  <a:lnTo>
                    <a:pt x="464" y="179093"/>
                  </a:lnTo>
                  <a:lnTo>
                    <a:pt x="948" y="184377"/>
                  </a:lnTo>
                  <a:lnTo>
                    <a:pt x="1600" y="189644"/>
                  </a:lnTo>
                  <a:lnTo>
                    <a:pt x="2419" y="194886"/>
                  </a:lnTo>
                  <a:lnTo>
                    <a:pt x="3404" y="200101"/>
                  </a:lnTo>
                  <a:lnTo>
                    <a:pt x="4553" y="205281"/>
                  </a:lnTo>
                  <a:lnTo>
                    <a:pt x="5867" y="210422"/>
                  </a:lnTo>
                  <a:lnTo>
                    <a:pt x="7343" y="215519"/>
                  </a:lnTo>
                  <a:lnTo>
                    <a:pt x="8980" y="220567"/>
                  </a:lnTo>
                  <a:lnTo>
                    <a:pt x="10776" y="225560"/>
                  </a:lnTo>
                  <a:lnTo>
                    <a:pt x="12730" y="230494"/>
                  </a:lnTo>
                  <a:lnTo>
                    <a:pt x="14840" y="235363"/>
                  </a:lnTo>
                  <a:lnTo>
                    <a:pt x="17103" y="240162"/>
                  </a:lnTo>
                  <a:lnTo>
                    <a:pt x="19517" y="244888"/>
                  </a:lnTo>
                  <a:lnTo>
                    <a:pt x="22081" y="249534"/>
                  </a:lnTo>
                  <a:lnTo>
                    <a:pt x="24790" y="254097"/>
                  </a:lnTo>
                  <a:lnTo>
                    <a:pt x="27643" y="258571"/>
                  </a:lnTo>
                  <a:lnTo>
                    <a:pt x="30636" y="262953"/>
                  </a:lnTo>
                  <a:lnTo>
                    <a:pt x="33767" y="267237"/>
                  </a:lnTo>
                  <a:lnTo>
                    <a:pt x="37032" y="271420"/>
                  </a:lnTo>
                  <a:lnTo>
                    <a:pt x="40428" y="275497"/>
                  </a:lnTo>
                  <a:lnTo>
                    <a:pt x="43952" y="279465"/>
                  </a:lnTo>
                  <a:lnTo>
                    <a:pt x="47600" y="283318"/>
                  </a:lnTo>
                  <a:lnTo>
                    <a:pt x="51369" y="287054"/>
                  </a:lnTo>
                  <a:lnTo>
                    <a:pt x="55254" y="290668"/>
                  </a:lnTo>
                  <a:lnTo>
                    <a:pt x="59253" y="294157"/>
                  </a:lnTo>
                  <a:lnTo>
                    <a:pt x="63359" y="297517"/>
                  </a:lnTo>
                  <a:lnTo>
                    <a:pt x="67571" y="300746"/>
                  </a:lnTo>
                  <a:lnTo>
                    <a:pt x="71883" y="303839"/>
                  </a:lnTo>
                  <a:lnTo>
                    <a:pt x="76290" y="306794"/>
                  </a:lnTo>
                  <a:lnTo>
                    <a:pt x="80790" y="309607"/>
                  </a:lnTo>
                  <a:lnTo>
                    <a:pt x="85376" y="312276"/>
                  </a:lnTo>
                  <a:lnTo>
                    <a:pt x="90045" y="314798"/>
                  </a:lnTo>
                  <a:lnTo>
                    <a:pt x="94791" y="317171"/>
                  </a:lnTo>
                  <a:lnTo>
                    <a:pt x="99610" y="319392"/>
                  </a:lnTo>
                  <a:lnTo>
                    <a:pt x="104498" y="321458"/>
                  </a:lnTo>
                  <a:lnTo>
                    <a:pt x="109448" y="323369"/>
                  </a:lnTo>
                  <a:lnTo>
                    <a:pt x="114457" y="325121"/>
                  </a:lnTo>
                  <a:lnTo>
                    <a:pt x="119519" y="326714"/>
                  </a:lnTo>
                  <a:lnTo>
                    <a:pt x="124629" y="328145"/>
                  </a:lnTo>
                  <a:lnTo>
                    <a:pt x="129781" y="329414"/>
                  </a:lnTo>
                  <a:lnTo>
                    <a:pt x="134972" y="330518"/>
                  </a:lnTo>
                  <a:lnTo>
                    <a:pt x="140194" y="331457"/>
                  </a:lnTo>
                  <a:lnTo>
                    <a:pt x="145444" y="332229"/>
                  </a:lnTo>
                  <a:lnTo>
                    <a:pt x="150716" y="332835"/>
                  </a:lnTo>
                  <a:lnTo>
                    <a:pt x="156004" y="333273"/>
                  </a:lnTo>
                  <a:lnTo>
                    <a:pt x="161304" y="333543"/>
                  </a:lnTo>
                  <a:lnTo>
                    <a:pt x="166609" y="333644"/>
                  </a:lnTo>
                  <a:lnTo>
                    <a:pt x="171915" y="333577"/>
                  </a:lnTo>
                  <a:lnTo>
                    <a:pt x="177217" y="333342"/>
                  </a:lnTo>
                  <a:lnTo>
                    <a:pt x="182508" y="332938"/>
                  </a:lnTo>
                  <a:lnTo>
                    <a:pt x="187783" y="332367"/>
                  </a:lnTo>
                  <a:lnTo>
                    <a:pt x="193038" y="331629"/>
                  </a:lnTo>
                  <a:lnTo>
                    <a:pt x="198267" y="330724"/>
                  </a:lnTo>
                  <a:lnTo>
                    <a:pt x="203464" y="329654"/>
                  </a:lnTo>
                  <a:lnTo>
                    <a:pt x="208625" y="328419"/>
                  </a:lnTo>
                  <a:lnTo>
                    <a:pt x="213744" y="327022"/>
                  </a:lnTo>
                  <a:lnTo>
                    <a:pt x="218816" y="325462"/>
                  </a:lnTo>
                  <a:lnTo>
                    <a:pt x="223836" y="323742"/>
                  </a:lnTo>
                  <a:lnTo>
                    <a:pt x="228799" y="321864"/>
                  </a:lnTo>
                  <a:lnTo>
                    <a:pt x="233700" y="319829"/>
                  </a:lnTo>
                  <a:lnTo>
                    <a:pt x="238534" y="317640"/>
                  </a:lnTo>
                  <a:lnTo>
                    <a:pt x="243295" y="315298"/>
                  </a:lnTo>
                  <a:lnTo>
                    <a:pt x="247980" y="312806"/>
                  </a:lnTo>
                  <a:lnTo>
                    <a:pt x="252584" y="310167"/>
                  </a:lnTo>
                  <a:lnTo>
                    <a:pt x="257102" y="307384"/>
                  </a:lnTo>
                  <a:lnTo>
                    <a:pt x="261529" y="304458"/>
                  </a:lnTo>
                  <a:lnTo>
                    <a:pt x="265860" y="301393"/>
                  </a:lnTo>
                  <a:lnTo>
                    <a:pt x="270093" y="298192"/>
                  </a:lnTo>
                  <a:lnTo>
                    <a:pt x="274222" y="294858"/>
                  </a:lnTo>
                  <a:lnTo>
                    <a:pt x="278242" y="291396"/>
                  </a:lnTo>
                  <a:lnTo>
                    <a:pt x="282151" y="287807"/>
                  </a:lnTo>
                  <a:lnTo>
                    <a:pt x="285944" y="284096"/>
                  </a:lnTo>
                  <a:lnTo>
                    <a:pt x="289617" y="280266"/>
                  </a:lnTo>
                  <a:lnTo>
                    <a:pt x="293167" y="276322"/>
                  </a:lnTo>
                  <a:lnTo>
                    <a:pt x="296590" y="272267"/>
                  </a:lnTo>
                  <a:lnTo>
                    <a:pt x="299883" y="268106"/>
                  </a:lnTo>
                  <a:lnTo>
                    <a:pt x="303041" y="263842"/>
                  </a:lnTo>
                  <a:lnTo>
                    <a:pt x="306063" y="259480"/>
                  </a:lnTo>
                  <a:lnTo>
                    <a:pt x="308945" y="255024"/>
                  </a:lnTo>
                  <a:lnTo>
                    <a:pt x="311684" y="250479"/>
                  </a:lnTo>
                  <a:lnTo>
                    <a:pt x="314277" y="245850"/>
                  </a:lnTo>
                  <a:lnTo>
                    <a:pt x="316722" y="241140"/>
                  </a:lnTo>
                  <a:lnTo>
                    <a:pt x="319017" y="236355"/>
                  </a:lnTo>
                  <a:lnTo>
                    <a:pt x="321158" y="231500"/>
                  </a:lnTo>
                  <a:lnTo>
                    <a:pt x="323144" y="226579"/>
                  </a:lnTo>
                  <a:lnTo>
                    <a:pt x="324973" y="221598"/>
                  </a:lnTo>
                  <a:lnTo>
                    <a:pt x="326643" y="216561"/>
                  </a:lnTo>
                  <a:lnTo>
                    <a:pt x="328153" y="211474"/>
                  </a:lnTo>
                  <a:lnTo>
                    <a:pt x="329500" y="206341"/>
                  </a:lnTo>
                  <a:lnTo>
                    <a:pt x="330683" y="201169"/>
                  </a:lnTo>
                  <a:lnTo>
                    <a:pt x="331702" y="195961"/>
                  </a:lnTo>
                  <a:lnTo>
                    <a:pt x="332555" y="190723"/>
                  </a:lnTo>
                  <a:lnTo>
                    <a:pt x="333241" y="185462"/>
                  </a:lnTo>
                  <a:lnTo>
                    <a:pt x="333760" y="180181"/>
                  </a:lnTo>
                  <a:lnTo>
                    <a:pt x="334111" y="174886"/>
                  </a:lnTo>
                  <a:lnTo>
                    <a:pt x="334293" y="169582"/>
                  </a:lnTo>
                  <a:lnTo>
                    <a:pt x="334308" y="164276"/>
                  </a:lnTo>
                  <a:lnTo>
                    <a:pt x="334154" y="158972"/>
                  </a:lnTo>
                  <a:lnTo>
                    <a:pt x="333831" y="153675"/>
                  </a:lnTo>
                  <a:lnTo>
                    <a:pt x="333341" y="148391"/>
                  </a:lnTo>
                  <a:lnTo>
                    <a:pt x="332683" y="143126"/>
                  </a:lnTo>
                  <a:lnTo>
                    <a:pt x="331859" y="137884"/>
                  </a:lnTo>
                  <a:lnTo>
                    <a:pt x="330868" y="132671"/>
                  </a:lnTo>
                  <a:lnTo>
                    <a:pt x="329713" y="127492"/>
                  </a:lnTo>
                  <a:lnTo>
                    <a:pt x="328393" y="122352"/>
                  </a:lnTo>
                  <a:lnTo>
                    <a:pt x="326912" y="117257"/>
                  </a:lnTo>
                  <a:lnTo>
                    <a:pt x="325269" y="112211"/>
                  </a:lnTo>
                  <a:lnTo>
                    <a:pt x="323467" y="107220"/>
                  </a:lnTo>
                  <a:lnTo>
                    <a:pt x="321507" y="102288"/>
                  </a:lnTo>
                  <a:lnTo>
                    <a:pt x="319392" y="97422"/>
                  </a:lnTo>
                  <a:lnTo>
                    <a:pt x="317124" y="92625"/>
                  </a:lnTo>
                  <a:lnTo>
                    <a:pt x="314704" y="87902"/>
                  </a:lnTo>
                  <a:lnTo>
                    <a:pt x="312136" y="83258"/>
                  </a:lnTo>
                  <a:lnTo>
                    <a:pt x="309422" y="78699"/>
                  </a:lnTo>
                  <a:lnTo>
                    <a:pt x="306564" y="74227"/>
                  </a:lnTo>
                  <a:lnTo>
                    <a:pt x="303566" y="69849"/>
                  </a:lnTo>
                  <a:lnTo>
                    <a:pt x="300430" y="65568"/>
                  </a:lnTo>
                  <a:lnTo>
                    <a:pt x="297160" y="61389"/>
                  </a:lnTo>
                  <a:lnTo>
                    <a:pt x="293759" y="57316"/>
                  </a:lnTo>
                  <a:lnTo>
                    <a:pt x="290231" y="53352"/>
                  </a:lnTo>
                  <a:lnTo>
                    <a:pt x="286578" y="49503"/>
                  </a:lnTo>
                  <a:lnTo>
                    <a:pt x="282805" y="45772"/>
                  </a:lnTo>
                  <a:lnTo>
                    <a:pt x="278916" y="42162"/>
                  </a:lnTo>
                  <a:lnTo>
                    <a:pt x="274914" y="38677"/>
                  </a:lnTo>
                  <a:lnTo>
                    <a:pt x="270803" y="35321"/>
                  </a:lnTo>
                  <a:lnTo>
                    <a:pt x="266588" y="32098"/>
                  </a:lnTo>
                  <a:lnTo>
                    <a:pt x="262273" y="29009"/>
                  </a:lnTo>
                  <a:lnTo>
                    <a:pt x="257862" y="26060"/>
                  </a:lnTo>
                  <a:lnTo>
                    <a:pt x="253360" y="23252"/>
                  </a:lnTo>
                  <a:lnTo>
                    <a:pt x="248770" y="20588"/>
                  </a:lnTo>
                  <a:lnTo>
                    <a:pt x="244099" y="18071"/>
                  </a:lnTo>
                  <a:lnTo>
                    <a:pt x="239350" y="15703"/>
                  </a:lnTo>
                  <a:lnTo>
                    <a:pt x="234528" y="13488"/>
                  </a:lnTo>
                  <a:lnTo>
                    <a:pt x="229638" y="11427"/>
                  </a:lnTo>
                  <a:lnTo>
                    <a:pt x="224685" y="9522"/>
                  </a:lnTo>
                  <a:lnTo>
                    <a:pt x="219675" y="7775"/>
                  </a:lnTo>
                  <a:lnTo>
                    <a:pt x="214611" y="6188"/>
                  </a:lnTo>
                  <a:lnTo>
                    <a:pt x="209500" y="4762"/>
                  </a:lnTo>
                  <a:lnTo>
                    <a:pt x="204346" y="3500"/>
                  </a:lnTo>
                  <a:lnTo>
                    <a:pt x="199154" y="2401"/>
                  </a:lnTo>
                  <a:lnTo>
                    <a:pt x="193930" y="1468"/>
                  </a:lnTo>
                  <a:lnTo>
                    <a:pt x="167155" y="1664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26775" cy="167167"/>
            </a:xfrm>
            <a:custGeom>
              <a:avLst/>
              <a:pathLst>
                <a:path w="26775" h="167167">
                  <a:moveTo>
                    <a:pt x="26775" y="2158"/>
                  </a:moveTo>
                  <a:lnTo>
                    <a:pt x="20119" y="1215"/>
                  </a:lnTo>
                  <a:lnTo>
                    <a:pt x="13431" y="540"/>
                  </a:lnTo>
                  <a:lnTo>
                    <a:pt x="6721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853872" y="1322571"/>
              <a:ext cx="167166" cy="324396"/>
            </a:xfrm>
            <a:custGeom>
              <a:avLst/>
              <a:pathLst>
                <a:path w="167166" h="324396">
                  <a:moveTo>
                    <a:pt x="167166" y="0"/>
                  </a:moveTo>
                  <a:lnTo>
                    <a:pt x="161796" y="86"/>
                  </a:lnTo>
                  <a:lnTo>
                    <a:pt x="156432" y="344"/>
                  </a:lnTo>
                  <a:lnTo>
                    <a:pt x="151079" y="775"/>
                  </a:lnTo>
                  <a:lnTo>
                    <a:pt x="145743" y="1378"/>
                  </a:lnTo>
                  <a:lnTo>
                    <a:pt x="140429" y="2152"/>
                  </a:lnTo>
                  <a:lnTo>
                    <a:pt x="135142" y="3096"/>
                  </a:lnTo>
                  <a:lnTo>
                    <a:pt x="129888" y="4209"/>
                  </a:lnTo>
                  <a:lnTo>
                    <a:pt x="124673" y="5490"/>
                  </a:lnTo>
                  <a:lnTo>
                    <a:pt x="119502" y="6939"/>
                  </a:lnTo>
                  <a:lnTo>
                    <a:pt x="114380" y="8552"/>
                  </a:lnTo>
                  <a:lnTo>
                    <a:pt x="109312" y="10330"/>
                  </a:lnTo>
                  <a:lnTo>
                    <a:pt x="104304" y="12269"/>
                  </a:lnTo>
                  <a:lnTo>
                    <a:pt x="99361" y="14368"/>
                  </a:lnTo>
                  <a:lnTo>
                    <a:pt x="94488" y="16625"/>
                  </a:lnTo>
                  <a:lnTo>
                    <a:pt x="89690" y="19037"/>
                  </a:lnTo>
                  <a:lnTo>
                    <a:pt x="84972" y="21602"/>
                  </a:lnTo>
                  <a:lnTo>
                    <a:pt x="80338" y="24318"/>
                  </a:lnTo>
                  <a:lnTo>
                    <a:pt x="75795" y="27180"/>
                  </a:lnTo>
                  <a:lnTo>
                    <a:pt x="71345" y="30188"/>
                  </a:lnTo>
                  <a:lnTo>
                    <a:pt x="66995" y="33336"/>
                  </a:lnTo>
                  <a:lnTo>
                    <a:pt x="62748" y="36623"/>
                  </a:lnTo>
                  <a:lnTo>
                    <a:pt x="58608" y="40044"/>
                  </a:lnTo>
                  <a:lnTo>
                    <a:pt x="54581" y="43597"/>
                  </a:lnTo>
                  <a:lnTo>
                    <a:pt x="50670" y="47277"/>
                  </a:lnTo>
                  <a:lnTo>
                    <a:pt x="46879" y="51081"/>
                  </a:lnTo>
                  <a:lnTo>
                    <a:pt x="43212" y="55005"/>
                  </a:lnTo>
                  <a:lnTo>
                    <a:pt x="39673" y="59044"/>
                  </a:lnTo>
                  <a:lnTo>
                    <a:pt x="36266" y="63195"/>
                  </a:lnTo>
                  <a:lnTo>
                    <a:pt x="32994" y="67453"/>
                  </a:lnTo>
                  <a:lnTo>
                    <a:pt x="29860" y="71815"/>
                  </a:lnTo>
                  <a:lnTo>
                    <a:pt x="26868" y="76274"/>
                  </a:lnTo>
                  <a:lnTo>
                    <a:pt x="24021" y="80828"/>
                  </a:lnTo>
                  <a:lnTo>
                    <a:pt x="21322" y="85470"/>
                  </a:lnTo>
                  <a:lnTo>
                    <a:pt x="18773" y="90197"/>
                  </a:lnTo>
                  <a:lnTo>
                    <a:pt x="16377" y="95003"/>
                  </a:lnTo>
                  <a:lnTo>
                    <a:pt x="14137" y="99884"/>
                  </a:lnTo>
                  <a:lnTo>
                    <a:pt x="12054" y="104834"/>
                  </a:lnTo>
                  <a:lnTo>
                    <a:pt x="10132" y="109849"/>
                  </a:lnTo>
                  <a:lnTo>
                    <a:pt x="8372" y="114923"/>
                  </a:lnTo>
                  <a:lnTo>
                    <a:pt x="6776" y="120050"/>
                  </a:lnTo>
                  <a:lnTo>
                    <a:pt x="5345" y="125227"/>
                  </a:lnTo>
                  <a:lnTo>
                    <a:pt x="4082" y="130446"/>
                  </a:lnTo>
                  <a:lnTo>
                    <a:pt x="2986" y="135703"/>
                  </a:lnTo>
                  <a:lnTo>
                    <a:pt x="2060" y="140993"/>
                  </a:lnTo>
                  <a:lnTo>
                    <a:pt x="1305" y="146310"/>
                  </a:lnTo>
                  <a:lnTo>
                    <a:pt x="720" y="151649"/>
                  </a:lnTo>
                  <a:lnTo>
                    <a:pt x="308" y="157003"/>
                  </a:lnTo>
                  <a:lnTo>
                    <a:pt x="67" y="162368"/>
                  </a:lnTo>
                  <a:lnTo>
                    <a:pt x="0" y="167738"/>
                  </a:lnTo>
                  <a:lnTo>
                    <a:pt x="104" y="173107"/>
                  </a:lnTo>
                  <a:lnTo>
                    <a:pt x="381" y="178470"/>
                  </a:lnTo>
                  <a:lnTo>
                    <a:pt x="830" y="183822"/>
                  </a:lnTo>
                  <a:lnTo>
                    <a:pt x="1451" y="189156"/>
                  </a:lnTo>
                  <a:lnTo>
                    <a:pt x="2243" y="194468"/>
                  </a:lnTo>
                  <a:lnTo>
                    <a:pt x="3205" y="199751"/>
                  </a:lnTo>
                  <a:lnTo>
                    <a:pt x="4336" y="205001"/>
                  </a:lnTo>
                  <a:lnTo>
                    <a:pt x="5636" y="210212"/>
                  </a:lnTo>
                  <a:lnTo>
                    <a:pt x="7102" y="215378"/>
                  </a:lnTo>
                  <a:lnTo>
                    <a:pt x="8733" y="220495"/>
                  </a:lnTo>
                  <a:lnTo>
                    <a:pt x="10527" y="225556"/>
                  </a:lnTo>
                  <a:lnTo>
                    <a:pt x="12484" y="230558"/>
                  </a:lnTo>
                  <a:lnTo>
                    <a:pt x="14600" y="235494"/>
                  </a:lnTo>
                  <a:lnTo>
                    <a:pt x="16873" y="240359"/>
                  </a:lnTo>
                  <a:lnTo>
                    <a:pt x="19302" y="245149"/>
                  </a:lnTo>
                  <a:lnTo>
                    <a:pt x="21883" y="249858"/>
                  </a:lnTo>
                  <a:lnTo>
                    <a:pt x="24614" y="254482"/>
                  </a:lnTo>
                  <a:lnTo>
                    <a:pt x="27492" y="259016"/>
                  </a:lnTo>
                  <a:lnTo>
                    <a:pt x="30515" y="263455"/>
                  </a:lnTo>
                  <a:lnTo>
                    <a:pt x="33678" y="267795"/>
                  </a:lnTo>
                  <a:lnTo>
                    <a:pt x="36979" y="272031"/>
                  </a:lnTo>
                  <a:lnTo>
                    <a:pt x="40415" y="276158"/>
                  </a:lnTo>
                  <a:lnTo>
                    <a:pt x="43981" y="280174"/>
                  </a:lnTo>
                  <a:lnTo>
                    <a:pt x="47675" y="284072"/>
                  </a:lnTo>
                  <a:lnTo>
                    <a:pt x="51492" y="287850"/>
                  </a:lnTo>
                  <a:lnTo>
                    <a:pt x="55428" y="291503"/>
                  </a:lnTo>
                  <a:lnTo>
                    <a:pt x="59479" y="295028"/>
                  </a:lnTo>
                  <a:lnTo>
                    <a:pt x="63642" y="298421"/>
                  </a:lnTo>
                  <a:lnTo>
                    <a:pt x="67911" y="301679"/>
                  </a:lnTo>
                  <a:lnTo>
                    <a:pt x="72283" y="304798"/>
                  </a:lnTo>
                  <a:lnTo>
                    <a:pt x="76753" y="307774"/>
                  </a:lnTo>
                  <a:lnTo>
                    <a:pt x="81316" y="310606"/>
                  </a:lnTo>
                  <a:lnTo>
                    <a:pt x="85968" y="313290"/>
                  </a:lnTo>
                  <a:lnTo>
                    <a:pt x="90704" y="315822"/>
                  </a:lnTo>
                  <a:lnTo>
                    <a:pt x="95518" y="318202"/>
                  </a:lnTo>
                  <a:lnTo>
                    <a:pt x="100406" y="320425"/>
                  </a:lnTo>
                  <a:lnTo>
                    <a:pt x="105364" y="322491"/>
                  </a:lnTo>
                  <a:lnTo>
                    <a:pt x="110385" y="32439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4257" y="1489739"/>
              <a:ext cx="56781" cy="157228"/>
            </a:xfrm>
            <a:custGeom>
              <a:avLst/>
              <a:pathLst>
                <a:path w="56781" h="157228">
                  <a:moveTo>
                    <a:pt x="0" y="157228"/>
                  </a:moveTo>
                  <a:lnTo>
                    <a:pt x="567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4257" y="1326805"/>
              <a:ext cx="223948" cy="330098"/>
            </a:xfrm>
            <a:custGeom>
              <a:avLst/>
              <a:pathLst>
                <a:path w="223948" h="330098">
                  <a:moveTo>
                    <a:pt x="0" y="320161"/>
                  </a:moveTo>
                  <a:lnTo>
                    <a:pt x="5057" y="321897"/>
                  </a:lnTo>
                  <a:lnTo>
                    <a:pt x="10167" y="323470"/>
                  </a:lnTo>
                  <a:lnTo>
                    <a:pt x="15325" y="324878"/>
                  </a:lnTo>
                  <a:lnTo>
                    <a:pt x="20525" y="326121"/>
                  </a:lnTo>
                  <a:lnTo>
                    <a:pt x="25763" y="327197"/>
                  </a:lnTo>
                  <a:lnTo>
                    <a:pt x="31032" y="328105"/>
                  </a:lnTo>
                  <a:lnTo>
                    <a:pt x="36328" y="328844"/>
                  </a:lnTo>
                  <a:lnTo>
                    <a:pt x="41644" y="329414"/>
                  </a:lnTo>
                  <a:lnTo>
                    <a:pt x="46976" y="329812"/>
                  </a:lnTo>
                  <a:lnTo>
                    <a:pt x="52318" y="330041"/>
                  </a:lnTo>
                  <a:lnTo>
                    <a:pt x="57665" y="330098"/>
                  </a:lnTo>
                  <a:lnTo>
                    <a:pt x="63010" y="329984"/>
                  </a:lnTo>
                  <a:lnTo>
                    <a:pt x="68349" y="329699"/>
                  </a:lnTo>
                  <a:lnTo>
                    <a:pt x="73677" y="329244"/>
                  </a:lnTo>
                  <a:lnTo>
                    <a:pt x="78987" y="328619"/>
                  </a:lnTo>
                  <a:lnTo>
                    <a:pt x="84274" y="327824"/>
                  </a:lnTo>
                  <a:lnTo>
                    <a:pt x="89534" y="326860"/>
                  </a:lnTo>
                  <a:lnTo>
                    <a:pt x="94759" y="325729"/>
                  </a:lnTo>
                  <a:lnTo>
                    <a:pt x="99946" y="324431"/>
                  </a:lnTo>
                  <a:lnTo>
                    <a:pt x="105089" y="322968"/>
                  </a:lnTo>
                  <a:lnTo>
                    <a:pt x="110183" y="321341"/>
                  </a:lnTo>
                  <a:lnTo>
                    <a:pt x="115221" y="319552"/>
                  </a:lnTo>
                  <a:lnTo>
                    <a:pt x="120200" y="317603"/>
                  </a:lnTo>
                  <a:lnTo>
                    <a:pt x="125114" y="315496"/>
                  </a:lnTo>
                  <a:lnTo>
                    <a:pt x="129958" y="313232"/>
                  </a:lnTo>
                  <a:lnTo>
                    <a:pt x="134728" y="310815"/>
                  </a:lnTo>
                  <a:lnTo>
                    <a:pt x="139417" y="308247"/>
                  </a:lnTo>
                  <a:lnTo>
                    <a:pt x="144022" y="305530"/>
                  </a:lnTo>
                  <a:lnTo>
                    <a:pt x="148538" y="302667"/>
                  </a:lnTo>
                  <a:lnTo>
                    <a:pt x="152960" y="299661"/>
                  </a:lnTo>
                  <a:lnTo>
                    <a:pt x="157283" y="296515"/>
                  </a:lnTo>
                  <a:lnTo>
                    <a:pt x="161504" y="293232"/>
                  </a:lnTo>
                  <a:lnTo>
                    <a:pt x="165618" y="289817"/>
                  </a:lnTo>
                  <a:lnTo>
                    <a:pt x="169620" y="286271"/>
                  </a:lnTo>
                  <a:lnTo>
                    <a:pt x="173506" y="282599"/>
                  </a:lnTo>
                  <a:lnTo>
                    <a:pt x="177274" y="278805"/>
                  </a:lnTo>
                  <a:lnTo>
                    <a:pt x="180918" y="274892"/>
                  </a:lnTo>
                  <a:lnTo>
                    <a:pt x="184435" y="270865"/>
                  </a:lnTo>
                  <a:lnTo>
                    <a:pt x="187821" y="266727"/>
                  </a:lnTo>
                  <a:lnTo>
                    <a:pt x="191074" y="262483"/>
                  </a:lnTo>
                  <a:lnTo>
                    <a:pt x="194189" y="258138"/>
                  </a:lnTo>
                  <a:lnTo>
                    <a:pt x="197163" y="253695"/>
                  </a:lnTo>
                  <a:lnTo>
                    <a:pt x="199994" y="249159"/>
                  </a:lnTo>
                  <a:lnTo>
                    <a:pt x="202678" y="244534"/>
                  </a:lnTo>
                  <a:lnTo>
                    <a:pt x="205213" y="239827"/>
                  </a:lnTo>
                  <a:lnTo>
                    <a:pt x="207597" y="235040"/>
                  </a:lnTo>
                  <a:lnTo>
                    <a:pt x="209826" y="230180"/>
                  </a:lnTo>
                  <a:lnTo>
                    <a:pt x="211898" y="225251"/>
                  </a:lnTo>
                  <a:lnTo>
                    <a:pt x="213812" y="220259"/>
                  </a:lnTo>
                  <a:lnTo>
                    <a:pt x="215565" y="215207"/>
                  </a:lnTo>
                  <a:lnTo>
                    <a:pt x="217155" y="210103"/>
                  </a:lnTo>
                  <a:lnTo>
                    <a:pt x="218582" y="204950"/>
                  </a:lnTo>
                  <a:lnTo>
                    <a:pt x="219843" y="199754"/>
                  </a:lnTo>
                  <a:lnTo>
                    <a:pt x="220937" y="194520"/>
                  </a:lnTo>
                  <a:lnTo>
                    <a:pt x="221863" y="189254"/>
                  </a:lnTo>
                  <a:lnTo>
                    <a:pt x="222620" y="183961"/>
                  </a:lnTo>
                  <a:lnTo>
                    <a:pt x="223208" y="178646"/>
                  </a:lnTo>
                  <a:lnTo>
                    <a:pt x="223625" y="173316"/>
                  </a:lnTo>
                  <a:lnTo>
                    <a:pt x="223872" y="167975"/>
                  </a:lnTo>
                  <a:lnTo>
                    <a:pt x="223948" y="162628"/>
                  </a:lnTo>
                  <a:lnTo>
                    <a:pt x="223853" y="157282"/>
                  </a:lnTo>
                  <a:lnTo>
                    <a:pt x="223586" y="151942"/>
                  </a:lnTo>
                  <a:lnTo>
                    <a:pt x="223150" y="146613"/>
                  </a:lnTo>
                  <a:lnTo>
                    <a:pt x="222543" y="141301"/>
                  </a:lnTo>
                  <a:lnTo>
                    <a:pt x="221766" y="136011"/>
                  </a:lnTo>
                  <a:lnTo>
                    <a:pt x="220821" y="130748"/>
                  </a:lnTo>
                  <a:lnTo>
                    <a:pt x="219707" y="125519"/>
                  </a:lnTo>
                  <a:lnTo>
                    <a:pt x="218428" y="120327"/>
                  </a:lnTo>
                  <a:lnTo>
                    <a:pt x="216982" y="115179"/>
                  </a:lnTo>
                  <a:lnTo>
                    <a:pt x="215373" y="110080"/>
                  </a:lnTo>
                  <a:lnTo>
                    <a:pt x="213602" y="105036"/>
                  </a:lnTo>
                  <a:lnTo>
                    <a:pt x="211670" y="100050"/>
                  </a:lnTo>
                  <a:lnTo>
                    <a:pt x="209580" y="95129"/>
                  </a:lnTo>
                  <a:lnTo>
                    <a:pt x="207333" y="90277"/>
                  </a:lnTo>
                  <a:lnTo>
                    <a:pt x="204932" y="85499"/>
                  </a:lnTo>
                  <a:lnTo>
                    <a:pt x="202380" y="80801"/>
                  </a:lnTo>
                  <a:lnTo>
                    <a:pt x="199679" y="76186"/>
                  </a:lnTo>
                  <a:lnTo>
                    <a:pt x="196832" y="71660"/>
                  </a:lnTo>
                  <a:lnTo>
                    <a:pt x="193841" y="67228"/>
                  </a:lnTo>
                  <a:lnTo>
                    <a:pt x="190710" y="62894"/>
                  </a:lnTo>
                  <a:lnTo>
                    <a:pt x="187443" y="58662"/>
                  </a:lnTo>
                  <a:lnTo>
                    <a:pt x="184041" y="54536"/>
                  </a:lnTo>
                  <a:lnTo>
                    <a:pt x="180509" y="50522"/>
                  </a:lnTo>
                  <a:lnTo>
                    <a:pt x="176851" y="46623"/>
                  </a:lnTo>
                  <a:lnTo>
                    <a:pt x="173070" y="42842"/>
                  </a:lnTo>
                  <a:lnTo>
                    <a:pt x="169170" y="39185"/>
                  </a:lnTo>
                  <a:lnTo>
                    <a:pt x="165155" y="35654"/>
                  </a:lnTo>
                  <a:lnTo>
                    <a:pt x="161029" y="32253"/>
                  </a:lnTo>
                  <a:lnTo>
                    <a:pt x="156796" y="28986"/>
                  </a:lnTo>
                  <a:lnTo>
                    <a:pt x="152461" y="25856"/>
                  </a:lnTo>
                  <a:lnTo>
                    <a:pt x="148029" y="22866"/>
                  </a:lnTo>
                  <a:lnTo>
                    <a:pt x="143502" y="20019"/>
                  </a:lnTo>
                  <a:lnTo>
                    <a:pt x="138888" y="17319"/>
                  </a:lnTo>
                  <a:lnTo>
                    <a:pt x="134189" y="14767"/>
                  </a:lnTo>
                  <a:lnTo>
                    <a:pt x="129411" y="12368"/>
                  </a:lnTo>
                  <a:lnTo>
                    <a:pt x="124558" y="10122"/>
                  </a:lnTo>
                  <a:lnTo>
                    <a:pt x="119637" y="8033"/>
                  </a:lnTo>
                  <a:lnTo>
                    <a:pt x="114651" y="6102"/>
                  </a:lnTo>
                  <a:lnTo>
                    <a:pt x="109605" y="4331"/>
                  </a:lnTo>
                  <a:lnTo>
                    <a:pt x="104506" y="2723"/>
                  </a:lnTo>
                  <a:lnTo>
                    <a:pt x="99358" y="1278"/>
                  </a:lnTo>
                  <a:lnTo>
                    <a:pt x="94166" y="0"/>
                  </a:lnTo>
                  <a:lnTo>
                    <a:pt x="56781" y="162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37385" cy="167167"/>
            </a:xfrm>
            <a:custGeom>
              <a:avLst/>
              <a:pathLst>
                <a:path w="37385" h="167167">
                  <a:moveTo>
                    <a:pt x="37385" y="4234"/>
                  </a:moveTo>
                  <a:lnTo>
                    <a:pt x="31235" y="2944"/>
                  </a:lnTo>
                  <a:lnTo>
                    <a:pt x="25041" y="1886"/>
                  </a:lnTo>
                  <a:lnTo>
                    <a:pt x="18812" y="1061"/>
                  </a:lnTo>
                  <a:lnTo>
                    <a:pt x="12556" y="472"/>
                  </a:lnTo>
                  <a:lnTo>
                    <a:pt x="6282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78097" y="1071028"/>
              <a:ext cx="167161" cy="281129"/>
            </a:xfrm>
            <a:custGeom>
              <a:avLst/>
              <a:pathLst>
                <a:path w="167161" h="281129">
                  <a:moveTo>
                    <a:pt x="167161" y="0"/>
                  </a:moveTo>
                  <a:lnTo>
                    <a:pt x="161773" y="86"/>
                  </a:lnTo>
                  <a:lnTo>
                    <a:pt x="156391" y="347"/>
                  </a:lnTo>
                  <a:lnTo>
                    <a:pt x="151020" y="781"/>
                  </a:lnTo>
                  <a:lnTo>
                    <a:pt x="145666" y="1387"/>
                  </a:lnTo>
                  <a:lnTo>
                    <a:pt x="140334" y="2166"/>
                  </a:lnTo>
                  <a:lnTo>
                    <a:pt x="135030" y="3116"/>
                  </a:lnTo>
                  <a:lnTo>
                    <a:pt x="129759" y="4237"/>
                  </a:lnTo>
                  <a:lnTo>
                    <a:pt x="124528" y="5527"/>
                  </a:lnTo>
                  <a:lnTo>
                    <a:pt x="119340" y="6985"/>
                  </a:lnTo>
                  <a:lnTo>
                    <a:pt x="114203" y="8610"/>
                  </a:lnTo>
                  <a:lnTo>
                    <a:pt x="109120" y="10399"/>
                  </a:lnTo>
                  <a:lnTo>
                    <a:pt x="104098" y="12351"/>
                  </a:lnTo>
                  <a:lnTo>
                    <a:pt x="99141" y="14464"/>
                  </a:lnTo>
                  <a:lnTo>
                    <a:pt x="94255" y="16735"/>
                  </a:lnTo>
                  <a:lnTo>
                    <a:pt x="89444" y="19163"/>
                  </a:lnTo>
                  <a:lnTo>
                    <a:pt x="84714" y="21745"/>
                  </a:lnTo>
                  <a:lnTo>
                    <a:pt x="80070" y="24478"/>
                  </a:lnTo>
                  <a:lnTo>
                    <a:pt x="75517" y="27359"/>
                  </a:lnTo>
                  <a:lnTo>
                    <a:pt x="71059" y="30385"/>
                  </a:lnTo>
                  <a:lnTo>
                    <a:pt x="66700" y="33553"/>
                  </a:lnTo>
                  <a:lnTo>
                    <a:pt x="62446" y="36860"/>
                  </a:lnTo>
                  <a:lnTo>
                    <a:pt x="58301" y="40303"/>
                  </a:lnTo>
                  <a:lnTo>
                    <a:pt x="54268" y="43877"/>
                  </a:lnTo>
                  <a:lnTo>
                    <a:pt x="50354" y="47580"/>
                  </a:lnTo>
                  <a:lnTo>
                    <a:pt x="46560" y="51407"/>
                  </a:lnTo>
                  <a:lnTo>
                    <a:pt x="42892" y="55354"/>
                  </a:lnTo>
                  <a:lnTo>
                    <a:pt x="39353" y="59417"/>
                  </a:lnTo>
                  <a:lnTo>
                    <a:pt x="35946" y="63592"/>
                  </a:lnTo>
                  <a:lnTo>
                    <a:pt x="32676" y="67875"/>
                  </a:lnTo>
                  <a:lnTo>
                    <a:pt x="29546" y="72261"/>
                  </a:lnTo>
                  <a:lnTo>
                    <a:pt x="26559" y="76745"/>
                  </a:lnTo>
                  <a:lnTo>
                    <a:pt x="23718" y="81324"/>
                  </a:lnTo>
                  <a:lnTo>
                    <a:pt x="21026" y="85991"/>
                  </a:lnTo>
                  <a:lnTo>
                    <a:pt x="18485" y="90743"/>
                  </a:lnTo>
                  <a:lnTo>
                    <a:pt x="16099" y="95575"/>
                  </a:lnTo>
                  <a:lnTo>
                    <a:pt x="13870" y="100480"/>
                  </a:lnTo>
                  <a:lnTo>
                    <a:pt x="11801" y="105456"/>
                  </a:lnTo>
                  <a:lnTo>
                    <a:pt x="9893" y="110495"/>
                  </a:lnTo>
                  <a:lnTo>
                    <a:pt x="8148" y="115593"/>
                  </a:lnTo>
                  <a:lnTo>
                    <a:pt x="6568" y="120744"/>
                  </a:lnTo>
                  <a:lnTo>
                    <a:pt x="5155" y="125944"/>
                  </a:lnTo>
                  <a:lnTo>
                    <a:pt x="3911" y="131187"/>
                  </a:lnTo>
                  <a:lnTo>
                    <a:pt x="2836" y="136467"/>
                  </a:lnTo>
                  <a:lnTo>
                    <a:pt x="1932" y="141779"/>
                  </a:lnTo>
                  <a:lnTo>
                    <a:pt x="1200" y="147118"/>
                  </a:lnTo>
                  <a:lnTo>
                    <a:pt x="640" y="152477"/>
                  </a:lnTo>
                  <a:lnTo>
                    <a:pt x="253" y="157851"/>
                  </a:lnTo>
                  <a:lnTo>
                    <a:pt x="39" y="163236"/>
                  </a:lnTo>
                  <a:lnTo>
                    <a:pt x="0" y="168624"/>
                  </a:lnTo>
                  <a:lnTo>
                    <a:pt x="133" y="174011"/>
                  </a:lnTo>
                  <a:lnTo>
                    <a:pt x="441" y="179390"/>
                  </a:lnTo>
                  <a:lnTo>
                    <a:pt x="921" y="184757"/>
                  </a:lnTo>
                  <a:lnTo>
                    <a:pt x="1574" y="190106"/>
                  </a:lnTo>
                  <a:lnTo>
                    <a:pt x="2400" y="195431"/>
                  </a:lnTo>
                  <a:lnTo>
                    <a:pt x="3396" y="200726"/>
                  </a:lnTo>
                  <a:lnTo>
                    <a:pt x="4563" y="205987"/>
                  </a:lnTo>
                  <a:lnTo>
                    <a:pt x="5899" y="211207"/>
                  </a:lnTo>
                  <a:lnTo>
                    <a:pt x="7402" y="216381"/>
                  </a:lnTo>
                  <a:lnTo>
                    <a:pt x="9071" y="221505"/>
                  </a:lnTo>
                  <a:lnTo>
                    <a:pt x="10904" y="226572"/>
                  </a:lnTo>
                  <a:lnTo>
                    <a:pt x="12900" y="231577"/>
                  </a:lnTo>
                  <a:lnTo>
                    <a:pt x="15056" y="236515"/>
                  </a:lnTo>
                  <a:lnTo>
                    <a:pt x="17370" y="241381"/>
                  </a:lnTo>
                  <a:lnTo>
                    <a:pt x="19840" y="246170"/>
                  </a:lnTo>
                  <a:lnTo>
                    <a:pt x="22463" y="250877"/>
                  </a:lnTo>
                  <a:lnTo>
                    <a:pt x="25236" y="255497"/>
                  </a:lnTo>
                  <a:lnTo>
                    <a:pt x="28156" y="260026"/>
                  </a:lnTo>
                  <a:lnTo>
                    <a:pt x="31221" y="264457"/>
                  </a:lnTo>
                  <a:lnTo>
                    <a:pt x="34427" y="268788"/>
                  </a:lnTo>
                  <a:lnTo>
                    <a:pt x="37772" y="273013"/>
                  </a:lnTo>
                  <a:lnTo>
                    <a:pt x="41250" y="277128"/>
                  </a:lnTo>
                  <a:lnTo>
                    <a:pt x="44859" y="28112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2957" y="1238196"/>
              <a:ext cx="122301" cy="113962"/>
            </a:xfrm>
            <a:custGeom>
              <a:avLst/>
              <a:pathLst>
                <a:path w="122301" h="113962">
                  <a:moveTo>
                    <a:pt x="0" y="113962"/>
                  </a:moveTo>
                  <a:lnTo>
                    <a:pt x="1223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2957" y="1139634"/>
              <a:ext cx="289465" cy="265725"/>
            </a:xfrm>
            <a:custGeom>
              <a:avLst/>
              <a:pathLst>
                <a:path w="289465" h="265725">
                  <a:moveTo>
                    <a:pt x="0" y="212523"/>
                  </a:moveTo>
                  <a:lnTo>
                    <a:pt x="3686" y="216355"/>
                  </a:lnTo>
                  <a:lnTo>
                    <a:pt x="7493" y="220068"/>
                  </a:lnTo>
                  <a:lnTo>
                    <a:pt x="11415" y="223658"/>
                  </a:lnTo>
                  <a:lnTo>
                    <a:pt x="15450" y="227122"/>
                  </a:lnTo>
                  <a:lnTo>
                    <a:pt x="19593" y="230455"/>
                  </a:lnTo>
                  <a:lnTo>
                    <a:pt x="23840" y="233655"/>
                  </a:lnTo>
                  <a:lnTo>
                    <a:pt x="28187" y="236718"/>
                  </a:lnTo>
                  <a:lnTo>
                    <a:pt x="32628" y="239642"/>
                  </a:lnTo>
                  <a:lnTo>
                    <a:pt x="37161" y="242423"/>
                  </a:lnTo>
                  <a:lnTo>
                    <a:pt x="41780" y="245058"/>
                  </a:lnTo>
                  <a:lnTo>
                    <a:pt x="46480" y="247545"/>
                  </a:lnTo>
                  <a:lnTo>
                    <a:pt x="51257" y="249881"/>
                  </a:lnTo>
                  <a:lnTo>
                    <a:pt x="56105" y="252064"/>
                  </a:lnTo>
                  <a:lnTo>
                    <a:pt x="61021" y="254092"/>
                  </a:lnTo>
                  <a:lnTo>
                    <a:pt x="65999" y="255962"/>
                  </a:lnTo>
                  <a:lnTo>
                    <a:pt x="71034" y="257673"/>
                  </a:lnTo>
                  <a:lnTo>
                    <a:pt x="76120" y="259223"/>
                  </a:lnTo>
                  <a:lnTo>
                    <a:pt x="81253" y="260611"/>
                  </a:lnTo>
                  <a:lnTo>
                    <a:pt x="86428" y="261834"/>
                  </a:lnTo>
                  <a:lnTo>
                    <a:pt x="91639" y="262892"/>
                  </a:lnTo>
                  <a:lnTo>
                    <a:pt x="96882" y="263784"/>
                  </a:lnTo>
                  <a:lnTo>
                    <a:pt x="102149" y="264509"/>
                  </a:lnTo>
                  <a:lnTo>
                    <a:pt x="107438" y="265066"/>
                  </a:lnTo>
                  <a:lnTo>
                    <a:pt x="112741" y="265455"/>
                  </a:lnTo>
                  <a:lnTo>
                    <a:pt x="118054" y="265674"/>
                  </a:lnTo>
                  <a:lnTo>
                    <a:pt x="123371" y="265725"/>
                  </a:lnTo>
                  <a:lnTo>
                    <a:pt x="128687" y="265606"/>
                  </a:lnTo>
                  <a:lnTo>
                    <a:pt x="133997" y="265319"/>
                  </a:lnTo>
                  <a:lnTo>
                    <a:pt x="139295" y="264862"/>
                  </a:lnTo>
                  <a:lnTo>
                    <a:pt x="144576" y="264238"/>
                  </a:lnTo>
                  <a:lnTo>
                    <a:pt x="149834" y="263445"/>
                  </a:lnTo>
                  <a:lnTo>
                    <a:pt x="155064" y="262486"/>
                  </a:lnTo>
                  <a:lnTo>
                    <a:pt x="160261" y="261361"/>
                  </a:lnTo>
                  <a:lnTo>
                    <a:pt x="165420" y="260071"/>
                  </a:lnTo>
                  <a:lnTo>
                    <a:pt x="170535" y="258618"/>
                  </a:lnTo>
                  <a:lnTo>
                    <a:pt x="175602" y="257003"/>
                  </a:lnTo>
                  <a:lnTo>
                    <a:pt x="180614" y="255228"/>
                  </a:lnTo>
                  <a:lnTo>
                    <a:pt x="185567" y="253294"/>
                  </a:lnTo>
                  <a:lnTo>
                    <a:pt x="190457" y="251203"/>
                  </a:lnTo>
                  <a:lnTo>
                    <a:pt x="195277" y="248958"/>
                  </a:lnTo>
                  <a:lnTo>
                    <a:pt x="200024" y="246561"/>
                  </a:lnTo>
                  <a:lnTo>
                    <a:pt x="204692" y="244014"/>
                  </a:lnTo>
                  <a:lnTo>
                    <a:pt x="209276" y="241320"/>
                  </a:lnTo>
                  <a:lnTo>
                    <a:pt x="213773" y="238482"/>
                  </a:lnTo>
                  <a:lnTo>
                    <a:pt x="218177" y="235502"/>
                  </a:lnTo>
                  <a:lnTo>
                    <a:pt x="222484" y="232383"/>
                  </a:lnTo>
                  <a:lnTo>
                    <a:pt x="226689" y="229129"/>
                  </a:lnTo>
                  <a:lnTo>
                    <a:pt x="230789" y="225743"/>
                  </a:lnTo>
                  <a:lnTo>
                    <a:pt x="234779" y="222228"/>
                  </a:lnTo>
                  <a:lnTo>
                    <a:pt x="238656" y="218588"/>
                  </a:lnTo>
                  <a:lnTo>
                    <a:pt x="242414" y="214826"/>
                  </a:lnTo>
                  <a:lnTo>
                    <a:pt x="246051" y="210947"/>
                  </a:lnTo>
                  <a:lnTo>
                    <a:pt x="249563" y="206954"/>
                  </a:lnTo>
                  <a:lnTo>
                    <a:pt x="252946" y="202852"/>
                  </a:lnTo>
                  <a:lnTo>
                    <a:pt x="256197" y="198644"/>
                  </a:lnTo>
                  <a:lnTo>
                    <a:pt x="259313" y="194335"/>
                  </a:lnTo>
                  <a:lnTo>
                    <a:pt x="262290" y="189928"/>
                  </a:lnTo>
                  <a:lnTo>
                    <a:pt x="265125" y="185430"/>
                  </a:lnTo>
                  <a:lnTo>
                    <a:pt x="267815" y="180843"/>
                  </a:lnTo>
                  <a:lnTo>
                    <a:pt x="270359" y="176173"/>
                  </a:lnTo>
                  <a:lnTo>
                    <a:pt x="272752" y="171425"/>
                  </a:lnTo>
                  <a:lnTo>
                    <a:pt x="274994" y="166603"/>
                  </a:lnTo>
                  <a:lnTo>
                    <a:pt x="277081" y="161712"/>
                  </a:lnTo>
                  <a:lnTo>
                    <a:pt x="279011" y="156757"/>
                  </a:lnTo>
                  <a:lnTo>
                    <a:pt x="280783" y="151744"/>
                  </a:lnTo>
                  <a:lnTo>
                    <a:pt x="282394" y="146676"/>
                  </a:lnTo>
                  <a:lnTo>
                    <a:pt x="283843" y="141560"/>
                  </a:lnTo>
                  <a:lnTo>
                    <a:pt x="285129" y="136400"/>
                  </a:lnTo>
                  <a:lnTo>
                    <a:pt x="286250" y="131202"/>
                  </a:lnTo>
                  <a:lnTo>
                    <a:pt x="287206" y="125971"/>
                  </a:lnTo>
                  <a:lnTo>
                    <a:pt x="287994" y="120712"/>
                  </a:lnTo>
                  <a:lnTo>
                    <a:pt x="288615" y="115431"/>
                  </a:lnTo>
                  <a:lnTo>
                    <a:pt x="289067" y="110133"/>
                  </a:lnTo>
                  <a:lnTo>
                    <a:pt x="289351" y="104823"/>
                  </a:lnTo>
                  <a:lnTo>
                    <a:pt x="289465" y="99507"/>
                  </a:lnTo>
                  <a:lnTo>
                    <a:pt x="289411" y="94190"/>
                  </a:lnTo>
                  <a:lnTo>
                    <a:pt x="289187" y="88877"/>
                  </a:lnTo>
                  <a:lnTo>
                    <a:pt x="288795" y="83574"/>
                  </a:lnTo>
                  <a:lnTo>
                    <a:pt x="288234" y="78286"/>
                  </a:lnTo>
                  <a:lnTo>
                    <a:pt x="287505" y="73018"/>
                  </a:lnTo>
                  <a:lnTo>
                    <a:pt x="286609" y="67777"/>
                  </a:lnTo>
                  <a:lnTo>
                    <a:pt x="285547" y="62567"/>
                  </a:lnTo>
                  <a:lnTo>
                    <a:pt x="284320" y="57393"/>
                  </a:lnTo>
                  <a:lnTo>
                    <a:pt x="282928" y="52260"/>
                  </a:lnTo>
                  <a:lnTo>
                    <a:pt x="281374" y="47175"/>
                  </a:lnTo>
                  <a:lnTo>
                    <a:pt x="279659" y="42142"/>
                  </a:lnTo>
                  <a:lnTo>
                    <a:pt x="277785" y="37165"/>
                  </a:lnTo>
                  <a:lnTo>
                    <a:pt x="275754" y="32251"/>
                  </a:lnTo>
                  <a:lnTo>
                    <a:pt x="273567" y="27404"/>
                  </a:lnTo>
                  <a:lnTo>
                    <a:pt x="271228" y="22629"/>
                  </a:lnTo>
                  <a:lnTo>
                    <a:pt x="268737" y="17931"/>
                  </a:lnTo>
                  <a:lnTo>
                    <a:pt x="266099" y="13314"/>
                  </a:lnTo>
                  <a:lnTo>
                    <a:pt x="263315" y="8783"/>
                  </a:lnTo>
                  <a:lnTo>
                    <a:pt x="260388" y="4344"/>
                  </a:lnTo>
                  <a:lnTo>
                    <a:pt x="257321" y="0"/>
                  </a:lnTo>
                  <a:lnTo>
                    <a:pt x="122301" y="985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135020" cy="167167"/>
            </a:xfrm>
            <a:custGeom>
              <a:avLst/>
              <a:pathLst>
                <a:path w="135020" h="167167">
                  <a:moveTo>
                    <a:pt x="135020" y="68606"/>
                  </a:moveTo>
                  <a:lnTo>
                    <a:pt x="131635" y="64128"/>
                  </a:lnTo>
                  <a:lnTo>
                    <a:pt x="128101" y="59767"/>
                  </a:lnTo>
                  <a:lnTo>
                    <a:pt x="124423" y="55526"/>
                  </a:lnTo>
                  <a:lnTo>
                    <a:pt x="120605" y="51412"/>
                  </a:lnTo>
                  <a:lnTo>
                    <a:pt x="116651" y="47428"/>
                  </a:lnTo>
                  <a:lnTo>
                    <a:pt x="112565" y="43579"/>
                  </a:lnTo>
                  <a:lnTo>
                    <a:pt x="108352" y="39870"/>
                  </a:lnTo>
                  <a:lnTo>
                    <a:pt x="104017" y="36304"/>
                  </a:lnTo>
                  <a:lnTo>
                    <a:pt x="99565" y="32885"/>
                  </a:lnTo>
                  <a:lnTo>
                    <a:pt x="95001" y="29618"/>
                  </a:lnTo>
                  <a:lnTo>
                    <a:pt x="90329" y="26506"/>
                  </a:lnTo>
                  <a:lnTo>
                    <a:pt x="85556" y="23553"/>
                  </a:lnTo>
                  <a:lnTo>
                    <a:pt x="80686" y="20761"/>
                  </a:lnTo>
                  <a:lnTo>
                    <a:pt x="75725" y="18135"/>
                  </a:lnTo>
                  <a:lnTo>
                    <a:pt x="70679" y="15676"/>
                  </a:lnTo>
                  <a:lnTo>
                    <a:pt x="65553" y="13389"/>
                  </a:lnTo>
                  <a:lnTo>
                    <a:pt x="60353" y="11275"/>
                  </a:lnTo>
                  <a:lnTo>
                    <a:pt x="55085" y="9336"/>
                  </a:lnTo>
                  <a:lnTo>
                    <a:pt x="49755" y="7576"/>
                  </a:lnTo>
                  <a:lnTo>
                    <a:pt x="44369" y="5995"/>
                  </a:lnTo>
                  <a:lnTo>
                    <a:pt x="38933" y="4597"/>
                  </a:lnTo>
                  <a:lnTo>
                    <a:pt x="33453" y="3381"/>
                  </a:lnTo>
                  <a:lnTo>
                    <a:pt x="27935" y="2350"/>
                  </a:lnTo>
                  <a:lnTo>
                    <a:pt x="22386" y="1505"/>
                  </a:lnTo>
                  <a:lnTo>
                    <a:pt x="16811" y="847"/>
                  </a:lnTo>
                  <a:lnTo>
                    <a:pt x="11218" y="376"/>
                  </a:lnTo>
                  <a:lnTo>
                    <a:pt x="561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6590" y="941493"/>
              <a:ext cx="86953" cy="167167"/>
            </a:xfrm>
            <a:custGeom>
              <a:avLst/>
              <a:pathLst>
                <a:path w="86953" h="167167">
                  <a:moveTo>
                    <a:pt x="86953" y="0"/>
                  </a:moveTo>
                  <a:lnTo>
                    <a:pt x="81239" y="97"/>
                  </a:lnTo>
                  <a:lnTo>
                    <a:pt x="75531" y="390"/>
                  </a:lnTo>
                  <a:lnTo>
                    <a:pt x="69837" y="878"/>
                  </a:lnTo>
                  <a:lnTo>
                    <a:pt x="64163" y="1560"/>
                  </a:lnTo>
                  <a:lnTo>
                    <a:pt x="58515" y="2436"/>
                  </a:lnTo>
                  <a:lnTo>
                    <a:pt x="52901" y="3505"/>
                  </a:lnTo>
                  <a:lnTo>
                    <a:pt x="47326" y="4764"/>
                  </a:lnTo>
                  <a:lnTo>
                    <a:pt x="41798" y="6214"/>
                  </a:lnTo>
                  <a:lnTo>
                    <a:pt x="36322" y="7851"/>
                  </a:lnTo>
                  <a:lnTo>
                    <a:pt x="30906" y="9675"/>
                  </a:lnTo>
                  <a:lnTo>
                    <a:pt x="25555" y="11683"/>
                  </a:lnTo>
                  <a:lnTo>
                    <a:pt x="20276" y="13873"/>
                  </a:lnTo>
                  <a:lnTo>
                    <a:pt x="15075" y="16242"/>
                  </a:lnTo>
                  <a:lnTo>
                    <a:pt x="9958" y="18787"/>
                  </a:lnTo>
                  <a:lnTo>
                    <a:pt x="4931" y="21506"/>
                  </a:lnTo>
                  <a:lnTo>
                    <a:pt x="0" y="24394"/>
                  </a:lnTo>
                  <a:lnTo>
                    <a:pt x="869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590" y="965888"/>
              <a:ext cx="86953" cy="142772"/>
            </a:xfrm>
            <a:custGeom>
              <a:avLst/>
              <a:pathLst>
                <a:path w="86953" h="142772">
                  <a:moveTo>
                    <a:pt x="0" y="0"/>
                  </a:moveTo>
                  <a:lnTo>
                    <a:pt x="86953" y="1427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856383" y="948141"/>
              <a:ext cx="334315" cy="327684"/>
            </a:xfrm>
            <a:custGeom>
              <a:avLst/>
              <a:pathLst>
                <a:path w="334315" h="327684">
                  <a:moveTo>
                    <a:pt x="80206" y="17746"/>
                  </a:moveTo>
                  <a:lnTo>
                    <a:pt x="75724" y="20574"/>
                  </a:lnTo>
                  <a:lnTo>
                    <a:pt x="71334" y="23543"/>
                  </a:lnTo>
                  <a:lnTo>
                    <a:pt x="67040" y="26650"/>
                  </a:lnTo>
                  <a:lnTo>
                    <a:pt x="62847" y="29891"/>
                  </a:lnTo>
                  <a:lnTo>
                    <a:pt x="58758" y="33263"/>
                  </a:lnTo>
                  <a:lnTo>
                    <a:pt x="54779" y="36763"/>
                  </a:lnTo>
                  <a:lnTo>
                    <a:pt x="50912" y="40388"/>
                  </a:lnTo>
                  <a:lnTo>
                    <a:pt x="47163" y="44133"/>
                  </a:lnTo>
                  <a:lnTo>
                    <a:pt x="43534" y="47995"/>
                  </a:lnTo>
                  <a:lnTo>
                    <a:pt x="40029" y="51971"/>
                  </a:lnTo>
                  <a:lnTo>
                    <a:pt x="36652" y="56055"/>
                  </a:lnTo>
                  <a:lnTo>
                    <a:pt x="33406" y="60245"/>
                  </a:lnTo>
                  <a:lnTo>
                    <a:pt x="30295" y="64535"/>
                  </a:lnTo>
                  <a:lnTo>
                    <a:pt x="27321" y="68922"/>
                  </a:lnTo>
                  <a:lnTo>
                    <a:pt x="24488" y="73401"/>
                  </a:lnTo>
                  <a:lnTo>
                    <a:pt x="21798" y="77967"/>
                  </a:lnTo>
                  <a:lnTo>
                    <a:pt x="19254" y="82616"/>
                  </a:lnTo>
                  <a:lnTo>
                    <a:pt x="16859" y="87344"/>
                  </a:lnTo>
                  <a:lnTo>
                    <a:pt x="14615" y="92145"/>
                  </a:lnTo>
                  <a:lnTo>
                    <a:pt x="12524" y="97015"/>
                  </a:lnTo>
                  <a:lnTo>
                    <a:pt x="10589" y="101949"/>
                  </a:lnTo>
                  <a:lnTo>
                    <a:pt x="8811" y="106942"/>
                  </a:lnTo>
                  <a:lnTo>
                    <a:pt x="7192" y="111988"/>
                  </a:lnTo>
                  <a:lnTo>
                    <a:pt x="5734" y="117083"/>
                  </a:lnTo>
                  <a:lnTo>
                    <a:pt x="4438" y="122222"/>
                  </a:lnTo>
                  <a:lnTo>
                    <a:pt x="3306" y="127400"/>
                  </a:lnTo>
                  <a:lnTo>
                    <a:pt x="2339" y="132610"/>
                  </a:lnTo>
                  <a:lnTo>
                    <a:pt x="1537" y="137849"/>
                  </a:lnTo>
                  <a:lnTo>
                    <a:pt x="901" y="143110"/>
                  </a:lnTo>
                  <a:lnTo>
                    <a:pt x="433" y="148389"/>
                  </a:lnTo>
                  <a:lnTo>
                    <a:pt x="132" y="153681"/>
                  </a:lnTo>
                  <a:lnTo>
                    <a:pt x="0" y="158979"/>
                  </a:lnTo>
                  <a:lnTo>
                    <a:pt x="35" y="164278"/>
                  </a:lnTo>
                  <a:lnTo>
                    <a:pt x="238" y="169574"/>
                  </a:lnTo>
                  <a:lnTo>
                    <a:pt x="609" y="174861"/>
                  </a:lnTo>
                  <a:lnTo>
                    <a:pt x="1147" y="180133"/>
                  </a:lnTo>
                  <a:lnTo>
                    <a:pt x="1852" y="185386"/>
                  </a:lnTo>
                  <a:lnTo>
                    <a:pt x="2724" y="190614"/>
                  </a:lnTo>
                  <a:lnTo>
                    <a:pt x="3760" y="195811"/>
                  </a:lnTo>
                  <a:lnTo>
                    <a:pt x="4961" y="200973"/>
                  </a:lnTo>
                  <a:lnTo>
                    <a:pt x="6325" y="206094"/>
                  </a:lnTo>
                  <a:lnTo>
                    <a:pt x="7851" y="211170"/>
                  </a:lnTo>
                  <a:lnTo>
                    <a:pt x="9536" y="216194"/>
                  </a:lnTo>
                  <a:lnTo>
                    <a:pt x="11380" y="221163"/>
                  </a:lnTo>
                  <a:lnTo>
                    <a:pt x="13381" y="226070"/>
                  </a:lnTo>
                  <a:lnTo>
                    <a:pt x="15536" y="230912"/>
                  </a:lnTo>
                  <a:lnTo>
                    <a:pt x="17844" y="235683"/>
                  </a:lnTo>
                  <a:lnTo>
                    <a:pt x="20301" y="240378"/>
                  </a:lnTo>
                  <a:lnTo>
                    <a:pt x="22907" y="244994"/>
                  </a:lnTo>
                  <a:lnTo>
                    <a:pt x="25657" y="249524"/>
                  </a:lnTo>
                  <a:lnTo>
                    <a:pt x="28549" y="253965"/>
                  </a:lnTo>
                  <a:lnTo>
                    <a:pt x="31581" y="258311"/>
                  </a:lnTo>
                  <a:lnTo>
                    <a:pt x="34749" y="262560"/>
                  </a:lnTo>
                  <a:lnTo>
                    <a:pt x="38050" y="266706"/>
                  </a:lnTo>
                  <a:lnTo>
                    <a:pt x="41481" y="270745"/>
                  </a:lnTo>
                  <a:lnTo>
                    <a:pt x="45039" y="274674"/>
                  </a:lnTo>
                  <a:lnTo>
                    <a:pt x="48719" y="278488"/>
                  </a:lnTo>
                  <a:lnTo>
                    <a:pt x="52518" y="282183"/>
                  </a:lnTo>
                  <a:lnTo>
                    <a:pt x="56432" y="285756"/>
                  </a:lnTo>
                  <a:lnTo>
                    <a:pt x="60458" y="289203"/>
                  </a:lnTo>
                  <a:lnTo>
                    <a:pt x="64590" y="292521"/>
                  </a:lnTo>
                  <a:lnTo>
                    <a:pt x="68826" y="295706"/>
                  </a:lnTo>
                  <a:lnTo>
                    <a:pt x="73161" y="298755"/>
                  </a:lnTo>
                  <a:lnTo>
                    <a:pt x="77590" y="301665"/>
                  </a:lnTo>
                  <a:lnTo>
                    <a:pt x="82109" y="304433"/>
                  </a:lnTo>
                  <a:lnTo>
                    <a:pt x="86714" y="307057"/>
                  </a:lnTo>
                  <a:lnTo>
                    <a:pt x="91400" y="309534"/>
                  </a:lnTo>
                  <a:lnTo>
                    <a:pt x="96161" y="311860"/>
                  </a:lnTo>
                  <a:lnTo>
                    <a:pt x="100995" y="314035"/>
                  </a:lnTo>
                  <a:lnTo>
                    <a:pt x="105894" y="316055"/>
                  </a:lnTo>
                  <a:lnTo>
                    <a:pt x="110855" y="317919"/>
                  </a:lnTo>
                  <a:lnTo>
                    <a:pt x="115873" y="319625"/>
                  </a:lnTo>
                  <a:lnTo>
                    <a:pt x="120942" y="321170"/>
                  </a:lnTo>
                  <a:lnTo>
                    <a:pt x="126058" y="322555"/>
                  </a:lnTo>
                  <a:lnTo>
                    <a:pt x="131215" y="323776"/>
                  </a:lnTo>
                  <a:lnTo>
                    <a:pt x="136408" y="324834"/>
                  </a:lnTo>
                  <a:lnTo>
                    <a:pt x="141632" y="325726"/>
                  </a:lnTo>
                  <a:lnTo>
                    <a:pt x="146882" y="326452"/>
                  </a:lnTo>
                  <a:lnTo>
                    <a:pt x="152152" y="327011"/>
                  </a:lnTo>
                  <a:lnTo>
                    <a:pt x="157438" y="327403"/>
                  </a:lnTo>
                  <a:lnTo>
                    <a:pt x="162733" y="327628"/>
                  </a:lnTo>
                  <a:lnTo>
                    <a:pt x="168032" y="327684"/>
                  </a:lnTo>
                  <a:lnTo>
                    <a:pt x="173331" y="327572"/>
                  </a:lnTo>
                  <a:lnTo>
                    <a:pt x="178623" y="327293"/>
                  </a:lnTo>
                  <a:lnTo>
                    <a:pt x="183904" y="326846"/>
                  </a:lnTo>
                  <a:lnTo>
                    <a:pt x="189168" y="326231"/>
                  </a:lnTo>
                  <a:lnTo>
                    <a:pt x="194410" y="325450"/>
                  </a:lnTo>
                  <a:lnTo>
                    <a:pt x="199624" y="324504"/>
                  </a:lnTo>
                  <a:lnTo>
                    <a:pt x="204806" y="323392"/>
                  </a:lnTo>
                  <a:lnTo>
                    <a:pt x="209950" y="322117"/>
                  </a:lnTo>
                  <a:lnTo>
                    <a:pt x="215051" y="320679"/>
                  </a:lnTo>
                  <a:lnTo>
                    <a:pt x="220104" y="319081"/>
                  </a:lnTo>
                  <a:lnTo>
                    <a:pt x="225104" y="317323"/>
                  </a:lnTo>
                  <a:lnTo>
                    <a:pt x="230045" y="315407"/>
                  </a:lnTo>
                  <a:lnTo>
                    <a:pt x="234923" y="313336"/>
                  </a:lnTo>
                  <a:lnTo>
                    <a:pt x="239734" y="311111"/>
                  </a:lnTo>
                  <a:lnTo>
                    <a:pt x="244471" y="308735"/>
                  </a:lnTo>
                  <a:lnTo>
                    <a:pt x="249130" y="306210"/>
                  </a:lnTo>
                  <a:lnTo>
                    <a:pt x="253707" y="303538"/>
                  </a:lnTo>
                  <a:lnTo>
                    <a:pt x="258197" y="300723"/>
                  </a:lnTo>
                  <a:lnTo>
                    <a:pt x="262596" y="297766"/>
                  </a:lnTo>
                  <a:lnTo>
                    <a:pt x="266899" y="294672"/>
                  </a:lnTo>
                  <a:lnTo>
                    <a:pt x="271101" y="291443"/>
                  </a:lnTo>
                  <a:lnTo>
                    <a:pt x="275199" y="288083"/>
                  </a:lnTo>
                  <a:lnTo>
                    <a:pt x="279188" y="284594"/>
                  </a:lnTo>
                  <a:lnTo>
                    <a:pt x="283065" y="280980"/>
                  </a:lnTo>
                  <a:lnTo>
                    <a:pt x="286825" y="277245"/>
                  </a:lnTo>
                  <a:lnTo>
                    <a:pt x="290465" y="273393"/>
                  </a:lnTo>
                  <a:lnTo>
                    <a:pt x="293982" y="269428"/>
                  </a:lnTo>
                  <a:lnTo>
                    <a:pt x="297370" y="265353"/>
                  </a:lnTo>
                  <a:lnTo>
                    <a:pt x="300628" y="261173"/>
                  </a:lnTo>
                  <a:lnTo>
                    <a:pt x="303751" y="256892"/>
                  </a:lnTo>
                  <a:lnTo>
                    <a:pt x="306738" y="252513"/>
                  </a:lnTo>
                  <a:lnTo>
                    <a:pt x="309584" y="248042"/>
                  </a:lnTo>
                  <a:lnTo>
                    <a:pt x="312287" y="243484"/>
                  </a:lnTo>
                  <a:lnTo>
                    <a:pt x="314844" y="238842"/>
                  </a:lnTo>
                  <a:lnTo>
                    <a:pt x="317252" y="234121"/>
                  </a:lnTo>
                  <a:lnTo>
                    <a:pt x="319510" y="229326"/>
                  </a:lnTo>
                  <a:lnTo>
                    <a:pt x="321614" y="224462"/>
                  </a:lnTo>
                  <a:lnTo>
                    <a:pt x="323564" y="219534"/>
                  </a:lnTo>
                  <a:lnTo>
                    <a:pt x="325356" y="214546"/>
                  </a:lnTo>
                  <a:lnTo>
                    <a:pt x="326989" y="209504"/>
                  </a:lnTo>
                  <a:lnTo>
                    <a:pt x="328462" y="204413"/>
                  </a:lnTo>
                  <a:lnTo>
                    <a:pt x="329772" y="199278"/>
                  </a:lnTo>
                  <a:lnTo>
                    <a:pt x="330919" y="194104"/>
                  </a:lnTo>
                  <a:lnTo>
                    <a:pt x="331901" y="188896"/>
                  </a:lnTo>
                  <a:lnTo>
                    <a:pt x="332718" y="183660"/>
                  </a:lnTo>
                  <a:lnTo>
                    <a:pt x="333368" y="178400"/>
                  </a:lnTo>
                  <a:lnTo>
                    <a:pt x="333851" y="173122"/>
                  </a:lnTo>
                  <a:lnTo>
                    <a:pt x="334167" y="167832"/>
                  </a:lnTo>
                  <a:lnTo>
                    <a:pt x="334315" y="162534"/>
                  </a:lnTo>
                  <a:lnTo>
                    <a:pt x="334295" y="157235"/>
                  </a:lnTo>
                  <a:lnTo>
                    <a:pt x="334107" y="151938"/>
                  </a:lnTo>
                  <a:lnTo>
                    <a:pt x="333751" y="146650"/>
                  </a:lnTo>
                  <a:lnTo>
                    <a:pt x="333228" y="141377"/>
                  </a:lnTo>
                  <a:lnTo>
                    <a:pt x="332537" y="136122"/>
                  </a:lnTo>
                  <a:lnTo>
                    <a:pt x="331681" y="130892"/>
                  </a:lnTo>
                  <a:lnTo>
                    <a:pt x="330659" y="125692"/>
                  </a:lnTo>
                  <a:lnTo>
                    <a:pt x="329473" y="120526"/>
                  </a:lnTo>
                  <a:lnTo>
                    <a:pt x="328124" y="115401"/>
                  </a:lnTo>
                  <a:lnTo>
                    <a:pt x="326613" y="110321"/>
                  </a:lnTo>
                  <a:lnTo>
                    <a:pt x="324941" y="105292"/>
                  </a:lnTo>
                  <a:lnTo>
                    <a:pt x="323111" y="100318"/>
                  </a:lnTo>
                  <a:lnTo>
                    <a:pt x="321125" y="95405"/>
                  </a:lnTo>
                  <a:lnTo>
                    <a:pt x="318983" y="90557"/>
                  </a:lnTo>
                  <a:lnTo>
                    <a:pt x="316689" y="85780"/>
                  </a:lnTo>
                  <a:lnTo>
                    <a:pt x="314245" y="81077"/>
                  </a:lnTo>
                  <a:lnTo>
                    <a:pt x="311653" y="76455"/>
                  </a:lnTo>
                  <a:lnTo>
                    <a:pt x="308915" y="71917"/>
                  </a:lnTo>
                  <a:lnTo>
                    <a:pt x="306035" y="67468"/>
                  </a:lnTo>
                  <a:lnTo>
                    <a:pt x="303016" y="63112"/>
                  </a:lnTo>
                  <a:lnTo>
                    <a:pt x="299860" y="58855"/>
                  </a:lnTo>
                  <a:lnTo>
                    <a:pt x="296571" y="54699"/>
                  </a:lnTo>
                  <a:lnTo>
                    <a:pt x="293151" y="50650"/>
                  </a:lnTo>
                  <a:lnTo>
                    <a:pt x="289605" y="46712"/>
                  </a:lnTo>
                  <a:lnTo>
                    <a:pt x="285936" y="42887"/>
                  </a:lnTo>
                  <a:lnTo>
                    <a:pt x="282148" y="39181"/>
                  </a:lnTo>
                  <a:lnTo>
                    <a:pt x="278243" y="35597"/>
                  </a:lnTo>
                  <a:lnTo>
                    <a:pt x="274228" y="32139"/>
                  </a:lnTo>
                  <a:lnTo>
                    <a:pt x="270104" y="28809"/>
                  </a:lnTo>
                  <a:lnTo>
                    <a:pt x="265877" y="25612"/>
                  </a:lnTo>
                  <a:lnTo>
                    <a:pt x="261551" y="22551"/>
                  </a:lnTo>
                  <a:lnTo>
                    <a:pt x="257131" y="19628"/>
                  </a:lnTo>
                  <a:lnTo>
                    <a:pt x="252619" y="16847"/>
                  </a:lnTo>
                  <a:lnTo>
                    <a:pt x="248022" y="14210"/>
                  </a:lnTo>
                  <a:lnTo>
                    <a:pt x="243343" y="11720"/>
                  </a:lnTo>
                  <a:lnTo>
                    <a:pt x="238588" y="9380"/>
                  </a:lnTo>
                  <a:lnTo>
                    <a:pt x="233761" y="7192"/>
                  </a:lnTo>
                  <a:lnTo>
                    <a:pt x="228868" y="5158"/>
                  </a:lnTo>
                  <a:lnTo>
                    <a:pt x="223912" y="3280"/>
                  </a:lnTo>
                  <a:lnTo>
                    <a:pt x="218899" y="1560"/>
                  </a:lnTo>
                  <a:lnTo>
                    <a:pt x="213834" y="0"/>
                  </a:lnTo>
                  <a:lnTo>
                    <a:pt x="167160" y="1605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46674" cy="167167"/>
            </a:xfrm>
            <a:custGeom>
              <a:avLst/>
              <a:pathLst>
                <a:path w="46674" h="167167">
                  <a:moveTo>
                    <a:pt x="46674" y="6648"/>
                  </a:moveTo>
                  <a:lnTo>
                    <a:pt x="40968" y="5097"/>
                  </a:lnTo>
                  <a:lnTo>
                    <a:pt x="35211" y="3750"/>
                  </a:lnTo>
                  <a:lnTo>
                    <a:pt x="29410" y="2607"/>
                  </a:lnTo>
                  <a:lnTo>
                    <a:pt x="23572" y="1670"/>
                  </a:lnTo>
                  <a:lnTo>
                    <a:pt x="17705" y="940"/>
                  </a:lnTo>
                  <a:lnTo>
                    <a:pt x="11815" y="418"/>
                  </a:lnTo>
                  <a:lnTo>
                    <a:pt x="5911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3855" y="941493"/>
              <a:ext cx="52360" cy="167167"/>
            </a:xfrm>
            <a:custGeom>
              <a:avLst/>
              <a:pathLst>
                <a:path w="52360" h="167167">
                  <a:moveTo>
                    <a:pt x="52360" y="0"/>
                  </a:moveTo>
                  <a:lnTo>
                    <a:pt x="46443" y="104"/>
                  </a:lnTo>
                  <a:lnTo>
                    <a:pt x="40535" y="418"/>
                  </a:lnTo>
                  <a:lnTo>
                    <a:pt x="34641" y="941"/>
                  </a:lnTo>
                  <a:lnTo>
                    <a:pt x="28769" y="1672"/>
                  </a:lnTo>
                  <a:lnTo>
                    <a:pt x="22927" y="2611"/>
                  </a:lnTo>
                  <a:lnTo>
                    <a:pt x="17122" y="3756"/>
                  </a:lnTo>
                  <a:lnTo>
                    <a:pt x="11360" y="5105"/>
                  </a:lnTo>
                  <a:lnTo>
                    <a:pt x="5651" y="6658"/>
                  </a:lnTo>
                  <a:lnTo>
                    <a:pt x="0" y="8411"/>
                  </a:lnTo>
                  <a:lnTo>
                    <a:pt x="523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855" y="949905"/>
              <a:ext cx="52360" cy="158755"/>
            </a:xfrm>
            <a:custGeom>
              <a:avLst/>
              <a:pathLst>
                <a:path w="52360" h="158755">
                  <a:moveTo>
                    <a:pt x="0" y="0"/>
                  </a:moveTo>
                  <a:lnTo>
                    <a:pt x="52360" y="1587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59" y="949905"/>
              <a:ext cx="167156" cy="325289"/>
            </a:xfrm>
            <a:custGeom>
              <a:avLst/>
              <a:pathLst>
                <a:path w="167156" h="325289">
                  <a:moveTo>
                    <a:pt x="114796" y="0"/>
                  </a:moveTo>
                  <a:lnTo>
                    <a:pt x="109773" y="1745"/>
                  </a:lnTo>
                  <a:lnTo>
                    <a:pt x="104808" y="3650"/>
                  </a:lnTo>
                  <a:lnTo>
                    <a:pt x="99906" y="5712"/>
                  </a:lnTo>
                  <a:lnTo>
                    <a:pt x="95072" y="7928"/>
                  </a:lnTo>
                  <a:lnTo>
                    <a:pt x="90311" y="10297"/>
                  </a:lnTo>
                  <a:lnTo>
                    <a:pt x="85628" y="12817"/>
                  </a:lnTo>
                  <a:lnTo>
                    <a:pt x="81027" y="15484"/>
                  </a:lnTo>
                  <a:lnTo>
                    <a:pt x="76513" y="18296"/>
                  </a:lnTo>
                  <a:lnTo>
                    <a:pt x="72091" y="21250"/>
                  </a:lnTo>
                  <a:lnTo>
                    <a:pt x="67766" y="24343"/>
                  </a:lnTo>
                  <a:lnTo>
                    <a:pt x="63541" y="27573"/>
                  </a:lnTo>
                  <a:lnTo>
                    <a:pt x="59421" y="30935"/>
                  </a:lnTo>
                  <a:lnTo>
                    <a:pt x="55409" y="34426"/>
                  </a:lnTo>
                  <a:lnTo>
                    <a:pt x="51511" y="38044"/>
                  </a:lnTo>
                  <a:lnTo>
                    <a:pt x="47730" y="41783"/>
                  </a:lnTo>
                  <a:lnTo>
                    <a:pt x="44070" y="45641"/>
                  </a:lnTo>
                  <a:lnTo>
                    <a:pt x="40535" y="49613"/>
                  </a:lnTo>
                  <a:lnTo>
                    <a:pt x="37127" y="53696"/>
                  </a:lnTo>
                  <a:lnTo>
                    <a:pt x="33851" y="57885"/>
                  </a:lnTo>
                  <a:lnTo>
                    <a:pt x="30710" y="62176"/>
                  </a:lnTo>
                  <a:lnTo>
                    <a:pt x="27707" y="66565"/>
                  </a:lnTo>
                  <a:lnTo>
                    <a:pt x="24845" y="71047"/>
                  </a:lnTo>
                  <a:lnTo>
                    <a:pt x="22128" y="75618"/>
                  </a:lnTo>
                  <a:lnTo>
                    <a:pt x="19557" y="80273"/>
                  </a:lnTo>
                  <a:lnTo>
                    <a:pt x="17135" y="85008"/>
                  </a:lnTo>
                  <a:lnTo>
                    <a:pt x="14865" y="89817"/>
                  </a:lnTo>
                  <a:lnTo>
                    <a:pt x="12750" y="94696"/>
                  </a:lnTo>
                  <a:lnTo>
                    <a:pt x="10790" y="99639"/>
                  </a:lnTo>
                  <a:lnTo>
                    <a:pt x="8989" y="104643"/>
                  </a:lnTo>
                  <a:lnTo>
                    <a:pt x="7348" y="109701"/>
                  </a:lnTo>
                  <a:lnTo>
                    <a:pt x="5868" y="114809"/>
                  </a:lnTo>
                  <a:lnTo>
                    <a:pt x="4552" y="119962"/>
                  </a:lnTo>
                  <a:lnTo>
                    <a:pt x="3400" y="125153"/>
                  </a:lnTo>
                  <a:lnTo>
                    <a:pt x="2414" y="130379"/>
                  </a:lnTo>
                  <a:lnTo>
                    <a:pt x="1595" y="135633"/>
                  </a:lnTo>
                  <a:lnTo>
                    <a:pt x="944" y="140911"/>
                  </a:lnTo>
                  <a:lnTo>
                    <a:pt x="460" y="146207"/>
                  </a:lnTo>
                  <a:lnTo>
                    <a:pt x="145" y="151515"/>
                  </a:lnTo>
                  <a:lnTo>
                    <a:pt x="0" y="156831"/>
                  </a:lnTo>
                  <a:lnTo>
                    <a:pt x="23" y="162149"/>
                  </a:lnTo>
                  <a:lnTo>
                    <a:pt x="215" y="167464"/>
                  </a:lnTo>
                  <a:lnTo>
                    <a:pt x="577" y="172769"/>
                  </a:lnTo>
                  <a:lnTo>
                    <a:pt x="1107" y="178061"/>
                  </a:lnTo>
                  <a:lnTo>
                    <a:pt x="1805" y="183332"/>
                  </a:lnTo>
                  <a:lnTo>
                    <a:pt x="2670" y="188579"/>
                  </a:lnTo>
                  <a:lnTo>
                    <a:pt x="3702" y="193796"/>
                  </a:lnTo>
                  <a:lnTo>
                    <a:pt x="4900" y="198977"/>
                  </a:lnTo>
                  <a:lnTo>
                    <a:pt x="6261" y="204118"/>
                  </a:lnTo>
                  <a:lnTo>
                    <a:pt x="7785" y="209213"/>
                  </a:lnTo>
                  <a:lnTo>
                    <a:pt x="9471" y="214257"/>
                  </a:lnTo>
                  <a:lnTo>
                    <a:pt x="11316" y="219244"/>
                  </a:lnTo>
                  <a:lnTo>
                    <a:pt x="13319" y="224170"/>
                  </a:lnTo>
                  <a:lnTo>
                    <a:pt x="15477" y="229030"/>
                  </a:lnTo>
                  <a:lnTo>
                    <a:pt x="17789" y="233819"/>
                  </a:lnTo>
                  <a:lnTo>
                    <a:pt x="20253" y="238532"/>
                  </a:lnTo>
                  <a:lnTo>
                    <a:pt x="22864" y="243165"/>
                  </a:lnTo>
                  <a:lnTo>
                    <a:pt x="25622" y="247712"/>
                  </a:lnTo>
                  <a:lnTo>
                    <a:pt x="28523" y="252168"/>
                  </a:lnTo>
                  <a:lnTo>
                    <a:pt x="31565" y="256531"/>
                  </a:lnTo>
                  <a:lnTo>
                    <a:pt x="34743" y="260794"/>
                  </a:lnTo>
                  <a:lnTo>
                    <a:pt x="38056" y="264954"/>
                  </a:lnTo>
                  <a:lnTo>
                    <a:pt x="41499" y="269007"/>
                  </a:lnTo>
                  <a:lnTo>
                    <a:pt x="45070" y="272948"/>
                  </a:lnTo>
                  <a:lnTo>
                    <a:pt x="48764" y="276773"/>
                  </a:lnTo>
                  <a:lnTo>
                    <a:pt x="52578" y="280479"/>
                  </a:lnTo>
                  <a:lnTo>
                    <a:pt x="56507" y="284062"/>
                  </a:lnTo>
                  <a:lnTo>
                    <a:pt x="60549" y="287518"/>
                  </a:lnTo>
                  <a:lnTo>
                    <a:pt x="64699" y="290844"/>
                  </a:lnTo>
                  <a:lnTo>
                    <a:pt x="68952" y="294036"/>
                  </a:lnTo>
                  <a:lnTo>
                    <a:pt x="73304" y="297091"/>
                  </a:lnTo>
                  <a:lnTo>
                    <a:pt x="77752" y="300006"/>
                  </a:lnTo>
                  <a:lnTo>
                    <a:pt x="82290" y="302779"/>
                  </a:lnTo>
                  <a:lnTo>
                    <a:pt x="86914" y="305405"/>
                  </a:lnTo>
                  <a:lnTo>
                    <a:pt x="91619" y="307883"/>
                  </a:lnTo>
                  <a:lnTo>
                    <a:pt x="96401" y="310211"/>
                  </a:lnTo>
                  <a:lnTo>
                    <a:pt x="101254" y="312384"/>
                  </a:lnTo>
                  <a:lnTo>
                    <a:pt x="106174" y="314403"/>
                  </a:lnTo>
                  <a:lnTo>
                    <a:pt x="111156" y="316264"/>
                  </a:lnTo>
                  <a:lnTo>
                    <a:pt x="116194" y="317965"/>
                  </a:lnTo>
                  <a:lnTo>
                    <a:pt x="121284" y="319506"/>
                  </a:lnTo>
                  <a:lnTo>
                    <a:pt x="126420" y="320883"/>
                  </a:lnTo>
                  <a:lnTo>
                    <a:pt x="131598" y="322097"/>
                  </a:lnTo>
                  <a:lnTo>
                    <a:pt x="136811" y="323146"/>
                  </a:lnTo>
                  <a:lnTo>
                    <a:pt x="142056" y="324028"/>
                  </a:lnTo>
                  <a:lnTo>
                    <a:pt x="147325" y="324742"/>
                  </a:lnTo>
                  <a:lnTo>
                    <a:pt x="152615" y="325289"/>
                  </a:lnTo>
                  <a:lnTo>
                    <a:pt x="167156" y="1587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71674" y="941493"/>
              <a:ext cx="181706" cy="334328"/>
            </a:xfrm>
            <a:custGeom>
              <a:avLst/>
              <a:pathLst>
                <a:path w="181706" h="334328">
                  <a:moveTo>
                    <a:pt x="0" y="333701"/>
                  </a:moveTo>
                  <a:lnTo>
                    <a:pt x="5330" y="334080"/>
                  </a:lnTo>
                  <a:lnTo>
                    <a:pt x="10669" y="334290"/>
                  </a:lnTo>
                  <a:lnTo>
                    <a:pt x="16013" y="334328"/>
                  </a:lnTo>
                  <a:lnTo>
                    <a:pt x="21355" y="334195"/>
                  </a:lnTo>
                  <a:lnTo>
                    <a:pt x="26690" y="333892"/>
                  </a:lnTo>
                  <a:lnTo>
                    <a:pt x="32012" y="333419"/>
                  </a:lnTo>
                  <a:lnTo>
                    <a:pt x="37317" y="332775"/>
                  </a:lnTo>
                  <a:lnTo>
                    <a:pt x="42599" y="331963"/>
                  </a:lnTo>
                  <a:lnTo>
                    <a:pt x="47851" y="330982"/>
                  </a:lnTo>
                  <a:lnTo>
                    <a:pt x="53070" y="329834"/>
                  </a:lnTo>
                  <a:lnTo>
                    <a:pt x="58250" y="328519"/>
                  </a:lnTo>
                  <a:lnTo>
                    <a:pt x="63384" y="327039"/>
                  </a:lnTo>
                  <a:lnTo>
                    <a:pt x="68469" y="325397"/>
                  </a:lnTo>
                  <a:lnTo>
                    <a:pt x="73499" y="323592"/>
                  </a:lnTo>
                  <a:lnTo>
                    <a:pt x="78469" y="321628"/>
                  </a:lnTo>
                  <a:lnTo>
                    <a:pt x="83373" y="319506"/>
                  </a:lnTo>
                  <a:lnTo>
                    <a:pt x="88207" y="317228"/>
                  </a:lnTo>
                  <a:lnTo>
                    <a:pt x="92965" y="314797"/>
                  </a:lnTo>
                  <a:lnTo>
                    <a:pt x="97644" y="312215"/>
                  </a:lnTo>
                  <a:lnTo>
                    <a:pt x="102237" y="309484"/>
                  </a:lnTo>
                  <a:lnTo>
                    <a:pt x="106741" y="306609"/>
                  </a:lnTo>
                  <a:lnTo>
                    <a:pt x="111151" y="303591"/>
                  </a:lnTo>
                  <a:lnTo>
                    <a:pt x="115462" y="300433"/>
                  </a:lnTo>
                  <a:lnTo>
                    <a:pt x="119670" y="297139"/>
                  </a:lnTo>
                  <a:lnTo>
                    <a:pt x="123770" y="293713"/>
                  </a:lnTo>
                  <a:lnTo>
                    <a:pt x="127759" y="290157"/>
                  </a:lnTo>
                  <a:lnTo>
                    <a:pt x="131632" y="286476"/>
                  </a:lnTo>
                  <a:lnTo>
                    <a:pt x="135385" y="282672"/>
                  </a:lnTo>
                  <a:lnTo>
                    <a:pt x="139015" y="278751"/>
                  </a:lnTo>
                  <a:lnTo>
                    <a:pt x="142518" y="274715"/>
                  </a:lnTo>
                  <a:lnTo>
                    <a:pt x="145890" y="270570"/>
                  </a:lnTo>
                  <a:lnTo>
                    <a:pt x="149128" y="266319"/>
                  </a:lnTo>
                  <a:lnTo>
                    <a:pt x="152228" y="261967"/>
                  </a:lnTo>
                  <a:lnTo>
                    <a:pt x="155188" y="257517"/>
                  </a:lnTo>
                  <a:lnTo>
                    <a:pt x="158004" y="252976"/>
                  </a:lnTo>
                  <a:lnTo>
                    <a:pt x="160673" y="248347"/>
                  </a:lnTo>
                  <a:lnTo>
                    <a:pt x="163193" y="243635"/>
                  </a:lnTo>
                  <a:lnTo>
                    <a:pt x="165561" y="238844"/>
                  </a:lnTo>
                  <a:lnTo>
                    <a:pt x="167775" y="233981"/>
                  </a:lnTo>
                  <a:lnTo>
                    <a:pt x="169832" y="229049"/>
                  </a:lnTo>
                  <a:lnTo>
                    <a:pt x="171731" y="224054"/>
                  </a:lnTo>
                  <a:lnTo>
                    <a:pt x="173469" y="219001"/>
                  </a:lnTo>
                  <a:lnTo>
                    <a:pt x="175044" y="213895"/>
                  </a:lnTo>
                  <a:lnTo>
                    <a:pt x="176456" y="208741"/>
                  </a:lnTo>
                  <a:lnTo>
                    <a:pt x="177702" y="203545"/>
                  </a:lnTo>
                  <a:lnTo>
                    <a:pt x="178781" y="198311"/>
                  </a:lnTo>
                  <a:lnTo>
                    <a:pt x="179693" y="193046"/>
                  </a:lnTo>
                  <a:lnTo>
                    <a:pt x="180435" y="187754"/>
                  </a:lnTo>
                  <a:lnTo>
                    <a:pt x="181009" y="182441"/>
                  </a:lnTo>
                  <a:lnTo>
                    <a:pt x="181412" y="177113"/>
                  </a:lnTo>
                  <a:lnTo>
                    <a:pt x="181644" y="171774"/>
                  </a:lnTo>
                  <a:lnTo>
                    <a:pt x="181706" y="166431"/>
                  </a:lnTo>
                  <a:lnTo>
                    <a:pt x="181597" y="161088"/>
                  </a:lnTo>
                  <a:lnTo>
                    <a:pt x="181318" y="155752"/>
                  </a:lnTo>
                  <a:lnTo>
                    <a:pt x="180868" y="150427"/>
                  </a:lnTo>
                  <a:lnTo>
                    <a:pt x="180248" y="145120"/>
                  </a:lnTo>
                  <a:lnTo>
                    <a:pt x="179458" y="139835"/>
                  </a:lnTo>
                  <a:lnTo>
                    <a:pt x="178501" y="134578"/>
                  </a:lnTo>
                  <a:lnTo>
                    <a:pt x="177375" y="129354"/>
                  </a:lnTo>
                  <a:lnTo>
                    <a:pt x="176083" y="124169"/>
                  </a:lnTo>
                  <a:lnTo>
                    <a:pt x="174627" y="119027"/>
                  </a:lnTo>
                  <a:lnTo>
                    <a:pt x="173006" y="113935"/>
                  </a:lnTo>
                  <a:lnTo>
                    <a:pt x="171224" y="108898"/>
                  </a:lnTo>
                  <a:lnTo>
                    <a:pt x="169281" y="103920"/>
                  </a:lnTo>
                  <a:lnTo>
                    <a:pt x="167181" y="99006"/>
                  </a:lnTo>
                  <a:lnTo>
                    <a:pt x="164924" y="94162"/>
                  </a:lnTo>
                  <a:lnTo>
                    <a:pt x="162514" y="89393"/>
                  </a:lnTo>
                  <a:lnTo>
                    <a:pt x="159953" y="84703"/>
                  </a:lnTo>
                  <a:lnTo>
                    <a:pt x="157243" y="80098"/>
                  </a:lnTo>
                  <a:lnTo>
                    <a:pt x="154387" y="75581"/>
                  </a:lnTo>
                  <a:lnTo>
                    <a:pt x="151388" y="71158"/>
                  </a:lnTo>
                  <a:lnTo>
                    <a:pt x="148250" y="66834"/>
                  </a:lnTo>
                  <a:lnTo>
                    <a:pt x="144975" y="62611"/>
                  </a:lnTo>
                  <a:lnTo>
                    <a:pt x="141566" y="58496"/>
                  </a:lnTo>
                  <a:lnTo>
                    <a:pt x="138028" y="54491"/>
                  </a:lnTo>
                  <a:lnTo>
                    <a:pt x="134364" y="50602"/>
                  </a:lnTo>
                  <a:lnTo>
                    <a:pt x="130577" y="46832"/>
                  </a:lnTo>
                  <a:lnTo>
                    <a:pt x="126671" y="43185"/>
                  </a:lnTo>
                  <a:lnTo>
                    <a:pt x="122651" y="39664"/>
                  </a:lnTo>
                  <a:lnTo>
                    <a:pt x="118521" y="36274"/>
                  </a:lnTo>
                  <a:lnTo>
                    <a:pt x="114284" y="33017"/>
                  </a:lnTo>
                  <a:lnTo>
                    <a:pt x="109946" y="29898"/>
                  </a:lnTo>
                  <a:lnTo>
                    <a:pt x="105509" y="26919"/>
                  </a:lnTo>
                  <a:lnTo>
                    <a:pt x="100980" y="24083"/>
                  </a:lnTo>
                  <a:lnTo>
                    <a:pt x="96363" y="21393"/>
                  </a:lnTo>
                  <a:lnTo>
                    <a:pt x="91662" y="18852"/>
                  </a:lnTo>
                  <a:lnTo>
                    <a:pt x="86882" y="16463"/>
                  </a:lnTo>
                  <a:lnTo>
                    <a:pt x="82028" y="14228"/>
                  </a:lnTo>
                  <a:lnTo>
                    <a:pt x="77106" y="12149"/>
                  </a:lnTo>
                  <a:lnTo>
                    <a:pt x="72119" y="10229"/>
                  </a:lnTo>
                  <a:lnTo>
                    <a:pt x="67074" y="8468"/>
                  </a:lnTo>
                  <a:lnTo>
                    <a:pt x="61975" y="6870"/>
                  </a:lnTo>
                  <a:lnTo>
                    <a:pt x="56827" y="5436"/>
                  </a:lnTo>
                  <a:lnTo>
                    <a:pt x="51636" y="4167"/>
                  </a:lnTo>
                  <a:lnTo>
                    <a:pt x="46408" y="3065"/>
                  </a:lnTo>
                  <a:lnTo>
                    <a:pt x="41146" y="2130"/>
                  </a:lnTo>
                  <a:lnTo>
                    <a:pt x="35858" y="1364"/>
                  </a:lnTo>
                  <a:lnTo>
                    <a:pt x="30548" y="768"/>
                  </a:lnTo>
                  <a:lnTo>
                    <a:pt x="25221" y="341"/>
                  </a:lnTo>
                  <a:lnTo>
                    <a:pt x="19883" y="85"/>
                  </a:lnTo>
                  <a:lnTo>
                    <a:pt x="14541" y="0"/>
                  </a:lnTo>
                  <a:lnTo>
                    <a:pt x="145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9269" y="1071028"/>
              <a:ext cx="165231" cy="167167"/>
            </a:xfrm>
            <a:custGeom>
              <a:avLst/>
              <a:pathLst>
                <a:path w="165231" h="167167">
                  <a:moveTo>
                    <a:pt x="165231" y="0"/>
                  </a:moveTo>
                  <a:lnTo>
                    <a:pt x="159843" y="86"/>
                  </a:lnTo>
                  <a:lnTo>
                    <a:pt x="154460" y="347"/>
                  </a:lnTo>
                  <a:lnTo>
                    <a:pt x="149089" y="781"/>
                  </a:lnTo>
                  <a:lnTo>
                    <a:pt x="143734" y="1387"/>
                  </a:lnTo>
                  <a:lnTo>
                    <a:pt x="138402" y="2166"/>
                  </a:lnTo>
                  <a:lnTo>
                    <a:pt x="133098" y="3117"/>
                  </a:lnTo>
                  <a:lnTo>
                    <a:pt x="127827" y="4238"/>
                  </a:lnTo>
                  <a:lnTo>
                    <a:pt x="122595" y="5528"/>
                  </a:lnTo>
                  <a:lnTo>
                    <a:pt x="117407" y="6987"/>
                  </a:lnTo>
                  <a:lnTo>
                    <a:pt x="112269" y="8611"/>
                  </a:lnTo>
                  <a:lnTo>
                    <a:pt x="107185" y="10401"/>
                  </a:lnTo>
                  <a:lnTo>
                    <a:pt x="102163" y="12353"/>
                  </a:lnTo>
                  <a:lnTo>
                    <a:pt x="97205" y="14466"/>
                  </a:lnTo>
                  <a:lnTo>
                    <a:pt x="92319" y="16738"/>
                  </a:lnTo>
                  <a:lnTo>
                    <a:pt x="87508" y="19167"/>
                  </a:lnTo>
                  <a:lnTo>
                    <a:pt x="82778" y="21749"/>
                  </a:lnTo>
                  <a:lnTo>
                    <a:pt x="78134" y="24482"/>
                  </a:lnTo>
                  <a:lnTo>
                    <a:pt x="73580" y="27364"/>
                  </a:lnTo>
                  <a:lnTo>
                    <a:pt x="69121" y="30390"/>
                  </a:lnTo>
                  <a:lnTo>
                    <a:pt x="64763" y="33559"/>
                  </a:lnTo>
                  <a:lnTo>
                    <a:pt x="60508" y="36867"/>
                  </a:lnTo>
                  <a:lnTo>
                    <a:pt x="56363" y="40310"/>
                  </a:lnTo>
                  <a:lnTo>
                    <a:pt x="52331" y="43885"/>
                  </a:lnTo>
                  <a:lnTo>
                    <a:pt x="48416" y="47588"/>
                  </a:lnTo>
                  <a:lnTo>
                    <a:pt x="44622" y="51416"/>
                  </a:lnTo>
                  <a:lnTo>
                    <a:pt x="40954" y="55363"/>
                  </a:lnTo>
                  <a:lnTo>
                    <a:pt x="37415" y="59427"/>
                  </a:lnTo>
                  <a:lnTo>
                    <a:pt x="34008" y="63603"/>
                  </a:lnTo>
                  <a:lnTo>
                    <a:pt x="30738" y="67887"/>
                  </a:lnTo>
                  <a:lnTo>
                    <a:pt x="27608" y="72273"/>
                  </a:lnTo>
                  <a:lnTo>
                    <a:pt x="24621" y="76758"/>
                  </a:lnTo>
                  <a:lnTo>
                    <a:pt x="21780" y="81338"/>
                  </a:lnTo>
                  <a:lnTo>
                    <a:pt x="19088" y="86006"/>
                  </a:lnTo>
                  <a:lnTo>
                    <a:pt x="16548" y="90759"/>
                  </a:lnTo>
                  <a:lnTo>
                    <a:pt x="14162" y="95591"/>
                  </a:lnTo>
                  <a:lnTo>
                    <a:pt x="11934" y="100497"/>
                  </a:lnTo>
                  <a:lnTo>
                    <a:pt x="9865" y="105473"/>
                  </a:lnTo>
                  <a:lnTo>
                    <a:pt x="7957" y="110513"/>
                  </a:lnTo>
                  <a:lnTo>
                    <a:pt x="6212" y="115612"/>
                  </a:lnTo>
                  <a:lnTo>
                    <a:pt x="4633" y="120764"/>
                  </a:lnTo>
                  <a:lnTo>
                    <a:pt x="3221" y="125965"/>
                  </a:lnTo>
                  <a:lnTo>
                    <a:pt x="1977" y="131208"/>
                  </a:lnTo>
                  <a:lnTo>
                    <a:pt x="903" y="136489"/>
                  </a:lnTo>
                  <a:lnTo>
                    <a:pt x="0" y="141801"/>
                  </a:lnTo>
                  <a:lnTo>
                    <a:pt x="16523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269" y="1212830"/>
              <a:ext cx="165231" cy="25365"/>
            </a:xfrm>
            <a:custGeom>
              <a:avLst/>
              <a:pathLst>
                <a:path w="165231" h="25365">
                  <a:moveTo>
                    <a:pt x="0" y="0"/>
                  </a:moveTo>
                  <a:lnTo>
                    <a:pt x="165231" y="253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7" y="1074445"/>
              <a:ext cx="334329" cy="330908"/>
            </a:xfrm>
            <a:custGeom>
              <a:avLst/>
              <a:pathLst>
                <a:path w="334329" h="330908">
                  <a:moveTo>
                    <a:pt x="1932" y="138385"/>
                  </a:moveTo>
                  <a:lnTo>
                    <a:pt x="1211" y="143637"/>
                  </a:lnTo>
                  <a:lnTo>
                    <a:pt x="656" y="148909"/>
                  </a:lnTo>
                  <a:lnTo>
                    <a:pt x="269" y="154197"/>
                  </a:lnTo>
                  <a:lnTo>
                    <a:pt x="50" y="159494"/>
                  </a:lnTo>
                  <a:lnTo>
                    <a:pt x="0" y="164795"/>
                  </a:lnTo>
                  <a:lnTo>
                    <a:pt x="117" y="170095"/>
                  </a:lnTo>
                  <a:lnTo>
                    <a:pt x="402" y="175389"/>
                  </a:lnTo>
                  <a:lnTo>
                    <a:pt x="855" y="180672"/>
                  </a:lnTo>
                  <a:lnTo>
                    <a:pt x="1475" y="185937"/>
                  </a:lnTo>
                  <a:lnTo>
                    <a:pt x="2262" y="191180"/>
                  </a:lnTo>
                  <a:lnTo>
                    <a:pt x="3215" y="196395"/>
                  </a:lnTo>
                  <a:lnTo>
                    <a:pt x="4332" y="201577"/>
                  </a:lnTo>
                  <a:lnTo>
                    <a:pt x="5614" y="206722"/>
                  </a:lnTo>
                  <a:lnTo>
                    <a:pt x="7058" y="211823"/>
                  </a:lnTo>
                  <a:lnTo>
                    <a:pt x="8663" y="216876"/>
                  </a:lnTo>
                  <a:lnTo>
                    <a:pt x="10427" y="221875"/>
                  </a:lnTo>
                  <a:lnTo>
                    <a:pt x="12349" y="226816"/>
                  </a:lnTo>
                  <a:lnTo>
                    <a:pt x="14427" y="231693"/>
                  </a:lnTo>
                  <a:lnTo>
                    <a:pt x="16658" y="236503"/>
                  </a:lnTo>
                  <a:lnTo>
                    <a:pt x="19041" y="241239"/>
                  </a:lnTo>
                  <a:lnTo>
                    <a:pt x="21572" y="245897"/>
                  </a:lnTo>
                  <a:lnTo>
                    <a:pt x="24250" y="250472"/>
                  </a:lnTo>
                  <a:lnTo>
                    <a:pt x="27072" y="254960"/>
                  </a:lnTo>
                  <a:lnTo>
                    <a:pt x="30035" y="259357"/>
                  </a:lnTo>
                  <a:lnTo>
                    <a:pt x="33136" y="263657"/>
                  </a:lnTo>
                  <a:lnTo>
                    <a:pt x="36371" y="267857"/>
                  </a:lnTo>
                  <a:lnTo>
                    <a:pt x="39738" y="271952"/>
                  </a:lnTo>
                  <a:lnTo>
                    <a:pt x="43233" y="275938"/>
                  </a:lnTo>
                  <a:lnTo>
                    <a:pt x="46853" y="279812"/>
                  </a:lnTo>
                  <a:lnTo>
                    <a:pt x="50594" y="283568"/>
                  </a:lnTo>
                  <a:lnTo>
                    <a:pt x="54452" y="287205"/>
                  </a:lnTo>
                  <a:lnTo>
                    <a:pt x="58423" y="290717"/>
                  </a:lnTo>
                  <a:lnTo>
                    <a:pt x="62504" y="294101"/>
                  </a:lnTo>
                  <a:lnTo>
                    <a:pt x="66690" y="297354"/>
                  </a:lnTo>
                  <a:lnTo>
                    <a:pt x="70977" y="300473"/>
                  </a:lnTo>
                  <a:lnTo>
                    <a:pt x="75361" y="303454"/>
                  </a:lnTo>
                  <a:lnTo>
                    <a:pt x="79838" y="306295"/>
                  </a:lnTo>
                  <a:lnTo>
                    <a:pt x="84402" y="308993"/>
                  </a:lnTo>
                  <a:lnTo>
                    <a:pt x="89049" y="311544"/>
                  </a:lnTo>
                  <a:lnTo>
                    <a:pt x="93775" y="313947"/>
                  </a:lnTo>
                  <a:lnTo>
                    <a:pt x="98574" y="316198"/>
                  </a:lnTo>
                  <a:lnTo>
                    <a:pt x="103443" y="318297"/>
                  </a:lnTo>
                  <a:lnTo>
                    <a:pt x="108376" y="320239"/>
                  </a:lnTo>
                  <a:lnTo>
                    <a:pt x="113368" y="322025"/>
                  </a:lnTo>
                  <a:lnTo>
                    <a:pt x="118414" y="323651"/>
                  </a:lnTo>
                  <a:lnTo>
                    <a:pt x="123509" y="325117"/>
                  </a:lnTo>
                  <a:lnTo>
                    <a:pt x="128648" y="326420"/>
                  </a:lnTo>
                  <a:lnTo>
                    <a:pt x="133825" y="327559"/>
                  </a:lnTo>
                  <a:lnTo>
                    <a:pt x="139036" y="328534"/>
                  </a:lnTo>
                  <a:lnTo>
                    <a:pt x="144276" y="329343"/>
                  </a:lnTo>
                  <a:lnTo>
                    <a:pt x="149538" y="329986"/>
                  </a:lnTo>
                  <a:lnTo>
                    <a:pt x="154819" y="330461"/>
                  </a:lnTo>
                  <a:lnTo>
                    <a:pt x="160111" y="330769"/>
                  </a:lnTo>
                  <a:lnTo>
                    <a:pt x="165411" y="330908"/>
                  </a:lnTo>
                  <a:lnTo>
                    <a:pt x="170713" y="330880"/>
                  </a:lnTo>
                  <a:lnTo>
                    <a:pt x="176011" y="330683"/>
                  </a:lnTo>
                  <a:lnTo>
                    <a:pt x="181300" y="330319"/>
                  </a:lnTo>
                  <a:lnTo>
                    <a:pt x="186574" y="329787"/>
                  </a:lnTo>
                  <a:lnTo>
                    <a:pt x="191830" y="329088"/>
                  </a:lnTo>
                  <a:lnTo>
                    <a:pt x="197060" y="328222"/>
                  </a:lnTo>
                  <a:lnTo>
                    <a:pt x="202261" y="327192"/>
                  </a:lnTo>
                  <a:lnTo>
                    <a:pt x="207426" y="325997"/>
                  </a:lnTo>
                  <a:lnTo>
                    <a:pt x="212550" y="324638"/>
                  </a:lnTo>
                  <a:lnTo>
                    <a:pt x="217629" y="323118"/>
                  </a:lnTo>
                  <a:lnTo>
                    <a:pt x="222657" y="321438"/>
                  </a:lnTo>
                  <a:lnTo>
                    <a:pt x="227630" y="319599"/>
                  </a:lnTo>
                  <a:lnTo>
                    <a:pt x="232541" y="317603"/>
                  </a:lnTo>
                  <a:lnTo>
                    <a:pt x="237387" y="315452"/>
                  </a:lnTo>
                  <a:lnTo>
                    <a:pt x="242162" y="313149"/>
                  </a:lnTo>
                  <a:lnTo>
                    <a:pt x="246862" y="310696"/>
                  </a:lnTo>
                  <a:lnTo>
                    <a:pt x="251482" y="308095"/>
                  </a:lnTo>
                  <a:lnTo>
                    <a:pt x="256017" y="305348"/>
                  </a:lnTo>
                  <a:lnTo>
                    <a:pt x="260462" y="302460"/>
                  </a:lnTo>
                  <a:lnTo>
                    <a:pt x="264814" y="299431"/>
                  </a:lnTo>
                  <a:lnTo>
                    <a:pt x="269067" y="296267"/>
                  </a:lnTo>
                  <a:lnTo>
                    <a:pt x="273218" y="292969"/>
                  </a:lnTo>
                  <a:lnTo>
                    <a:pt x="277262" y="289541"/>
                  </a:lnTo>
                  <a:lnTo>
                    <a:pt x="281196" y="285986"/>
                  </a:lnTo>
                  <a:lnTo>
                    <a:pt x="285014" y="282309"/>
                  </a:lnTo>
                  <a:lnTo>
                    <a:pt x="288715" y="278512"/>
                  </a:lnTo>
                  <a:lnTo>
                    <a:pt x="292293" y="274600"/>
                  </a:lnTo>
                  <a:lnTo>
                    <a:pt x="295745" y="270576"/>
                  </a:lnTo>
                  <a:lnTo>
                    <a:pt x="299068" y="266445"/>
                  </a:lnTo>
                  <a:lnTo>
                    <a:pt x="302258" y="262211"/>
                  </a:lnTo>
                  <a:lnTo>
                    <a:pt x="305312" y="257878"/>
                  </a:lnTo>
                  <a:lnTo>
                    <a:pt x="308227" y="253449"/>
                  </a:lnTo>
                  <a:lnTo>
                    <a:pt x="311001" y="248931"/>
                  </a:lnTo>
                  <a:lnTo>
                    <a:pt x="313630" y="244327"/>
                  </a:lnTo>
                  <a:lnTo>
                    <a:pt x="316111" y="239642"/>
                  </a:lnTo>
                  <a:lnTo>
                    <a:pt x="318443" y="234881"/>
                  </a:lnTo>
                  <a:lnTo>
                    <a:pt x="320622" y="230048"/>
                  </a:lnTo>
                  <a:lnTo>
                    <a:pt x="322647" y="225149"/>
                  </a:lnTo>
                  <a:lnTo>
                    <a:pt x="324516" y="220187"/>
                  </a:lnTo>
                  <a:lnTo>
                    <a:pt x="326227" y="215169"/>
                  </a:lnTo>
                  <a:lnTo>
                    <a:pt x="327777" y="210099"/>
                  </a:lnTo>
                  <a:lnTo>
                    <a:pt x="329166" y="204983"/>
                  </a:lnTo>
                  <a:lnTo>
                    <a:pt x="330392" y="199825"/>
                  </a:lnTo>
                  <a:lnTo>
                    <a:pt x="331454" y="194631"/>
                  </a:lnTo>
                  <a:lnTo>
                    <a:pt x="332351" y="189406"/>
                  </a:lnTo>
                  <a:lnTo>
                    <a:pt x="333081" y="184155"/>
                  </a:lnTo>
                  <a:lnTo>
                    <a:pt x="333645" y="178883"/>
                  </a:lnTo>
                  <a:lnTo>
                    <a:pt x="334041" y="173597"/>
                  </a:lnTo>
                  <a:lnTo>
                    <a:pt x="334269" y="168300"/>
                  </a:lnTo>
                  <a:lnTo>
                    <a:pt x="334329" y="162999"/>
                  </a:lnTo>
                  <a:lnTo>
                    <a:pt x="334222" y="157698"/>
                  </a:lnTo>
                  <a:lnTo>
                    <a:pt x="333946" y="152404"/>
                  </a:lnTo>
                  <a:lnTo>
                    <a:pt x="333502" y="147121"/>
                  </a:lnTo>
                  <a:lnTo>
                    <a:pt x="332891" y="141855"/>
                  </a:lnTo>
                  <a:lnTo>
                    <a:pt x="332113" y="136610"/>
                  </a:lnTo>
                  <a:lnTo>
                    <a:pt x="331170" y="131393"/>
                  </a:lnTo>
                  <a:lnTo>
                    <a:pt x="330061" y="126209"/>
                  </a:lnTo>
                  <a:lnTo>
                    <a:pt x="328789" y="121062"/>
                  </a:lnTo>
                  <a:lnTo>
                    <a:pt x="327354" y="115959"/>
                  </a:lnTo>
                  <a:lnTo>
                    <a:pt x="325758" y="110903"/>
                  </a:lnTo>
                  <a:lnTo>
                    <a:pt x="324002" y="105901"/>
                  </a:lnTo>
                  <a:lnTo>
                    <a:pt x="322089" y="100956"/>
                  </a:lnTo>
                  <a:lnTo>
                    <a:pt x="320020" y="96075"/>
                  </a:lnTo>
                  <a:lnTo>
                    <a:pt x="317797" y="91262"/>
                  </a:lnTo>
                  <a:lnTo>
                    <a:pt x="315423" y="86522"/>
                  </a:lnTo>
                  <a:lnTo>
                    <a:pt x="312899" y="81859"/>
                  </a:lnTo>
                  <a:lnTo>
                    <a:pt x="310229" y="77279"/>
                  </a:lnTo>
                  <a:lnTo>
                    <a:pt x="307415" y="72786"/>
                  </a:lnTo>
                  <a:lnTo>
                    <a:pt x="304460" y="68384"/>
                  </a:lnTo>
                  <a:lnTo>
                    <a:pt x="301367" y="64079"/>
                  </a:lnTo>
                  <a:lnTo>
                    <a:pt x="298139" y="59873"/>
                  </a:lnTo>
                  <a:lnTo>
                    <a:pt x="294779" y="55772"/>
                  </a:lnTo>
                  <a:lnTo>
                    <a:pt x="291291" y="51780"/>
                  </a:lnTo>
                  <a:lnTo>
                    <a:pt x="287678" y="47900"/>
                  </a:lnTo>
                  <a:lnTo>
                    <a:pt x="283944" y="44137"/>
                  </a:lnTo>
                  <a:lnTo>
                    <a:pt x="280092" y="40494"/>
                  </a:lnTo>
                  <a:lnTo>
                    <a:pt x="276127" y="36975"/>
                  </a:lnTo>
                  <a:lnTo>
                    <a:pt x="272052" y="33583"/>
                  </a:lnTo>
                  <a:lnTo>
                    <a:pt x="267872" y="30323"/>
                  </a:lnTo>
                  <a:lnTo>
                    <a:pt x="263590" y="27196"/>
                  </a:lnTo>
                  <a:lnTo>
                    <a:pt x="259211" y="24207"/>
                  </a:lnTo>
                  <a:lnTo>
                    <a:pt x="254740" y="21359"/>
                  </a:lnTo>
                  <a:lnTo>
                    <a:pt x="250181" y="18653"/>
                  </a:lnTo>
                  <a:lnTo>
                    <a:pt x="245538" y="16094"/>
                  </a:lnTo>
                  <a:lnTo>
                    <a:pt x="240816" y="13683"/>
                  </a:lnTo>
                  <a:lnTo>
                    <a:pt x="236021" y="11423"/>
                  </a:lnTo>
                  <a:lnTo>
                    <a:pt x="231156" y="9316"/>
                  </a:lnTo>
                  <a:lnTo>
                    <a:pt x="226226" y="7364"/>
                  </a:lnTo>
                  <a:lnTo>
                    <a:pt x="221238" y="5570"/>
                  </a:lnTo>
                  <a:lnTo>
                    <a:pt x="216195" y="3935"/>
                  </a:lnTo>
                  <a:lnTo>
                    <a:pt x="211102" y="2460"/>
                  </a:lnTo>
                  <a:lnTo>
                    <a:pt x="205966" y="1148"/>
                  </a:lnTo>
                  <a:lnTo>
                    <a:pt x="200790" y="0"/>
                  </a:lnTo>
                  <a:lnTo>
                    <a:pt x="167164" y="163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33626" cy="167167"/>
            </a:xfrm>
            <a:custGeom>
              <a:avLst/>
              <a:pathLst>
                <a:path w="33626" h="167167">
                  <a:moveTo>
                    <a:pt x="33626" y="3416"/>
                  </a:moveTo>
                  <a:lnTo>
                    <a:pt x="26967" y="2189"/>
                  </a:lnTo>
                  <a:lnTo>
                    <a:pt x="20264" y="1232"/>
                  </a:lnTo>
                  <a:lnTo>
                    <a:pt x="13528" y="548"/>
                  </a:lnTo>
                  <a:lnTo>
                    <a:pt x="6769" y="13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4933" y="1322571"/>
              <a:ext cx="63787" cy="167167"/>
            </a:xfrm>
            <a:custGeom>
              <a:avLst/>
              <a:pathLst>
                <a:path w="63787" h="167167">
                  <a:moveTo>
                    <a:pt x="63787" y="0"/>
                  </a:moveTo>
                  <a:lnTo>
                    <a:pt x="57838" y="105"/>
                  </a:lnTo>
                  <a:lnTo>
                    <a:pt x="51898" y="423"/>
                  </a:lnTo>
                  <a:lnTo>
                    <a:pt x="45972" y="951"/>
                  </a:lnTo>
                  <a:lnTo>
                    <a:pt x="40068" y="1691"/>
                  </a:lnTo>
                  <a:lnTo>
                    <a:pt x="34195" y="2639"/>
                  </a:lnTo>
                  <a:lnTo>
                    <a:pt x="28360" y="3797"/>
                  </a:lnTo>
                  <a:lnTo>
                    <a:pt x="22569" y="5161"/>
                  </a:lnTo>
                  <a:lnTo>
                    <a:pt x="16830" y="6730"/>
                  </a:lnTo>
                  <a:lnTo>
                    <a:pt x="11151" y="8503"/>
                  </a:lnTo>
                  <a:lnTo>
                    <a:pt x="5538" y="10476"/>
                  </a:lnTo>
                  <a:lnTo>
                    <a:pt x="0" y="12648"/>
                  </a:lnTo>
                  <a:lnTo>
                    <a:pt x="6378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4933" y="1335220"/>
              <a:ext cx="63787" cy="154518"/>
            </a:xfrm>
            <a:custGeom>
              <a:avLst/>
              <a:pathLst>
                <a:path w="63787" h="154518">
                  <a:moveTo>
                    <a:pt x="0" y="0"/>
                  </a:moveTo>
                  <a:lnTo>
                    <a:pt x="63787" y="1545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21555" y="1335220"/>
              <a:ext cx="334331" cy="321675"/>
            </a:xfrm>
            <a:custGeom>
              <a:avLst/>
              <a:pathLst>
                <a:path w="334331" h="321675">
                  <a:moveTo>
                    <a:pt x="103378" y="0"/>
                  </a:moveTo>
                  <a:lnTo>
                    <a:pt x="98506" y="2102"/>
                  </a:lnTo>
                  <a:lnTo>
                    <a:pt x="93703" y="4358"/>
                  </a:lnTo>
                  <a:lnTo>
                    <a:pt x="88974" y="6765"/>
                  </a:lnTo>
                  <a:lnTo>
                    <a:pt x="84324" y="9321"/>
                  </a:lnTo>
                  <a:lnTo>
                    <a:pt x="79758" y="12023"/>
                  </a:lnTo>
                  <a:lnTo>
                    <a:pt x="75280" y="14869"/>
                  </a:lnTo>
                  <a:lnTo>
                    <a:pt x="70894" y="17855"/>
                  </a:lnTo>
                  <a:lnTo>
                    <a:pt x="66605" y="20980"/>
                  </a:lnTo>
                  <a:lnTo>
                    <a:pt x="62418" y="24238"/>
                  </a:lnTo>
                  <a:lnTo>
                    <a:pt x="58336" y="27628"/>
                  </a:lnTo>
                  <a:lnTo>
                    <a:pt x="54363" y="31146"/>
                  </a:lnTo>
                  <a:lnTo>
                    <a:pt x="50505" y="34788"/>
                  </a:lnTo>
                  <a:lnTo>
                    <a:pt x="46763" y="38551"/>
                  </a:lnTo>
                  <a:lnTo>
                    <a:pt x="43144" y="42431"/>
                  </a:lnTo>
                  <a:lnTo>
                    <a:pt x="39649" y="46423"/>
                  </a:lnTo>
                  <a:lnTo>
                    <a:pt x="36282" y="50525"/>
                  </a:lnTo>
                  <a:lnTo>
                    <a:pt x="33048" y="54731"/>
                  </a:lnTo>
                  <a:lnTo>
                    <a:pt x="29948" y="59038"/>
                  </a:lnTo>
                  <a:lnTo>
                    <a:pt x="26987" y="63441"/>
                  </a:lnTo>
                  <a:lnTo>
                    <a:pt x="24167" y="67936"/>
                  </a:lnTo>
                  <a:lnTo>
                    <a:pt x="21491" y="72517"/>
                  </a:lnTo>
                  <a:lnTo>
                    <a:pt x="18962" y="77182"/>
                  </a:lnTo>
                  <a:lnTo>
                    <a:pt x="16583" y="81925"/>
                  </a:lnTo>
                  <a:lnTo>
                    <a:pt x="14354" y="86740"/>
                  </a:lnTo>
                  <a:lnTo>
                    <a:pt x="12280" y="91624"/>
                  </a:lnTo>
                  <a:lnTo>
                    <a:pt x="10362" y="96571"/>
                  </a:lnTo>
                  <a:lnTo>
                    <a:pt x="8602" y="101577"/>
                  </a:lnTo>
                  <a:lnTo>
                    <a:pt x="7002" y="106636"/>
                  </a:lnTo>
                  <a:lnTo>
                    <a:pt x="5563" y="111743"/>
                  </a:lnTo>
                  <a:lnTo>
                    <a:pt x="4287" y="116894"/>
                  </a:lnTo>
                  <a:lnTo>
                    <a:pt x="3175" y="122082"/>
                  </a:lnTo>
                  <a:lnTo>
                    <a:pt x="2228" y="127303"/>
                  </a:lnTo>
                  <a:lnTo>
                    <a:pt x="1447" y="132551"/>
                  </a:lnTo>
                  <a:lnTo>
                    <a:pt x="833" y="137822"/>
                  </a:lnTo>
                  <a:lnTo>
                    <a:pt x="387" y="143109"/>
                  </a:lnTo>
                  <a:lnTo>
                    <a:pt x="109" y="148408"/>
                  </a:lnTo>
                  <a:lnTo>
                    <a:pt x="0" y="153713"/>
                  </a:lnTo>
                  <a:lnTo>
                    <a:pt x="58" y="159019"/>
                  </a:lnTo>
                  <a:lnTo>
                    <a:pt x="285" y="164320"/>
                  </a:lnTo>
                  <a:lnTo>
                    <a:pt x="680" y="169611"/>
                  </a:lnTo>
                  <a:lnTo>
                    <a:pt x="1243" y="174887"/>
                  </a:lnTo>
                  <a:lnTo>
                    <a:pt x="1973" y="180143"/>
                  </a:lnTo>
                  <a:lnTo>
                    <a:pt x="2870" y="185373"/>
                  </a:lnTo>
                  <a:lnTo>
                    <a:pt x="3932" y="190571"/>
                  </a:lnTo>
                  <a:lnTo>
                    <a:pt x="5158" y="195734"/>
                  </a:lnTo>
                  <a:lnTo>
                    <a:pt x="6548" y="200855"/>
                  </a:lnTo>
                  <a:lnTo>
                    <a:pt x="8099" y="205929"/>
                  </a:lnTo>
                  <a:lnTo>
                    <a:pt x="9811" y="210951"/>
                  </a:lnTo>
                  <a:lnTo>
                    <a:pt x="11681" y="215917"/>
                  </a:lnTo>
                  <a:lnTo>
                    <a:pt x="13708" y="220821"/>
                  </a:lnTo>
                  <a:lnTo>
                    <a:pt x="15890" y="225658"/>
                  </a:lnTo>
                  <a:lnTo>
                    <a:pt x="18224" y="230423"/>
                  </a:lnTo>
                  <a:lnTo>
                    <a:pt x="20708" y="235111"/>
                  </a:lnTo>
                  <a:lnTo>
                    <a:pt x="23339" y="239719"/>
                  </a:lnTo>
                  <a:lnTo>
                    <a:pt x="26116" y="244241"/>
                  </a:lnTo>
                  <a:lnTo>
                    <a:pt x="29034" y="248672"/>
                  </a:lnTo>
                  <a:lnTo>
                    <a:pt x="32092" y="253008"/>
                  </a:lnTo>
                  <a:lnTo>
                    <a:pt x="35286" y="257246"/>
                  </a:lnTo>
                  <a:lnTo>
                    <a:pt x="38613" y="261379"/>
                  </a:lnTo>
                  <a:lnTo>
                    <a:pt x="42069" y="265405"/>
                  </a:lnTo>
                  <a:lnTo>
                    <a:pt x="45651" y="269320"/>
                  </a:lnTo>
                  <a:lnTo>
                    <a:pt x="49356" y="273118"/>
                  </a:lnTo>
                  <a:lnTo>
                    <a:pt x="53179" y="276798"/>
                  </a:lnTo>
                  <a:lnTo>
                    <a:pt x="57117" y="280354"/>
                  </a:lnTo>
                  <a:lnTo>
                    <a:pt x="61167" y="283783"/>
                  </a:lnTo>
                  <a:lnTo>
                    <a:pt x="65322" y="287082"/>
                  </a:lnTo>
                  <a:lnTo>
                    <a:pt x="69581" y="290247"/>
                  </a:lnTo>
                  <a:lnTo>
                    <a:pt x="73938" y="293276"/>
                  </a:lnTo>
                  <a:lnTo>
                    <a:pt x="78388" y="296165"/>
                  </a:lnTo>
                  <a:lnTo>
                    <a:pt x="82929" y="298911"/>
                  </a:lnTo>
                  <a:lnTo>
                    <a:pt x="87554" y="301512"/>
                  </a:lnTo>
                  <a:lnTo>
                    <a:pt x="92259" y="303964"/>
                  </a:lnTo>
                  <a:lnTo>
                    <a:pt x="97040" y="306266"/>
                  </a:lnTo>
                  <a:lnTo>
                    <a:pt x="101891" y="308415"/>
                  </a:lnTo>
                  <a:lnTo>
                    <a:pt x="106808" y="310410"/>
                  </a:lnTo>
                  <a:lnTo>
                    <a:pt x="111786" y="312247"/>
                  </a:lnTo>
                  <a:lnTo>
                    <a:pt x="116820" y="313925"/>
                  </a:lnTo>
                  <a:lnTo>
                    <a:pt x="121904" y="315442"/>
                  </a:lnTo>
                  <a:lnTo>
                    <a:pt x="127034" y="316798"/>
                  </a:lnTo>
                  <a:lnTo>
                    <a:pt x="132205" y="317989"/>
                  </a:lnTo>
                  <a:lnTo>
                    <a:pt x="137411" y="319017"/>
                  </a:lnTo>
                  <a:lnTo>
                    <a:pt x="142646" y="319878"/>
                  </a:lnTo>
                  <a:lnTo>
                    <a:pt x="147907" y="320573"/>
                  </a:lnTo>
                  <a:lnTo>
                    <a:pt x="153187" y="321100"/>
                  </a:lnTo>
                  <a:lnTo>
                    <a:pt x="158480" y="321460"/>
                  </a:lnTo>
                  <a:lnTo>
                    <a:pt x="163783" y="321652"/>
                  </a:lnTo>
                  <a:lnTo>
                    <a:pt x="169089" y="321675"/>
                  </a:lnTo>
                  <a:lnTo>
                    <a:pt x="174393" y="321530"/>
                  </a:lnTo>
                  <a:lnTo>
                    <a:pt x="179690" y="321216"/>
                  </a:lnTo>
                  <a:lnTo>
                    <a:pt x="184974" y="320735"/>
                  </a:lnTo>
                  <a:lnTo>
                    <a:pt x="190241" y="320086"/>
                  </a:lnTo>
                  <a:lnTo>
                    <a:pt x="195484" y="319270"/>
                  </a:lnTo>
                  <a:lnTo>
                    <a:pt x="200698" y="318288"/>
                  </a:lnTo>
                  <a:lnTo>
                    <a:pt x="205879" y="317141"/>
                  </a:lnTo>
                  <a:lnTo>
                    <a:pt x="211020" y="315831"/>
                  </a:lnTo>
                  <a:lnTo>
                    <a:pt x="216118" y="314358"/>
                  </a:lnTo>
                  <a:lnTo>
                    <a:pt x="221166" y="312724"/>
                  </a:lnTo>
                  <a:lnTo>
                    <a:pt x="226160" y="310930"/>
                  </a:lnTo>
                  <a:lnTo>
                    <a:pt x="231094" y="308979"/>
                  </a:lnTo>
                  <a:lnTo>
                    <a:pt x="235964" y="306872"/>
                  </a:lnTo>
                  <a:lnTo>
                    <a:pt x="240765" y="304612"/>
                  </a:lnTo>
                  <a:lnTo>
                    <a:pt x="245491" y="302200"/>
                  </a:lnTo>
                  <a:lnTo>
                    <a:pt x="250139" y="299640"/>
                  </a:lnTo>
                  <a:lnTo>
                    <a:pt x="254703" y="296934"/>
                  </a:lnTo>
                  <a:lnTo>
                    <a:pt x="259179" y="294084"/>
                  </a:lnTo>
                  <a:lnTo>
                    <a:pt x="263562" y="291093"/>
                  </a:lnTo>
                  <a:lnTo>
                    <a:pt x="267848" y="287965"/>
                  </a:lnTo>
                  <a:lnTo>
                    <a:pt x="272032" y="284702"/>
                  </a:lnTo>
                  <a:lnTo>
                    <a:pt x="276111" y="281309"/>
                  </a:lnTo>
                  <a:lnTo>
                    <a:pt x="280080" y="277787"/>
                  </a:lnTo>
                  <a:lnTo>
                    <a:pt x="283935" y="274141"/>
                  </a:lnTo>
                  <a:lnTo>
                    <a:pt x="287673" y="270375"/>
                  </a:lnTo>
                  <a:lnTo>
                    <a:pt x="291289" y="266492"/>
                  </a:lnTo>
                  <a:lnTo>
                    <a:pt x="294780" y="262497"/>
                  </a:lnTo>
                  <a:lnTo>
                    <a:pt x="298143" y="258392"/>
                  </a:lnTo>
                  <a:lnTo>
                    <a:pt x="301374" y="254183"/>
                  </a:lnTo>
                  <a:lnTo>
                    <a:pt x="304469" y="249873"/>
                  </a:lnTo>
                  <a:lnTo>
                    <a:pt x="307426" y="245467"/>
                  </a:lnTo>
                  <a:lnTo>
                    <a:pt x="310242" y="240970"/>
                  </a:lnTo>
                  <a:lnTo>
                    <a:pt x="312914" y="236386"/>
                  </a:lnTo>
                  <a:lnTo>
                    <a:pt x="315439" y="231719"/>
                  </a:lnTo>
                  <a:lnTo>
                    <a:pt x="317814" y="226974"/>
                  </a:lnTo>
                  <a:lnTo>
                    <a:pt x="320038" y="222156"/>
                  </a:lnTo>
                  <a:lnTo>
                    <a:pt x="322107" y="217271"/>
                  </a:lnTo>
                  <a:lnTo>
                    <a:pt x="324021" y="212322"/>
                  </a:lnTo>
                  <a:lnTo>
                    <a:pt x="325776" y="207314"/>
                  </a:lnTo>
                  <a:lnTo>
                    <a:pt x="327372" y="202254"/>
                  </a:lnTo>
                  <a:lnTo>
                    <a:pt x="328806" y="197145"/>
                  </a:lnTo>
                  <a:lnTo>
                    <a:pt x="330078" y="191994"/>
                  </a:lnTo>
                  <a:lnTo>
                    <a:pt x="331185" y="186804"/>
                  </a:lnTo>
                  <a:lnTo>
                    <a:pt x="332127" y="181583"/>
                  </a:lnTo>
                  <a:lnTo>
                    <a:pt x="332903" y="176334"/>
                  </a:lnTo>
                  <a:lnTo>
                    <a:pt x="333512" y="171063"/>
                  </a:lnTo>
                  <a:lnTo>
                    <a:pt x="333953" y="165775"/>
                  </a:lnTo>
                  <a:lnTo>
                    <a:pt x="334226" y="160476"/>
                  </a:lnTo>
                  <a:lnTo>
                    <a:pt x="334331" y="155171"/>
                  </a:lnTo>
                  <a:lnTo>
                    <a:pt x="334268" y="149865"/>
                  </a:lnTo>
                  <a:lnTo>
                    <a:pt x="334036" y="144564"/>
                  </a:lnTo>
                  <a:lnTo>
                    <a:pt x="333636" y="139273"/>
                  </a:lnTo>
                  <a:lnTo>
                    <a:pt x="333068" y="133997"/>
                  </a:lnTo>
                  <a:lnTo>
                    <a:pt x="332333" y="128742"/>
                  </a:lnTo>
                  <a:lnTo>
                    <a:pt x="331432" y="123513"/>
                  </a:lnTo>
                  <a:lnTo>
                    <a:pt x="330365" y="118316"/>
                  </a:lnTo>
                  <a:lnTo>
                    <a:pt x="329134" y="113154"/>
                  </a:lnTo>
                  <a:lnTo>
                    <a:pt x="327740" y="108035"/>
                  </a:lnTo>
                  <a:lnTo>
                    <a:pt x="326183" y="102962"/>
                  </a:lnTo>
                  <a:lnTo>
                    <a:pt x="324467" y="97941"/>
                  </a:lnTo>
                  <a:lnTo>
                    <a:pt x="322592" y="92977"/>
                  </a:lnTo>
                  <a:lnTo>
                    <a:pt x="320561" y="88076"/>
                  </a:lnTo>
                  <a:lnTo>
                    <a:pt x="318375" y="83241"/>
                  </a:lnTo>
                  <a:lnTo>
                    <a:pt x="316037" y="78478"/>
                  </a:lnTo>
                  <a:lnTo>
                    <a:pt x="313548" y="73791"/>
                  </a:lnTo>
                  <a:lnTo>
                    <a:pt x="310912" y="69186"/>
                  </a:lnTo>
                  <a:lnTo>
                    <a:pt x="308132" y="64667"/>
                  </a:lnTo>
                  <a:lnTo>
                    <a:pt x="305209" y="60238"/>
                  </a:lnTo>
                  <a:lnTo>
                    <a:pt x="302147" y="55905"/>
                  </a:lnTo>
                  <a:lnTo>
                    <a:pt x="298950" y="51670"/>
                  </a:lnTo>
                  <a:lnTo>
                    <a:pt x="295619" y="47540"/>
                  </a:lnTo>
                  <a:lnTo>
                    <a:pt x="292159" y="43517"/>
                  </a:lnTo>
                  <a:lnTo>
                    <a:pt x="288573" y="39606"/>
                  </a:lnTo>
                  <a:lnTo>
                    <a:pt x="284865" y="35810"/>
                  </a:lnTo>
                  <a:lnTo>
                    <a:pt x="281038" y="32135"/>
                  </a:lnTo>
                  <a:lnTo>
                    <a:pt x="277097" y="28582"/>
                  </a:lnTo>
                  <a:lnTo>
                    <a:pt x="273045" y="25157"/>
                  </a:lnTo>
                  <a:lnTo>
                    <a:pt x="268886" y="21862"/>
                  </a:lnTo>
                  <a:lnTo>
                    <a:pt x="264624" y="18700"/>
                  </a:lnTo>
                  <a:lnTo>
                    <a:pt x="260265" y="15676"/>
                  </a:lnTo>
                  <a:lnTo>
                    <a:pt x="255811" y="12791"/>
                  </a:lnTo>
                  <a:lnTo>
                    <a:pt x="251269" y="10049"/>
                  </a:lnTo>
                  <a:lnTo>
                    <a:pt x="246641" y="7452"/>
                  </a:lnTo>
                  <a:lnTo>
                    <a:pt x="241934" y="5004"/>
                  </a:lnTo>
                  <a:lnTo>
                    <a:pt x="237151" y="2706"/>
                  </a:lnTo>
                  <a:lnTo>
                    <a:pt x="232298" y="562"/>
                  </a:lnTo>
                  <a:lnTo>
                    <a:pt x="167165" y="1545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65132" cy="167167"/>
            </a:xfrm>
            <a:custGeom>
              <a:avLst/>
              <a:pathLst>
                <a:path w="65132" h="167167">
                  <a:moveTo>
                    <a:pt x="65132" y="13210"/>
                  </a:moveTo>
                  <a:lnTo>
                    <a:pt x="59489" y="10943"/>
                  </a:lnTo>
                  <a:lnTo>
                    <a:pt x="53767" y="8882"/>
                  </a:lnTo>
                  <a:lnTo>
                    <a:pt x="47973" y="7031"/>
                  </a:lnTo>
                  <a:lnTo>
                    <a:pt x="42116" y="5392"/>
                  </a:lnTo>
                  <a:lnTo>
                    <a:pt x="36204" y="3967"/>
                  </a:lnTo>
                  <a:lnTo>
                    <a:pt x="30243" y="2758"/>
                  </a:lnTo>
                  <a:lnTo>
                    <a:pt x="24243" y="1767"/>
                  </a:lnTo>
                  <a:lnTo>
                    <a:pt x="18210" y="994"/>
                  </a:lnTo>
                  <a:lnTo>
                    <a:pt x="12153" y="442"/>
                  </a:lnTo>
                  <a:lnTo>
                    <a:pt x="6080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5759" y="1681503"/>
              <a:ext cx="10765" cy="167167"/>
            </a:xfrm>
            <a:custGeom>
              <a:avLst/>
              <a:pathLst>
                <a:path w="10765" h="167167">
                  <a:moveTo>
                    <a:pt x="10765" y="0"/>
                  </a:moveTo>
                  <a:lnTo>
                    <a:pt x="0" y="346"/>
                  </a:lnTo>
                  <a:lnTo>
                    <a:pt x="1076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759" y="1681850"/>
              <a:ext cx="10765" cy="166820"/>
            </a:xfrm>
            <a:custGeom>
              <a:avLst/>
              <a:pathLst>
                <a:path w="10765" h="166820">
                  <a:moveTo>
                    <a:pt x="0" y="0"/>
                  </a:moveTo>
                  <a:lnTo>
                    <a:pt x="10765" y="1668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44404" y="1681850"/>
              <a:ext cx="142120" cy="166820"/>
            </a:xfrm>
            <a:custGeom>
              <a:avLst/>
              <a:pathLst>
                <a:path w="142120" h="166820">
                  <a:moveTo>
                    <a:pt x="131355" y="0"/>
                  </a:moveTo>
                  <a:lnTo>
                    <a:pt x="125886" y="443"/>
                  </a:lnTo>
                  <a:lnTo>
                    <a:pt x="120435" y="1065"/>
                  </a:lnTo>
                  <a:lnTo>
                    <a:pt x="115007" y="1866"/>
                  </a:lnTo>
                  <a:lnTo>
                    <a:pt x="109608" y="2845"/>
                  </a:lnTo>
                  <a:lnTo>
                    <a:pt x="104245" y="4000"/>
                  </a:lnTo>
                  <a:lnTo>
                    <a:pt x="98922" y="5330"/>
                  </a:lnTo>
                  <a:lnTo>
                    <a:pt x="93645" y="6835"/>
                  </a:lnTo>
                  <a:lnTo>
                    <a:pt x="88421" y="8512"/>
                  </a:lnTo>
                  <a:lnTo>
                    <a:pt x="83255" y="10360"/>
                  </a:lnTo>
                  <a:lnTo>
                    <a:pt x="78152" y="12376"/>
                  </a:lnTo>
                  <a:lnTo>
                    <a:pt x="73118" y="14558"/>
                  </a:lnTo>
                  <a:lnTo>
                    <a:pt x="68159" y="16905"/>
                  </a:lnTo>
                  <a:lnTo>
                    <a:pt x="63279" y="19413"/>
                  </a:lnTo>
                  <a:lnTo>
                    <a:pt x="58484" y="22079"/>
                  </a:lnTo>
                  <a:lnTo>
                    <a:pt x="53779" y="24902"/>
                  </a:lnTo>
                  <a:lnTo>
                    <a:pt x="49169" y="27877"/>
                  </a:lnTo>
                  <a:lnTo>
                    <a:pt x="44659" y="31003"/>
                  </a:lnTo>
                  <a:lnTo>
                    <a:pt x="40255" y="34274"/>
                  </a:lnTo>
                  <a:lnTo>
                    <a:pt x="35960" y="37689"/>
                  </a:lnTo>
                  <a:lnTo>
                    <a:pt x="31779" y="41242"/>
                  </a:lnTo>
                  <a:lnTo>
                    <a:pt x="27718" y="44931"/>
                  </a:lnTo>
                  <a:lnTo>
                    <a:pt x="23779" y="48751"/>
                  </a:lnTo>
                  <a:lnTo>
                    <a:pt x="19968" y="52698"/>
                  </a:lnTo>
                  <a:lnTo>
                    <a:pt x="16289" y="56768"/>
                  </a:lnTo>
                  <a:lnTo>
                    <a:pt x="12745" y="60957"/>
                  </a:lnTo>
                  <a:lnTo>
                    <a:pt x="9341" y="65259"/>
                  </a:lnTo>
                  <a:lnTo>
                    <a:pt x="6079" y="69672"/>
                  </a:lnTo>
                  <a:lnTo>
                    <a:pt x="2964" y="74188"/>
                  </a:lnTo>
                  <a:lnTo>
                    <a:pt x="0" y="78805"/>
                  </a:lnTo>
                  <a:lnTo>
                    <a:pt x="142120" y="166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19376" y="1681503"/>
              <a:ext cx="334295" cy="334334"/>
            </a:xfrm>
            <a:custGeom>
              <a:avLst/>
              <a:pathLst>
                <a:path w="334295" h="334334">
                  <a:moveTo>
                    <a:pt x="25027" y="79152"/>
                  </a:moveTo>
                  <a:lnTo>
                    <a:pt x="22307" y="83705"/>
                  </a:lnTo>
                  <a:lnTo>
                    <a:pt x="19732" y="88342"/>
                  </a:lnTo>
                  <a:lnTo>
                    <a:pt x="17305" y="93058"/>
                  </a:lnTo>
                  <a:lnTo>
                    <a:pt x="15030" y="97848"/>
                  </a:lnTo>
                  <a:lnTo>
                    <a:pt x="12907" y="102709"/>
                  </a:lnTo>
                  <a:lnTo>
                    <a:pt x="10940" y="107634"/>
                  </a:lnTo>
                  <a:lnTo>
                    <a:pt x="9130" y="112620"/>
                  </a:lnTo>
                  <a:lnTo>
                    <a:pt x="7479" y="117660"/>
                  </a:lnTo>
                  <a:lnTo>
                    <a:pt x="5989" y="122750"/>
                  </a:lnTo>
                  <a:lnTo>
                    <a:pt x="4661" y="127885"/>
                  </a:lnTo>
                  <a:lnTo>
                    <a:pt x="3497" y="133059"/>
                  </a:lnTo>
                  <a:lnTo>
                    <a:pt x="2497" y="138268"/>
                  </a:lnTo>
                  <a:lnTo>
                    <a:pt x="1663" y="143505"/>
                  </a:lnTo>
                  <a:lnTo>
                    <a:pt x="996" y="148767"/>
                  </a:lnTo>
                  <a:lnTo>
                    <a:pt x="496" y="154047"/>
                  </a:lnTo>
                  <a:lnTo>
                    <a:pt x="164" y="159340"/>
                  </a:lnTo>
                  <a:lnTo>
                    <a:pt x="0" y="164641"/>
                  </a:lnTo>
                  <a:lnTo>
                    <a:pt x="4" y="169945"/>
                  </a:lnTo>
                  <a:lnTo>
                    <a:pt x="176" y="175246"/>
                  </a:lnTo>
                  <a:lnTo>
                    <a:pt x="516" y="180539"/>
                  </a:lnTo>
                  <a:lnTo>
                    <a:pt x="1024" y="185818"/>
                  </a:lnTo>
                  <a:lnTo>
                    <a:pt x="1699" y="191079"/>
                  </a:lnTo>
                  <a:lnTo>
                    <a:pt x="2541" y="196315"/>
                  </a:lnTo>
                  <a:lnTo>
                    <a:pt x="3549" y="201522"/>
                  </a:lnTo>
                  <a:lnTo>
                    <a:pt x="4721" y="206695"/>
                  </a:lnTo>
                  <a:lnTo>
                    <a:pt x="6057" y="211827"/>
                  </a:lnTo>
                  <a:lnTo>
                    <a:pt x="7554" y="216915"/>
                  </a:lnTo>
                  <a:lnTo>
                    <a:pt x="9213" y="221953"/>
                  </a:lnTo>
                  <a:lnTo>
                    <a:pt x="11030" y="226935"/>
                  </a:lnTo>
                  <a:lnTo>
                    <a:pt x="13005" y="231858"/>
                  </a:lnTo>
                  <a:lnTo>
                    <a:pt x="15135" y="236715"/>
                  </a:lnTo>
                  <a:lnTo>
                    <a:pt x="17418" y="241502"/>
                  </a:lnTo>
                  <a:lnTo>
                    <a:pt x="19851" y="246215"/>
                  </a:lnTo>
                  <a:lnTo>
                    <a:pt x="22433" y="250848"/>
                  </a:lnTo>
                  <a:lnTo>
                    <a:pt x="25160" y="255396"/>
                  </a:lnTo>
                  <a:lnTo>
                    <a:pt x="28031" y="259856"/>
                  </a:lnTo>
                  <a:lnTo>
                    <a:pt x="31041" y="264223"/>
                  </a:lnTo>
                  <a:lnTo>
                    <a:pt x="34188" y="268492"/>
                  </a:lnTo>
                  <a:lnTo>
                    <a:pt x="37470" y="272659"/>
                  </a:lnTo>
                  <a:lnTo>
                    <a:pt x="40881" y="276719"/>
                  </a:lnTo>
                  <a:lnTo>
                    <a:pt x="44420" y="280670"/>
                  </a:lnTo>
                  <a:lnTo>
                    <a:pt x="48083" y="284506"/>
                  </a:lnTo>
                  <a:lnTo>
                    <a:pt x="51865" y="288224"/>
                  </a:lnTo>
                  <a:lnTo>
                    <a:pt x="55763" y="291820"/>
                  </a:lnTo>
                  <a:lnTo>
                    <a:pt x="59774" y="295291"/>
                  </a:lnTo>
                  <a:lnTo>
                    <a:pt x="63892" y="298632"/>
                  </a:lnTo>
                  <a:lnTo>
                    <a:pt x="68114" y="301842"/>
                  </a:lnTo>
                  <a:lnTo>
                    <a:pt x="72437" y="304916"/>
                  </a:lnTo>
                  <a:lnTo>
                    <a:pt x="76854" y="307851"/>
                  </a:lnTo>
                  <a:lnTo>
                    <a:pt x="81362" y="310644"/>
                  </a:lnTo>
                  <a:lnTo>
                    <a:pt x="85957" y="313294"/>
                  </a:lnTo>
                  <a:lnTo>
                    <a:pt x="90633" y="315796"/>
                  </a:lnTo>
                  <a:lnTo>
                    <a:pt x="95387" y="318148"/>
                  </a:lnTo>
                  <a:lnTo>
                    <a:pt x="100213" y="320349"/>
                  </a:lnTo>
                  <a:lnTo>
                    <a:pt x="105106" y="322395"/>
                  </a:lnTo>
                  <a:lnTo>
                    <a:pt x="110061" y="324285"/>
                  </a:lnTo>
                  <a:lnTo>
                    <a:pt x="115074" y="326017"/>
                  </a:lnTo>
                  <a:lnTo>
                    <a:pt x="120139" y="327589"/>
                  </a:lnTo>
                  <a:lnTo>
                    <a:pt x="125252" y="328999"/>
                  </a:lnTo>
                  <a:lnTo>
                    <a:pt x="130407" y="330247"/>
                  </a:lnTo>
                  <a:lnTo>
                    <a:pt x="135599" y="331330"/>
                  </a:lnTo>
                  <a:lnTo>
                    <a:pt x="140822" y="332249"/>
                  </a:lnTo>
                  <a:lnTo>
                    <a:pt x="146073" y="333001"/>
                  </a:lnTo>
                  <a:lnTo>
                    <a:pt x="151344" y="333586"/>
                  </a:lnTo>
                  <a:lnTo>
                    <a:pt x="156631" y="334003"/>
                  </a:lnTo>
                  <a:lnTo>
                    <a:pt x="161929" y="334253"/>
                  </a:lnTo>
                  <a:lnTo>
                    <a:pt x="167232" y="334334"/>
                  </a:lnTo>
                  <a:lnTo>
                    <a:pt x="172535" y="334248"/>
                  </a:lnTo>
                  <a:lnTo>
                    <a:pt x="177833" y="333993"/>
                  </a:lnTo>
                  <a:lnTo>
                    <a:pt x="183119" y="333570"/>
                  </a:lnTo>
                  <a:lnTo>
                    <a:pt x="188390" y="332979"/>
                  </a:lnTo>
                  <a:lnTo>
                    <a:pt x="193639" y="332222"/>
                  </a:lnTo>
                  <a:lnTo>
                    <a:pt x="198862" y="331298"/>
                  </a:lnTo>
                  <a:lnTo>
                    <a:pt x="204053" y="330210"/>
                  </a:lnTo>
                  <a:lnTo>
                    <a:pt x="209207" y="328957"/>
                  </a:lnTo>
                  <a:lnTo>
                    <a:pt x="214318" y="327541"/>
                  </a:lnTo>
                  <a:lnTo>
                    <a:pt x="219382" y="325964"/>
                  </a:lnTo>
                  <a:lnTo>
                    <a:pt x="224393" y="324227"/>
                  </a:lnTo>
                  <a:lnTo>
                    <a:pt x="229346" y="322332"/>
                  </a:lnTo>
                  <a:lnTo>
                    <a:pt x="234237" y="320281"/>
                  </a:lnTo>
                  <a:lnTo>
                    <a:pt x="239061" y="318076"/>
                  </a:lnTo>
                  <a:lnTo>
                    <a:pt x="243812" y="315719"/>
                  </a:lnTo>
                  <a:lnTo>
                    <a:pt x="248486" y="313212"/>
                  </a:lnTo>
                  <a:lnTo>
                    <a:pt x="253078" y="310558"/>
                  </a:lnTo>
                  <a:lnTo>
                    <a:pt x="257583" y="307760"/>
                  </a:lnTo>
                  <a:lnTo>
                    <a:pt x="261998" y="304820"/>
                  </a:lnTo>
                  <a:lnTo>
                    <a:pt x="266317" y="301742"/>
                  </a:lnTo>
                  <a:lnTo>
                    <a:pt x="270536" y="298528"/>
                  </a:lnTo>
                  <a:lnTo>
                    <a:pt x="274651" y="295183"/>
                  </a:lnTo>
                  <a:lnTo>
                    <a:pt x="278658" y="291708"/>
                  </a:lnTo>
                  <a:lnTo>
                    <a:pt x="282553" y="288108"/>
                  </a:lnTo>
                  <a:lnTo>
                    <a:pt x="286331" y="284386"/>
                  </a:lnTo>
                  <a:lnTo>
                    <a:pt x="289990" y="280546"/>
                  </a:lnTo>
                  <a:lnTo>
                    <a:pt x="293525" y="276592"/>
                  </a:lnTo>
                  <a:lnTo>
                    <a:pt x="296932" y="272528"/>
                  </a:lnTo>
                  <a:lnTo>
                    <a:pt x="300209" y="268358"/>
                  </a:lnTo>
                  <a:lnTo>
                    <a:pt x="303352" y="264086"/>
                  </a:lnTo>
                  <a:lnTo>
                    <a:pt x="306358" y="259716"/>
                  </a:lnTo>
                  <a:lnTo>
                    <a:pt x="309224" y="255253"/>
                  </a:lnTo>
                  <a:lnTo>
                    <a:pt x="311947" y="250702"/>
                  </a:lnTo>
                  <a:lnTo>
                    <a:pt x="314524" y="246067"/>
                  </a:lnTo>
                  <a:lnTo>
                    <a:pt x="316953" y="241352"/>
                  </a:lnTo>
                  <a:lnTo>
                    <a:pt x="319231" y="236562"/>
                  </a:lnTo>
                  <a:lnTo>
                    <a:pt x="321356" y="231703"/>
                  </a:lnTo>
                  <a:lnTo>
                    <a:pt x="323325" y="226778"/>
                  </a:lnTo>
                  <a:lnTo>
                    <a:pt x="325138" y="221794"/>
                  </a:lnTo>
                  <a:lnTo>
                    <a:pt x="326791" y="216754"/>
                  </a:lnTo>
                  <a:lnTo>
                    <a:pt x="328284" y="211665"/>
                  </a:lnTo>
                  <a:lnTo>
                    <a:pt x="329615" y="206531"/>
                  </a:lnTo>
                  <a:lnTo>
                    <a:pt x="330782" y="201357"/>
                  </a:lnTo>
                  <a:lnTo>
                    <a:pt x="331784" y="196149"/>
                  </a:lnTo>
                  <a:lnTo>
                    <a:pt x="332620" y="190912"/>
                  </a:lnTo>
                  <a:lnTo>
                    <a:pt x="333290" y="185651"/>
                  </a:lnTo>
                  <a:lnTo>
                    <a:pt x="333793" y="180371"/>
                  </a:lnTo>
                  <a:lnTo>
                    <a:pt x="334128" y="175078"/>
                  </a:lnTo>
                  <a:lnTo>
                    <a:pt x="334295" y="169777"/>
                  </a:lnTo>
                  <a:lnTo>
                    <a:pt x="334294" y="164473"/>
                  </a:lnTo>
                  <a:lnTo>
                    <a:pt x="334124" y="159172"/>
                  </a:lnTo>
                  <a:lnTo>
                    <a:pt x="333786" y="153879"/>
                  </a:lnTo>
                  <a:lnTo>
                    <a:pt x="333281" y="148600"/>
                  </a:lnTo>
                  <a:lnTo>
                    <a:pt x="332608" y="143339"/>
                  </a:lnTo>
                  <a:lnTo>
                    <a:pt x="331769" y="138102"/>
                  </a:lnTo>
                  <a:lnTo>
                    <a:pt x="330764" y="132894"/>
                  </a:lnTo>
                  <a:lnTo>
                    <a:pt x="329595" y="127721"/>
                  </a:lnTo>
                  <a:lnTo>
                    <a:pt x="328262" y="122588"/>
                  </a:lnTo>
                  <a:lnTo>
                    <a:pt x="326766" y="117499"/>
                  </a:lnTo>
                  <a:lnTo>
                    <a:pt x="325110" y="112460"/>
                  </a:lnTo>
                  <a:lnTo>
                    <a:pt x="323295" y="107477"/>
                  </a:lnTo>
                  <a:lnTo>
                    <a:pt x="321323" y="102554"/>
                  </a:lnTo>
                  <a:lnTo>
                    <a:pt x="319196" y="97695"/>
                  </a:lnTo>
                  <a:lnTo>
                    <a:pt x="316916" y="92907"/>
                  </a:lnTo>
                  <a:lnTo>
                    <a:pt x="314485" y="88193"/>
                  </a:lnTo>
                  <a:lnTo>
                    <a:pt x="311905" y="83559"/>
                  </a:lnTo>
                  <a:lnTo>
                    <a:pt x="309180" y="79009"/>
                  </a:lnTo>
                  <a:lnTo>
                    <a:pt x="306312" y="74548"/>
                  </a:lnTo>
                  <a:lnTo>
                    <a:pt x="303304" y="70180"/>
                  </a:lnTo>
                  <a:lnTo>
                    <a:pt x="300158" y="65909"/>
                  </a:lnTo>
                  <a:lnTo>
                    <a:pt x="296879" y="61741"/>
                  </a:lnTo>
                  <a:lnTo>
                    <a:pt x="293470" y="57678"/>
                  </a:lnTo>
                  <a:lnTo>
                    <a:pt x="289933" y="53726"/>
                  </a:lnTo>
                  <a:lnTo>
                    <a:pt x="286272" y="49888"/>
                  </a:lnTo>
                  <a:lnTo>
                    <a:pt x="282492" y="46168"/>
                  </a:lnTo>
                  <a:lnTo>
                    <a:pt x="278595" y="42570"/>
                  </a:lnTo>
                  <a:lnTo>
                    <a:pt x="274587" y="39097"/>
                  </a:lnTo>
                  <a:lnTo>
                    <a:pt x="270470" y="35753"/>
                  </a:lnTo>
                  <a:lnTo>
                    <a:pt x="266249" y="32542"/>
                  </a:lnTo>
                  <a:lnTo>
                    <a:pt x="261929" y="29466"/>
                  </a:lnTo>
                  <a:lnTo>
                    <a:pt x="257513" y="26528"/>
                  </a:lnTo>
                  <a:lnTo>
                    <a:pt x="253006" y="23733"/>
                  </a:lnTo>
                  <a:lnTo>
                    <a:pt x="248412" y="21081"/>
                  </a:lnTo>
                  <a:lnTo>
                    <a:pt x="243737" y="18577"/>
                  </a:lnTo>
                  <a:lnTo>
                    <a:pt x="238985" y="16222"/>
                  </a:lnTo>
                  <a:lnTo>
                    <a:pt x="234160" y="14019"/>
                  </a:lnTo>
                  <a:lnTo>
                    <a:pt x="229268" y="11970"/>
                  </a:lnTo>
                  <a:lnTo>
                    <a:pt x="224314" y="10078"/>
                  </a:lnTo>
                  <a:lnTo>
                    <a:pt x="219302" y="8343"/>
                  </a:lnTo>
                  <a:lnTo>
                    <a:pt x="214237" y="6769"/>
                  </a:lnTo>
                  <a:lnTo>
                    <a:pt x="209125" y="5356"/>
                  </a:lnTo>
                  <a:lnTo>
                    <a:pt x="203971" y="4106"/>
                  </a:lnTo>
                  <a:lnTo>
                    <a:pt x="198779" y="3019"/>
                  </a:lnTo>
                  <a:lnTo>
                    <a:pt x="193556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1319" y="2126963"/>
              <a:ext cx="29968" cy="167167"/>
            </a:xfrm>
            <a:custGeom>
              <a:avLst/>
              <a:pathLst>
                <a:path w="29968" h="167167">
                  <a:moveTo>
                    <a:pt x="29968" y="0"/>
                  </a:moveTo>
                  <a:lnTo>
                    <a:pt x="22438" y="169"/>
                  </a:lnTo>
                  <a:lnTo>
                    <a:pt x="14923" y="678"/>
                  </a:lnTo>
                  <a:lnTo>
                    <a:pt x="7438" y="1525"/>
                  </a:lnTo>
                  <a:lnTo>
                    <a:pt x="0" y="2708"/>
                  </a:lnTo>
                  <a:lnTo>
                    <a:pt x="299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319" y="2129671"/>
              <a:ext cx="29968" cy="164459"/>
            </a:xfrm>
            <a:custGeom>
              <a:avLst/>
              <a:pathLst>
                <a:path w="29968" h="164459">
                  <a:moveTo>
                    <a:pt x="0" y="0"/>
                  </a:moveTo>
                  <a:lnTo>
                    <a:pt x="29968" y="1644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614120" y="2127642"/>
              <a:ext cx="334330" cy="333641"/>
            </a:xfrm>
            <a:custGeom>
              <a:avLst/>
              <a:pathLst>
                <a:path w="334330" h="333641">
                  <a:moveTo>
                    <a:pt x="137198" y="2029"/>
                  </a:moveTo>
                  <a:lnTo>
                    <a:pt x="132010" y="3060"/>
                  </a:lnTo>
                  <a:lnTo>
                    <a:pt x="126856" y="4254"/>
                  </a:lnTo>
                  <a:lnTo>
                    <a:pt x="121743" y="5611"/>
                  </a:lnTo>
                  <a:lnTo>
                    <a:pt x="116675" y="7129"/>
                  </a:lnTo>
                  <a:lnTo>
                    <a:pt x="111658" y="8806"/>
                  </a:lnTo>
                  <a:lnTo>
                    <a:pt x="106697" y="10641"/>
                  </a:lnTo>
                  <a:lnTo>
                    <a:pt x="101796" y="12633"/>
                  </a:lnTo>
                  <a:lnTo>
                    <a:pt x="96961" y="14778"/>
                  </a:lnTo>
                  <a:lnTo>
                    <a:pt x="92195" y="17075"/>
                  </a:lnTo>
                  <a:lnTo>
                    <a:pt x="87505" y="19522"/>
                  </a:lnTo>
                  <a:lnTo>
                    <a:pt x="82895" y="22117"/>
                  </a:lnTo>
                  <a:lnTo>
                    <a:pt x="78369" y="24855"/>
                  </a:lnTo>
                  <a:lnTo>
                    <a:pt x="73932" y="27736"/>
                  </a:lnTo>
                  <a:lnTo>
                    <a:pt x="69589" y="30755"/>
                  </a:lnTo>
                  <a:lnTo>
                    <a:pt x="65343" y="33911"/>
                  </a:lnTo>
                  <a:lnTo>
                    <a:pt x="61199" y="37199"/>
                  </a:lnTo>
                  <a:lnTo>
                    <a:pt x="57161" y="40617"/>
                  </a:lnTo>
                  <a:lnTo>
                    <a:pt x="53233" y="44160"/>
                  </a:lnTo>
                  <a:lnTo>
                    <a:pt x="49420" y="47827"/>
                  </a:lnTo>
                  <a:lnTo>
                    <a:pt x="45724" y="51612"/>
                  </a:lnTo>
                  <a:lnTo>
                    <a:pt x="42150" y="55512"/>
                  </a:lnTo>
                  <a:lnTo>
                    <a:pt x="38701" y="59523"/>
                  </a:lnTo>
                  <a:lnTo>
                    <a:pt x="35381" y="63641"/>
                  </a:lnTo>
                  <a:lnTo>
                    <a:pt x="32193" y="67863"/>
                  </a:lnTo>
                  <a:lnTo>
                    <a:pt x="29140" y="72183"/>
                  </a:lnTo>
                  <a:lnTo>
                    <a:pt x="26225" y="76597"/>
                  </a:lnTo>
                  <a:lnTo>
                    <a:pt x="23451" y="81102"/>
                  </a:lnTo>
                  <a:lnTo>
                    <a:pt x="20822" y="85692"/>
                  </a:lnTo>
                  <a:lnTo>
                    <a:pt x="18338" y="90363"/>
                  </a:lnTo>
                  <a:lnTo>
                    <a:pt x="16004" y="95110"/>
                  </a:lnTo>
                  <a:lnTo>
                    <a:pt x="13821" y="99929"/>
                  </a:lnTo>
                  <a:lnTo>
                    <a:pt x="11792" y="104814"/>
                  </a:lnTo>
                  <a:lnTo>
                    <a:pt x="9918" y="109761"/>
                  </a:lnTo>
                  <a:lnTo>
                    <a:pt x="8202" y="114765"/>
                  </a:lnTo>
                  <a:lnTo>
                    <a:pt x="6645" y="119821"/>
                  </a:lnTo>
                  <a:lnTo>
                    <a:pt x="5249" y="124923"/>
                  </a:lnTo>
                  <a:lnTo>
                    <a:pt x="4015" y="130067"/>
                  </a:lnTo>
                  <a:lnTo>
                    <a:pt x="2944" y="135248"/>
                  </a:lnTo>
                  <a:lnTo>
                    <a:pt x="2038" y="140460"/>
                  </a:lnTo>
                  <a:lnTo>
                    <a:pt x="1297" y="145698"/>
                  </a:lnTo>
                  <a:lnTo>
                    <a:pt x="722" y="150956"/>
                  </a:lnTo>
                  <a:lnTo>
                    <a:pt x="314" y="156231"/>
                  </a:lnTo>
                  <a:lnTo>
                    <a:pt x="73" y="161515"/>
                  </a:lnTo>
                  <a:lnTo>
                    <a:pt x="0" y="166805"/>
                  </a:lnTo>
                  <a:lnTo>
                    <a:pt x="93" y="172094"/>
                  </a:lnTo>
                  <a:lnTo>
                    <a:pt x="354" y="177378"/>
                  </a:lnTo>
                  <a:lnTo>
                    <a:pt x="782" y="182650"/>
                  </a:lnTo>
                  <a:lnTo>
                    <a:pt x="1377" y="187907"/>
                  </a:lnTo>
                  <a:lnTo>
                    <a:pt x="2138" y="193142"/>
                  </a:lnTo>
                  <a:lnTo>
                    <a:pt x="3064" y="198350"/>
                  </a:lnTo>
                  <a:lnTo>
                    <a:pt x="4154" y="203527"/>
                  </a:lnTo>
                  <a:lnTo>
                    <a:pt x="5407" y="208666"/>
                  </a:lnTo>
                  <a:lnTo>
                    <a:pt x="6823" y="213763"/>
                  </a:lnTo>
                  <a:lnTo>
                    <a:pt x="8399" y="218813"/>
                  </a:lnTo>
                  <a:lnTo>
                    <a:pt x="10134" y="223810"/>
                  </a:lnTo>
                  <a:lnTo>
                    <a:pt x="12027" y="228750"/>
                  </a:lnTo>
                  <a:lnTo>
                    <a:pt x="14074" y="233628"/>
                  </a:lnTo>
                  <a:lnTo>
                    <a:pt x="16275" y="238438"/>
                  </a:lnTo>
                  <a:lnTo>
                    <a:pt x="18627" y="243177"/>
                  </a:lnTo>
                  <a:lnTo>
                    <a:pt x="21128" y="247838"/>
                  </a:lnTo>
                  <a:lnTo>
                    <a:pt x="23775" y="252418"/>
                  </a:lnTo>
                  <a:lnTo>
                    <a:pt x="26566" y="256912"/>
                  </a:lnTo>
                  <a:lnTo>
                    <a:pt x="29498" y="261316"/>
                  </a:lnTo>
                  <a:lnTo>
                    <a:pt x="32567" y="265624"/>
                  </a:lnTo>
                  <a:lnTo>
                    <a:pt x="35771" y="269833"/>
                  </a:lnTo>
                  <a:lnTo>
                    <a:pt x="39107" y="273939"/>
                  </a:lnTo>
                  <a:lnTo>
                    <a:pt x="42571" y="277937"/>
                  </a:lnTo>
                  <a:lnTo>
                    <a:pt x="46160" y="281824"/>
                  </a:lnTo>
                  <a:lnTo>
                    <a:pt x="49870" y="285595"/>
                  </a:lnTo>
                  <a:lnTo>
                    <a:pt x="53697" y="289247"/>
                  </a:lnTo>
                  <a:lnTo>
                    <a:pt x="57638" y="292776"/>
                  </a:lnTo>
                  <a:lnTo>
                    <a:pt x="61689" y="296178"/>
                  </a:lnTo>
                  <a:lnTo>
                    <a:pt x="65845" y="299450"/>
                  </a:lnTo>
                  <a:lnTo>
                    <a:pt x="70103" y="302590"/>
                  </a:lnTo>
                  <a:lnTo>
                    <a:pt x="74458" y="305593"/>
                  </a:lnTo>
                  <a:lnTo>
                    <a:pt x="78906" y="308457"/>
                  </a:lnTo>
                  <a:lnTo>
                    <a:pt x="83442" y="311178"/>
                  </a:lnTo>
                  <a:lnTo>
                    <a:pt x="88062" y="313755"/>
                  </a:lnTo>
                  <a:lnTo>
                    <a:pt x="92761" y="316184"/>
                  </a:lnTo>
                  <a:lnTo>
                    <a:pt x="97535" y="318463"/>
                  </a:lnTo>
                  <a:lnTo>
                    <a:pt x="102378" y="320591"/>
                  </a:lnTo>
                  <a:lnTo>
                    <a:pt x="107287" y="322563"/>
                  </a:lnTo>
                  <a:lnTo>
                    <a:pt x="112255" y="324380"/>
                  </a:lnTo>
                  <a:lnTo>
                    <a:pt x="117279" y="326038"/>
                  </a:lnTo>
                  <a:lnTo>
                    <a:pt x="122352" y="327537"/>
                  </a:lnTo>
                  <a:lnTo>
                    <a:pt x="127470" y="328874"/>
                  </a:lnTo>
                  <a:lnTo>
                    <a:pt x="132628" y="330049"/>
                  </a:lnTo>
                  <a:lnTo>
                    <a:pt x="137821" y="331060"/>
                  </a:lnTo>
                  <a:lnTo>
                    <a:pt x="143043" y="331906"/>
                  </a:lnTo>
                  <a:lnTo>
                    <a:pt x="148289" y="332587"/>
                  </a:lnTo>
                  <a:lnTo>
                    <a:pt x="153554" y="333101"/>
                  </a:lnTo>
                  <a:lnTo>
                    <a:pt x="158832" y="333448"/>
                  </a:lnTo>
                  <a:lnTo>
                    <a:pt x="164119" y="333628"/>
                  </a:lnTo>
                  <a:lnTo>
                    <a:pt x="169409" y="333641"/>
                  </a:lnTo>
                  <a:lnTo>
                    <a:pt x="174697" y="333486"/>
                  </a:lnTo>
                  <a:lnTo>
                    <a:pt x="179977" y="333164"/>
                  </a:lnTo>
                  <a:lnTo>
                    <a:pt x="185245" y="332676"/>
                  </a:lnTo>
                  <a:lnTo>
                    <a:pt x="190494" y="332020"/>
                  </a:lnTo>
                  <a:lnTo>
                    <a:pt x="195720" y="331199"/>
                  </a:lnTo>
                  <a:lnTo>
                    <a:pt x="200917" y="330213"/>
                  </a:lnTo>
                  <a:lnTo>
                    <a:pt x="206081" y="329064"/>
                  </a:lnTo>
                  <a:lnTo>
                    <a:pt x="211205" y="327751"/>
                  </a:lnTo>
                  <a:lnTo>
                    <a:pt x="216286" y="326277"/>
                  </a:lnTo>
                  <a:lnTo>
                    <a:pt x="221317" y="324643"/>
                  </a:lnTo>
                  <a:lnTo>
                    <a:pt x="226294" y="322850"/>
                  </a:lnTo>
                  <a:lnTo>
                    <a:pt x="231212" y="320901"/>
                  </a:lnTo>
                  <a:lnTo>
                    <a:pt x="236066" y="318797"/>
                  </a:lnTo>
                  <a:lnTo>
                    <a:pt x="240850" y="316541"/>
                  </a:lnTo>
                  <a:lnTo>
                    <a:pt x="245561" y="314134"/>
                  </a:lnTo>
                  <a:lnTo>
                    <a:pt x="250194" y="311580"/>
                  </a:lnTo>
                  <a:lnTo>
                    <a:pt x="254743" y="308880"/>
                  </a:lnTo>
                  <a:lnTo>
                    <a:pt x="259205" y="306038"/>
                  </a:lnTo>
                  <a:lnTo>
                    <a:pt x="263574" y="303056"/>
                  </a:lnTo>
                  <a:lnTo>
                    <a:pt x="267847" y="299937"/>
                  </a:lnTo>
                  <a:lnTo>
                    <a:pt x="272019" y="296684"/>
                  </a:lnTo>
                  <a:lnTo>
                    <a:pt x="276086" y="293302"/>
                  </a:lnTo>
                  <a:lnTo>
                    <a:pt x="280044" y="289792"/>
                  </a:lnTo>
                  <a:lnTo>
                    <a:pt x="283889" y="286158"/>
                  </a:lnTo>
                  <a:lnTo>
                    <a:pt x="287617" y="282405"/>
                  </a:lnTo>
                  <a:lnTo>
                    <a:pt x="291224" y="278536"/>
                  </a:lnTo>
                  <a:lnTo>
                    <a:pt x="294707" y="274555"/>
                  </a:lnTo>
                  <a:lnTo>
                    <a:pt x="298063" y="270465"/>
                  </a:lnTo>
                  <a:lnTo>
                    <a:pt x="301287" y="266271"/>
                  </a:lnTo>
                  <a:lnTo>
                    <a:pt x="304377" y="261978"/>
                  </a:lnTo>
                  <a:lnTo>
                    <a:pt x="307330" y="257588"/>
                  </a:lnTo>
                  <a:lnTo>
                    <a:pt x="310142" y="253108"/>
                  </a:lnTo>
                  <a:lnTo>
                    <a:pt x="312812" y="248540"/>
                  </a:lnTo>
                  <a:lnTo>
                    <a:pt x="315335" y="243891"/>
                  </a:lnTo>
                  <a:lnTo>
                    <a:pt x="317710" y="239164"/>
                  </a:lnTo>
                  <a:lnTo>
                    <a:pt x="319934" y="234364"/>
                  </a:lnTo>
                  <a:lnTo>
                    <a:pt x="322005" y="229497"/>
                  </a:lnTo>
                  <a:lnTo>
                    <a:pt x="323921" y="224566"/>
                  </a:lnTo>
                  <a:lnTo>
                    <a:pt x="325680" y="219577"/>
                  </a:lnTo>
                  <a:lnTo>
                    <a:pt x="327281" y="214535"/>
                  </a:lnTo>
                  <a:lnTo>
                    <a:pt x="328721" y="209444"/>
                  </a:lnTo>
                  <a:lnTo>
                    <a:pt x="329999" y="204311"/>
                  </a:lnTo>
                  <a:lnTo>
                    <a:pt x="331114" y="199140"/>
                  </a:lnTo>
                  <a:lnTo>
                    <a:pt x="332065" y="193936"/>
                  </a:lnTo>
                  <a:lnTo>
                    <a:pt x="332851" y="188705"/>
                  </a:lnTo>
                  <a:lnTo>
                    <a:pt x="333471" y="183451"/>
                  </a:lnTo>
                  <a:lnTo>
                    <a:pt x="333925" y="178181"/>
                  </a:lnTo>
                  <a:lnTo>
                    <a:pt x="334211" y="172898"/>
                  </a:lnTo>
                  <a:lnTo>
                    <a:pt x="334330" y="167610"/>
                  </a:lnTo>
                  <a:lnTo>
                    <a:pt x="334282" y="162320"/>
                  </a:lnTo>
                  <a:lnTo>
                    <a:pt x="334067" y="157034"/>
                  </a:lnTo>
                  <a:lnTo>
                    <a:pt x="333684" y="151758"/>
                  </a:lnTo>
                  <a:lnTo>
                    <a:pt x="333134" y="146497"/>
                  </a:lnTo>
                  <a:lnTo>
                    <a:pt x="332419" y="141255"/>
                  </a:lnTo>
                  <a:lnTo>
                    <a:pt x="331538" y="136039"/>
                  </a:lnTo>
                  <a:lnTo>
                    <a:pt x="330492" y="130854"/>
                  </a:lnTo>
                  <a:lnTo>
                    <a:pt x="329282" y="125704"/>
                  </a:lnTo>
                  <a:lnTo>
                    <a:pt x="327911" y="120595"/>
                  </a:lnTo>
                  <a:lnTo>
                    <a:pt x="326378" y="115531"/>
                  </a:lnTo>
                  <a:lnTo>
                    <a:pt x="324686" y="110519"/>
                  </a:lnTo>
                  <a:lnTo>
                    <a:pt x="322836" y="105563"/>
                  </a:lnTo>
                  <a:lnTo>
                    <a:pt x="320831" y="100668"/>
                  </a:lnTo>
                  <a:lnTo>
                    <a:pt x="318671" y="95839"/>
                  </a:lnTo>
                  <a:lnTo>
                    <a:pt x="316360" y="91081"/>
                  </a:lnTo>
                  <a:lnTo>
                    <a:pt x="313899" y="86398"/>
                  </a:lnTo>
                  <a:lnTo>
                    <a:pt x="311292" y="81795"/>
                  </a:lnTo>
                  <a:lnTo>
                    <a:pt x="308540" y="77277"/>
                  </a:lnTo>
                  <a:lnTo>
                    <a:pt x="305646" y="72849"/>
                  </a:lnTo>
                  <a:lnTo>
                    <a:pt x="302614" y="68514"/>
                  </a:lnTo>
                  <a:lnTo>
                    <a:pt x="299446" y="64277"/>
                  </a:lnTo>
                  <a:lnTo>
                    <a:pt x="296146" y="60143"/>
                  </a:lnTo>
                  <a:lnTo>
                    <a:pt x="292716" y="56115"/>
                  </a:lnTo>
                  <a:lnTo>
                    <a:pt x="289161" y="52198"/>
                  </a:lnTo>
                  <a:lnTo>
                    <a:pt x="285484" y="48395"/>
                  </a:lnTo>
                  <a:lnTo>
                    <a:pt x="281688" y="44711"/>
                  </a:lnTo>
                  <a:lnTo>
                    <a:pt x="277777" y="41148"/>
                  </a:lnTo>
                  <a:lnTo>
                    <a:pt x="273756" y="37711"/>
                  </a:lnTo>
                  <a:lnTo>
                    <a:pt x="269628" y="34403"/>
                  </a:lnTo>
                  <a:lnTo>
                    <a:pt x="265397" y="31227"/>
                  </a:lnTo>
                  <a:lnTo>
                    <a:pt x="261068" y="28187"/>
                  </a:lnTo>
                  <a:lnTo>
                    <a:pt x="256645" y="25285"/>
                  </a:lnTo>
                  <a:lnTo>
                    <a:pt x="252133" y="22524"/>
                  </a:lnTo>
                  <a:lnTo>
                    <a:pt x="247535" y="19908"/>
                  </a:lnTo>
                  <a:lnTo>
                    <a:pt x="242857" y="17438"/>
                  </a:lnTo>
                  <a:lnTo>
                    <a:pt x="238103" y="15118"/>
                  </a:lnTo>
                  <a:lnTo>
                    <a:pt x="233278" y="12949"/>
                  </a:lnTo>
                  <a:lnTo>
                    <a:pt x="228386" y="10934"/>
                  </a:lnTo>
                  <a:lnTo>
                    <a:pt x="223434" y="9075"/>
                  </a:lnTo>
                  <a:lnTo>
                    <a:pt x="218425" y="7374"/>
                  </a:lnTo>
                  <a:lnTo>
                    <a:pt x="213365" y="5831"/>
                  </a:lnTo>
                  <a:lnTo>
                    <a:pt x="208258" y="4450"/>
                  </a:lnTo>
                  <a:lnTo>
                    <a:pt x="203110" y="3231"/>
                  </a:lnTo>
                  <a:lnTo>
                    <a:pt x="197927" y="2175"/>
                  </a:lnTo>
                  <a:lnTo>
                    <a:pt x="192712" y="1284"/>
                  </a:lnTo>
                  <a:lnTo>
                    <a:pt x="187472" y="559"/>
                  </a:lnTo>
                  <a:lnTo>
                    <a:pt x="182212" y="0"/>
                  </a:lnTo>
                  <a:lnTo>
                    <a:pt x="167167" y="1664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15045" cy="167167"/>
            </a:xfrm>
            <a:custGeom>
              <a:avLst/>
              <a:pathLst>
                <a:path w="15045" h="167167">
                  <a:moveTo>
                    <a:pt x="15045" y="6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917" y="2633064"/>
              <a:ext cx="5830" cy="167167"/>
            </a:xfrm>
            <a:custGeom>
              <a:avLst/>
              <a:pathLst>
                <a:path w="5830" h="167167">
                  <a:moveTo>
                    <a:pt x="5830" y="0"/>
                  </a:moveTo>
                  <a:lnTo>
                    <a:pt x="0" y="101"/>
                  </a:lnTo>
                  <a:lnTo>
                    <a:pt x="583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917" y="2633166"/>
              <a:ext cx="5830" cy="167065"/>
            </a:xfrm>
            <a:custGeom>
              <a:avLst/>
              <a:pathLst>
                <a:path w="5830" h="167065">
                  <a:moveTo>
                    <a:pt x="0" y="0"/>
                  </a:moveTo>
                  <a:lnTo>
                    <a:pt x="5830" y="167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423597" y="2633166"/>
              <a:ext cx="334298" cy="334233"/>
            </a:xfrm>
            <a:custGeom>
              <a:avLst/>
              <a:pathLst>
                <a:path w="334298" h="334233">
                  <a:moveTo>
                    <a:pt x="161320" y="0"/>
                  </a:moveTo>
                  <a:lnTo>
                    <a:pt x="156026" y="268"/>
                  </a:lnTo>
                  <a:lnTo>
                    <a:pt x="150744" y="705"/>
                  </a:lnTo>
                  <a:lnTo>
                    <a:pt x="145478" y="1309"/>
                  </a:lnTo>
                  <a:lnTo>
                    <a:pt x="140233" y="2079"/>
                  </a:lnTo>
                  <a:lnTo>
                    <a:pt x="135016" y="3015"/>
                  </a:lnTo>
                  <a:lnTo>
                    <a:pt x="129831" y="4117"/>
                  </a:lnTo>
                  <a:lnTo>
                    <a:pt x="124684" y="5382"/>
                  </a:lnTo>
                  <a:lnTo>
                    <a:pt x="119579" y="6810"/>
                  </a:lnTo>
                  <a:lnTo>
                    <a:pt x="114522" y="8398"/>
                  </a:lnTo>
                  <a:lnTo>
                    <a:pt x="109518" y="10147"/>
                  </a:lnTo>
                  <a:lnTo>
                    <a:pt x="104572" y="12053"/>
                  </a:lnTo>
                  <a:lnTo>
                    <a:pt x="99689" y="14115"/>
                  </a:lnTo>
                  <a:lnTo>
                    <a:pt x="94874" y="16330"/>
                  </a:lnTo>
                  <a:lnTo>
                    <a:pt x="90131" y="18698"/>
                  </a:lnTo>
                  <a:lnTo>
                    <a:pt x="85466" y="21214"/>
                  </a:lnTo>
                  <a:lnTo>
                    <a:pt x="80883" y="23877"/>
                  </a:lnTo>
                  <a:lnTo>
                    <a:pt x="76387" y="26684"/>
                  </a:lnTo>
                  <a:lnTo>
                    <a:pt x="71982" y="29632"/>
                  </a:lnTo>
                  <a:lnTo>
                    <a:pt x="67672" y="32719"/>
                  </a:lnTo>
                  <a:lnTo>
                    <a:pt x="63463" y="35940"/>
                  </a:lnTo>
                  <a:lnTo>
                    <a:pt x="59358" y="39293"/>
                  </a:lnTo>
                  <a:lnTo>
                    <a:pt x="55361" y="42775"/>
                  </a:lnTo>
                  <a:lnTo>
                    <a:pt x="51477" y="46382"/>
                  </a:lnTo>
                  <a:lnTo>
                    <a:pt x="47709" y="50110"/>
                  </a:lnTo>
                  <a:lnTo>
                    <a:pt x="44061" y="53955"/>
                  </a:lnTo>
                  <a:lnTo>
                    <a:pt x="40537" y="57915"/>
                  </a:lnTo>
                  <a:lnTo>
                    <a:pt x="37140" y="61984"/>
                  </a:lnTo>
                  <a:lnTo>
                    <a:pt x="33874" y="66159"/>
                  </a:lnTo>
                  <a:lnTo>
                    <a:pt x="30742" y="70435"/>
                  </a:lnTo>
                  <a:lnTo>
                    <a:pt x="27747" y="74808"/>
                  </a:lnTo>
                  <a:lnTo>
                    <a:pt x="24892" y="79274"/>
                  </a:lnTo>
                  <a:lnTo>
                    <a:pt x="22180" y="83829"/>
                  </a:lnTo>
                  <a:lnTo>
                    <a:pt x="19614" y="88467"/>
                  </a:lnTo>
                  <a:lnTo>
                    <a:pt x="17196" y="93184"/>
                  </a:lnTo>
                  <a:lnTo>
                    <a:pt x="14929" y="97975"/>
                  </a:lnTo>
                  <a:lnTo>
                    <a:pt x="12815" y="102836"/>
                  </a:lnTo>
                  <a:lnTo>
                    <a:pt x="10856" y="107761"/>
                  </a:lnTo>
                  <a:lnTo>
                    <a:pt x="9055" y="112746"/>
                  </a:lnTo>
                  <a:lnTo>
                    <a:pt x="7412" y="117786"/>
                  </a:lnTo>
                  <a:lnTo>
                    <a:pt x="5930" y="122875"/>
                  </a:lnTo>
                  <a:lnTo>
                    <a:pt x="4610" y="128009"/>
                  </a:lnTo>
                  <a:lnTo>
                    <a:pt x="3453" y="133181"/>
                  </a:lnTo>
                  <a:lnTo>
                    <a:pt x="2462" y="138388"/>
                  </a:lnTo>
                  <a:lnTo>
                    <a:pt x="1635" y="143624"/>
                  </a:lnTo>
                  <a:lnTo>
                    <a:pt x="975" y="148884"/>
                  </a:lnTo>
                  <a:lnTo>
                    <a:pt x="482" y="154161"/>
                  </a:lnTo>
                  <a:lnTo>
                    <a:pt x="157" y="159452"/>
                  </a:lnTo>
                  <a:lnTo>
                    <a:pt x="0" y="164750"/>
                  </a:lnTo>
                  <a:lnTo>
                    <a:pt x="10" y="170051"/>
                  </a:lnTo>
                  <a:lnTo>
                    <a:pt x="189" y="175348"/>
                  </a:lnTo>
                  <a:lnTo>
                    <a:pt x="535" y="180637"/>
                  </a:lnTo>
                  <a:lnTo>
                    <a:pt x="1049" y="185913"/>
                  </a:lnTo>
                  <a:lnTo>
                    <a:pt x="1730" y="191170"/>
                  </a:lnTo>
                  <a:lnTo>
                    <a:pt x="2578" y="196402"/>
                  </a:lnTo>
                  <a:lnTo>
                    <a:pt x="3591" y="201605"/>
                  </a:lnTo>
                  <a:lnTo>
                    <a:pt x="4768" y="206773"/>
                  </a:lnTo>
                  <a:lnTo>
                    <a:pt x="6108" y="211901"/>
                  </a:lnTo>
                  <a:lnTo>
                    <a:pt x="7611" y="216985"/>
                  </a:lnTo>
                  <a:lnTo>
                    <a:pt x="9274" y="222018"/>
                  </a:lnTo>
                  <a:lnTo>
                    <a:pt x="11095" y="226995"/>
                  </a:lnTo>
                  <a:lnTo>
                    <a:pt x="13074" y="231913"/>
                  </a:lnTo>
                  <a:lnTo>
                    <a:pt x="15207" y="236765"/>
                  </a:lnTo>
                  <a:lnTo>
                    <a:pt x="17493" y="241547"/>
                  </a:lnTo>
                  <a:lnTo>
                    <a:pt x="19930" y="246255"/>
                  </a:lnTo>
                  <a:lnTo>
                    <a:pt x="22515" y="250882"/>
                  </a:lnTo>
                  <a:lnTo>
                    <a:pt x="25245" y="255426"/>
                  </a:lnTo>
                  <a:lnTo>
                    <a:pt x="28118" y="259881"/>
                  </a:lnTo>
                  <a:lnTo>
                    <a:pt x="31130" y="264242"/>
                  </a:lnTo>
                  <a:lnTo>
                    <a:pt x="34279" y="268505"/>
                  </a:lnTo>
                  <a:lnTo>
                    <a:pt x="37562" y="272667"/>
                  </a:lnTo>
                  <a:lnTo>
                    <a:pt x="40975" y="276722"/>
                  </a:lnTo>
                  <a:lnTo>
                    <a:pt x="44515" y="280668"/>
                  </a:lnTo>
                  <a:lnTo>
                    <a:pt x="48179" y="284499"/>
                  </a:lnTo>
                  <a:lnTo>
                    <a:pt x="51962" y="288211"/>
                  </a:lnTo>
                  <a:lnTo>
                    <a:pt x="55860" y="291803"/>
                  </a:lnTo>
                  <a:lnTo>
                    <a:pt x="59871" y="295268"/>
                  </a:lnTo>
                  <a:lnTo>
                    <a:pt x="63990" y="298605"/>
                  </a:lnTo>
                  <a:lnTo>
                    <a:pt x="68212" y="301810"/>
                  </a:lnTo>
                  <a:lnTo>
                    <a:pt x="72534" y="304879"/>
                  </a:lnTo>
                  <a:lnTo>
                    <a:pt x="76950" y="307809"/>
                  </a:lnTo>
                  <a:lnTo>
                    <a:pt x="81458" y="310598"/>
                  </a:lnTo>
                  <a:lnTo>
                    <a:pt x="86052" y="313243"/>
                  </a:lnTo>
                  <a:lnTo>
                    <a:pt x="90727" y="315740"/>
                  </a:lnTo>
                  <a:lnTo>
                    <a:pt x="95479" y="318089"/>
                  </a:lnTo>
                  <a:lnTo>
                    <a:pt x="100303" y="320285"/>
                  </a:lnTo>
                  <a:lnTo>
                    <a:pt x="105194" y="322327"/>
                  </a:lnTo>
                  <a:lnTo>
                    <a:pt x="110148" y="324214"/>
                  </a:lnTo>
                  <a:lnTo>
                    <a:pt x="115159" y="325942"/>
                  </a:lnTo>
                  <a:lnTo>
                    <a:pt x="120222" y="327510"/>
                  </a:lnTo>
                  <a:lnTo>
                    <a:pt x="125332" y="328918"/>
                  </a:lnTo>
                  <a:lnTo>
                    <a:pt x="130485" y="330162"/>
                  </a:lnTo>
                  <a:lnTo>
                    <a:pt x="135674" y="331242"/>
                  </a:lnTo>
                  <a:lnTo>
                    <a:pt x="140895" y="332158"/>
                  </a:lnTo>
                  <a:lnTo>
                    <a:pt x="146143" y="332907"/>
                  </a:lnTo>
                  <a:lnTo>
                    <a:pt x="151411" y="333490"/>
                  </a:lnTo>
                  <a:lnTo>
                    <a:pt x="156695" y="333905"/>
                  </a:lnTo>
                  <a:lnTo>
                    <a:pt x="161990" y="334153"/>
                  </a:lnTo>
                  <a:lnTo>
                    <a:pt x="167290" y="334233"/>
                  </a:lnTo>
                  <a:lnTo>
                    <a:pt x="172590" y="334144"/>
                  </a:lnTo>
                  <a:lnTo>
                    <a:pt x="177884" y="333888"/>
                  </a:lnTo>
                  <a:lnTo>
                    <a:pt x="183168" y="333464"/>
                  </a:lnTo>
                  <a:lnTo>
                    <a:pt x="188435" y="332872"/>
                  </a:lnTo>
                  <a:lnTo>
                    <a:pt x="193681" y="332114"/>
                  </a:lnTo>
                  <a:lnTo>
                    <a:pt x="198901" y="331190"/>
                  </a:lnTo>
                  <a:lnTo>
                    <a:pt x="204088" y="330101"/>
                  </a:lnTo>
                  <a:lnTo>
                    <a:pt x="209239" y="328848"/>
                  </a:lnTo>
                  <a:lnTo>
                    <a:pt x="214347" y="327432"/>
                  </a:lnTo>
                  <a:lnTo>
                    <a:pt x="219407" y="325855"/>
                  </a:lnTo>
                  <a:lnTo>
                    <a:pt x="224415" y="324119"/>
                  </a:lnTo>
                  <a:lnTo>
                    <a:pt x="229366" y="322224"/>
                  </a:lnTo>
                  <a:lnTo>
                    <a:pt x="234254" y="320174"/>
                  </a:lnTo>
                  <a:lnTo>
                    <a:pt x="239074" y="317969"/>
                  </a:lnTo>
                  <a:lnTo>
                    <a:pt x="243822" y="315613"/>
                  </a:lnTo>
                  <a:lnTo>
                    <a:pt x="248493" y="313108"/>
                  </a:lnTo>
                  <a:lnTo>
                    <a:pt x="253083" y="310455"/>
                  </a:lnTo>
                  <a:lnTo>
                    <a:pt x="257586" y="307659"/>
                  </a:lnTo>
                  <a:lnTo>
                    <a:pt x="261997" y="304721"/>
                  </a:lnTo>
                  <a:lnTo>
                    <a:pt x="266314" y="301645"/>
                  </a:lnTo>
                  <a:lnTo>
                    <a:pt x="270531" y="298433"/>
                  </a:lnTo>
                  <a:lnTo>
                    <a:pt x="274644" y="295089"/>
                  </a:lnTo>
                  <a:lnTo>
                    <a:pt x="278649" y="291617"/>
                  </a:lnTo>
                  <a:lnTo>
                    <a:pt x="282542" y="288020"/>
                  </a:lnTo>
                  <a:lnTo>
                    <a:pt x="286318" y="284300"/>
                  </a:lnTo>
                  <a:lnTo>
                    <a:pt x="289975" y="280463"/>
                  </a:lnTo>
                  <a:lnTo>
                    <a:pt x="293509" y="276512"/>
                  </a:lnTo>
                  <a:lnTo>
                    <a:pt x="296915" y="272451"/>
                  </a:lnTo>
                  <a:lnTo>
                    <a:pt x="300191" y="268284"/>
                  </a:lnTo>
                  <a:lnTo>
                    <a:pt x="303333" y="264015"/>
                  </a:lnTo>
                  <a:lnTo>
                    <a:pt x="306339" y="259649"/>
                  </a:lnTo>
                  <a:lnTo>
                    <a:pt x="309204" y="255190"/>
                  </a:lnTo>
                  <a:lnTo>
                    <a:pt x="311926" y="250642"/>
                  </a:lnTo>
                  <a:lnTo>
                    <a:pt x="314503" y="246010"/>
                  </a:lnTo>
                  <a:lnTo>
                    <a:pt x="316932" y="241298"/>
                  </a:lnTo>
                  <a:lnTo>
                    <a:pt x="319210" y="236512"/>
                  </a:lnTo>
                  <a:lnTo>
                    <a:pt x="321336" y="231656"/>
                  </a:lnTo>
                  <a:lnTo>
                    <a:pt x="323306" y="226736"/>
                  </a:lnTo>
                  <a:lnTo>
                    <a:pt x="325119" y="221755"/>
                  </a:lnTo>
                  <a:lnTo>
                    <a:pt x="326774" y="216719"/>
                  </a:lnTo>
                  <a:lnTo>
                    <a:pt x="328268" y="211633"/>
                  </a:lnTo>
                  <a:lnTo>
                    <a:pt x="329600" y="206503"/>
                  </a:lnTo>
                  <a:lnTo>
                    <a:pt x="330768" y="201333"/>
                  </a:lnTo>
                  <a:lnTo>
                    <a:pt x="331773" y="196128"/>
                  </a:lnTo>
                  <a:lnTo>
                    <a:pt x="332611" y="190894"/>
                  </a:lnTo>
                  <a:lnTo>
                    <a:pt x="333284" y="185636"/>
                  </a:lnTo>
                  <a:lnTo>
                    <a:pt x="333789" y="180360"/>
                  </a:lnTo>
                  <a:lnTo>
                    <a:pt x="334127" y="175070"/>
                  </a:lnTo>
                  <a:lnTo>
                    <a:pt x="334296" y="169772"/>
                  </a:lnTo>
                  <a:lnTo>
                    <a:pt x="334298" y="164472"/>
                  </a:lnTo>
                  <a:lnTo>
                    <a:pt x="334132" y="159174"/>
                  </a:lnTo>
                  <a:lnTo>
                    <a:pt x="333798" y="153884"/>
                  </a:lnTo>
                  <a:lnTo>
                    <a:pt x="333296" y="148607"/>
                  </a:lnTo>
                  <a:lnTo>
                    <a:pt x="332627" y="143349"/>
                  </a:lnTo>
                  <a:lnTo>
                    <a:pt x="331792" y="138114"/>
                  </a:lnTo>
                  <a:lnTo>
                    <a:pt x="330792" y="132909"/>
                  </a:lnTo>
                  <a:lnTo>
                    <a:pt x="329627" y="127738"/>
                  </a:lnTo>
                  <a:lnTo>
                    <a:pt x="328298" y="122607"/>
                  </a:lnTo>
                  <a:lnTo>
                    <a:pt x="326807" y="117520"/>
                  </a:lnTo>
                  <a:lnTo>
                    <a:pt x="325156" y="112483"/>
                  </a:lnTo>
                  <a:lnTo>
                    <a:pt x="323347" y="107501"/>
                  </a:lnTo>
                  <a:lnTo>
                    <a:pt x="321380" y="102579"/>
                  </a:lnTo>
                  <a:lnTo>
                    <a:pt x="319258" y="97722"/>
                  </a:lnTo>
                  <a:lnTo>
                    <a:pt x="316983" y="92934"/>
                  </a:lnTo>
                  <a:lnTo>
                    <a:pt x="314557" y="88221"/>
                  </a:lnTo>
                  <a:lnTo>
                    <a:pt x="311983" y="83587"/>
                  </a:lnTo>
                  <a:lnTo>
                    <a:pt x="309264" y="79037"/>
                  </a:lnTo>
                  <a:lnTo>
                    <a:pt x="306401" y="74576"/>
                  </a:lnTo>
                  <a:lnTo>
                    <a:pt x="303399" y="70208"/>
                  </a:lnTo>
                  <a:lnTo>
                    <a:pt x="300260" y="65937"/>
                  </a:lnTo>
                  <a:lnTo>
                    <a:pt x="296987" y="61768"/>
                  </a:lnTo>
                  <a:lnTo>
                    <a:pt x="293583" y="57704"/>
                  </a:lnTo>
                  <a:lnTo>
                    <a:pt x="290052" y="53751"/>
                  </a:lnTo>
                  <a:lnTo>
                    <a:pt x="286398" y="49911"/>
                  </a:lnTo>
                  <a:lnTo>
                    <a:pt x="282624" y="46189"/>
                  </a:lnTo>
                  <a:lnTo>
                    <a:pt x="278733" y="42589"/>
                  </a:lnTo>
                  <a:lnTo>
                    <a:pt x="274731" y="39114"/>
                  </a:lnTo>
                  <a:lnTo>
                    <a:pt x="270620" y="35768"/>
                  </a:lnTo>
                  <a:lnTo>
                    <a:pt x="266406" y="32553"/>
                  </a:lnTo>
                  <a:lnTo>
                    <a:pt x="262091" y="29474"/>
                  </a:lnTo>
                  <a:lnTo>
                    <a:pt x="257681" y="26533"/>
                  </a:lnTo>
                  <a:lnTo>
                    <a:pt x="253180" y="23734"/>
                  </a:lnTo>
                  <a:lnTo>
                    <a:pt x="248593" y="21078"/>
                  </a:lnTo>
                  <a:lnTo>
                    <a:pt x="243923" y="18570"/>
                  </a:lnTo>
                  <a:lnTo>
                    <a:pt x="239177" y="16210"/>
                  </a:lnTo>
                  <a:lnTo>
                    <a:pt x="234358" y="14003"/>
                  </a:lnTo>
                  <a:lnTo>
                    <a:pt x="229471" y="11949"/>
                  </a:lnTo>
                  <a:lnTo>
                    <a:pt x="224522" y="10051"/>
                  </a:lnTo>
                  <a:lnTo>
                    <a:pt x="167151" y="1670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57371" cy="167167"/>
            </a:xfrm>
            <a:custGeom>
              <a:avLst/>
              <a:pathLst>
                <a:path w="57371" h="167167">
                  <a:moveTo>
                    <a:pt x="57371" y="10153"/>
                  </a:moveTo>
                  <a:lnTo>
                    <a:pt x="51836" y="8240"/>
                  </a:lnTo>
                  <a:lnTo>
                    <a:pt x="46238" y="6522"/>
                  </a:lnTo>
                  <a:lnTo>
                    <a:pt x="40583" y="5001"/>
                  </a:lnTo>
                  <a:lnTo>
                    <a:pt x="34878" y="3679"/>
                  </a:lnTo>
                  <a:lnTo>
                    <a:pt x="29131" y="2557"/>
                  </a:lnTo>
                  <a:lnTo>
                    <a:pt x="23348" y="1638"/>
                  </a:lnTo>
                  <a:lnTo>
                    <a:pt x="17536" y="922"/>
                  </a:lnTo>
                  <a:lnTo>
                    <a:pt x="11702" y="410"/>
                  </a:lnTo>
                  <a:lnTo>
                    <a:pt x="585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3531" y="3170392"/>
              <a:ext cx="22449" cy="167167"/>
            </a:xfrm>
            <a:custGeom>
              <a:avLst/>
              <a:pathLst>
                <a:path w="22449" h="167167">
                  <a:moveTo>
                    <a:pt x="22449" y="0"/>
                  </a:moveTo>
                  <a:lnTo>
                    <a:pt x="14946" y="168"/>
                  </a:lnTo>
                  <a:lnTo>
                    <a:pt x="7457" y="673"/>
                  </a:lnTo>
                  <a:lnTo>
                    <a:pt x="0" y="1514"/>
                  </a:lnTo>
                  <a:lnTo>
                    <a:pt x="224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3531" y="3171906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358827" y="3171906"/>
              <a:ext cx="334315" cy="332820"/>
            </a:xfrm>
            <a:custGeom>
              <a:avLst/>
              <a:pathLst>
                <a:path w="334315" h="332820">
                  <a:moveTo>
                    <a:pt x="144704" y="0"/>
                  </a:moveTo>
                  <a:lnTo>
                    <a:pt x="139476" y="792"/>
                  </a:lnTo>
                  <a:lnTo>
                    <a:pt x="134277" y="1750"/>
                  </a:lnTo>
                  <a:lnTo>
                    <a:pt x="129110" y="2872"/>
                  </a:lnTo>
                  <a:lnTo>
                    <a:pt x="123981" y="4156"/>
                  </a:lnTo>
                  <a:lnTo>
                    <a:pt x="118896" y="5602"/>
                  </a:lnTo>
                  <a:lnTo>
                    <a:pt x="113859" y="7208"/>
                  </a:lnTo>
                  <a:lnTo>
                    <a:pt x="108875" y="8973"/>
                  </a:lnTo>
                  <a:lnTo>
                    <a:pt x="103949" y="10894"/>
                  </a:lnTo>
                  <a:lnTo>
                    <a:pt x="99087" y="12970"/>
                  </a:lnTo>
                  <a:lnTo>
                    <a:pt x="94292" y="15199"/>
                  </a:lnTo>
                  <a:lnTo>
                    <a:pt x="89571" y="17579"/>
                  </a:lnTo>
                  <a:lnTo>
                    <a:pt x="84927" y="20106"/>
                  </a:lnTo>
                  <a:lnTo>
                    <a:pt x="80365" y="22779"/>
                  </a:lnTo>
                  <a:lnTo>
                    <a:pt x="75891" y="25595"/>
                  </a:lnTo>
                  <a:lnTo>
                    <a:pt x="71507" y="28551"/>
                  </a:lnTo>
                  <a:lnTo>
                    <a:pt x="67219" y="31645"/>
                  </a:lnTo>
                  <a:lnTo>
                    <a:pt x="63031" y="34872"/>
                  </a:lnTo>
                  <a:lnTo>
                    <a:pt x="58948" y="38230"/>
                  </a:lnTo>
                  <a:lnTo>
                    <a:pt x="54972" y="41716"/>
                  </a:lnTo>
                  <a:lnTo>
                    <a:pt x="51109" y="45325"/>
                  </a:lnTo>
                  <a:lnTo>
                    <a:pt x="47362" y="49055"/>
                  </a:lnTo>
                  <a:lnTo>
                    <a:pt x="43735" y="52902"/>
                  </a:lnTo>
                  <a:lnTo>
                    <a:pt x="40231" y="56861"/>
                  </a:lnTo>
                  <a:lnTo>
                    <a:pt x="36854" y="60929"/>
                  </a:lnTo>
                  <a:lnTo>
                    <a:pt x="33607" y="65102"/>
                  </a:lnTo>
                  <a:lnTo>
                    <a:pt x="30494" y="69376"/>
                  </a:lnTo>
                  <a:lnTo>
                    <a:pt x="27518" y="73745"/>
                  </a:lnTo>
                  <a:lnTo>
                    <a:pt x="24681" y="78207"/>
                  </a:lnTo>
                  <a:lnTo>
                    <a:pt x="21987" y="82756"/>
                  </a:lnTo>
                  <a:lnTo>
                    <a:pt x="19438" y="87389"/>
                  </a:lnTo>
                  <a:lnTo>
                    <a:pt x="17037" y="92099"/>
                  </a:lnTo>
                  <a:lnTo>
                    <a:pt x="14786" y="96883"/>
                  </a:lnTo>
                  <a:lnTo>
                    <a:pt x="12688" y="101736"/>
                  </a:lnTo>
                  <a:lnTo>
                    <a:pt x="10744" y="106653"/>
                  </a:lnTo>
                  <a:lnTo>
                    <a:pt x="8956" y="111628"/>
                  </a:lnTo>
                  <a:lnTo>
                    <a:pt x="7327" y="116658"/>
                  </a:lnTo>
                  <a:lnTo>
                    <a:pt x="5857" y="121737"/>
                  </a:lnTo>
                  <a:lnTo>
                    <a:pt x="4549" y="126860"/>
                  </a:lnTo>
                  <a:lnTo>
                    <a:pt x="3404" y="132021"/>
                  </a:lnTo>
                  <a:lnTo>
                    <a:pt x="2422" y="137216"/>
                  </a:lnTo>
                  <a:lnTo>
                    <a:pt x="1605" y="142440"/>
                  </a:lnTo>
                  <a:lnTo>
                    <a:pt x="954" y="147687"/>
                  </a:lnTo>
                  <a:lnTo>
                    <a:pt x="469" y="152952"/>
                  </a:lnTo>
                  <a:lnTo>
                    <a:pt x="151" y="158229"/>
                  </a:lnTo>
                  <a:lnTo>
                    <a:pt x="0" y="163514"/>
                  </a:lnTo>
                  <a:lnTo>
                    <a:pt x="15" y="168801"/>
                  </a:lnTo>
                  <a:lnTo>
                    <a:pt x="199" y="174085"/>
                  </a:lnTo>
                  <a:lnTo>
                    <a:pt x="549" y="179361"/>
                  </a:lnTo>
                  <a:lnTo>
                    <a:pt x="1066" y="184622"/>
                  </a:lnTo>
                  <a:lnTo>
                    <a:pt x="1749" y="189865"/>
                  </a:lnTo>
                  <a:lnTo>
                    <a:pt x="2597" y="195084"/>
                  </a:lnTo>
                  <a:lnTo>
                    <a:pt x="3610" y="200273"/>
                  </a:lnTo>
                  <a:lnTo>
                    <a:pt x="4787" y="205427"/>
                  </a:lnTo>
                  <a:lnTo>
                    <a:pt x="6126" y="210542"/>
                  </a:lnTo>
                  <a:lnTo>
                    <a:pt x="7626" y="215612"/>
                  </a:lnTo>
                  <a:lnTo>
                    <a:pt x="9285" y="220632"/>
                  </a:lnTo>
                  <a:lnTo>
                    <a:pt x="11103" y="225597"/>
                  </a:lnTo>
                  <a:lnTo>
                    <a:pt x="13077" y="230502"/>
                  </a:lnTo>
                  <a:lnTo>
                    <a:pt x="15205" y="235342"/>
                  </a:lnTo>
                  <a:lnTo>
                    <a:pt x="17484" y="240112"/>
                  </a:lnTo>
                  <a:lnTo>
                    <a:pt x="19914" y="244808"/>
                  </a:lnTo>
                  <a:lnTo>
                    <a:pt x="22491" y="249425"/>
                  </a:lnTo>
                  <a:lnTo>
                    <a:pt x="25212" y="253957"/>
                  </a:lnTo>
                  <a:lnTo>
                    <a:pt x="28076" y="258402"/>
                  </a:lnTo>
                  <a:lnTo>
                    <a:pt x="31078" y="262754"/>
                  </a:lnTo>
                  <a:lnTo>
                    <a:pt x="34217" y="267008"/>
                  </a:lnTo>
                  <a:lnTo>
                    <a:pt x="37489" y="271162"/>
                  </a:lnTo>
                  <a:lnTo>
                    <a:pt x="40890" y="275209"/>
                  </a:lnTo>
                  <a:lnTo>
                    <a:pt x="44418" y="279147"/>
                  </a:lnTo>
                  <a:lnTo>
                    <a:pt x="48069" y="282972"/>
                  </a:lnTo>
                  <a:lnTo>
                    <a:pt x="51838" y="286679"/>
                  </a:lnTo>
                  <a:lnTo>
                    <a:pt x="55723" y="290265"/>
                  </a:lnTo>
                  <a:lnTo>
                    <a:pt x="59720" y="293727"/>
                  </a:lnTo>
                  <a:lnTo>
                    <a:pt x="63824" y="297060"/>
                  </a:lnTo>
                  <a:lnTo>
                    <a:pt x="68031" y="300262"/>
                  </a:lnTo>
                  <a:lnTo>
                    <a:pt x="72337" y="303329"/>
                  </a:lnTo>
                  <a:lnTo>
                    <a:pt x="76738" y="306259"/>
                  </a:lnTo>
                  <a:lnTo>
                    <a:pt x="81230" y="309048"/>
                  </a:lnTo>
                  <a:lnTo>
                    <a:pt x="85808" y="311693"/>
                  </a:lnTo>
                  <a:lnTo>
                    <a:pt x="90467" y="314193"/>
                  </a:lnTo>
                  <a:lnTo>
                    <a:pt x="95203" y="316544"/>
                  </a:lnTo>
                  <a:lnTo>
                    <a:pt x="100010" y="318743"/>
                  </a:lnTo>
                  <a:lnTo>
                    <a:pt x="104885" y="320790"/>
                  </a:lnTo>
                  <a:lnTo>
                    <a:pt x="109822" y="322682"/>
                  </a:lnTo>
                  <a:lnTo>
                    <a:pt x="114817" y="324416"/>
                  </a:lnTo>
                  <a:lnTo>
                    <a:pt x="119864" y="325992"/>
                  </a:lnTo>
                  <a:lnTo>
                    <a:pt x="124958" y="327407"/>
                  </a:lnTo>
                  <a:lnTo>
                    <a:pt x="130094" y="328661"/>
                  </a:lnTo>
                  <a:lnTo>
                    <a:pt x="135268" y="329751"/>
                  </a:lnTo>
                  <a:lnTo>
                    <a:pt x="140473" y="330677"/>
                  </a:lnTo>
                  <a:lnTo>
                    <a:pt x="145705" y="331438"/>
                  </a:lnTo>
                  <a:lnTo>
                    <a:pt x="150959" y="332034"/>
                  </a:lnTo>
                  <a:lnTo>
                    <a:pt x="156228" y="332463"/>
                  </a:lnTo>
                  <a:lnTo>
                    <a:pt x="161509" y="332725"/>
                  </a:lnTo>
                  <a:lnTo>
                    <a:pt x="166795" y="332820"/>
                  </a:lnTo>
                  <a:lnTo>
                    <a:pt x="172082" y="332747"/>
                  </a:lnTo>
                  <a:lnTo>
                    <a:pt x="177363" y="332508"/>
                  </a:lnTo>
                  <a:lnTo>
                    <a:pt x="182635" y="332102"/>
                  </a:lnTo>
                  <a:lnTo>
                    <a:pt x="187891" y="331529"/>
                  </a:lnTo>
                  <a:lnTo>
                    <a:pt x="193126" y="330790"/>
                  </a:lnTo>
                  <a:lnTo>
                    <a:pt x="198335" y="329886"/>
                  </a:lnTo>
                  <a:lnTo>
                    <a:pt x="203513" y="328818"/>
                  </a:lnTo>
                  <a:lnTo>
                    <a:pt x="208655" y="327586"/>
                  </a:lnTo>
                  <a:lnTo>
                    <a:pt x="213755" y="326193"/>
                  </a:lnTo>
                  <a:lnTo>
                    <a:pt x="218809" y="324639"/>
                  </a:lnTo>
                  <a:lnTo>
                    <a:pt x="223811" y="322926"/>
                  </a:lnTo>
                  <a:lnTo>
                    <a:pt x="228756" y="321056"/>
                  </a:lnTo>
                  <a:lnTo>
                    <a:pt x="233640" y="319030"/>
                  </a:lnTo>
                  <a:lnTo>
                    <a:pt x="238457" y="316850"/>
                  </a:lnTo>
                  <a:lnTo>
                    <a:pt x="243202" y="314520"/>
                  </a:lnTo>
                  <a:lnTo>
                    <a:pt x="247872" y="312041"/>
                  </a:lnTo>
                  <a:lnTo>
                    <a:pt x="252461" y="309415"/>
                  </a:lnTo>
                  <a:lnTo>
                    <a:pt x="256965" y="306645"/>
                  </a:lnTo>
                  <a:lnTo>
                    <a:pt x="261379" y="303734"/>
                  </a:lnTo>
                  <a:lnTo>
                    <a:pt x="265698" y="300686"/>
                  </a:lnTo>
                  <a:lnTo>
                    <a:pt x="269919" y="297502"/>
                  </a:lnTo>
                  <a:lnTo>
                    <a:pt x="274037" y="294186"/>
                  </a:lnTo>
                  <a:lnTo>
                    <a:pt x="278048" y="290742"/>
                  </a:lnTo>
                  <a:lnTo>
                    <a:pt x="281949" y="287172"/>
                  </a:lnTo>
                  <a:lnTo>
                    <a:pt x="285734" y="283481"/>
                  </a:lnTo>
                  <a:lnTo>
                    <a:pt x="289401" y="279672"/>
                  </a:lnTo>
                  <a:lnTo>
                    <a:pt x="292946" y="275749"/>
                  </a:lnTo>
                  <a:lnTo>
                    <a:pt x="296364" y="271716"/>
                  </a:lnTo>
                  <a:lnTo>
                    <a:pt x="299654" y="267577"/>
                  </a:lnTo>
                  <a:lnTo>
                    <a:pt x="302811" y="263336"/>
                  </a:lnTo>
                  <a:lnTo>
                    <a:pt x="305832" y="258997"/>
                  </a:lnTo>
                  <a:lnTo>
                    <a:pt x="308715" y="254565"/>
                  </a:lnTo>
                  <a:lnTo>
                    <a:pt x="311455" y="250044"/>
                  </a:lnTo>
                  <a:lnTo>
                    <a:pt x="314052" y="245438"/>
                  </a:lnTo>
                  <a:lnTo>
                    <a:pt x="316502" y="240753"/>
                  </a:lnTo>
                  <a:lnTo>
                    <a:pt x="318802" y="235992"/>
                  </a:lnTo>
                  <a:lnTo>
                    <a:pt x="320950" y="231161"/>
                  </a:lnTo>
                  <a:lnTo>
                    <a:pt x="322945" y="226265"/>
                  </a:lnTo>
                  <a:lnTo>
                    <a:pt x="324784" y="221308"/>
                  </a:lnTo>
                  <a:lnTo>
                    <a:pt x="326465" y="216295"/>
                  </a:lnTo>
                  <a:lnTo>
                    <a:pt x="327987" y="211232"/>
                  </a:lnTo>
                  <a:lnTo>
                    <a:pt x="329348" y="206123"/>
                  </a:lnTo>
                  <a:lnTo>
                    <a:pt x="330547" y="200973"/>
                  </a:lnTo>
                  <a:lnTo>
                    <a:pt x="331582" y="195789"/>
                  </a:lnTo>
                  <a:lnTo>
                    <a:pt x="332453" y="190574"/>
                  </a:lnTo>
                  <a:lnTo>
                    <a:pt x="333158" y="185334"/>
                  </a:lnTo>
                  <a:lnTo>
                    <a:pt x="333697" y="180074"/>
                  </a:lnTo>
                  <a:lnTo>
                    <a:pt x="334070" y="174800"/>
                  </a:lnTo>
                  <a:lnTo>
                    <a:pt x="334276" y="169517"/>
                  </a:lnTo>
                  <a:lnTo>
                    <a:pt x="334315" y="164230"/>
                  </a:lnTo>
                  <a:lnTo>
                    <a:pt x="334186" y="158945"/>
                  </a:lnTo>
                  <a:lnTo>
                    <a:pt x="333890" y="153666"/>
                  </a:lnTo>
                  <a:lnTo>
                    <a:pt x="333428" y="148399"/>
                  </a:lnTo>
                  <a:lnTo>
                    <a:pt x="332799" y="143149"/>
                  </a:lnTo>
                  <a:lnTo>
                    <a:pt x="332005" y="137922"/>
                  </a:lnTo>
                  <a:lnTo>
                    <a:pt x="331045" y="132723"/>
                  </a:lnTo>
                  <a:lnTo>
                    <a:pt x="329922" y="127557"/>
                  </a:lnTo>
                  <a:lnTo>
                    <a:pt x="328636" y="122428"/>
                  </a:lnTo>
                  <a:lnTo>
                    <a:pt x="327188" y="117343"/>
                  </a:lnTo>
                  <a:lnTo>
                    <a:pt x="325580" y="112307"/>
                  </a:lnTo>
                  <a:lnTo>
                    <a:pt x="323814" y="107323"/>
                  </a:lnTo>
                  <a:lnTo>
                    <a:pt x="321891" y="102398"/>
                  </a:lnTo>
                  <a:lnTo>
                    <a:pt x="319813" y="97536"/>
                  </a:lnTo>
                  <a:lnTo>
                    <a:pt x="317583" y="92743"/>
                  </a:lnTo>
                  <a:lnTo>
                    <a:pt x="315202" y="88022"/>
                  </a:lnTo>
                  <a:lnTo>
                    <a:pt x="312673" y="83379"/>
                  </a:lnTo>
                  <a:lnTo>
                    <a:pt x="309999" y="78818"/>
                  </a:lnTo>
                  <a:lnTo>
                    <a:pt x="307181" y="74345"/>
                  </a:lnTo>
                  <a:lnTo>
                    <a:pt x="304224" y="69962"/>
                  </a:lnTo>
                  <a:lnTo>
                    <a:pt x="301129" y="65675"/>
                  </a:lnTo>
                  <a:lnTo>
                    <a:pt x="297900" y="61488"/>
                  </a:lnTo>
                  <a:lnTo>
                    <a:pt x="294541" y="57406"/>
                  </a:lnTo>
                  <a:lnTo>
                    <a:pt x="291054" y="53432"/>
                  </a:lnTo>
                  <a:lnTo>
                    <a:pt x="287443" y="49569"/>
                  </a:lnTo>
                  <a:lnTo>
                    <a:pt x="283712" y="45824"/>
                  </a:lnTo>
                  <a:lnTo>
                    <a:pt x="279864" y="42197"/>
                  </a:lnTo>
                  <a:lnTo>
                    <a:pt x="275904" y="38695"/>
                  </a:lnTo>
                  <a:lnTo>
                    <a:pt x="271834" y="35319"/>
                  </a:lnTo>
                  <a:lnTo>
                    <a:pt x="267660" y="32074"/>
                  </a:lnTo>
                  <a:lnTo>
                    <a:pt x="263386" y="28962"/>
                  </a:lnTo>
                  <a:lnTo>
                    <a:pt x="167153" y="1656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96232" cy="167167"/>
            </a:xfrm>
            <a:custGeom>
              <a:avLst/>
              <a:pathLst>
                <a:path w="96232" h="167167">
                  <a:moveTo>
                    <a:pt x="96232" y="30477"/>
                  </a:moveTo>
                  <a:lnTo>
                    <a:pt x="91519" y="27277"/>
                  </a:lnTo>
                  <a:lnTo>
                    <a:pt x="86699" y="24240"/>
                  </a:lnTo>
                  <a:lnTo>
                    <a:pt x="81779" y="21369"/>
                  </a:lnTo>
                  <a:lnTo>
                    <a:pt x="76764" y="18667"/>
                  </a:lnTo>
                  <a:lnTo>
                    <a:pt x="71660" y="16138"/>
                  </a:lnTo>
                  <a:lnTo>
                    <a:pt x="66472" y="13784"/>
                  </a:lnTo>
                  <a:lnTo>
                    <a:pt x="61208" y="11608"/>
                  </a:lnTo>
                  <a:lnTo>
                    <a:pt x="55872" y="9613"/>
                  </a:lnTo>
                  <a:lnTo>
                    <a:pt x="50471" y="7801"/>
                  </a:lnTo>
                  <a:lnTo>
                    <a:pt x="45012" y="6174"/>
                  </a:lnTo>
                  <a:lnTo>
                    <a:pt x="39500" y="4733"/>
                  </a:lnTo>
                  <a:lnTo>
                    <a:pt x="33943" y="3482"/>
                  </a:lnTo>
                  <a:lnTo>
                    <a:pt x="28346" y="2420"/>
                  </a:lnTo>
                  <a:lnTo>
                    <a:pt x="22716" y="1550"/>
                  </a:lnTo>
                  <a:lnTo>
                    <a:pt x="17060" y="872"/>
                  </a:lnTo>
                  <a:lnTo>
                    <a:pt x="11384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4432" y="3707720"/>
              <a:ext cx="6316" cy="167167"/>
            </a:xfrm>
            <a:custGeom>
              <a:avLst/>
              <a:pathLst>
                <a:path w="6316" h="167167">
                  <a:moveTo>
                    <a:pt x="6316" y="0"/>
                  </a:moveTo>
                  <a:lnTo>
                    <a:pt x="0" y="119"/>
                  </a:lnTo>
                  <a:lnTo>
                    <a:pt x="631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432" y="37078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423598" y="3707840"/>
              <a:ext cx="334312" cy="334214"/>
            </a:xfrm>
            <a:custGeom>
              <a:avLst/>
              <a:pathLst>
                <a:path w="334312" h="334214">
                  <a:moveTo>
                    <a:pt x="160834" y="0"/>
                  </a:moveTo>
                  <a:lnTo>
                    <a:pt x="155552" y="283"/>
                  </a:lnTo>
                  <a:lnTo>
                    <a:pt x="150282" y="733"/>
                  </a:lnTo>
                  <a:lnTo>
                    <a:pt x="145030" y="1350"/>
                  </a:lnTo>
                  <a:lnTo>
                    <a:pt x="139799" y="2133"/>
                  </a:lnTo>
                  <a:lnTo>
                    <a:pt x="134595" y="3081"/>
                  </a:lnTo>
                  <a:lnTo>
                    <a:pt x="129425" y="4193"/>
                  </a:lnTo>
                  <a:lnTo>
                    <a:pt x="124292" y="5467"/>
                  </a:lnTo>
                  <a:lnTo>
                    <a:pt x="119202" y="6904"/>
                  </a:lnTo>
                  <a:lnTo>
                    <a:pt x="114160" y="8501"/>
                  </a:lnTo>
                  <a:lnTo>
                    <a:pt x="109170" y="10257"/>
                  </a:lnTo>
                  <a:lnTo>
                    <a:pt x="104239" y="12169"/>
                  </a:lnTo>
                  <a:lnTo>
                    <a:pt x="99371" y="14237"/>
                  </a:lnTo>
                  <a:lnTo>
                    <a:pt x="94571" y="16458"/>
                  </a:lnTo>
                  <a:lnTo>
                    <a:pt x="89844" y="18829"/>
                  </a:lnTo>
                  <a:lnTo>
                    <a:pt x="85194" y="21349"/>
                  </a:lnTo>
                  <a:lnTo>
                    <a:pt x="80625" y="24014"/>
                  </a:lnTo>
                  <a:lnTo>
                    <a:pt x="76144" y="26823"/>
                  </a:lnTo>
                  <a:lnTo>
                    <a:pt x="71753" y="29772"/>
                  </a:lnTo>
                  <a:lnTo>
                    <a:pt x="67459" y="32859"/>
                  </a:lnTo>
                  <a:lnTo>
                    <a:pt x="63263" y="36080"/>
                  </a:lnTo>
                  <a:lnTo>
                    <a:pt x="59172" y="39432"/>
                  </a:lnTo>
                  <a:lnTo>
                    <a:pt x="55189" y="42911"/>
                  </a:lnTo>
                  <a:lnTo>
                    <a:pt x="51318" y="46515"/>
                  </a:lnTo>
                  <a:lnTo>
                    <a:pt x="47563" y="50240"/>
                  </a:lnTo>
                  <a:lnTo>
                    <a:pt x="43928" y="54082"/>
                  </a:lnTo>
                  <a:lnTo>
                    <a:pt x="40416" y="58036"/>
                  </a:lnTo>
                  <a:lnTo>
                    <a:pt x="37031" y="62100"/>
                  </a:lnTo>
                  <a:lnTo>
                    <a:pt x="33776" y="66269"/>
                  </a:lnTo>
                  <a:lnTo>
                    <a:pt x="30655" y="70539"/>
                  </a:lnTo>
                  <a:lnTo>
                    <a:pt x="27670" y="74905"/>
                  </a:lnTo>
                  <a:lnTo>
                    <a:pt x="24825" y="79363"/>
                  </a:lnTo>
                  <a:lnTo>
                    <a:pt x="22122" y="83910"/>
                  </a:lnTo>
                  <a:lnTo>
                    <a:pt x="19565" y="88539"/>
                  </a:lnTo>
                  <a:lnTo>
                    <a:pt x="17155" y="93247"/>
                  </a:lnTo>
                  <a:lnTo>
                    <a:pt x="14895" y="98029"/>
                  </a:lnTo>
                  <a:lnTo>
                    <a:pt x="12788" y="102880"/>
                  </a:lnTo>
                  <a:lnTo>
                    <a:pt x="10836" y="107796"/>
                  </a:lnTo>
                  <a:lnTo>
                    <a:pt x="9039" y="112770"/>
                  </a:lnTo>
                  <a:lnTo>
                    <a:pt x="7401" y="117799"/>
                  </a:lnTo>
                  <a:lnTo>
                    <a:pt x="5923" y="122878"/>
                  </a:lnTo>
                  <a:lnTo>
                    <a:pt x="4607" y="128000"/>
                  </a:lnTo>
                  <a:lnTo>
                    <a:pt x="3453" y="133162"/>
                  </a:lnTo>
                  <a:lnTo>
                    <a:pt x="2463" y="138357"/>
                  </a:lnTo>
                  <a:lnTo>
                    <a:pt x="1638" y="143581"/>
                  </a:lnTo>
                  <a:lnTo>
                    <a:pt x="978" y="148829"/>
                  </a:lnTo>
                  <a:lnTo>
                    <a:pt x="485" y="154095"/>
                  </a:lnTo>
                  <a:lnTo>
                    <a:pt x="159" y="159374"/>
                  </a:lnTo>
                  <a:lnTo>
                    <a:pt x="0" y="164660"/>
                  </a:lnTo>
                  <a:lnTo>
                    <a:pt x="8" y="169949"/>
                  </a:lnTo>
                  <a:lnTo>
                    <a:pt x="183" y="175235"/>
                  </a:lnTo>
                  <a:lnTo>
                    <a:pt x="526" y="180513"/>
                  </a:lnTo>
                  <a:lnTo>
                    <a:pt x="1035" y="185777"/>
                  </a:lnTo>
                  <a:lnTo>
                    <a:pt x="1711" y="191023"/>
                  </a:lnTo>
                  <a:lnTo>
                    <a:pt x="2552" y="196245"/>
                  </a:lnTo>
                  <a:lnTo>
                    <a:pt x="3558" y="201437"/>
                  </a:lnTo>
                  <a:lnTo>
                    <a:pt x="4728" y="206595"/>
                  </a:lnTo>
                  <a:lnTo>
                    <a:pt x="6060" y="211713"/>
                  </a:lnTo>
                  <a:lnTo>
                    <a:pt x="7554" y="216787"/>
                  </a:lnTo>
                  <a:lnTo>
                    <a:pt x="9207" y="221811"/>
                  </a:lnTo>
                  <a:lnTo>
                    <a:pt x="11019" y="226780"/>
                  </a:lnTo>
                  <a:lnTo>
                    <a:pt x="12986" y="231689"/>
                  </a:lnTo>
                  <a:lnTo>
                    <a:pt x="15108" y="236534"/>
                  </a:lnTo>
                  <a:lnTo>
                    <a:pt x="17383" y="241309"/>
                  </a:lnTo>
                  <a:lnTo>
                    <a:pt x="19807" y="246010"/>
                  </a:lnTo>
                  <a:lnTo>
                    <a:pt x="22379" y="250631"/>
                  </a:lnTo>
                  <a:lnTo>
                    <a:pt x="25095" y="255169"/>
                  </a:lnTo>
                  <a:lnTo>
                    <a:pt x="27954" y="259619"/>
                  </a:lnTo>
                  <a:lnTo>
                    <a:pt x="30952" y="263976"/>
                  </a:lnTo>
                  <a:lnTo>
                    <a:pt x="34087" y="268236"/>
                  </a:lnTo>
                  <a:lnTo>
                    <a:pt x="37354" y="272395"/>
                  </a:lnTo>
                  <a:lnTo>
                    <a:pt x="40752" y="276448"/>
                  </a:lnTo>
                  <a:lnTo>
                    <a:pt x="44276" y="280392"/>
                  </a:lnTo>
                  <a:lnTo>
                    <a:pt x="47923" y="284222"/>
                  </a:lnTo>
                  <a:lnTo>
                    <a:pt x="51690" y="287935"/>
                  </a:lnTo>
                  <a:lnTo>
                    <a:pt x="55572" y="291528"/>
                  </a:lnTo>
                  <a:lnTo>
                    <a:pt x="59565" y="294995"/>
                  </a:lnTo>
                  <a:lnTo>
                    <a:pt x="63667" y="298334"/>
                  </a:lnTo>
                  <a:lnTo>
                    <a:pt x="67872" y="301542"/>
                  </a:lnTo>
                  <a:lnTo>
                    <a:pt x="72176" y="304616"/>
                  </a:lnTo>
                  <a:lnTo>
                    <a:pt x="76576" y="307551"/>
                  </a:lnTo>
                  <a:lnTo>
                    <a:pt x="81066" y="310346"/>
                  </a:lnTo>
                  <a:lnTo>
                    <a:pt x="85642" y="312998"/>
                  </a:lnTo>
                  <a:lnTo>
                    <a:pt x="90300" y="315503"/>
                  </a:lnTo>
                  <a:lnTo>
                    <a:pt x="95035" y="317860"/>
                  </a:lnTo>
                  <a:lnTo>
                    <a:pt x="99842" y="320066"/>
                  </a:lnTo>
                  <a:lnTo>
                    <a:pt x="104716" y="322119"/>
                  </a:lnTo>
                  <a:lnTo>
                    <a:pt x="109653" y="324016"/>
                  </a:lnTo>
                  <a:lnTo>
                    <a:pt x="114648" y="325756"/>
                  </a:lnTo>
                  <a:lnTo>
                    <a:pt x="119695" y="327338"/>
                  </a:lnTo>
                  <a:lnTo>
                    <a:pt x="124789" y="328759"/>
                  </a:lnTo>
                  <a:lnTo>
                    <a:pt x="129926" y="330018"/>
                  </a:lnTo>
                  <a:lnTo>
                    <a:pt x="135100" y="331114"/>
                  </a:lnTo>
                  <a:lnTo>
                    <a:pt x="140306" y="332046"/>
                  </a:lnTo>
                  <a:lnTo>
                    <a:pt x="145539" y="332812"/>
                  </a:lnTo>
                  <a:lnTo>
                    <a:pt x="150794" y="333413"/>
                  </a:lnTo>
                  <a:lnTo>
                    <a:pt x="156065" y="333847"/>
                  </a:lnTo>
                  <a:lnTo>
                    <a:pt x="161348" y="334114"/>
                  </a:lnTo>
                  <a:lnTo>
                    <a:pt x="166636" y="334214"/>
                  </a:lnTo>
                  <a:lnTo>
                    <a:pt x="171924" y="334147"/>
                  </a:lnTo>
                  <a:lnTo>
                    <a:pt x="177208" y="333912"/>
                  </a:lnTo>
                  <a:lnTo>
                    <a:pt x="182482" y="333510"/>
                  </a:lnTo>
                  <a:lnTo>
                    <a:pt x="187740" y="332942"/>
                  </a:lnTo>
                  <a:lnTo>
                    <a:pt x="192978" y="332208"/>
                  </a:lnTo>
                  <a:lnTo>
                    <a:pt x="198189" y="331308"/>
                  </a:lnTo>
                  <a:lnTo>
                    <a:pt x="203370" y="330244"/>
                  </a:lnTo>
                  <a:lnTo>
                    <a:pt x="208515" y="329016"/>
                  </a:lnTo>
                  <a:lnTo>
                    <a:pt x="213618" y="327627"/>
                  </a:lnTo>
                  <a:lnTo>
                    <a:pt x="218675" y="326076"/>
                  </a:lnTo>
                  <a:lnTo>
                    <a:pt x="223680" y="324367"/>
                  </a:lnTo>
                  <a:lnTo>
                    <a:pt x="228628" y="322500"/>
                  </a:lnTo>
                  <a:lnTo>
                    <a:pt x="233515" y="320477"/>
                  </a:lnTo>
                  <a:lnTo>
                    <a:pt x="238335" y="318301"/>
                  </a:lnTo>
                  <a:lnTo>
                    <a:pt x="243085" y="315973"/>
                  </a:lnTo>
                  <a:lnTo>
                    <a:pt x="247758" y="313497"/>
                  </a:lnTo>
                  <a:lnTo>
                    <a:pt x="252350" y="310873"/>
                  </a:lnTo>
                  <a:lnTo>
                    <a:pt x="256858" y="308106"/>
                  </a:lnTo>
                  <a:lnTo>
                    <a:pt x="261275" y="305197"/>
                  </a:lnTo>
                  <a:lnTo>
                    <a:pt x="265598" y="302151"/>
                  </a:lnTo>
                  <a:lnTo>
                    <a:pt x="269823" y="298969"/>
                  </a:lnTo>
                  <a:lnTo>
                    <a:pt x="273945" y="295655"/>
                  </a:lnTo>
                  <a:lnTo>
                    <a:pt x="277960" y="292212"/>
                  </a:lnTo>
                  <a:lnTo>
                    <a:pt x="281864" y="288644"/>
                  </a:lnTo>
                  <a:lnTo>
                    <a:pt x="285653" y="284954"/>
                  </a:lnTo>
                  <a:lnTo>
                    <a:pt x="289324" y="281146"/>
                  </a:lnTo>
                  <a:lnTo>
                    <a:pt x="292872" y="277224"/>
                  </a:lnTo>
                  <a:lnTo>
                    <a:pt x="296295" y="273192"/>
                  </a:lnTo>
                  <a:lnTo>
                    <a:pt x="299588" y="269053"/>
                  </a:lnTo>
                  <a:lnTo>
                    <a:pt x="302749" y="264812"/>
                  </a:lnTo>
                  <a:lnTo>
                    <a:pt x="305773" y="260474"/>
                  </a:lnTo>
                  <a:lnTo>
                    <a:pt x="308660" y="256042"/>
                  </a:lnTo>
                  <a:lnTo>
                    <a:pt x="311404" y="251521"/>
                  </a:lnTo>
                  <a:lnTo>
                    <a:pt x="314004" y="246915"/>
                  </a:lnTo>
                  <a:lnTo>
                    <a:pt x="316457" y="242229"/>
                  </a:lnTo>
                  <a:lnTo>
                    <a:pt x="318761" y="237468"/>
                  </a:lnTo>
                  <a:lnTo>
                    <a:pt x="320913" y="232637"/>
                  </a:lnTo>
                  <a:lnTo>
                    <a:pt x="322911" y="227740"/>
                  </a:lnTo>
                  <a:lnTo>
                    <a:pt x="324753" y="222782"/>
                  </a:lnTo>
                  <a:lnTo>
                    <a:pt x="326437" y="217768"/>
                  </a:lnTo>
                  <a:lnTo>
                    <a:pt x="327962" y="212704"/>
                  </a:lnTo>
                  <a:lnTo>
                    <a:pt x="329326" y="207594"/>
                  </a:lnTo>
                  <a:lnTo>
                    <a:pt x="330527" y="202443"/>
                  </a:lnTo>
                  <a:lnTo>
                    <a:pt x="331565" y="197257"/>
                  </a:lnTo>
                  <a:lnTo>
                    <a:pt x="332438" y="192041"/>
                  </a:lnTo>
                  <a:lnTo>
                    <a:pt x="333146" y="186799"/>
                  </a:lnTo>
                  <a:lnTo>
                    <a:pt x="333688" y="181538"/>
                  </a:lnTo>
                  <a:lnTo>
                    <a:pt x="334063" y="176263"/>
                  </a:lnTo>
                  <a:lnTo>
                    <a:pt x="334271" y="170978"/>
                  </a:lnTo>
                  <a:lnTo>
                    <a:pt x="334312" y="165689"/>
                  </a:lnTo>
                  <a:lnTo>
                    <a:pt x="334185" y="160401"/>
                  </a:lnTo>
                  <a:lnTo>
                    <a:pt x="333891" y="155121"/>
                  </a:lnTo>
                  <a:lnTo>
                    <a:pt x="333431" y="149852"/>
                  </a:lnTo>
                  <a:lnTo>
                    <a:pt x="332803" y="144600"/>
                  </a:lnTo>
                  <a:lnTo>
                    <a:pt x="332010" y="139371"/>
                  </a:lnTo>
                  <a:lnTo>
                    <a:pt x="331052" y="134169"/>
                  </a:lnTo>
                  <a:lnTo>
                    <a:pt x="329930" y="129001"/>
                  </a:lnTo>
                  <a:lnTo>
                    <a:pt x="328645" y="123870"/>
                  </a:lnTo>
                  <a:lnTo>
                    <a:pt x="327198" y="118783"/>
                  </a:lnTo>
                  <a:lnTo>
                    <a:pt x="325591" y="113744"/>
                  </a:lnTo>
                  <a:lnTo>
                    <a:pt x="323826" y="108759"/>
                  </a:lnTo>
                  <a:lnTo>
                    <a:pt x="321903" y="103831"/>
                  </a:lnTo>
                  <a:lnTo>
                    <a:pt x="319826" y="98968"/>
                  </a:lnTo>
                  <a:lnTo>
                    <a:pt x="317596" y="94172"/>
                  </a:lnTo>
                  <a:lnTo>
                    <a:pt x="315215" y="89449"/>
                  </a:lnTo>
                  <a:lnTo>
                    <a:pt x="312686" y="84804"/>
                  </a:lnTo>
                  <a:lnTo>
                    <a:pt x="310012" y="80241"/>
                  </a:lnTo>
                  <a:lnTo>
                    <a:pt x="307194" y="75765"/>
                  </a:lnTo>
                  <a:lnTo>
                    <a:pt x="304236" y="71380"/>
                  </a:lnTo>
                  <a:lnTo>
                    <a:pt x="301141" y="67091"/>
                  </a:lnTo>
                  <a:lnTo>
                    <a:pt x="297912" y="62903"/>
                  </a:lnTo>
                  <a:lnTo>
                    <a:pt x="294552" y="58818"/>
                  </a:lnTo>
                  <a:lnTo>
                    <a:pt x="291065" y="54842"/>
                  </a:lnTo>
                  <a:lnTo>
                    <a:pt x="287453" y="50978"/>
                  </a:lnTo>
                  <a:lnTo>
                    <a:pt x="283721" y="47231"/>
                  </a:lnTo>
                  <a:lnTo>
                    <a:pt x="279872" y="43603"/>
                  </a:lnTo>
                  <a:lnTo>
                    <a:pt x="275911" y="40099"/>
                  </a:lnTo>
                  <a:lnTo>
                    <a:pt x="271840" y="36722"/>
                  </a:lnTo>
                  <a:lnTo>
                    <a:pt x="267665" y="33475"/>
                  </a:lnTo>
                  <a:lnTo>
                    <a:pt x="263389" y="30362"/>
                  </a:lnTo>
                  <a:lnTo>
                    <a:pt x="259017" y="27386"/>
                  </a:lnTo>
                  <a:lnTo>
                    <a:pt x="254553" y="24550"/>
                  </a:lnTo>
                  <a:lnTo>
                    <a:pt x="250001" y="21856"/>
                  </a:lnTo>
                  <a:lnTo>
                    <a:pt x="245367" y="19308"/>
                  </a:lnTo>
                  <a:lnTo>
                    <a:pt x="240654" y="16907"/>
                  </a:lnTo>
                  <a:lnTo>
                    <a:pt x="235867" y="14657"/>
                  </a:lnTo>
                  <a:lnTo>
                    <a:pt x="231012" y="12560"/>
                  </a:lnTo>
                  <a:lnTo>
                    <a:pt x="226093" y="10617"/>
                  </a:lnTo>
                  <a:lnTo>
                    <a:pt x="221115" y="8830"/>
                  </a:lnTo>
                  <a:lnTo>
                    <a:pt x="216083" y="7202"/>
                  </a:lnTo>
                  <a:lnTo>
                    <a:pt x="211002" y="5734"/>
                  </a:lnTo>
                  <a:lnTo>
                    <a:pt x="205876" y="4428"/>
                  </a:lnTo>
                  <a:lnTo>
                    <a:pt x="200713" y="3284"/>
                  </a:lnTo>
                  <a:lnTo>
                    <a:pt x="195515" y="2304"/>
                  </a:lnTo>
                  <a:lnTo>
                    <a:pt x="190289" y="1489"/>
                  </a:lnTo>
                  <a:lnTo>
                    <a:pt x="185040" y="840"/>
                  </a:lnTo>
                  <a:lnTo>
                    <a:pt x="179774" y="357"/>
                  </a:lnTo>
                  <a:lnTo>
                    <a:pt x="167150" y="167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12623" cy="167167"/>
            </a:xfrm>
            <a:custGeom>
              <a:avLst/>
              <a:pathLst>
                <a:path w="12623" h="167167">
                  <a:moveTo>
                    <a:pt x="12623" y="47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971" y="4213821"/>
              <a:ext cx="6316" cy="167167"/>
            </a:xfrm>
            <a:custGeom>
              <a:avLst/>
              <a:pathLst>
                <a:path w="6316" h="167167">
                  <a:moveTo>
                    <a:pt x="6316" y="0"/>
                  </a:moveTo>
                  <a:lnTo>
                    <a:pt x="0" y="119"/>
                  </a:lnTo>
                  <a:lnTo>
                    <a:pt x="631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971" y="4213940"/>
              <a:ext cx="6316" cy="167048"/>
            </a:xfrm>
            <a:custGeom>
              <a:avLst/>
              <a:pathLst>
                <a:path w="6316" h="167048">
                  <a:moveTo>
                    <a:pt x="0" y="0"/>
                  </a:moveTo>
                  <a:lnTo>
                    <a:pt x="6316" y="167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14137" y="4213940"/>
              <a:ext cx="334312" cy="334214"/>
            </a:xfrm>
            <a:custGeom>
              <a:avLst/>
              <a:pathLst>
                <a:path w="334312" h="334214">
                  <a:moveTo>
                    <a:pt x="160834" y="0"/>
                  </a:moveTo>
                  <a:lnTo>
                    <a:pt x="155552" y="283"/>
                  </a:lnTo>
                  <a:lnTo>
                    <a:pt x="150282" y="733"/>
                  </a:lnTo>
                  <a:lnTo>
                    <a:pt x="145030" y="1350"/>
                  </a:lnTo>
                  <a:lnTo>
                    <a:pt x="139799" y="2133"/>
                  </a:lnTo>
                  <a:lnTo>
                    <a:pt x="134595" y="3081"/>
                  </a:lnTo>
                  <a:lnTo>
                    <a:pt x="129425" y="4193"/>
                  </a:lnTo>
                  <a:lnTo>
                    <a:pt x="124292" y="5467"/>
                  </a:lnTo>
                  <a:lnTo>
                    <a:pt x="119202" y="6904"/>
                  </a:lnTo>
                  <a:lnTo>
                    <a:pt x="114160" y="8501"/>
                  </a:lnTo>
                  <a:lnTo>
                    <a:pt x="109170" y="10257"/>
                  </a:lnTo>
                  <a:lnTo>
                    <a:pt x="104239" y="12169"/>
                  </a:lnTo>
                  <a:lnTo>
                    <a:pt x="99371" y="14237"/>
                  </a:lnTo>
                  <a:lnTo>
                    <a:pt x="94571" y="16458"/>
                  </a:lnTo>
                  <a:lnTo>
                    <a:pt x="89844" y="18829"/>
                  </a:lnTo>
                  <a:lnTo>
                    <a:pt x="85194" y="21349"/>
                  </a:lnTo>
                  <a:lnTo>
                    <a:pt x="80625" y="24014"/>
                  </a:lnTo>
                  <a:lnTo>
                    <a:pt x="76144" y="26823"/>
                  </a:lnTo>
                  <a:lnTo>
                    <a:pt x="71753" y="29772"/>
                  </a:lnTo>
                  <a:lnTo>
                    <a:pt x="67459" y="32859"/>
                  </a:lnTo>
                  <a:lnTo>
                    <a:pt x="63263" y="36080"/>
                  </a:lnTo>
                  <a:lnTo>
                    <a:pt x="59172" y="39432"/>
                  </a:lnTo>
                  <a:lnTo>
                    <a:pt x="55189" y="42911"/>
                  </a:lnTo>
                  <a:lnTo>
                    <a:pt x="51318" y="46515"/>
                  </a:lnTo>
                  <a:lnTo>
                    <a:pt x="47563" y="50240"/>
                  </a:lnTo>
                  <a:lnTo>
                    <a:pt x="43928" y="54082"/>
                  </a:lnTo>
                  <a:lnTo>
                    <a:pt x="40416" y="58036"/>
                  </a:lnTo>
                  <a:lnTo>
                    <a:pt x="37031" y="62100"/>
                  </a:lnTo>
                  <a:lnTo>
                    <a:pt x="33776" y="66269"/>
                  </a:lnTo>
                  <a:lnTo>
                    <a:pt x="30655" y="70539"/>
                  </a:lnTo>
                  <a:lnTo>
                    <a:pt x="27670" y="74905"/>
                  </a:lnTo>
                  <a:lnTo>
                    <a:pt x="24825" y="79363"/>
                  </a:lnTo>
                  <a:lnTo>
                    <a:pt x="22122" y="83910"/>
                  </a:lnTo>
                  <a:lnTo>
                    <a:pt x="19565" y="88539"/>
                  </a:lnTo>
                  <a:lnTo>
                    <a:pt x="17155" y="93247"/>
                  </a:lnTo>
                  <a:lnTo>
                    <a:pt x="14895" y="98029"/>
                  </a:lnTo>
                  <a:lnTo>
                    <a:pt x="12788" y="102880"/>
                  </a:lnTo>
                  <a:lnTo>
                    <a:pt x="10836" y="107796"/>
                  </a:lnTo>
                  <a:lnTo>
                    <a:pt x="9039" y="112770"/>
                  </a:lnTo>
                  <a:lnTo>
                    <a:pt x="7401" y="117799"/>
                  </a:lnTo>
                  <a:lnTo>
                    <a:pt x="5923" y="122878"/>
                  </a:lnTo>
                  <a:lnTo>
                    <a:pt x="4607" y="128000"/>
                  </a:lnTo>
                  <a:lnTo>
                    <a:pt x="3453" y="133162"/>
                  </a:lnTo>
                  <a:lnTo>
                    <a:pt x="2463" y="138357"/>
                  </a:lnTo>
                  <a:lnTo>
                    <a:pt x="1638" y="143581"/>
                  </a:lnTo>
                  <a:lnTo>
                    <a:pt x="978" y="148829"/>
                  </a:lnTo>
                  <a:lnTo>
                    <a:pt x="485" y="154095"/>
                  </a:lnTo>
                  <a:lnTo>
                    <a:pt x="159" y="159374"/>
                  </a:lnTo>
                  <a:lnTo>
                    <a:pt x="0" y="164660"/>
                  </a:lnTo>
                  <a:lnTo>
                    <a:pt x="8" y="169949"/>
                  </a:lnTo>
                  <a:lnTo>
                    <a:pt x="183" y="175235"/>
                  </a:lnTo>
                  <a:lnTo>
                    <a:pt x="526" y="180513"/>
                  </a:lnTo>
                  <a:lnTo>
                    <a:pt x="1035" y="185777"/>
                  </a:lnTo>
                  <a:lnTo>
                    <a:pt x="1711" y="191023"/>
                  </a:lnTo>
                  <a:lnTo>
                    <a:pt x="2552" y="196245"/>
                  </a:lnTo>
                  <a:lnTo>
                    <a:pt x="3558" y="201437"/>
                  </a:lnTo>
                  <a:lnTo>
                    <a:pt x="4728" y="206595"/>
                  </a:lnTo>
                  <a:lnTo>
                    <a:pt x="6060" y="211713"/>
                  </a:lnTo>
                  <a:lnTo>
                    <a:pt x="7554" y="216787"/>
                  </a:lnTo>
                  <a:lnTo>
                    <a:pt x="9207" y="221811"/>
                  </a:lnTo>
                  <a:lnTo>
                    <a:pt x="11019" y="226780"/>
                  </a:lnTo>
                  <a:lnTo>
                    <a:pt x="12986" y="231689"/>
                  </a:lnTo>
                  <a:lnTo>
                    <a:pt x="15108" y="236534"/>
                  </a:lnTo>
                  <a:lnTo>
                    <a:pt x="17383" y="241309"/>
                  </a:lnTo>
                  <a:lnTo>
                    <a:pt x="19807" y="246010"/>
                  </a:lnTo>
                  <a:lnTo>
                    <a:pt x="22379" y="250631"/>
                  </a:lnTo>
                  <a:lnTo>
                    <a:pt x="25095" y="255169"/>
                  </a:lnTo>
                  <a:lnTo>
                    <a:pt x="27954" y="259619"/>
                  </a:lnTo>
                  <a:lnTo>
                    <a:pt x="30952" y="263976"/>
                  </a:lnTo>
                  <a:lnTo>
                    <a:pt x="34087" y="268236"/>
                  </a:lnTo>
                  <a:lnTo>
                    <a:pt x="37354" y="272395"/>
                  </a:lnTo>
                  <a:lnTo>
                    <a:pt x="40752" y="276448"/>
                  </a:lnTo>
                  <a:lnTo>
                    <a:pt x="44276" y="280392"/>
                  </a:lnTo>
                  <a:lnTo>
                    <a:pt x="47923" y="284222"/>
                  </a:lnTo>
                  <a:lnTo>
                    <a:pt x="51690" y="287935"/>
                  </a:lnTo>
                  <a:lnTo>
                    <a:pt x="55572" y="291528"/>
                  </a:lnTo>
                  <a:lnTo>
                    <a:pt x="59565" y="294995"/>
                  </a:lnTo>
                  <a:lnTo>
                    <a:pt x="63667" y="298334"/>
                  </a:lnTo>
                  <a:lnTo>
                    <a:pt x="67872" y="301542"/>
                  </a:lnTo>
                  <a:lnTo>
                    <a:pt x="72176" y="304616"/>
                  </a:lnTo>
                  <a:lnTo>
                    <a:pt x="76576" y="307551"/>
                  </a:lnTo>
                  <a:lnTo>
                    <a:pt x="81066" y="310346"/>
                  </a:lnTo>
                  <a:lnTo>
                    <a:pt x="85642" y="312998"/>
                  </a:lnTo>
                  <a:lnTo>
                    <a:pt x="90300" y="315503"/>
                  </a:lnTo>
                  <a:lnTo>
                    <a:pt x="95035" y="317860"/>
                  </a:lnTo>
                  <a:lnTo>
                    <a:pt x="99842" y="320066"/>
                  </a:lnTo>
                  <a:lnTo>
                    <a:pt x="104716" y="322119"/>
                  </a:lnTo>
                  <a:lnTo>
                    <a:pt x="109653" y="324016"/>
                  </a:lnTo>
                  <a:lnTo>
                    <a:pt x="114648" y="325756"/>
                  </a:lnTo>
                  <a:lnTo>
                    <a:pt x="119695" y="327338"/>
                  </a:lnTo>
                  <a:lnTo>
                    <a:pt x="124789" y="328759"/>
                  </a:lnTo>
                  <a:lnTo>
                    <a:pt x="129926" y="330018"/>
                  </a:lnTo>
                  <a:lnTo>
                    <a:pt x="135100" y="331114"/>
                  </a:lnTo>
                  <a:lnTo>
                    <a:pt x="140306" y="332046"/>
                  </a:lnTo>
                  <a:lnTo>
                    <a:pt x="145539" y="332812"/>
                  </a:lnTo>
                  <a:lnTo>
                    <a:pt x="150794" y="333413"/>
                  </a:lnTo>
                  <a:lnTo>
                    <a:pt x="156065" y="333847"/>
                  </a:lnTo>
                  <a:lnTo>
                    <a:pt x="161348" y="334114"/>
                  </a:lnTo>
                  <a:lnTo>
                    <a:pt x="166636" y="334214"/>
                  </a:lnTo>
                  <a:lnTo>
                    <a:pt x="171924" y="334147"/>
                  </a:lnTo>
                  <a:lnTo>
                    <a:pt x="177208" y="333912"/>
                  </a:lnTo>
                  <a:lnTo>
                    <a:pt x="182482" y="333510"/>
                  </a:lnTo>
                  <a:lnTo>
                    <a:pt x="187740" y="332942"/>
                  </a:lnTo>
                  <a:lnTo>
                    <a:pt x="192978" y="332208"/>
                  </a:lnTo>
                  <a:lnTo>
                    <a:pt x="198189" y="331308"/>
                  </a:lnTo>
                  <a:lnTo>
                    <a:pt x="203370" y="330244"/>
                  </a:lnTo>
                  <a:lnTo>
                    <a:pt x="208515" y="329016"/>
                  </a:lnTo>
                  <a:lnTo>
                    <a:pt x="213618" y="327627"/>
                  </a:lnTo>
                  <a:lnTo>
                    <a:pt x="218675" y="326076"/>
                  </a:lnTo>
                  <a:lnTo>
                    <a:pt x="223680" y="324367"/>
                  </a:lnTo>
                  <a:lnTo>
                    <a:pt x="228628" y="322500"/>
                  </a:lnTo>
                  <a:lnTo>
                    <a:pt x="233515" y="320477"/>
                  </a:lnTo>
                  <a:lnTo>
                    <a:pt x="238335" y="318301"/>
                  </a:lnTo>
                  <a:lnTo>
                    <a:pt x="243085" y="315973"/>
                  </a:lnTo>
                  <a:lnTo>
                    <a:pt x="247758" y="313497"/>
                  </a:lnTo>
                  <a:lnTo>
                    <a:pt x="252350" y="310873"/>
                  </a:lnTo>
                  <a:lnTo>
                    <a:pt x="256858" y="308106"/>
                  </a:lnTo>
                  <a:lnTo>
                    <a:pt x="261275" y="305197"/>
                  </a:lnTo>
                  <a:lnTo>
                    <a:pt x="265598" y="302151"/>
                  </a:lnTo>
                  <a:lnTo>
                    <a:pt x="269823" y="298969"/>
                  </a:lnTo>
                  <a:lnTo>
                    <a:pt x="273945" y="295655"/>
                  </a:lnTo>
                  <a:lnTo>
                    <a:pt x="277960" y="292212"/>
                  </a:lnTo>
                  <a:lnTo>
                    <a:pt x="281864" y="288644"/>
                  </a:lnTo>
                  <a:lnTo>
                    <a:pt x="285653" y="284954"/>
                  </a:lnTo>
                  <a:lnTo>
                    <a:pt x="289324" y="281146"/>
                  </a:lnTo>
                  <a:lnTo>
                    <a:pt x="292872" y="277224"/>
                  </a:lnTo>
                  <a:lnTo>
                    <a:pt x="296295" y="273192"/>
                  </a:lnTo>
                  <a:lnTo>
                    <a:pt x="299588" y="269053"/>
                  </a:lnTo>
                  <a:lnTo>
                    <a:pt x="302749" y="264812"/>
                  </a:lnTo>
                  <a:lnTo>
                    <a:pt x="305773" y="260474"/>
                  </a:lnTo>
                  <a:lnTo>
                    <a:pt x="308660" y="256042"/>
                  </a:lnTo>
                  <a:lnTo>
                    <a:pt x="311404" y="251521"/>
                  </a:lnTo>
                  <a:lnTo>
                    <a:pt x="314004" y="246915"/>
                  </a:lnTo>
                  <a:lnTo>
                    <a:pt x="316457" y="242229"/>
                  </a:lnTo>
                  <a:lnTo>
                    <a:pt x="318761" y="237468"/>
                  </a:lnTo>
                  <a:lnTo>
                    <a:pt x="320913" y="232637"/>
                  </a:lnTo>
                  <a:lnTo>
                    <a:pt x="322911" y="227740"/>
                  </a:lnTo>
                  <a:lnTo>
                    <a:pt x="324753" y="222782"/>
                  </a:lnTo>
                  <a:lnTo>
                    <a:pt x="326437" y="217768"/>
                  </a:lnTo>
                  <a:lnTo>
                    <a:pt x="327962" y="212704"/>
                  </a:lnTo>
                  <a:lnTo>
                    <a:pt x="329326" y="207594"/>
                  </a:lnTo>
                  <a:lnTo>
                    <a:pt x="330527" y="202443"/>
                  </a:lnTo>
                  <a:lnTo>
                    <a:pt x="331565" y="197257"/>
                  </a:lnTo>
                  <a:lnTo>
                    <a:pt x="332438" y="192041"/>
                  </a:lnTo>
                  <a:lnTo>
                    <a:pt x="333146" y="186799"/>
                  </a:lnTo>
                  <a:lnTo>
                    <a:pt x="333688" y="181538"/>
                  </a:lnTo>
                  <a:lnTo>
                    <a:pt x="334063" y="176263"/>
                  </a:lnTo>
                  <a:lnTo>
                    <a:pt x="334271" y="170978"/>
                  </a:lnTo>
                  <a:lnTo>
                    <a:pt x="334312" y="165689"/>
                  </a:lnTo>
                  <a:lnTo>
                    <a:pt x="334185" y="160401"/>
                  </a:lnTo>
                  <a:lnTo>
                    <a:pt x="333891" y="155121"/>
                  </a:lnTo>
                  <a:lnTo>
                    <a:pt x="333431" y="149852"/>
                  </a:lnTo>
                  <a:lnTo>
                    <a:pt x="332803" y="144600"/>
                  </a:lnTo>
                  <a:lnTo>
                    <a:pt x="332010" y="139371"/>
                  </a:lnTo>
                  <a:lnTo>
                    <a:pt x="331052" y="134169"/>
                  </a:lnTo>
                  <a:lnTo>
                    <a:pt x="329930" y="129001"/>
                  </a:lnTo>
                  <a:lnTo>
                    <a:pt x="328645" y="123870"/>
                  </a:lnTo>
                  <a:lnTo>
                    <a:pt x="327198" y="118783"/>
                  </a:lnTo>
                  <a:lnTo>
                    <a:pt x="325591" y="113744"/>
                  </a:lnTo>
                  <a:lnTo>
                    <a:pt x="323826" y="108759"/>
                  </a:lnTo>
                  <a:lnTo>
                    <a:pt x="321903" y="103831"/>
                  </a:lnTo>
                  <a:lnTo>
                    <a:pt x="319826" y="98968"/>
                  </a:lnTo>
                  <a:lnTo>
                    <a:pt x="317596" y="94172"/>
                  </a:lnTo>
                  <a:lnTo>
                    <a:pt x="315215" y="89449"/>
                  </a:lnTo>
                  <a:lnTo>
                    <a:pt x="312686" y="84804"/>
                  </a:lnTo>
                  <a:lnTo>
                    <a:pt x="310012" y="80241"/>
                  </a:lnTo>
                  <a:lnTo>
                    <a:pt x="307194" y="75765"/>
                  </a:lnTo>
                  <a:lnTo>
                    <a:pt x="304236" y="71380"/>
                  </a:lnTo>
                  <a:lnTo>
                    <a:pt x="301141" y="67091"/>
                  </a:lnTo>
                  <a:lnTo>
                    <a:pt x="297912" y="62903"/>
                  </a:lnTo>
                  <a:lnTo>
                    <a:pt x="294552" y="58818"/>
                  </a:lnTo>
                  <a:lnTo>
                    <a:pt x="291065" y="54842"/>
                  </a:lnTo>
                  <a:lnTo>
                    <a:pt x="287453" y="50978"/>
                  </a:lnTo>
                  <a:lnTo>
                    <a:pt x="283721" y="47231"/>
                  </a:lnTo>
                  <a:lnTo>
                    <a:pt x="279872" y="43603"/>
                  </a:lnTo>
                  <a:lnTo>
                    <a:pt x="275911" y="40099"/>
                  </a:lnTo>
                  <a:lnTo>
                    <a:pt x="271840" y="36722"/>
                  </a:lnTo>
                  <a:lnTo>
                    <a:pt x="267665" y="33475"/>
                  </a:lnTo>
                  <a:lnTo>
                    <a:pt x="263389" y="30362"/>
                  </a:lnTo>
                  <a:lnTo>
                    <a:pt x="259017" y="27386"/>
                  </a:lnTo>
                  <a:lnTo>
                    <a:pt x="254553" y="24550"/>
                  </a:lnTo>
                  <a:lnTo>
                    <a:pt x="250001" y="21856"/>
                  </a:lnTo>
                  <a:lnTo>
                    <a:pt x="245367" y="19308"/>
                  </a:lnTo>
                  <a:lnTo>
                    <a:pt x="240654" y="16907"/>
                  </a:lnTo>
                  <a:lnTo>
                    <a:pt x="235867" y="14657"/>
                  </a:lnTo>
                  <a:lnTo>
                    <a:pt x="231012" y="12560"/>
                  </a:lnTo>
                  <a:lnTo>
                    <a:pt x="226093" y="10617"/>
                  </a:lnTo>
                  <a:lnTo>
                    <a:pt x="221115" y="8830"/>
                  </a:lnTo>
                  <a:lnTo>
                    <a:pt x="216083" y="7202"/>
                  </a:lnTo>
                  <a:lnTo>
                    <a:pt x="211002" y="5734"/>
                  </a:lnTo>
                  <a:lnTo>
                    <a:pt x="205876" y="4428"/>
                  </a:lnTo>
                  <a:lnTo>
                    <a:pt x="200713" y="3284"/>
                  </a:lnTo>
                  <a:lnTo>
                    <a:pt x="195515" y="2304"/>
                  </a:lnTo>
                  <a:lnTo>
                    <a:pt x="190289" y="1489"/>
                  </a:lnTo>
                  <a:lnTo>
                    <a:pt x="185040" y="840"/>
                  </a:lnTo>
                  <a:lnTo>
                    <a:pt x="179774" y="357"/>
                  </a:lnTo>
                  <a:lnTo>
                    <a:pt x="167150" y="167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12623" cy="167167"/>
            </a:xfrm>
            <a:custGeom>
              <a:avLst/>
              <a:pathLst>
                <a:path w="12623" h="167167">
                  <a:moveTo>
                    <a:pt x="12623" y="47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269" y="4659281"/>
              <a:ext cx="1255" cy="167167"/>
            </a:xfrm>
            <a:custGeom>
              <a:avLst/>
              <a:pathLst>
                <a:path w="1255" h="167167">
                  <a:moveTo>
                    <a:pt x="1255" y="0"/>
                  </a:moveTo>
                  <a:lnTo>
                    <a:pt x="0" y="4"/>
                  </a:lnTo>
                  <a:lnTo>
                    <a:pt x="12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21130" y="4659286"/>
              <a:ext cx="165394" cy="167162"/>
            </a:xfrm>
            <a:custGeom>
              <a:avLst/>
              <a:pathLst>
                <a:path w="165394" h="167162">
                  <a:moveTo>
                    <a:pt x="164138" y="0"/>
                  </a:moveTo>
                  <a:lnTo>
                    <a:pt x="158754" y="127"/>
                  </a:lnTo>
                  <a:lnTo>
                    <a:pt x="153378" y="427"/>
                  </a:lnTo>
                  <a:lnTo>
                    <a:pt x="148013" y="901"/>
                  </a:lnTo>
                  <a:lnTo>
                    <a:pt x="142667" y="1547"/>
                  </a:lnTo>
                  <a:lnTo>
                    <a:pt x="137344" y="2365"/>
                  </a:lnTo>
                  <a:lnTo>
                    <a:pt x="132051" y="3354"/>
                  </a:lnTo>
                  <a:lnTo>
                    <a:pt x="126792" y="4513"/>
                  </a:lnTo>
                  <a:lnTo>
                    <a:pt x="121573" y="5841"/>
                  </a:lnTo>
                  <a:lnTo>
                    <a:pt x="116399" y="7336"/>
                  </a:lnTo>
                  <a:lnTo>
                    <a:pt x="111276" y="8997"/>
                  </a:lnTo>
                  <a:lnTo>
                    <a:pt x="106210" y="10822"/>
                  </a:lnTo>
                  <a:lnTo>
                    <a:pt x="101205" y="12810"/>
                  </a:lnTo>
                  <a:lnTo>
                    <a:pt x="96266" y="14957"/>
                  </a:lnTo>
                  <a:lnTo>
                    <a:pt x="91400" y="17263"/>
                  </a:lnTo>
                  <a:lnTo>
                    <a:pt x="86610" y="19724"/>
                  </a:lnTo>
                  <a:lnTo>
                    <a:pt x="81902" y="22338"/>
                  </a:lnTo>
                  <a:lnTo>
                    <a:pt x="77280" y="25103"/>
                  </a:lnTo>
                  <a:lnTo>
                    <a:pt x="72750" y="28014"/>
                  </a:lnTo>
                  <a:lnTo>
                    <a:pt x="68316" y="31071"/>
                  </a:lnTo>
                  <a:lnTo>
                    <a:pt x="63983" y="34268"/>
                  </a:lnTo>
                  <a:lnTo>
                    <a:pt x="59755" y="37604"/>
                  </a:lnTo>
                  <a:lnTo>
                    <a:pt x="55637" y="41074"/>
                  </a:lnTo>
                  <a:lnTo>
                    <a:pt x="51632" y="44674"/>
                  </a:lnTo>
                  <a:lnTo>
                    <a:pt x="47746" y="48402"/>
                  </a:lnTo>
                  <a:lnTo>
                    <a:pt x="43982" y="52253"/>
                  </a:lnTo>
                  <a:lnTo>
                    <a:pt x="40343" y="56224"/>
                  </a:lnTo>
                  <a:lnTo>
                    <a:pt x="36835" y="60309"/>
                  </a:lnTo>
                  <a:lnTo>
                    <a:pt x="33460" y="64505"/>
                  </a:lnTo>
                  <a:lnTo>
                    <a:pt x="30222" y="68808"/>
                  </a:lnTo>
                  <a:lnTo>
                    <a:pt x="27124" y="73213"/>
                  </a:lnTo>
                  <a:lnTo>
                    <a:pt x="24169" y="77716"/>
                  </a:lnTo>
                  <a:lnTo>
                    <a:pt x="21362" y="82311"/>
                  </a:lnTo>
                  <a:lnTo>
                    <a:pt x="18703" y="86994"/>
                  </a:lnTo>
                  <a:lnTo>
                    <a:pt x="16197" y="91761"/>
                  </a:lnTo>
                  <a:lnTo>
                    <a:pt x="13846" y="96606"/>
                  </a:lnTo>
                  <a:lnTo>
                    <a:pt x="11652" y="101524"/>
                  </a:lnTo>
                  <a:lnTo>
                    <a:pt x="9617" y="106510"/>
                  </a:lnTo>
                  <a:lnTo>
                    <a:pt x="7745" y="111559"/>
                  </a:lnTo>
                  <a:lnTo>
                    <a:pt x="6035" y="116666"/>
                  </a:lnTo>
                  <a:lnTo>
                    <a:pt x="4492" y="121825"/>
                  </a:lnTo>
                  <a:lnTo>
                    <a:pt x="3115" y="127031"/>
                  </a:lnTo>
                  <a:lnTo>
                    <a:pt x="1906" y="132279"/>
                  </a:lnTo>
                  <a:lnTo>
                    <a:pt x="868" y="137563"/>
                  </a:lnTo>
                  <a:lnTo>
                    <a:pt x="0" y="142878"/>
                  </a:lnTo>
                  <a:lnTo>
                    <a:pt x="165394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371" y="4659281"/>
              <a:ext cx="334302" cy="334334"/>
            </a:xfrm>
            <a:custGeom>
              <a:avLst/>
              <a:pathLst>
                <a:path w="334302" h="334334">
                  <a:moveTo>
                    <a:pt x="1759" y="142883"/>
                  </a:moveTo>
                  <a:lnTo>
                    <a:pt x="1071" y="148146"/>
                  </a:lnTo>
                  <a:lnTo>
                    <a:pt x="551" y="153428"/>
                  </a:lnTo>
                  <a:lnTo>
                    <a:pt x="199" y="158724"/>
                  </a:lnTo>
                  <a:lnTo>
                    <a:pt x="15" y="164029"/>
                  </a:lnTo>
                  <a:lnTo>
                    <a:pt x="0" y="169337"/>
                  </a:lnTo>
                  <a:lnTo>
                    <a:pt x="153" y="174642"/>
                  </a:lnTo>
                  <a:lnTo>
                    <a:pt x="474" y="179940"/>
                  </a:lnTo>
                  <a:lnTo>
                    <a:pt x="964" y="185226"/>
                  </a:lnTo>
                  <a:lnTo>
                    <a:pt x="1621" y="190493"/>
                  </a:lnTo>
                  <a:lnTo>
                    <a:pt x="2445" y="195736"/>
                  </a:lnTo>
                  <a:lnTo>
                    <a:pt x="3435" y="200951"/>
                  </a:lnTo>
                  <a:lnTo>
                    <a:pt x="4590" y="206131"/>
                  </a:lnTo>
                  <a:lnTo>
                    <a:pt x="5909" y="211273"/>
                  </a:lnTo>
                  <a:lnTo>
                    <a:pt x="7390" y="216369"/>
                  </a:lnTo>
                  <a:lnTo>
                    <a:pt x="9033" y="221417"/>
                  </a:lnTo>
                  <a:lnTo>
                    <a:pt x="10835" y="226409"/>
                  </a:lnTo>
                  <a:lnTo>
                    <a:pt x="12794" y="231342"/>
                  </a:lnTo>
                  <a:lnTo>
                    <a:pt x="14910" y="236210"/>
                  </a:lnTo>
                  <a:lnTo>
                    <a:pt x="17178" y="241009"/>
                  </a:lnTo>
                  <a:lnTo>
                    <a:pt x="19598" y="245733"/>
                  </a:lnTo>
                  <a:lnTo>
                    <a:pt x="22167" y="250378"/>
                  </a:lnTo>
                  <a:lnTo>
                    <a:pt x="24882" y="254939"/>
                  </a:lnTo>
                  <a:lnTo>
                    <a:pt x="27740" y="259411"/>
                  </a:lnTo>
                  <a:lnTo>
                    <a:pt x="30739" y="263791"/>
                  </a:lnTo>
                  <a:lnTo>
                    <a:pt x="33875" y="268073"/>
                  </a:lnTo>
                  <a:lnTo>
                    <a:pt x="37146" y="272253"/>
                  </a:lnTo>
                  <a:lnTo>
                    <a:pt x="40547" y="276328"/>
                  </a:lnTo>
                  <a:lnTo>
                    <a:pt x="44077" y="280292"/>
                  </a:lnTo>
                  <a:lnTo>
                    <a:pt x="47730" y="284142"/>
                  </a:lnTo>
                  <a:lnTo>
                    <a:pt x="51504" y="287875"/>
                  </a:lnTo>
                  <a:lnTo>
                    <a:pt x="55395" y="291485"/>
                  </a:lnTo>
                  <a:lnTo>
                    <a:pt x="59398" y="294971"/>
                  </a:lnTo>
                  <a:lnTo>
                    <a:pt x="63510" y="298327"/>
                  </a:lnTo>
                  <a:lnTo>
                    <a:pt x="67726" y="301551"/>
                  </a:lnTo>
                  <a:lnTo>
                    <a:pt x="72042" y="304640"/>
                  </a:lnTo>
                  <a:lnTo>
                    <a:pt x="76455" y="307591"/>
                  </a:lnTo>
                  <a:lnTo>
                    <a:pt x="80958" y="310399"/>
                  </a:lnTo>
                  <a:lnTo>
                    <a:pt x="85549" y="313063"/>
                  </a:lnTo>
                  <a:lnTo>
                    <a:pt x="90222" y="315581"/>
                  </a:lnTo>
                  <a:lnTo>
                    <a:pt x="94973" y="317948"/>
                  </a:lnTo>
                  <a:lnTo>
                    <a:pt x="99796" y="320164"/>
                  </a:lnTo>
                  <a:lnTo>
                    <a:pt x="104687" y="322225"/>
                  </a:lnTo>
                  <a:lnTo>
                    <a:pt x="109641" y="324130"/>
                  </a:lnTo>
                  <a:lnTo>
                    <a:pt x="114653" y="325877"/>
                  </a:lnTo>
                  <a:lnTo>
                    <a:pt x="119719" y="327463"/>
                  </a:lnTo>
                  <a:lnTo>
                    <a:pt x="124831" y="328888"/>
                  </a:lnTo>
                  <a:lnTo>
                    <a:pt x="129987" y="330151"/>
                  </a:lnTo>
                  <a:lnTo>
                    <a:pt x="135180" y="331248"/>
                  </a:lnTo>
                  <a:lnTo>
                    <a:pt x="140405" y="332181"/>
                  </a:lnTo>
                  <a:lnTo>
                    <a:pt x="145658" y="332947"/>
                  </a:lnTo>
                  <a:lnTo>
                    <a:pt x="150932" y="333545"/>
                  </a:lnTo>
                  <a:lnTo>
                    <a:pt x="156222" y="333977"/>
                  </a:lnTo>
                  <a:lnTo>
                    <a:pt x="161523" y="334240"/>
                  </a:lnTo>
                  <a:lnTo>
                    <a:pt x="166830" y="334334"/>
                  </a:lnTo>
                  <a:lnTo>
                    <a:pt x="172137" y="334260"/>
                  </a:lnTo>
                  <a:lnTo>
                    <a:pt x="177440" y="334018"/>
                  </a:lnTo>
                  <a:lnTo>
                    <a:pt x="182732" y="333607"/>
                  </a:lnTo>
                  <a:lnTo>
                    <a:pt x="188008" y="333028"/>
                  </a:lnTo>
                  <a:lnTo>
                    <a:pt x="193263" y="332283"/>
                  </a:lnTo>
                  <a:lnTo>
                    <a:pt x="198492" y="331371"/>
                  </a:lnTo>
                  <a:lnTo>
                    <a:pt x="203689" y="330293"/>
                  </a:lnTo>
                  <a:lnTo>
                    <a:pt x="208849" y="329051"/>
                  </a:lnTo>
                  <a:lnTo>
                    <a:pt x="213968" y="327645"/>
                  </a:lnTo>
                  <a:lnTo>
                    <a:pt x="219039" y="326078"/>
                  </a:lnTo>
                  <a:lnTo>
                    <a:pt x="224058" y="324351"/>
                  </a:lnTo>
                  <a:lnTo>
                    <a:pt x="229019" y="322465"/>
                  </a:lnTo>
                  <a:lnTo>
                    <a:pt x="233918" y="320423"/>
                  </a:lnTo>
                  <a:lnTo>
                    <a:pt x="238750" y="318226"/>
                  </a:lnTo>
                  <a:lnTo>
                    <a:pt x="243510" y="315877"/>
                  </a:lnTo>
                  <a:lnTo>
                    <a:pt x="248193" y="313377"/>
                  </a:lnTo>
                  <a:lnTo>
                    <a:pt x="252793" y="310731"/>
                  </a:lnTo>
                  <a:lnTo>
                    <a:pt x="257308" y="307940"/>
                  </a:lnTo>
                  <a:lnTo>
                    <a:pt x="261732" y="305007"/>
                  </a:lnTo>
                  <a:lnTo>
                    <a:pt x="266060" y="301934"/>
                  </a:lnTo>
                  <a:lnTo>
                    <a:pt x="270289" y="298726"/>
                  </a:lnTo>
                  <a:lnTo>
                    <a:pt x="274414" y="295386"/>
                  </a:lnTo>
                  <a:lnTo>
                    <a:pt x="278430" y="291916"/>
                  </a:lnTo>
                  <a:lnTo>
                    <a:pt x="282334" y="288320"/>
                  </a:lnTo>
                  <a:lnTo>
                    <a:pt x="286123" y="284603"/>
                  </a:lnTo>
                  <a:lnTo>
                    <a:pt x="289791" y="280766"/>
                  </a:lnTo>
                  <a:lnTo>
                    <a:pt x="293336" y="276816"/>
                  </a:lnTo>
                  <a:lnTo>
                    <a:pt x="296753" y="272754"/>
                  </a:lnTo>
                  <a:lnTo>
                    <a:pt x="300040" y="268587"/>
                  </a:lnTo>
                  <a:lnTo>
                    <a:pt x="303193" y="264317"/>
                  </a:lnTo>
                  <a:lnTo>
                    <a:pt x="306208" y="259949"/>
                  </a:lnTo>
                  <a:lnTo>
                    <a:pt x="309084" y="255487"/>
                  </a:lnTo>
                  <a:lnTo>
                    <a:pt x="311816" y="250937"/>
                  </a:lnTo>
                  <a:lnTo>
                    <a:pt x="314403" y="246302"/>
                  </a:lnTo>
                  <a:lnTo>
                    <a:pt x="316841" y="241587"/>
                  </a:lnTo>
                  <a:lnTo>
                    <a:pt x="319128" y="236798"/>
                  </a:lnTo>
                  <a:lnTo>
                    <a:pt x="321262" y="231938"/>
                  </a:lnTo>
                  <a:lnTo>
                    <a:pt x="323241" y="227012"/>
                  </a:lnTo>
                  <a:lnTo>
                    <a:pt x="325062" y="222027"/>
                  </a:lnTo>
                  <a:lnTo>
                    <a:pt x="326724" y="216986"/>
                  </a:lnTo>
                  <a:lnTo>
                    <a:pt x="328225" y="211895"/>
                  </a:lnTo>
                  <a:lnTo>
                    <a:pt x="329564" y="206759"/>
                  </a:lnTo>
                  <a:lnTo>
                    <a:pt x="330739" y="201583"/>
                  </a:lnTo>
                  <a:lnTo>
                    <a:pt x="331749" y="196372"/>
                  </a:lnTo>
                  <a:lnTo>
                    <a:pt x="332594" y="191132"/>
                  </a:lnTo>
                  <a:lnTo>
                    <a:pt x="333271" y="185867"/>
                  </a:lnTo>
                  <a:lnTo>
                    <a:pt x="333781" y="180584"/>
                  </a:lnTo>
                  <a:lnTo>
                    <a:pt x="334123" y="175287"/>
                  </a:lnTo>
                  <a:lnTo>
                    <a:pt x="334297" y="169982"/>
                  </a:lnTo>
                  <a:lnTo>
                    <a:pt x="334302" y="164674"/>
                  </a:lnTo>
                  <a:lnTo>
                    <a:pt x="334138" y="159369"/>
                  </a:lnTo>
                  <a:lnTo>
                    <a:pt x="333807" y="154072"/>
                  </a:lnTo>
                  <a:lnTo>
                    <a:pt x="333307" y="148787"/>
                  </a:lnTo>
                  <a:lnTo>
                    <a:pt x="332640" y="143522"/>
                  </a:lnTo>
                  <a:lnTo>
                    <a:pt x="331806" y="138280"/>
                  </a:lnTo>
                  <a:lnTo>
                    <a:pt x="330805" y="133067"/>
                  </a:lnTo>
                  <a:lnTo>
                    <a:pt x="329640" y="127889"/>
                  </a:lnTo>
                  <a:lnTo>
                    <a:pt x="328311" y="122750"/>
                  </a:lnTo>
                  <a:lnTo>
                    <a:pt x="326820" y="117656"/>
                  </a:lnTo>
                  <a:lnTo>
                    <a:pt x="325168" y="112612"/>
                  </a:lnTo>
                  <a:lnTo>
                    <a:pt x="323356" y="107623"/>
                  </a:lnTo>
                  <a:lnTo>
                    <a:pt x="321387" y="102694"/>
                  </a:lnTo>
                  <a:lnTo>
                    <a:pt x="319262" y="97830"/>
                  </a:lnTo>
                  <a:lnTo>
                    <a:pt x="316984" y="93036"/>
                  </a:lnTo>
                  <a:lnTo>
                    <a:pt x="314555" y="88316"/>
                  </a:lnTo>
                  <a:lnTo>
                    <a:pt x="311978" y="83676"/>
                  </a:lnTo>
                  <a:lnTo>
                    <a:pt x="309254" y="79121"/>
                  </a:lnTo>
                  <a:lnTo>
                    <a:pt x="306387" y="74654"/>
                  </a:lnTo>
                  <a:lnTo>
                    <a:pt x="303380" y="70280"/>
                  </a:lnTo>
                  <a:lnTo>
                    <a:pt x="300236" y="66004"/>
                  </a:lnTo>
                  <a:lnTo>
                    <a:pt x="296957" y="61830"/>
                  </a:lnTo>
                  <a:lnTo>
                    <a:pt x="293547" y="57762"/>
                  </a:lnTo>
                  <a:lnTo>
                    <a:pt x="290010" y="53805"/>
                  </a:lnTo>
                  <a:lnTo>
                    <a:pt x="286349" y="49961"/>
                  </a:lnTo>
                  <a:lnTo>
                    <a:pt x="282568" y="46236"/>
                  </a:lnTo>
                  <a:lnTo>
                    <a:pt x="278671" y="42633"/>
                  </a:lnTo>
                  <a:lnTo>
                    <a:pt x="274661" y="39155"/>
                  </a:lnTo>
                  <a:lnTo>
                    <a:pt x="270543" y="35807"/>
                  </a:lnTo>
                  <a:lnTo>
                    <a:pt x="266320" y="32591"/>
                  </a:lnTo>
                  <a:lnTo>
                    <a:pt x="261998" y="29510"/>
                  </a:lnTo>
                  <a:lnTo>
                    <a:pt x="257580" y="26568"/>
                  </a:lnTo>
                  <a:lnTo>
                    <a:pt x="253071" y="23769"/>
                  </a:lnTo>
                  <a:lnTo>
                    <a:pt x="248475" y="21113"/>
                  </a:lnTo>
                  <a:lnTo>
                    <a:pt x="243797" y="18605"/>
                  </a:lnTo>
                  <a:lnTo>
                    <a:pt x="239042" y="16247"/>
                  </a:lnTo>
                  <a:lnTo>
                    <a:pt x="234214" y="14040"/>
                  </a:lnTo>
                  <a:lnTo>
                    <a:pt x="229319" y="11989"/>
                  </a:lnTo>
                  <a:lnTo>
                    <a:pt x="224361" y="10093"/>
                  </a:lnTo>
                  <a:lnTo>
                    <a:pt x="219346" y="8356"/>
                  </a:lnTo>
                  <a:lnTo>
                    <a:pt x="214278" y="6779"/>
                  </a:lnTo>
                  <a:lnTo>
                    <a:pt x="209162" y="5364"/>
                  </a:lnTo>
                  <a:lnTo>
                    <a:pt x="204004" y="4112"/>
                  </a:lnTo>
                  <a:lnTo>
                    <a:pt x="198809" y="3024"/>
                  </a:lnTo>
                  <a:lnTo>
                    <a:pt x="193582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283" y="0"/>
                  </a:moveTo>
                  <a:lnTo>
                    <a:pt x="0" y="0"/>
                  </a:lnTo>
                  <a:lnTo>
                    <a:pt x="28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37" y="5018213"/>
              <a:ext cx="283" cy="167167"/>
            </a:xfrm>
            <a:custGeom>
              <a:avLst/>
              <a:pathLst>
                <a:path w="283" h="167167">
                  <a:moveTo>
                    <a:pt x="0" y="0"/>
                  </a:moveTo>
                  <a:lnTo>
                    <a:pt x="28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321569" y="5018213"/>
              <a:ext cx="334314" cy="334332"/>
            </a:xfrm>
            <a:custGeom>
              <a:avLst/>
              <a:pathLst>
                <a:path w="334314" h="334332">
                  <a:moveTo>
                    <a:pt x="166867" y="0"/>
                  </a:moveTo>
                  <a:lnTo>
                    <a:pt x="161575" y="92"/>
                  </a:lnTo>
                  <a:lnTo>
                    <a:pt x="156289" y="352"/>
                  </a:lnTo>
                  <a:lnTo>
                    <a:pt x="151014" y="780"/>
                  </a:lnTo>
                  <a:lnTo>
                    <a:pt x="145755" y="1374"/>
                  </a:lnTo>
                  <a:lnTo>
                    <a:pt x="140518" y="2134"/>
                  </a:lnTo>
                  <a:lnTo>
                    <a:pt x="135307" y="3060"/>
                  </a:lnTo>
                  <a:lnTo>
                    <a:pt x="130128" y="4151"/>
                  </a:lnTo>
                  <a:lnTo>
                    <a:pt x="124986" y="5404"/>
                  </a:lnTo>
                  <a:lnTo>
                    <a:pt x="119886" y="6820"/>
                  </a:lnTo>
                  <a:lnTo>
                    <a:pt x="114834" y="8397"/>
                  </a:lnTo>
                  <a:lnTo>
                    <a:pt x="109834" y="10132"/>
                  </a:lnTo>
                  <a:lnTo>
                    <a:pt x="104892" y="12025"/>
                  </a:lnTo>
                  <a:lnTo>
                    <a:pt x="100012" y="14074"/>
                  </a:lnTo>
                  <a:lnTo>
                    <a:pt x="95199" y="16276"/>
                  </a:lnTo>
                  <a:lnTo>
                    <a:pt x="90459" y="18629"/>
                  </a:lnTo>
                  <a:lnTo>
                    <a:pt x="85795" y="21132"/>
                  </a:lnTo>
                  <a:lnTo>
                    <a:pt x="81213" y="23780"/>
                  </a:lnTo>
                  <a:lnTo>
                    <a:pt x="76717" y="26572"/>
                  </a:lnTo>
                  <a:lnTo>
                    <a:pt x="72312" y="29506"/>
                  </a:lnTo>
                  <a:lnTo>
                    <a:pt x="68002" y="32577"/>
                  </a:lnTo>
                  <a:lnTo>
                    <a:pt x="63791" y="35783"/>
                  </a:lnTo>
                  <a:lnTo>
                    <a:pt x="59684" y="39121"/>
                  </a:lnTo>
                  <a:lnTo>
                    <a:pt x="55684" y="42587"/>
                  </a:lnTo>
                  <a:lnTo>
                    <a:pt x="51796" y="46178"/>
                  </a:lnTo>
                  <a:lnTo>
                    <a:pt x="48024" y="49890"/>
                  </a:lnTo>
                  <a:lnTo>
                    <a:pt x="44371" y="53720"/>
                  </a:lnTo>
                  <a:lnTo>
                    <a:pt x="40841" y="57664"/>
                  </a:lnTo>
                  <a:lnTo>
                    <a:pt x="37438" y="61717"/>
                  </a:lnTo>
                  <a:lnTo>
                    <a:pt x="34165" y="65876"/>
                  </a:lnTo>
                  <a:lnTo>
                    <a:pt x="31025" y="70136"/>
                  </a:lnTo>
                  <a:lnTo>
                    <a:pt x="28022" y="74494"/>
                  </a:lnTo>
                  <a:lnTo>
                    <a:pt x="25158" y="78945"/>
                  </a:lnTo>
                  <a:lnTo>
                    <a:pt x="22437" y="83484"/>
                  </a:lnTo>
                  <a:lnTo>
                    <a:pt x="19860" y="88107"/>
                  </a:lnTo>
                  <a:lnTo>
                    <a:pt x="17431" y="92809"/>
                  </a:lnTo>
                  <a:lnTo>
                    <a:pt x="15152" y="97586"/>
                  </a:lnTo>
                  <a:lnTo>
                    <a:pt x="13026" y="102432"/>
                  </a:lnTo>
                  <a:lnTo>
                    <a:pt x="11054" y="107344"/>
                  </a:lnTo>
                  <a:lnTo>
                    <a:pt x="9238" y="112315"/>
                  </a:lnTo>
                  <a:lnTo>
                    <a:pt x="7581" y="117342"/>
                  </a:lnTo>
                  <a:lnTo>
                    <a:pt x="6084" y="122418"/>
                  </a:lnTo>
                  <a:lnTo>
                    <a:pt x="4748" y="127539"/>
                  </a:lnTo>
                  <a:lnTo>
                    <a:pt x="3575" y="132700"/>
                  </a:lnTo>
                  <a:lnTo>
                    <a:pt x="2566" y="137895"/>
                  </a:lnTo>
                  <a:lnTo>
                    <a:pt x="1722" y="143120"/>
                  </a:lnTo>
                  <a:lnTo>
                    <a:pt x="1043" y="148369"/>
                  </a:lnTo>
                  <a:lnTo>
                    <a:pt x="532" y="153636"/>
                  </a:lnTo>
                  <a:lnTo>
                    <a:pt x="187" y="158918"/>
                  </a:lnTo>
                  <a:lnTo>
                    <a:pt x="9" y="164207"/>
                  </a:lnTo>
                  <a:lnTo>
                    <a:pt x="0" y="169500"/>
                  </a:lnTo>
                  <a:lnTo>
                    <a:pt x="157" y="174790"/>
                  </a:lnTo>
                  <a:lnTo>
                    <a:pt x="482" y="180072"/>
                  </a:lnTo>
                  <a:lnTo>
                    <a:pt x="974" y="185342"/>
                  </a:lnTo>
                  <a:lnTo>
                    <a:pt x="1633" y="190593"/>
                  </a:lnTo>
                  <a:lnTo>
                    <a:pt x="2457" y="195821"/>
                  </a:lnTo>
                  <a:lnTo>
                    <a:pt x="3447" y="201020"/>
                  </a:lnTo>
                  <a:lnTo>
                    <a:pt x="4601" y="206186"/>
                  </a:lnTo>
                  <a:lnTo>
                    <a:pt x="5917" y="211312"/>
                  </a:lnTo>
                  <a:lnTo>
                    <a:pt x="7396" y="216393"/>
                  </a:lnTo>
                  <a:lnTo>
                    <a:pt x="9034" y="221426"/>
                  </a:lnTo>
                  <a:lnTo>
                    <a:pt x="10831" y="226404"/>
                  </a:lnTo>
                  <a:lnTo>
                    <a:pt x="12784" y="231323"/>
                  </a:lnTo>
                  <a:lnTo>
                    <a:pt x="14893" y="236177"/>
                  </a:lnTo>
                  <a:lnTo>
                    <a:pt x="17154" y="240963"/>
                  </a:lnTo>
                  <a:lnTo>
                    <a:pt x="19565" y="245674"/>
                  </a:lnTo>
                  <a:lnTo>
                    <a:pt x="22124" y="250306"/>
                  </a:lnTo>
                  <a:lnTo>
                    <a:pt x="24829" y="254856"/>
                  </a:lnTo>
                  <a:lnTo>
                    <a:pt x="27676" y="259317"/>
                  </a:lnTo>
                  <a:lnTo>
                    <a:pt x="30663" y="263686"/>
                  </a:lnTo>
                  <a:lnTo>
                    <a:pt x="33787" y="267958"/>
                  </a:lnTo>
                  <a:lnTo>
                    <a:pt x="37044" y="272130"/>
                  </a:lnTo>
                  <a:lnTo>
                    <a:pt x="40432" y="276196"/>
                  </a:lnTo>
                  <a:lnTo>
                    <a:pt x="43947" y="280152"/>
                  </a:lnTo>
                  <a:lnTo>
                    <a:pt x="47585" y="283996"/>
                  </a:lnTo>
                  <a:lnTo>
                    <a:pt x="51344" y="287722"/>
                  </a:lnTo>
                  <a:lnTo>
                    <a:pt x="55218" y="291328"/>
                  </a:lnTo>
                  <a:lnTo>
                    <a:pt x="59204" y="294809"/>
                  </a:lnTo>
                  <a:lnTo>
                    <a:pt x="63299" y="298162"/>
                  </a:lnTo>
                  <a:lnTo>
                    <a:pt x="67498" y="301384"/>
                  </a:lnTo>
                  <a:lnTo>
                    <a:pt x="71797" y="304471"/>
                  </a:lnTo>
                  <a:lnTo>
                    <a:pt x="76191" y="307421"/>
                  </a:lnTo>
                  <a:lnTo>
                    <a:pt x="80676" y="310230"/>
                  </a:lnTo>
                  <a:lnTo>
                    <a:pt x="85249" y="312896"/>
                  </a:lnTo>
                  <a:lnTo>
                    <a:pt x="89903" y="315416"/>
                  </a:lnTo>
                  <a:lnTo>
                    <a:pt x="94634" y="317787"/>
                  </a:lnTo>
                  <a:lnTo>
                    <a:pt x="99439" y="320007"/>
                  </a:lnTo>
                  <a:lnTo>
                    <a:pt x="104311" y="322074"/>
                  </a:lnTo>
                  <a:lnTo>
                    <a:pt x="109246" y="323985"/>
                  </a:lnTo>
                  <a:lnTo>
                    <a:pt x="114239" y="325740"/>
                  </a:lnTo>
                  <a:lnTo>
                    <a:pt x="119286" y="327335"/>
                  </a:lnTo>
                  <a:lnTo>
                    <a:pt x="124380" y="328770"/>
                  </a:lnTo>
                  <a:lnTo>
                    <a:pt x="129517" y="330043"/>
                  </a:lnTo>
                  <a:lnTo>
                    <a:pt x="134692" y="331153"/>
                  </a:lnTo>
                  <a:lnTo>
                    <a:pt x="139899" y="332098"/>
                  </a:lnTo>
                  <a:lnTo>
                    <a:pt x="145134" y="332878"/>
                  </a:lnTo>
                  <a:lnTo>
                    <a:pt x="150391" y="333492"/>
                  </a:lnTo>
                  <a:lnTo>
                    <a:pt x="155664" y="333939"/>
                  </a:lnTo>
                  <a:lnTo>
                    <a:pt x="160949" y="334219"/>
                  </a:lnTo>
                  <a:lnTo>
                    <a:pt x="166241" y="334332"/>
                  </a:lnTo>
                  <a:lnTo>
                    <a:pt x="171533" y="334277"/>
                  </a:lnTo>
                  <a:lnTo>
                    <a:pt x="176821" y="334054"/>
                  </a:lnTo>
                  <a:lnTo>
                    <a:pt x="182099" y="333664"/>
                  </a:lnTo>
                  <a:lnTo>
                    <a:pt x="187362" y="333108"/>
                  </a:lnTo>
                  <a:lnTo>
                    <a:pt x="192605" y="332385"/>
                  </a:lnTo>
                  <a:lnTo>
                    <a:pt x="197822" y="331496"/>
                  </a:lnTo>
                  <a:lnTo>
                    <a:pt x="203009" y="330443"/>
                  </a:lnTo>
                  <a:lnTo>
                    <a:pt x="208160" y="329226"/>
                  </a:lnTo>
                  <a:lnTo>
                    <a:pt x="213269" y="327847"/>
                  </a:lnTo>
                  <a:lnTo>
                    <a:pt x="218332" y="326306"/>
                  </a:lnTo>
                  <a:lnTo>
                    <a:pt x="223344" y="324606"/>
                  </a:lnTo>
                  <a:lnTo>
                    <a:pt x="228300" y="322748"/>
                  </a:lnTo>
                  <a:lnTo>
                    <a:pt x="233195" y="320735"/>
                  </a:lnTo>
                  <a:lnTo>
                    <a:pt x="238023" y="318567"/>
                  </a:lnTo>
                  <a:lnTo>
                    <a:pt x="242780" y="316248"/>
                  </a:lnTo>
                  <a:lnTo>
                    <a:pt x="247461" y="313779"/>
                  </a:lnTo>
                  <a:lnTo>
                    <a:pt x="252062" y="311163"/>
                  </a:lnTo>
                  <a:lnTo>
                    <a:pt x="256578" y="308403"/>
                  </a:lnTo>
                  <a:lnTo>
                    <a:pt x="261004" y="305501"/>
                  </a:lnTo>
                  <a:lnTo>
                    <a:pt x="265336" y="302461"/>
                  </a:lnTo>
                  <a:lnTo>
                    <a:pt x="269570" y="299285"/>
                  </a:lnTo>
                  <a:lnTo>
                    <a:pt x="273701" y="295977"/>
                  </a:lnTo>
                  <a:lnTo>
                    <a:pt x="277725" y="292539"/>
                  </a:lnTo>
                  <a:lnTo>
                    <a:pt x="281638" y="288976"/>
                  </a:lnTo>
                  <a:lnTo>
                    <a:pt x="285437" y="285291"/>
                  </a:lnTo>
                  <a:lnTo>
                    <a:pt x="289117" y="281487"/>
                  </a:lnTo>
                  <a:lnTo>
                    <a:pt x="292675" y="277569"/>
                  </a:lnTo>
                  <a:lnTo>
                    <a:pt x="296107" y="273540"/>
                  </a:lnTo>
                  <a:lnTo>
                    <a:pt x="299410" y="269404"/>
                  </a:lnTo>
                  <a:lnTo>
                    <a:pt x="302580" y="265166"/>
                  </a:lnTo>
                  <a:lnTo>
                    <a:pt x="305614" y="260830"/>
                  </a:lnTo>
                  <a:lnTo>
                    <a:pt x="308510" y="256400"/>
                  </a:lnTo>
                  <a:lnTo>
                    <a:pt x="311264" y="251880"/>
                  </a:lnTo>
                  <a:lnTo>
                    <a:pt x="313873" y="247276"/>
                  </a:lnTo>
                  <a:lnTo>
                    <a:pt x="316335" y="242591"/>
                  </a:lnTo>
                  <a:lnTo>
                    <a:pt x="318648" y="237831"/>
                  </a:lnTo>
                  <a:lnTo>
                    <a:pt x="320809" y="233000"/>
                  </a:lnTo>
                  <a:lnTo>
                    <a:pt x="322816" y="228102"/>
                  </a:lnTo>
                  <a:lnTo>
                    <a:pt x="324667" y="223144"/>
                  </a:lnTo>
                  <a:lnTo>
                    <a:pt x="326360" y="218130"/>
                  </a:lnTo>
                  <a:lnTo>
                    <a:pt x="327894" y="213064"/>
                  </a:lnTo>
                  <a:lnTo>
                    <a:pt x="329266" y="207953"/>
                  </a:lnTo>
                  <a:lnTo>
                    <a:pt x="330476" y="202801"/>
                  </a:lnTo>
                  <a:lnTo>
                    <a:pt x="331522" y="197612"/>
                  </a:lnTo>
                  <a:lnTo>
                    <a:pt x="332404" y="192394"/>
                  </a:lnTo>
                  <a:lnTo>
                    <a:pt x="333119" y="187150"/>
                  </a:lnTo>
                  <a:lnTo>
                    <a:pt x="333669" y="181886"/>
                  </a:lnTo>
                  <a:lnTo>
                    <a:pt x="334051" y="176607"/>
                  </a:lnTo>
                  <a:lnTo>
                    <a:pt x="334267" y="171319"/>
                  </a:lnTo>
                  <a:lnTo>
                    <a:pt x="334314" y="166027"/>
                  </a:lnTo>
                  <a:lnTo>
                    <a:pt x="334194" y="160736"/>
                  </a:lnTo>
                  <a:lnTo>
                    <a:pt x="333907" y="155451"/>
                  </a:lnTo>
                  <a:lnTo>
                    <a:pt x="333453" y="150178"/>
                  </a:lnTo>
                  <a:lnTo>
                    <a:pt x="332832" y="144922"/>
                  </a:lnTo>
                  <a:lnTo>
                    <a:pt x="332044" y="139689"/>
                  </a:lnTo>
                  <a:lnTo>
                    <a:pt x="331092" y="134483"/>
                  </a:lnTo>
                  <a:lnTo>
                    <a:pt x="329975" y="129309"/>
                  </a:lnTo>
                  <a:lnTo>
                    <a:pt x="328695" y="124174"/>
                  </a:lnTo>
                  <a:lnTo>
                    <a:pt x="327253" y="119082"/>
                  </a:lnTo>
                  <a:lnTo>
                    <a:pt x="325651" y="114038"/>
                  </a:lnTo>
                  <a:lnTo>
                    <a:pt x="323889" y="109047"/>
                  </a:lnTo>
                  <a:lnTo>
                    <a:pt x="321971" y="104114"/>
                  </a:lnTo>
                  <a:lnTo>
                    <a:pt x="319897" y="99245"/>
                  </a:lnTo>
                  <a:lnTo>
                    <a:pt x="317671" y="94444"/>
                  </a:lnTo>
                  <a:lnTo>
                    <a:pt x="315293" y="89715"/>
                  </a:lnTo>
                  <a:lnTo>
                    <a:pt x="312767" y="85064"/>
                  </a:lnTo>
                  <a:lnTo>
                    <a:pt x="310095" y="80496"/>
                  </a:lnTo>
                  <a:lnTo>
                    <a:pt x="307280" y="76014"/>
                  </a:lnTo>
                  <a:lnTo>
                    <a:pt x="304324" y="71624"/>
                  </a:lnTo>
                  <a:lnTo>
                    <a:pt x="301231" y="67330"/>
                  </a:lnTo>
                  <a:lnTo>
                    <a:pt x="298003" y="63135"/>
                  </a:lnTo>
                  <a:lnTo>
                    <a:pt x="294645" y="59045"/>
                  </a:lnTo>
                  <a:lnTo>
                    <a:pt x="291158" y="55063"/>
                  </a:lnTo>
                  <a:lnTo>
                    <a:pt x="287547" y="51194"/>
                  </a:lnTo>
                  <a:lnTo>
                    <a:pt x="283816" y="47441"/>
                  </a:lnTo>
                  <a:lnTo>
                    <a:pt x="279967" y="43808"/>
                  </a:lnTo>
                  <a:lnTo>
                    <a:pt x="276005" y="40298"/>
                  </a:lnTo>
                  <a:lnTo>
                    <a:pt x="271935" y="36916"/>
                  </a:lnTo>
                  <a:lnTo>
                    <a:pt x="267759" y="33664"/>
                  </a:lnTo>
                  <a:lnTo>
                    <a:pt x="263483" y="30546"/>
                  </a:lnTo>
                  <a:lnTo>
                    <a:pt x="259109" y="27565"/>
                  </a:lnTo>
                  <a:lnTo>
                    <a:pt x="254644" y="24724"/>
                  </a:lnTo>
                  <a:lnTo>
                    <a:pt x="250091" y="22026"/>
                  </a:lnTo>
                  <a:lnTo>
                    <a:pt x="245455" y="19473"/>
                  </a:lnTo>
                  <a:lnTo>
                    <a:pt x="240740" y="17068"/>
                  </a:lnTo>
                  <a:lnTo>
                    <a:pt x="235952" y="14814"/>
                  </a:lnTo>
                  <a:lnTo>
                    <a:pt x="231095" y="12712"/>
                  </a:lnTo>
                  <a:lnTo>
                    <a:pt x="226173" y="10766"/>
                  </a:lnTo>
                  <a:lnTo>
                    <a:pt x="221193" y="8976"/>
                  </a:lnTo>
                  <a:lnTo>
                    <a:pt x="216158" y="7344"/>
                  </a:lnTo>
                  <a:lnTo>
                    <a:pt x="211074" y="5873"/>
                  </a:lnTo>
                  <a:lnTo>
                    <a:pt x="205946" y="4563"/>
                  </a:lnTo>
                  <a:lnTo>
                    <a:pt x="200779" y="3417"/>
                  </a:lnTo>
                  <a:lnTo>
                    <a:pt x="195579" y="2434"/>
                  </a:lnTo>
                  <a:lnTo>
                    <a:pt x="190350" y="1617"/>
                  </a:lnTo>
                  <a:lnTo>
                    <a:pt x="185098" y="965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17946" cy="167167"/>
            </a:xfrm>
            <a:custGeom>
              <a:avLst/>
              <a:pathLst>
                <a:path w="17946" h="167167">
                  <a:moveTo>
                    <a:pt x="17946" y="966"/>
                  </a:moveTo>
                  <a:lnTo>
                    <a:pt x="8986" y="2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8499" y="5269756"/>
              <a:ext cx="166001" cy="167167"/>
            </a:xfrm>
            <a:custGeom>
              <a:avLst/>
              <a:pathLst>
                <a:path w="166001" h="167167">
                  <a:moveTo>
                    <a:pt x="166001" y="0"/>
                  </a:moveTo>
                  <a:lnTo>
                    <a:pt x="160606" y="87"/>
                  </a:lnTo>
                  <a:lnTo>
                    <a:pt x="155216" y="348"/>
                  </a:lnTo>
                  <a:lnTo>
                    <a:pt x="149838" y="783"/>
                  </a:lnTo>
                  <a:lnTo>
                    <a:pt x="144476" y="1391"/>
                  </a:lnTo>
                  <a:lnTo>
                    <a:pt x="139137" y="2172"/>
                  </a:lnTo>
                  <a:lnTo>
                    <a:pt x="133826" y="3125"/>
                  </a:lnTo>
                  <a:lnTo>
                    <a:pt x="128548" y="4249"/>
                  </a:lnTo>
                  <a:lnTo>
                    <a:pt x="123309" y="5543"/>
                  </a:lnTo>
                  <a:lnTo>
                    <a:pt x="118115" y="7005"/>
                  </a:lnTo>
                  <a:lnTo>
                    <a:pt x="112971" y="8634"/>
                  </a:lnTo>
                  <a:lnTo>
                    <a:pt x="107882" y="10428"/>
                  </a:lnTo>
                  <a:lnTo>
                    <a:pt x="102853" y="12386"/>
                  </a:lnTo>
                  <a:lnTo>
                    <a:pt x="97891" y="14504"/>
                  </a:lnTo>
                  <a:lnTo>
                    <a:pt x="92999" y="16782"/>
                  </a:lnTo>
                  <a:lnTo>
                    <a:pt x="88183" y="19217"/>
                  </a:lnTo>
                  <a:lnTo>
                    <a:pt x="83449" y="21805"/>
                  </a:lnTo>
                  <a:lnTo>
                    <a:pt x="78800" y="24545"/>
                  </a:lnTo>
                  <a:lnTo>
                    <a:pt x="74242" y="27434"/>
                  </a:lnTo>
                  <a:lnTo>
                    <a:pt x="69780" y="30468"/>
                  </a:lnTo>
                  <a:lnTo>
                    <a:pt x="65418" y="33645"/>
                  </a:lnTo>
                  <a:lnTo>
                    <a:pt x="61161" y="36961"/>
                  </a:lnTo>
                  <a:lnTo>
                    <a:pt x="57014" y="40413"/>
                  </a:lnTo>
                  <a:lnTo>
                    <a:pt x="52979" y="43996"/>
                  </a:lnTo>
                  <a:lnTo>
                    <a:pt x="49063" y="47708"/>
                  </a:lnTo>
                  <a:lnTo>
                    <a:pt x="45268" y="51545"/>
                  </a:lnTo>
                  <a:lnTo>
                    <a:pt x="41600" y="55502"/>
                  </a:lnTo>
                  <a:lnTo>
                    <a:pt x="38060" y="59575"/>
                  </a:lnTo>
                  <a:lnTo>
                    <a:pt x="34654" y="63760"/>
                  </a:lnTo>
                  <a:lnTo>
                    <a:pt x="31385" y="68053"/>
                  </a:lnTo>
                  <a:lnTo>
                    <a:pt x="28257" y="72450"/>
                  </a:lnTo>
                  <a:lnTo>
                    <a:pt x="25271" y="76945"/>
                  </a:lnTo>
                  <a:lnTo>
                    <a:pt x="22433" y="81534"/>
                  </a:lnTo>
                  <a:lnTo>
                    <a:pt x="19744" y="86212"/>
                  </a:lnTo>
                  <a:lnTo>
                    <a:pt x="17207" y="90975"/>
                  </a:lnTo>
                  <a:lnTo>
                    <a:pt x="14825" y="95817"/>
                  </a:lnTo>
                  <a:lnTo>
                    <a:pt x="12601" y="100733"/>
                  </a:lnTo>
                  <a:lnTo>
                    <a:pt x="10537" y="105719"/>
                  </a:lnTo>
                  <a:lnTo>
                    <a:pt x="8635" y="110768"/>
                  </a:lnTo>
                  <a:lnTo>
                    <a:pt x="6897" y="115877"/>
                  </a:lnTo>
                  <a:lnTo>
                    <a:pt x="5324" y="121039"/>
                  </a:lnTo>
                  <a:lnTo>
                    <a:pt x="3919" y="126248"/>
                  </a:lnTo>
                  <a:lnTo>
                    <a:pt x="2683" y="131501"/>
                  </a:lnTo>
                  <a:lnTo>
                    <a:pt x="1617" y="136791"/>
                  </a:lnTo>
                  <a:lnTo>
                    <a:pt x="722" y="142112"/>
                  </a:lnTo>
                  <a:lnTo>
                    <a:pt x="0" y="147459"/>
                  </a:lnTo>
                  <a:lnTo>
                    <a:pt x="16600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40" y="5269756"/>
              <a:ext cx="334312" cy="334333"/>
            </a:xfrm>
            <a:custGeom>
              <a:avLst/>
              <a:pathLst>
                <a:path w="334312" h="334333">
                  <a:moveTo>
                    <a:pt x="1159" y="147459"/>
                  </a:moveTo>
                  <a:lnTo>
                    <a:pt x="616" y="152744"/>
                  </a:lnTo>
                  <a:lnTo>
                    <a:pt x="242" y="158043"/>
                  </a:lnTo>
                  <a:lnTo>
                    <a:pt x="36" y="163352"/>
                  </a:lnTo>
                  <a:lnTo>
                    <a:pt x="0" y="168664"/>
                  </a:lnTo>
                  <a:lnTo>
                    <a:pt x="131" y="173975"/>
                  </a:lnTo>
                  <a:lnTo>
                    <a:pt x="432" y="179278"/>
                  </a:lnTo>
                  <a:lnTo>
                    <a:pt x="901" y="184570"/>
                  </a:lnTo>
                  <a:lnTo>
                    <a:pt x="1538" y="189844"/>
                  </a:lnTo>
                  <a:lnTo>
                    <a:pt x="2342" y="195095"/>
                  </a:lnTo>
                  <a:lnTo>
                    <a:pt x="3313" y="200318"/>
                  </a:lnTo>
                  <a:lnTo>
                    <a:pt x="4449" y="205507"/>
                  </a:lnTo>
                  <a:lnTo>
                    <a:pt x="5749" y="210658"/>
                  </a:lnTo>
                  <a:lnTo>
                    <a:pt x="7213" y="215765"/>
                  </a:lnTo>
                  <a:lnTo>
                    <a:pt x="8838" y="220823"/>
                  </a:lnTo>
                  <a:lnTo>
                    <a:pt x="10623" y="225826"/>
                  </a:lnTo>
                  <a:lnTo>
                    <a:pt x="12566" y="230771"/>
                  </a:lnTo>
                  <a:lnTo>
                    <a:pt x="14665" y="235651"/>
                  </a:lnTo>
                  <a:lnTo>
                    <a:pt x="16918" y="240462"/>
                  </a:lnTo>
                  <a:lnTo>
                    <a:pt x="19322" y="245198"/>
                  </a:lnTo>
                  <a:lnTo>
                    <a:pt x="21876" y="249857"/>
                  </a:lnTo>
                  <a:lnTo>
                    <a:pt x="24577" y="254431"/>
                  </a:lnTo>
                  <a:lnTo>
                    <a:pt x="27422" y="258918"/>
                  </a:lnTo>
                  <a:lnTo>
                    <a:pt x="30408" y="263311"/>
                  </a:lnTo>
                  <a:lnTo>
                    <a:pt x="33532" y="267608"/>
                  </a:lnTo>
                  <a:lnTo>
                    <a:pt x="36791" y="271803"/>
                  </a:lnTo>
                  <a:lnTo>
                    <a:pt x="40181" y="275893"/>
                  </a:lnTo>
                  <a:lnTo>
                    <a:pt x="43700" y="279873"/>
                  </a:lnTo>
                  <a:lnTo>
                    <a:pt x="47344" y="283739"/>
                  </a:lnTo>
                  <a:lnTo>
                    <a:pt x="51108" y="287487"/>
                  </a:lnTo>
                  <a:lnTo>
                    <a:pt x="54990" y="291114"/>
                  </a:lnTo>
                  <a:lnTo>
                    <a:pt x="58985" y="294615"/>
                  </a:lnTo>
                  <a:lnTo>
                    <a:pt x="63089" y="297988"/>
                  </a:lnTo>
                  <a:lnTo>
                    <a:pt x="67299" y="301229"/>
                  </a:lnTo>
                  <a:lnTo>
                    <a:pt x="71609" y="304334"/>
                  </a:lnTo>
                  <a:lnTo>
                    <a:pt x="76016" y="307301"/>
                  </a:lnTo>
                  <a:lnTo>
                    <a:pt x="80514" y="310127"/>
                  </a:lnTo>
                  <a:lnTo>
                    <a:pt x="85101" y="312807"/>
                  </a:lnTo>
                  <a:lnTo>
                    <a:pt x="89770" y="315341"/>
                  </a:lnTo>
                  <a:lnTo>
                    <a:pt x="94517" y="317726"/>
                  </a:lnTo>
                  <a:lnTo>
                    <a:pt x="99338" y="319958"/>
                  </a:lnTo>
                  <a:lnTo>
                    <a:pt x="104227" y="322036"/>
                  </a:lnTo>
                  <a:lnTo>
                    <a:pt x="109179" y="323957"/>
                  </a:lnTo>
                  <a:lnTo>
                    <a:pt x="114191" y="325720"/>
                  </a:lnTo>
                  <a:lnTo>
                    <a:pt x="119255" y="327323"/>
                  </a:lnTo>
                  <a:lnTo>
                    <a:pt x="124368" y="328765"/>
                  </a:lnTo>
                  <a:lnTo>
                    <a:pt x="129525" y="330043"/>
                  </a:lnTo>
                  <a:lnTo>
                    <a:pt x="134719" y="331156"/>
                  </a:lnTo>
                  <a:lnTo>
                    <a:pt x="139946" y="332104"/>
                  </a:lnTo>
                  <a:lnTo>
                    <a:pt x="145201" y="332886"/>
                  </a:lnTo>
                  <a:lnTo>
                    <a:pt x="150477" y="333500"/>
                  </a:lnTo>
                  <a:lnTo>
                    <a:pt x="155771" y="333946"/>
                  </a:lnTo>
                  <a:lnTo>
                    <a:pt x="161076" y="334224"/>
                  </a:lnTo>
                  <a:lnTo>
                    <a:pt x="166387" y="334333"/>
                  </a:lnTo>
                  <a:lnTo>
                    <a:pt x="171699" y="334273"/>
                  </a:lnTo>
                  <a:lnTo>
                    <a:pt x="177007" y="334044"/>
                  </a:lnTo>
                  <a:lnTo>
                    <a:pt x="182304" y="333647"/>
                  </a:lnTo>
                  <a:lnTo>
                    <a:pt x="187586" y="333082"/>
                  </a:lnTo>
                  <a:lnTo>
                    <a:pt x="192848" y="332349"/>
                  </a:lnTo>
                  <a:lnTo>
                    <a:pt x="198084" y="331449"/>
                  </a:lnTo>
                  <a:lnTo>
                    <a:pt x="203288" y="330384"/>
                  </a:lnTo>
                  <a:lnTo>
                    <a:pt x="208456" y="329153"/>
                  </a:lnTo>
                  <a:lnTo>
                    <a:pt x="213582" y="327759"/>
                  </a:lnTo>
                  <a:lnTo>
                    <a:pt x="218661" y="326203"/>
                  </a:lnTo>
                  <a:lnTo>
                    <a:pt x="223689" y="324487"/>
                  </a:lnTo>
                  <a:lnTo>
                    <a:pt x="228659" y="322611"/>
                  </a:lnTo>
                  <a:lnTo>
                    <a:pt x="233567" y="320578"/>
                  </a:lnTo>
                  <a:lnTo>
                    <a:pt x="238408" y="318391"/>
                  </a:lnTo>
                  <a:lnTo>
                    <a:pt x="243177" y="316051"/>
                  </a:lnTo>
                  <a:lnTo>
                    <a:pt x="247870" y="313560"/>
                  </a:lnTo>
                  <a:lnTo>
                    <a:pt x="252480" y="310922"/>
                  </a:lnTo>
                  <a:lnTo>
                    <a:pt x="257005" y="308138"/>
                  </a:lnTo>
                  <a:lnTo>
                    <a:pt x="261439" y="305212"/>
                  </a:lnTo>
                  <a:lnTo>
                    <a:pt x="265778" y="302147"/>
                  </a:lnTo>
                  <a:lnTo>
                    <a:pt x="270017" y="298945"/>
                  </a:lnTo>
                  <a:lnTo>
                    <a:pt x="274152" y="295610"/>
                  </a:lnTo>
                  <a:lnTo>
                    <a:pt x="278179" y="292146"/>
                  </a:lnTo>
                  <a:lnTo>
                    <a:pt x="282094" y="288555"/>
                  </a:lnTo>
                  <a:lnTo>
                    <a:pt x="285894" y="284842"/>
                  </a:lnTo>
                  <a:lnTo>
                    <a:pt x="289573" y="281010"/>
                  </a:lnTo>
                  <a:lnTo>
                    <a:pt x="293128" y="277063"/>
                  </a:lnTo>
                  <a:lnTo>
                    <a:pt x="296556" y="273004"/>
                  </a:lnTo>
                  <a:lnTo>
                    <a:pt x="299854" y="268840"/>
                  </a:lnTo>
                  <a:lnTo>
                    <a:pt x="303018" y="264572"/>
                  </a:lnTo>
                  <a:lnTo>
                    <a:pt x="306044" y="260206"/>
                  </a:lnTo>
                  <a:lnTo>
                    <a:pt x="308930" y="255746"/>
                  </a:lnTo>
                  <a:lnTo>
                    <a:pt x="311673" y="251197"/>
                  </a:lnTo>
                  <a:lnTo>
                    <a:pt x="314270" y="246562"/>
                  </a:lnTo>
                  <a:lnTo>
                    <a:pt x="316719" y="241848"/>
                  </a:lnTo>
                  <a:lnTo>
                    <a:pt x="319016" y="237058"/>
                  </a:lnTo>
                  <a:lnTo>
                    <a:pt x="321160" y="232197"/>
                  </a:lnTo>
                  <a:lnTo>
                    <a:pt x="323149" y="227271"/>
                  </a:lnTo>
                  <a:lnTo>
                    <a:pt x="324980" y="222285"/>
                  </a:lnTo>
                  <a:lnTo>
                    <a:pt x="326651" y="217242"/>
                  </a:lnTo>
                  <a:lnTo>
                    <a:pt x="328162" y="212149"/>
                  </a:lnTo>
                  <a:lnTo>
                    <a:pt x="329510" y="207011"/>
                  </a:lnTo>
                  <a:lnTo>
                    <a:pt x="330694" y="201832"/>
                  </a:lnTo>
                  <a:lnTo>
                    <a:pt x="331713" y="196618"/>
                  </a:lnTo>
                  <a:lnTo>
                    <a:pt x="332566" y="191375"/>
                  </a:lnTo>
                  <a:lnTo>
                    <a:pt x="333251" y="186107"/>
                  </a:lnTo>
                  <a:lnTo>
                    <a:pt x="333769" y="180820"/>
                  </a:lnTo>
                  <a:lnTo>
                    <a:pt x="334119" y="175519"/>
                  </a:lnTo>
                  <a:lnTo>
                    <a:pt x="334300" y="170210"/>
                  </a:lnTo>
                  <a:lnTo>
                    <a:pt x="334312" y="164897"/>
                  </a:lnTo>
                  <a:lnTo>
                    <a:pt x="334156" y="159587"/>
                  </a:lnTo>
                  <a:lnTo>
                    <a:pt x="333831" y="154285"/>
                  </a:lnTo>
                  <a:lnTo>
                    <a:pt x="333337" y="148995"/>
                  </a:lnTo>
                  <a:lnTo>
                    <a:pt x="332676" y="143724"/>
                  </a:lnTo>
                  <a:lnTo>
                    <a:pt x="331847" y="138477"/>
                  </a:lnTo>
                  <a:lnTo>
                    <a:pt x="330853" y="133259"/>
                  </a:lnTo>
                  <a:lnTo>
                    <a:pt x="329692" y="128074"/>
                  </a:lnTo>
                  <a:lnTo>
                    <a:pt x="328368" y="122930"/>
                  </a:lnTo>
                  <a:lnTo>
                    <a:pt x="326881" y="117830"/>
                  </a:lnTo>
                  <a:lnTo>
                    <a:pt x="325233" y="112780"/>
                  </a:lnTo>
                  <a:lnTo>
                    <a:pt x="323425" y="107784"/>
                  </a:lnTo>
                  <a:lnTo>
                    <a:pt x="321459" y="102849"/>
                  </a:lnTo>
                  <a:lnTo>
                    <a:pt x="319338" y="97979"/>
                  </a:lnTo>
                  <a:lnTo>
                    <a:pt x="317062" y="93178"/>
                  </a:lnTo>
                  <a:lnTo>
                    <a:pt x="314636" y="88453"/>
                  </a:lnTo>
                  <a:lnTo>
                    <a:pt x="312060" y="83806"/>
                  </a:lnTo>
                  <a:lnTo>
                    <a:pt x="309338" y="79244"/>
                  </a:lnTo>
                  <a:lnTo>
                    <a:pt x="306473" y="74771"/>
                  </a:lnTo>
                  <a:lnTo>
                    <a:pt x="303467" y="70391"/>
                  </a:lnTo>
                  <a:lnTo>
                    <a:pt x="300323" y="66109"/>
                  </a:lnTo>
                  <a:lnTo>
                    <a:pt x="297044" y="61929"/>
                  </a:lnTo>
                  <a:lnTo>
                    <a:pt x="293635" y="57855"/>
                  </a:lnTo>
                  <a:lnTo>
                    <a:pt x="290098" y="53891"/>
                  </a:lnTo>
                  <a:lnTo>
                    <a:pt x="286436" y="50042"/>
                  </a:lnTo>
                  <a:lnTo>
                    <a:pt x="282655" y="46312"/>
                  </a:lnTo>
                  <a:lnTo>
                    <a:pt x="278756" y="42703"/>
                  </a:lnTo>
                  <a:lnTo>
                    <a:pt x="274745" y="39220"/>
                  </a:lnTo>
                  <a:lnTo>
                    <a:pt x="270625" y="35866"/>
                  </a:lnTo>
                  <a:lnTo>
                    <a:pt x="266401" y="32645"/>
                  </a:lnTo>
                  <a:lnTo>
                    <a:pt x="262076" y="29559"/>
                  </a:lnTo>
                  <a:lnTo>
                    <a:pt x="257656" y="26613"/>
                  </a:lnTo>
                  <a:lnTo>
                    <a:pt x="253144" y="23808"/>
                  </a:lnTo>
                  <a:lnTo>
                    <a:pt x="248546" y="21149"/>
                  </a:lnTo>
                  <a:lnTo>
                    <a:pt x="243865" y="18636"/>
                  </a:lnTo>
                  <a:lnTo>
                    <a:pt x="239107" y="16274"/>
                  </a:lnTo>
                  <a:lnTo>
                    <a:pt x="234276" y="14064"/>
                  </a:lnTo>
                  <a:lnTo>
                    <a:pt x="229377" y="12009"/>
                  </a:lnTo>
                  <a:lnTo>
                    <a:pt x="224416" y="10110"/>
                  </a:lnTo>
                  <a:lnTo>
                    <a:pt x="219396" y="8370"/>
                  </a:lnTo>
                  <a:lnTo>
                    <a:pt x="214324" y="6791"/>
                  </a:lnTo>
                  <a:lnTo>
                    <a:pt x="209204" y="5373"/>
                  </a:lnTo>
                  <a:lnTo>
                    <a:pt x="204042" y="4119"/>
                  </a:lnTo>
                  <a:lnTo>
                    <a:pt x="198843" y="3029"/>
                  </a:lnTo>
                  <a:lnTo>
                    <a:pt x="193611" y="2105"/>
                  </a:lnTo>
                  <a:lnTo>
                    <a:pt x="188353" y="1348"/>
                  </a:lnTo>
                  <a:lnTo>
                    <a:pt x="183074" y="759"/>
                  </a:lnTo>
                  <a:lnTo>
                    <a:pt x="177778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9252" y="5399291"/>
              <a:ext cx="6963" cy="167167"/>
            </a:xfrm>
            <a:custGeom>
              <a:avLst/>
              <a:pathLst>
                <a:path w="6963" h="167167">
                  <a:moveTo>
                    <a:pt x="6963" y="0"/>
                  </a:moveTo>
                  <a:lnTo>
                    <a:pt x="0" y="145"/>
                  </a:lnTo>
                  <a:lnTo>
                    <a:pt x="696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9252" y="5399436"/>
              <a:ext cx="6963" cy="167022"/>
            </a:xfrm>
            <a:custGeom>
              <a:avLst/>
              <a:pathLst>
                <a:path w="6963" h="167022">
                  <a:moveTo>
                    <a:pt x="0" y="0"/>
                  </a:moveTo>
                  <a:lnTo>
                    <a:pt x="6963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252" y="5399436"/>
              <a:ext cx="6963" cy="167022"/>
            </a:xfrm>
            <a:custGeom>
              <a:avLst/>
              <a:pathLst>
                <a:path w="6963" h="167022">
                  <a:moveTo>
                    <a:pt x="0" y="0"/>
                  </a:moveTo>
                  <a:lnTo>
                    <a:pt x="6963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252" y="5399436"/>
              <a:ext cx="6963" cy="167022"/>
            </a:xfrm>
            <a:custGeom>
              <a:avLst/>
              <a:pathLst>
                <a:path w="6963" h="167022">
                  <a:moveTo>
                    <a:pt x="0" y="0"/>
                  </a:moveTo>
                  <a:lnTo>
                    <a:pt x="6963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252" y="5399436"/>
              <a:ext cx="6963" cy="167022"/>
            </a:xfrm>
            <a:custGeom>
              <a:avLst/>
              <a:pathLst>
                <a:path w="6963" h="167022">
                  <a:moveTo>
                    <a:pt x="0" y="0"/>
                  </a:moveTo>
                  <a:lnTo>
                    <a:pt x="6963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252" y="5399436"/>
              <a:ext cx="6963" cy="167022"/>
            </a:xfrm>
            <a:custGeom>
              <a:avLst/>
              <a:pathLst>
                <a:path w="6963" h="167022">
                  <a:moveTo>
                    <a:pt x="0" y="0"/>
                  </a:moveTo>
                  <a:lnTo>
                    <a:pt x="6963" y="167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252" y="5399436"/>
              <a:ext cx="6963" cy="167022"/>
            </a:xfrm>
            <a:custGeom>
              <a:avLst/>
              <a:pathLst>
                <a:path w="6963" h="167022">
                  <a:moveTo>
                    <a:pt x="0" y="0"/>
                  </a:moveTo>
                  <a:lnTo>
                    <a:pt x="6963" y="167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319062" y="5399436"/>
              <a:ext cx="334319" cy="334187"/>
            </a:xfrm>
            <a:custGeom>
              <a:avLst/>
              <a:pathLst>
                <a:path w="334319" h="334187">
                  <a:moveTo>
                    <a:pt x="160189" y="0"/>
                  </a:moveTo>
                  <a:lnTo>
                    <a:pt x="154918" y="303"/>
                  </a:lnTo>
                  <a:lnTo>
                    <a:pt x="149660" y="772"/>
                  </a:lnTo>
                  <a:lnTo>
                    <a:pt x="144419" y="1407"/>
                  </a:lnTo>
                  <a:lnTo>
                    <a:pt x="139200" y="2208"/>
                  </a:lnTo>
                  <a:lnTo>
                    <a:pt x="134010" y="3173"/>
                  </a:lnTo>
                  <a:lnTo>
                    <a:pt x="128852" y="4301"/>
                  </a:lnTo>
                  <a:lnTo>
                    <a:pt x="123733" y="5592"/>
                  </a:lnTo>
                  <a:lnTo>
                    <a:pt x="118657" y="7043"/>
                  </a:lnTo>
                  <a:lnTo>
                    <a:pt x="113630" y="8654"/>
                  </a:lnTo>
                  <a:lnTo>
                    <a:pt x="108656" y="10423"/>
                  </a:lnTo>
                  <a:lnTo>
                    <a:pt x="103740" y="12349"/>
                  </a:lnTo>
                  <a:lnTo>
                    <a:pt x="98887" y="14428"/>
                  </a:lnTo>
                  <a:lnTo>
                    <a:pt x="94103" y="16660"/>
                  </a:lnTo>
                  <a:lnTo>
                    <a:pt x="89391" y="19042"/>
                  </a:lnTo>
                  <a:lnTo>
                    <a:pt x="84757" y="21571"/>
                  </a:lnTo>
                  <a:lnTo>
                    <a:pt x="80205" y="24245"/>
                  </a:lnTo>
                  <a:lnTo>
                    <a:pt x="75740" y="27062"/>
                  </a:lnTo>
                  <a:lnTo>
                    <a:pt x="71366" y="30018"/>
                  </a:lnTo>
                  <a:lnTo>
                    <a:pt x="67088" y="33111"/>
                  </a:lnTo>
                  <a:lnTo>
                    <a:pt x="62909" y="36338"/>
                  </a:lnTo>
                  <a:lnTo>
                    <a:pt x="58835" y="39695"/>
                  </a:lnTo>
                  <a:lnTo>
                    <a:pt x="54868" y="43179"/>
                  </a:lnTo>
                  <a:lnTo>
                    <a:pt x="51013" y="46786"/>
                  </a:lnTo>
                  <a:lnTo>
                    <a:pt x="47275" y="50513"/>
                  </a:lnTo>
                  <a:lnTo>
                    <a:pt x="43655" y="54357"/>
                  </a:lnTo>
                  <a:lnTo>
                    <a:pt x="40159" y="58313"/>
                  </a:lnTo>
                  <a:lnTo>
                    <a:pt x="36790" y="62377"/>
                  </a:lnTo>
                  <a:lnTo>
                    <a:pt x="33550" y="66546"/>
                  </a:lnTo>
                  <a:lnTo>
                    <a:pt x="30444" y="70815"/>
                  </a:lnTo>
                  <a:lnTo>
                    <a:pt x="27475" y="75179"/>
                  </a:lnTo>
                  <a:lnTo>
                    <a:pt x="24644" y="79636"/>
                  </a:lnTo>
                  <a:lnTo>
                    <a:pt x="21956" y="84179"/>
                  </a:lnTo>
                  <a:lnTo>
                    <a:pt x="19412" y="88806"/>
                  </a:lnTo>
                  <a:lnTo>
                    <a:pt x="17016" y="93510"/>
                  </a:lnTo>
                  <a:lnTo>
                    <a:pt x="14770" y="98287"/>
                  </a:lnTo>
                  <a:lnTo>
                    <a:pt x="12675" y="103134"/>
                  </a:lnTo>
                  <a:lnTo>
                    <a:pt x="10735" y="108043"/>
                  </a:lnTo>
                  <a:lnTo>
                    <a:pt x="8950" y="113012"/>
                  </a:lnTo>
                  <a:lnTo>
                    <a:pt x="7324" y="118035"/>
                  </a:lnTo>
                  <a:lnTo>
                    <a:pt x="5857" y="123106"/>
                  </a:lnTo>
                  <a:lnTo>
                    <a:pt x="4550" y="128221"/>
                  </a:lnTo>
                  <a:lnTo>
                    <a:pt x="3406" y="133375"/>
                  </a:lnTo>
                  <a:lnTo>
                    <a:pt x="2425" y="138563"/>
                  </a:lnTo>
                  <a:lnTo>
                    <a:pt x="1609" y="143778"/>
                  </a:lnTo>
                  <a:lnTo>
                    <a:pt x="957" y="149017"/>
                  </a:lnTo>
                  <a:lnTo>
                    <a:pt x="472" y="154274"/>
                  </a:lnTo>
                  <a:lnTo>
                    <a:pt x="152" y="159544"/>
                  </a:lnTo>
                  <a:lnTo>
                    <a:pt x="0" y="164821"/>
                  </a:lnTo>
                  <a:lnTo>
                    <a:pt x="13" y="170100"/>
                  </a:lnTo>
                  <a:lnTo>
                    <a:pt x="194" y="175377"/>
                  </a:lnTo>
                  <a:lnTo>
                    <a:pt x="541" y="180645"/>
                  </a:lnTo>
                  <a:lnTo>
                    <a:pt x="1054" y="185899"/>
                  </a:lnTo>
                  <a:lnTo>
                    <a:pt x="1733" y="191135"/>
                  </a:lnTo>
                  <a:lnTo>
                    <a:pt x="2577" y="196346"/>
                  </a:lnTo>
                  <a:lnTo>
                    <a:pt x="3585" y="201528"/>
                  </a:lnTo>
                  <a:lnTo>
                    <a:pt x="4756" y="206676"/>
                  </a:lnTo>
                  <a:lnTo>
                    <a:pt x="6089" y="211784"/>
                  </a:lnTo>
                  <a:lnTo>
                    <a:pt x="7583" y="216848"/>
                  </a:lnTo>
                  <a:lnTo>
                    <a:pt x="9236" y="221862"/>
                  </a:lnTo>
                  <a:lnTo>
                    <a:pt x="11047" y="226821"/>
                  </a:lnTo>
                  <a:lnTo>
                    <a:pt x="13013" y="231721"/>
                  </a:lnTo>
                  <a:lnTo>
                    <a:pt x="15133" y="236556"/>
                  </a:lnTo>
                  <a:lnTo>
                    <a:pt x="17404" y="241321"/>
                  </a:lnTo>
                  <a:lnTo>
                    <a:pt x="19825" y="246013"/>
                  </a:lnTo>
                  <a:lnTo>
                    <a:pt x="22393" y="250626"/>
                  </a:lnTo>
                  <a:lnTo>
                    <a:pt x="25105" y="255155"/>
                  </a:lnTo>
                  <a:lnTo>
                    <a:pt x="27959" y="259597"/>
                  </a:lnTo>
                  <a:lnTo>
                    <a:pt x="30952" y="263946"/>
                  </a:lnTo>
                  <a:lnTo>
                    <a:pt x="34080" y="268198"/>
                  </a:lnTo>
                  <a:lnTo>
                    <a:pt x="37341" y="272350"/>
                  </a:lnTo>
                  <a:lnTo>
                    <a:pt x="40732" y="276397"/>
                  </a:lnTo>
                  <a:lnTo>
                    <a:pt x="44249" y="280334"/>
                  </a:lnTo>
                  <a:lnTo>
                    <a:pt x="47888" y="284158"/>
                  </a:lnTo>
                  <a:lnTo>
                    <a:pt x="51647" y="287866"/>
                  </a:lnTo>
                  <a:lnTo>
                    <a:pt x="55520" y="291453"/>
                  </a:lnTo>
                  <a:lnTo>
                    <a:pt x="59505" y="294916"/>
                  </a:lnTo>
                  <a:lnTo>
                    <a:pt x="63597" y="298252"/>
                  </a:lnTo>
                  <a:lnTo>
                    <a:pt x="67793" y="301456"/>
                  </a:lnTo>
                  <a:lnTo>
                    <a:pt x="72087" y="304527"/>
                  </a:lnTo>
                  <a:lnTo>
                    <a:pt x="76477" y="307460"/>
                  </a:lnTo>
                  <a:lnTo>
                    <a:pt x="80957" y="310253"/>
                  </a:lnTo>
                  <a:lnTo>
                    <a:pt x="85522" y="312904"/>
                  </a:lnTo>
                  <a:lnTo>
                    <a:pt x="90170" y="315409"/>
                  </a:lnTo>
                  <a:lnTo>
                    <a:pt x="94894" y="317765"/>
                  </a:lnTo>
                  <a:lnTo>
                    <a:pt x="99690" y="319972"/>
                  </a:lnTo>
                  <a:lnTo>
                    <a:pt x="104553" y="322026"/>
                  </a:lnTo>
                  <a:lnTo>
                    <a:pt x="109479" y="323925"/>
                  </a:lnTo>
                  <a:lnTo>
                    <a:pt x="114462" y="325668"/>
                  </a:lnTo>
                  <a:lnTo>
                    <a:pt x="119498" y="327253"/>
                  </a:lnTo>
                  <a:lnTo>
                    <a:pt x="124582" y="328678"/>
                  </a:lnTo>
                  <a:lnTo>
                    <a:pt x="129708" y="329942"/>
                  </a:lnTo>
                  <a:lnTo>
                    <a:pt x="134871" y="331043"/>
                  </a:lnTo>
                  <a:lnTo>
                    <a:pt x="140066" y="331980"/>
                  </a:lnTo>
                  <a:lnTo>
                    <a:pt x="145289" y="332753"/>
                  </a:lnTo>
                  <a:lnTo>
                    <a:pt x="150533" y="333361"/>
                  </a:lnTo>
                  <a:lnTo>
                    <a:pt x="155794" y="333803"/>
                  </a:lnTo>
                  <a:lnTo>
                    <a:pt x="161066" y="334078"/>
                  </a:lnTo>
                  <a:lnTo>
                    <a:pt x="166344" y="334187"/>
                  </a:lnTo>
                  <a:lnTo>
                    <a:pt x="171623" y="334129"/>
                  </a:lnTo>
                  <a:lnTo>
                    <a:pt x="176898" y="333905"/>
                  </a:lnTo>
                  <a:lnTo>
                    <a:pt x="182163" y="333514"/>
                  </a:lnTo>
                  <a:lnTo>
                    <a:pt x="187413" y="332957"/>
                  </a:lnTo>
                  <a:lnTo>
                    <a:pt x="192642" y="332234"/>
                  </a:lnTo>
                  <a:lnTo>
                    <a:pt x="197847" y="331347"/>
                  </a:lnTo>
                  <a:lnTo>
                    <a:pt x="203020" y="330296"/>
                  </a:lnTo>
                  <a:lnTo>
                    <a:pt x="208158" y="329082"/>
                  </a:lnTo>
                  <a:lnTo>
                    <a:pt x="213255" y="327706"/>
                  </a:lnTo>
                  <a:lnTo>
                    <a:pt x="218306" y="326170"/>
                  </a:lnTo>
                  <a:lnTo>
                    <a:pt x="223306" y="324476"/>
                  </a:lnTo>
                  <a:lnTo>
                    <a:pt x="228250" y="322624"/>
                  </a:lnTo>
                  <a:lnTo>
                    <a:pt x="233133" y="320617"/>
                  </a:lnTo>
                  <a:lnTo>
                    <a:pt x="237950" y="318457"/>
                  </a:lnTo>
                  <a:lnTo>
                    <a:pt x="242697" y="316146"/>
                  </a:lnTo>
                  <a:lnTo>
                    <a:pt x="247368" y="313686"/>
                  </a:lnTo>
                  <a:lnTo>
                    <a:pt x="251959" y="311080"/>
                  </a:lnTo>
                  <a:lnTo>
                    <a:pt x="256466" y="308330"/>
                  </a:lnTo>
                  <a:lnTo>
                    <a:pt x="260884" y="305439"/>
                  </a:lnTo>
                  <a:lnTo>
                    <a:pt x="265208" y="302411"/>
                  </a:lnTo>
                  <a:lnTo>
                    <a:pt x="269434" y="299247"/>
                  </a:lnTo>
                  <a:lnTo>
                    <a:pt x="273558" y="295951"/>
                  </a:lnTo>
                  <a:lnTo>
                    <a:pt x="277576" y="292527"/>
                  </a:lnTo>
                  <a:lnTo>
                    <a:pt x="281485" y="288977"/>
                  </a:lnTo>
                  <a:lnTo>
                    <a:pt x="285279" y="285306"/>
                  </a:lnTo>
                  <a:lnTo>
                    <a:pt x="288955" y="281517"/>
                  </a:lnTo>
                  <a:lnTo>
                    <a:pt x="292509" y="277614"/>
                  </a:lnTo>
                  <a:lnTo>
                    <a:pt x="295939" y="273600"/>
                  </a:lnTo>
                  <a:lnTo>
                    <a:pt x="299240" y="269480"/>
                  </a:lnTo>
                  <a:lnTo>
                    <a:pt x="302410" y="265258"/>
                  </a:lnTo>
                  <a:lnTo>
                    <a:pt x="305444" y="260938"/>
                  </a:lnTo>
                  <a:lnTo>
                    <a:pt x="308341" y="256525"/>
                  </a:lnTo>
                  <a:lnTo>
                    <a:pt x="311097" y="252022"/>
                  </a:lnTo>
                  <a:lnTo>
                    <a:pt x="313709" y="247434"/>
                  </a:lnTo>
                  <a:lnTo>
                    <a:pt x="316175" y="242766"/>
                  </a:lnTo>
                  <a:lnTo>
                    <a:pt x="318493" y="238022"/>
                  </a:lnTo>
                  <a:lnTo>
                    <a:pt x="320659" y="233208"/>
                  </a:lnTo>
                  <a:lnTo>
                    <a:pt x="322673" y="228328"/>
                  </a:lnTo>
                  <a:lnTo>
                    <a:pt x="324531" y="223386"/>
                  </a:lnTo>
                  <a:lnTo>
                    <a:pt x="326232" y="218388"/>
                  </a:lnTo>
                  <a:lnTo>
                    <a:pt x="327775" y="213340"/>
                  </a:lnTo>
                  <a:lnTo>
                    <a:pt x="329158" y="208244"/>
                  </a:lnTo>
                  <a:lnTo>
                    <a:pt x="330378" y="203108"/>
                  </a:lnTo>
                  <a:lnTo>
                    <a:pt x="331437" y="197936"/>
                  </a:lnTo>
                  <a:lnTo>
                    <a:pt x="332331" y="192733"/>
                  </a:lnTo>
                  <a:lnTo>
                    <a:pt x="333060" y="187504"/>
                  </a:lnTo>
                  <a:lnTo>
                    <a:pt x="333624" y="182255"/>
                  </a:lnTo>
                  <a:lnTo>
                    <a:pt x="334022" y="176991"/>
                  </a:lnTo>
                  <a:lnTo>
                    <a:pt x="334254" y="171716"/>
                  </a:lnTo>
                  <a:lnTo>
                    <a:pt x="334319" y="166437"/>
                  </a:lnTo>
                  <a:lnTo>
                    <a:pt x="334217" y="161159"/>
                  </a:lnTo>
                  <a:lnTo>
                    <a:pt x="333949" y="155887"/>
                  </a:lnTo>
                  <a:lnTo>
                    <a:pt x="333514" y="150625"/>
                  </a:lnTo>
                  <a:lnTo>
                    <a:pt x="332913" y="145380"/>
                  </a:lnTo>
                  <a:lnTo>
                    <a:pt x="332147" y="140157"/>
                  </a:lnTo>
                  <a:lnTo>
                    <a:pt x="331216" y="134960"/>
                  </a:lnTo>
                  <a:lnTo>
                    <a:pt x="330122" y="129795"/>
                  </a:lnTo>
                  <a:lnTo>
                    <a:pt x="328865" y="124668"/>
                  </a:lnTo>
                  <a:lnTo>
                    <a:pt x="327447" y="119582"/>
                  </a:lnTo>
                  <a:lnTo>
                    <a:pt x="325869" y="114544"/>
                  </a:lnTo>
                  <a:lnTo>
                    <a:pt x="324133" y="109559"/>
                  </a:lnTo>
                  <a:lnTo>
                    <a:pt x="322240" y="104630"/>
                  </a:lnTo>
                  <a:lnTo>
                    <a:pt x="320193" y="99764"/>
                  </a:lnTo>
                  <a:lnTo>
                    <a:pt x="317993" y="94965"/>
                  </a:lnTo>
                  <a:lnTo>
                    <a:pt x="315642" y="90238"/>
                  </a:lnTo>
                  <a:lnTo>
                    <a:pt x="313143" y="85587"/>
                  </a:lnTo>
                  <a:lnTo>
                    <a:pt x="310499" y="81018"/>
                  </a:lnTo>
                  <a:lnTo>
                    <a:pt x="307712" y="76534"/>
                  </a:lnTo>
                  <a:lnTo>
                    <a:pt x="304784" y="72141"/>
                  </a:lnTo>
                  <a:lnTo>
                    <a:pt x="301720" y="67842"/>
                  </a:lnTo>
                  <a:lnTo>
                    <a:pt x="298521" y="63642"/>
                  </a:lnTo>
                  <a:lnTo>
                    <a:pt x="295191" y="59546"/>
                  </a:lnTo>
                  <a:lnTo>
                    <a:pt x="291733" y="55556"/>
                  </a:lnTo>
                  <a:lnTo>
                    <a:pt x="288151" y="51678"/>
                  </a:lnTo>
                  <a:lnTo>
                    <a:pt x="284449" y="47915"/>
                  </a:lnTo>
                  <a:lnTo>
                    <a:pt x="280629" y="44270"/>
                  </a:lnTo>
                  <a:lnTo>
                    <a:pt x="276696" y="40748"/>
                  </a:lnTo>
                  <a:lnTo>
                    <a:pt x="272654" y="37352"/>
                  </a:lnTo>
                  <a:lnTo>
                    <a:pt x="268507" y="34085"/>
                  </a:lnTo>
                  <a:lnTo>
                    <a:pt x="264259" y="30951"/>
                  </a:lnTo>
                  <a:lnTo>
                    <a:pt x="259914" y="27952"/>
                  </a:lnTo>
                  <a:lnTo>
                    <a:pt x="255476" y="25093"/>
                  </a:lnTo>
                  <a:lnTo>
                    <a:pt x="250950" y="22374"/>
                  </a:lnTo>
                  <a:lnTo>
                    <a:pt x="246341" y="19800"/>
                  </a:lnTo>
                  <a:lnTo>
                    <a:pt x="241652" y="17373"/>
                  </a:lnTo>
                  <a:lnTo>
                    <a:pt x="236890" y="15095"/>
                  </a:lnTo>
                  <a:lnTo>
                    <a:pt x="232058" y="12969"/>
                  </a:lnTo>
                  <a:lnTo>
                    <a:pt x="227161" y="10996"/>
                  </a:lnTo>
                  <a:lnTo>
                    <a:pt x="222204" y="9179"/>
                  </a:lnTo>
                  <a:lnTo>
                    <a:pt x="217192" y="7520"/>
                  </a:lnTo>
                  <a:lnTo>
                    <a:pt x="212131" y="6019"/>
                  </a:lnTo>
                  <a:lnTo>
                    <a:pt x="207024" y="4679"/>
                  </a:lnTo>
                  <a:lnTo>
                    <a:pt x="201878" y="3501"/>
                  </a:lnTo>
                  <a:lnTo>
                    <a:pt x="196697" y="2486"/>
                  </a:lnTo>
                  <a:lnTo>
                    <a:pt x="191487" y="1635"/>
                  </a:lnTo>
                  <a:lnTo>
                    <a:pt x="167152" y="167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24334" cy="167167"/>
            </a:xfrm>
            <a:custGeom>
              <a:avLst/>
              <a:pathLst>
                <a:path w="24334" h="167167">
                  <a:moveTo>
                    <a:pt x="24334" y="1780"/>
                  </a:moveTo>
                  <a:lnTo>
                    <a:pt x="16254" y="792"/>
                  </a:lnTo>
                  <a:lnTo>
                    <a:pt x="8137" y="1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9899" y="5399291"/>
              <a:ext cx="83645" cy="167167"/>
            </a:xfrm>
            <a:custGeom>
              <a:avLst/>
              <a:pathLst>
                <a:path w="83645" h="167167">
                  <a:moveTo>
                    <a:pt x="83645" y="0"/>
                  </a:moveTo>
                  <a:lnTo>
                    <a:pt x="77806" y="101"/>
                  </a:lnTo>
                  <a:lnTo>
                    <a:pt x="71974" y="407"/>
                  </a:lnTo>
                  <a:lnTo>
                    <a:pt x="66157" y="917"/>
                  </a:lnTo>
                  <a:lnTo>
                    <a:pt x="60361" y="1629"/>
                  </a:lnTo>
                  <a:lnTo>
                    <a:pt x="54593" y="2543"/>
                  </a:lnTo>
                  <a:lnTo>
                    <a:pt x="48861" y="3658"/>
                  </a:lnTo>
                  <a:lnTo>
                    <a:pt x="43171" y="4973"/>
                  </a:lnTo>
                  <a:lnTo>
                    <a:pt x="37531" y="6486"/>
                  </a:lnTo>
                  <a:lnTo>
                    <a:pt x="31947" y="8194"/>
                  </a:lnTo>
                  <a:lnTo>
                    <a:pt x="26426" y="10097"/>
                  </a:lnTo>
                  <a:lnTo>
                    <a:pt x="20974" y="12191"/>
                  </a:lnTo>
                  <a:lnTo>
                    <a:pt x="15600" y="14475"/>
                  </a:lnTo>
                  <a:lnTo>
                    <a:pt x="10308" y="16945"/>
                  </a:lnTo>
                  <a:lnTo>
                    <a:pt x="5106" y="19598"/>
                  </a:lnTo>
                  <a:lnTo>
                    <a:pt x="0" y="22431"/>
                  </a:lnTo>
                  <a:lnTo>
                    <a:pt x="836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9899" y="5421723"/>
              <a:ext cx="83645" cy="144735"/>
            </a:xfrm>
            <a:custGeom>
              <a:avLst/>
              <a:pathLst>
                <a:path w="83645" h="144735">
                  <a:moveTo>
                    <a:pt x="0" y="0"/>
                  </a:moveTo>
                  <a:lnTo>
                    <a:pt x="83645" y="144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9899" y="5421723"/>
              <a:ext cx="83645" cy="144735"/>
            </a:xfrm>
            <a:custGeom>
              <a:avLst/>
              <a:pathLst>
                <a:path w="83645" h="144735">
                  <a:moveTo>
                    <a:pt x="0" y="0"/>
                  </a:moveTo>
                  <a:lnTo>
                    <a:pt x="83645" y="144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9899" y="5421723"/>
              <a:ext cx="83645" cy="144735"/>
            </a:xfrm>
            <a:custGeom>
              <a:avLst/>
              <a:pathLst>
                <a:path w="83645" h="144735">
                  <a:moveTo>
                    <a:pt x="0" y="0"/>
                  </a:moveTo>
                  <a:lnTo>
                    <a:pt x="83645" y="144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9899" y="5421723"/>
              <a:ext cx="83645" cy="144735"/>
            </a:xfrm>
            <a:custGeom>
              <a:avLst/>
              <a:pathLst>
                <a:path w="83645" h="144735">
                  <a:moveTo>
                    <a:pt x="0" y="0"/>
                  </a:moveTo>
                  <a:lnTo>
                    <a:pt x="83645" y="1447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9899" y="5421723"/>
              <a:ext cx="83645" cy="144735"/>
            </a:xfrm>
            <a:custGeom>
              <a:avLst/>
              <a:pathLst>
                <a:path w="83645" h="144735">
                  <a:moveTo>
                    <a:pt x="0" y="0"/>
                  </a:moveTo>
                  <a:lnTo>
                    <a:pt x="83645" y="1447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856381" y="5421723"/>
              <a:ext cx="219964" cy="311902"/>
            </a:xfrm>
            <a:custGeom>
              <a:avLst/>
              <a:pathLst>
                <a:path w="219964" h="311902">
                  <a:moveTo>
                    <a:pt x="83517" y="0"/>
                  </a:moveTo>
                  <a:lnTo>
                    <a:pt x="78937" y="2745"/>
                  </a:lnTo>
                  <a:lnTo>
                    <a:pt x="74447" y="5635"/>
                  </a:lnTo>
                  <a:lnTo>
                    <a:pt x="70052" y="8667"/>
                  </a:lnTo>
                  <a:lnTo>
                    <a:pt x="65755" y="11839"/>
                  </a:lnTo>
                  <a:lnTo>
                    <a:pt x="61562" y="15145"/>
                  </a:lnTo>
                  <a:lnTo>
                    <a:pt x="57477" y="18584"/>
                  </a:lnTo>
                  <a:lnTo>
                    <a:pt x="53504" y="22152"/>
                  </a:lnTo>
                  <a:lnTo>
                    <a:pt x="49647" y="25845"/>
                  </a:lnTo>
                  <a:lnTo>
                    <a:pt x="45909" y="29659"/>
                  </a:lnTo>
                  <a:lnTo>
                    <a:pt x="42296" y="33590"/>
                  </a:lnTo>
                  <a:lnTo>
                    <a:pt x="38809" y="37635"/>
                  </a:lnTo>
                  <a:lnTo>
                    <a:pt x="35454" y="41789"/>
                  </a:lnTo>
                  <a:lnTo>
                    <a:pt x="32233" y="46048"/>
                  </a:lnTo>
                  <a:lnTo>
                    <a:pt x="29150" y="50408"/>
                  </a:lnTo>
                  <a:lnTo>
                    <a:pt x="26208" y="54865"/>
                  </a:lnTo>
                  <a:lnTo>
                    <a:pt x="23409" y="59412"/>
                  </a:lnTo>
                  <a:lnTo>
                    <a:pt x="20757" y="64047"/>
                  </a:lnTo>
                  <a:lnTo>
                    <a:pt x="18255" y="68765"/>
                  </a:lnTo>
                  <a:lnTo>
                    <a:pt x="15904" y="73559"/>
                  </a:lnTo>
                  <a:lnTo>
                    <a:pt x="13708" y="78427"/>
                  </a:lnTo>
                  <a:lnTo>
                    <a:pt x="11669" y="83362"/>
                  </a:lnTo>
                  <a:lnTo>
                    <a:pt x="9788" y="88360"/>
                  </a:lnTo>
                  <a:lnTo>
                    <a:pt x="8068" y="93415"/>
                  </a:lnTo>
                  <a:lnTo>
                    <a:pt x="6510" y="98522"/>
                  </a:lnTo>
                  <a:lnTo>
                    <a:pt x="5115" y="103677"/>
                  </a:lnTo>
                  <a:lnTo>
                    <a:pt x="3887" y="108874"/>
                  </a:lnTo>
                  <a:lnTo>
                    <a:pt x="2825" y="114107"/>
                  </a:lnTo>
                  <a:lnTo>
                    <a:pt x="1930" y="119372"/>
                  </a:lnTo>
                  <a:lnTo>
                    <a:pt x="1204" y="124662"/>
                  </a:lnTo>
                  <a:lnTo>
                    <a:pt x="648" y="129973"/>
                  </a:lnTo>
                  <a:lnTo>
                    <a:pt x="261" y="135299"/>
                  </a:lnTo>
                  <a:lnTo>
                    <a:pt x="45" y="140634"/>
                  </a:lnTo>
                  <a:lnTo>
                    <a:pt x="0" y="145974"/>
                  </a:lnTo>
                  <a:lnTo>
                    <a:pt x="124" y="151313"/>
                  </a:lnTo>
                  <a:lnTo>
                    <a:pt x="420" y="156644"/>
                  </a:lnTo>
                  <a:lnTo>
                    <a:pt x="885" y="161964"/>
                  </a:lnTo>
                  <a:lnTo>
                    <a:pt x="1520" y="167266"/>
                  </a:lnTo>
                  <a:lnTo>
                    <a:pt x="2324" y="172545"/>
                  </a:lnTo>
                  <a:lnTo>
                    <a:pt x="3297" y="177796"/>
                  </a:lnTo>
                  <a:lnTo>
                    <a:pt x="4436" y="183013"/>
                  </a:lnTo>
                  <a:lnTo>
                    <a:pt x="5742" y="188190"/>
                  </a:lnTo>
                  <a:lnTo>
                    <a:pt x="7212" y="193324"/>
                  </a:lnTo>
                  <a:lnTo>
                    <a:pt x="8846" y="198408"/>
                  </a:lnTo>
                  <a:lnTo>
                    <a:pt x="10641" y="203437"/>
                  </a:lnTo>
                  <a:lnTo>
                    <a:pt x="12595" y="208406"/>
                  </a:lnTo>
                  <a:lnTo>
                    <a:pt x="14708" y="213311"/>
                  </a:lnTo>
                  <a:lnTo>
                    <a:pt x="16976" y="218145"/>
                  </a:lnTo>
                  <a:lnTo>
                    <a:pt x="19397" y="222904"/>
                  </a:lnTo>
                  <a:lnTo>
                    <a:pt x="21969" y="227584"/>
                  </a:lnTo>
                  <a:lnTo>
                    <a:pt x="24689" y="232179"/>
                  </a:lnTo>
                  <a:lnTo>
                    <a:pt x="27555" y="236685"/>
                  </a:lnTo>
                  <a:lnTo>
                    <a:pt x="30563" y="241097"/>
                  </a:lnTo>
                  <a:lnTo>
                    <a:pt x="33711" y="245411"/>
                  </a:lnTo>
                  <a:lnTo>
                    <a:pt x="36994" y="249622"/>
                  </a:lnTo>
                  <a:lnTo>
                    <a:pt x="40411" y="253726"/>
                  </a:lnTo>
                  <a:lnTo>
                    <a:pt x="43956" y="257719"/>
                  </a:lnTo>
                  <a:lnTo>
                    <a:pt x="47628" y="261596"/>
                  </a:lnTo>
                  <a:lnTo>
                    <a:pt x="51421" y="265354"/>
                  </a:lnTo>
                  <a:lnTo>
                    <a:pt x="55333" y="268990"/>
                  </a:lnTo>
                  <a:lnTo>
                    <a:pt x="59359" y="272498"/>
                  </a:lnTo>
                  <a:lnTo>
                    <a:pt x="63494" y="275876"/>
                  </a:lnTo>
                  <a:lnTo>
                    <a:pt x="67736" y="279120"/>
                  </a:lnTo>
                  <a:lnTo>
                    <a:pt x="72079" y="282227"/>
                  </a:lnTo>
                  <a:lnTo>
                    <a:pt x="76519" y="285194"/>
                  </a:lnTo>
                  <a:lnTo>
                    <a:pt x="81051" y="288018"/>
                  </a:lnTo>
                  <a:lnTo>
                    <a:pt x="85671" y="290695"/>
                  </a:lnTo>
                  <a:lnTo>
                    <a:pt x="90375" y="293223"/>
                  </a:lnTo>
                  <a:lnTo>
                    <a:pt x="95157" y="295600"/>
                  </a:lnTo>
                  <a:lnTo>
                    <a:pt x="100012" y="297823"/>
                  </a:lnTo>
                  <a:lnTo>
                    <a:pt x="104936" y="299889"/>
                  </a:lnTo>
                  <a:lnTo>
                    <a:pt x="109923" y="301798"/>
                  </a:lnTo>
                  <a:lnTo>
                    <a:pt x="114969" y="303546"/>
                  </a:lnTo>
                  <a:lnTo>
                    <a:pt x="120068" y="305132"/>
                  </a:lnTo>
                  <a:lnTo>
                    <a:pt x="125215" y="306554"/>
                  </a:lnTo>
                  <a:lnTo>
                    <a:pt x="130405" y="307811"/>
                  </a:lnTo>
                  <a:lnTo>
                    <a:pt x="135632" y="308902"/>
                  </a:lnTo>
                  <a:lnTo>
                    <a:pt x="140891" y="309826"/>
                  </a:lnTo>
                  <a:lnTo>
                    <a:pt x="146178" y="310580"/>
                  </a:lnTo>
                  <a:lnTo>
                    <a:pt x="151485" y="311166"/>
                  </a:lnTo>
                  <a:lnTo>
                    <a:pt x="156809" y="311582"/>
                  </a:lnTo>
                  <a:lnTo>
                    <a:pt x="162143" y="311827"/>
                  </a:lnTo>
                  <a:lnTo>
                    <a:pt x="167483" y="311902"/>
                  </a:lnTo>
                  <a:lnTo>
                    <a:pt x="172822" y="311807"/>
                  </a:lnTo>
                  <a:lnTo>
                    <a:pt x="178155" y="311541"/>
                  </a:lnTo>
                  <a:lnTo>
                    <a:pt x="183477" y="311105"/>
                  </a:lnTo>
                  <a:lnTo>
                    <a:pt x="188783" y="310499"/>
                  </a:lnTo>
                  <a:lnTo>
                    <a:pt x="194066" y="309724"/>
                  </a:lnTo>
                  <a:lnTo>
                    <a:pt x="199322" y="308780"/>
                  </a:lnTo>
                  <a:lnTo>
                    <a:pt x="204545" y="307669"/>
                  </a:lnTo>
                  <a:lnTo>
                    <a:pt x="209730" y="306392"/>
                  </a:lnTo>
                  <a:lnTo>
                    <a:pt x="214872" y="304950"/>
                  </a:lnTo>
                  <a:lnTo>
                    <a:pt x="219964" y="303345"/>
                  </a:lnTo>
                  <a:lnTo>
                    <a:pt x="167162" y="1447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167167" cy="325776"/>
            </a:xfrm>
            <a:custGeom>
              <a:avLst/>
              <a:pathLst>
                <a:path w="167167" h="325776">
                  <a:moveTo>
                    <a:pt x="52802" y="325776"/>
                  </a:moveTo>
                  <a:lnTo>
                    <a:pt x="57857" y="324003"/>
                  </a:lnTo>
                  <a:lnTo>
                    <a:pt x="62852" y="322068"/>
                  </a:lnTo>
                  <a:lnTo>
                    <a:pt x="67784" y="319975"/>
                  </a:lnTo>
                  <a:lnTo>
                    <a:pt x="72645" y="317724"/>
                  </a:lnTo>
                  <a:lnTo>
                    <a:pt x="77432" y="315319"/>
                  </a:lnTo>
                  <a:lnTo>
                    <a:pt x="82140" y="312762"/>
                  </a:lnTo>
                  <a:lnTo>
                    <a:pt x="86763" y="310055"/>
                  </a:lnTo>
                  <a:lnTo>
                    <a:pt x="91297" y="307202"/>
                  </a:lnTo>
                  <a:lnTo>
                    <a:pt x="95737" y="304205"/>
                  </a:lnTo>
                  <a:lnTo>
                    <a:pt x="100079" y="301067"/>
                  </a:lnTo>
                  <a:lnTo>
                    <a:pt x="104318" y="297791"/>
                  </a:lnTo>
                  <a:lnTo>
                    <a:pt x="108450" y="294381"/>
                  </a:lnTo>
                  <a:lnTo>
                    <a:pt x="112470" y="290841"/>
                  </a:lnTo>
                  <a:lnTo>
                    <a:pt x="116375" y="287174"/>
                  </a:lnTo>
                  <a:lnTo>
                    <a:pt x="120161" y="283383"/>
                  </a:lnTo>
                  <a:lnTo>
                    <a:pt x="123823" y="279473"/>
                  </a:lnTo>
                  <a:lnTo>
                    <a:pt x="127358" y="275448"/>
                  </a:lnTo>
                  <a:lnTo>
                    <a:pt x="130762" y="271311"/>
                  </a:lnTo>
                  <a:lnTo>
                    <a:pt x="134032" y="267068"/>
                  </a:lnTo>
                  <a:lnTo>
                    <a:pt x="137164" y="262722"/>
                  </a:lnTo>
                  <a:lnTo>
                    <a:pt x="140156" y="258278"/>
                  </a:lnTo>
                  <a:lnTo>
                    <a:pt x="143003" y="253740"/>
                  </a:lnTo>
                  <a:lnTo>
                    <a:pt x="145704" y="249113"/>
                  </a:lnTo>
                  <a:lnTo>
                    <a:pt x="148255" y="244402"/>
                  </a:lnTo>
                  <a:lnTo>
                    <a:pt x="150653" y="239612"/>
                  </a:lnTo>
                  <a:lnTo>
                    <a:pt x="152897" y="234748"/>
                  </a:lnTo>
                  <a:lnTo>
                    <a:pt x="154984" y="229814"/>
                  </a:lnTo>
                  <a:lnTo>
                    <a:pt x="156912" y="224816"/>
                  </a:lnTo>
                  <a:lnTo>
                    <a:pt x="158679" y="219758"/>
                  </a:lnTo>
                  <a:lnTo>
                    <a:pt x="160282" y="214647"/>
                  </a:lnTo>
                  <a:lnTo>
                    <a:pt x="161722" y="209486"/>
                  </a:lnTo>
                  <a:lnTo>
                    <a:pt x="162995" y="204283"/>
                  </a:lnTo>
                  <a:lnTo>
                    <a:pt x="164100" y="199041"/>
                  </a:lnTo>
                  <a:lnTo>
                    <a:pt x="165037" y="193766"/>
                  </a:lnTo>
                  <a:lnTo>
                    <a:pt x="165805" y="188464"/>
                  </a:lnTo>
                  <a:lnTo>
                    <a:pt x="166402" y="183141"/>
                  </a:lnTo>
                  <a:lnTo>
                    <a:pt x="166828" y="177800"/>
                  </a:lnTo>
                  <a:lnTo>
                    <a:pt x="167083" y="172449"/>
                  </a:lnTo>
                  <a:lnTo>
                    <a:pt x="167167" y="167093"/>
                  </a:lnTo>
                  <a:lnTo>
                    <a:pt x="167079" y="161736"/>
                  </a:lnTo>
                  <a:lnTo>
                    <a:pt x="166819" y="156386"/>
                  </a:lnTo>
                  <a:lnTo>
                    <a:pt x="166388" y="151046"/>
                  </a:lnTo>
                  <a:lnTo>
                    <a:pt x="165786" y="145723"/>
                  </a:lnTo>
                  <a:lnTo>
                    <a:pt x="165014" y="140421"/>
                  </a:lnTo>
                  <a:lnTo>
                    <a:pt x="164072" y="135148"/>
                  </a:lnTo>
                  <a:lnTo>
                    <a:pt x="162962" y="129907"/>
                  </a:lnTo>
                  <a:lnTo>
                    <a:pt x="161684" y="124704"/>
                  </a:lnTo>
                  <a:lnTo>
                    <a:pt x="160240" y="119545"/>
                  </a:lnTo>
                  <a:lnTo>
                    <a:pt x="158632" y="114435"/>
                  </a:lnTo>
                  <a:lnTo>
                    <a:pt x="156861" y="109379"/>
                  </a:lnTo>
                  <a:lnTo>
                    <a:pt x="154929" y="104383"/>
                  </a:lnTo>
                  <a:lnTo>
                    <a:pt x="152837" y="99451"/>
                  </a:lnTo>
                  <a:lnTo>
                    <a:pt x="150589" y="94588"/>
                  </a:lnTo>
                  <a:lnTo>
                    <a:pt x="148186" y="89800"/>
                  </a:lnTo>
                  <a:lnTo>
                    <a:pt x="145631" y="85091"/>
                  </a:lnTo>
                  <a:lnTo>
                    <a:pt x="142926" y="80467"/>
                  </a:lnTo>
                  <a:lnTo>
                    <a:pt x="140075" y="75932"/>
                  </a:lnTo>
                  <a:lnTo>
                    <a:pt x="137080" y="71490"/>
                  </a:lnTo>
                  <a:lnTo>
                    <a:pt x="133944" y="67147"/>
                  </a:lnTo>
                  <a:lnTo>
                    <a:pt x="130670" y="62907"/>
                  </a:lnTo>
                  <a:lnTo>
                    <a:pt x="127262" y="58773"/>
                  </a:lnTo>
                  <a:lnTo>
                    <a:pt x="123723" y="54751"/>
                  </a:lnTo>
                  <a:lnTo>
                    <a:pt x="120058" y="50844"/>
                  </a:lnTo>
                  <a:lnTo>
                    <a:pt x="116269" y="47057"/>
                  </a:lnTo>
                  <a:lnTo>
                    <a:pt x="112361" y="43393"/>
                  </a:lnTo>
                  <a:lnTo>
                    <a:pt x="108337" y="39856"/>
                  </a:lnTo>
                  <a:lnTo>
                    <a:pt x="104202" y="36450"/>
                  </a:lnTo>
                  <a:lnTo>
                    <a:pt x="99960" y="33179"/>
                  </a:lnTo>
                  <a:lnTo>
                    <a:pt x="95615" y="30044"/>
                  </a:lnTo>
                  <a:lnTo>
                    <a:pt x="91172" y="27051"/>
                  </a:lnTo>
                  <a:lnTo>
                    <a:pt x="86636" y="24202"/>
                  </a:lnTo>
                  <a:lnTo>
                    <a:pt x="82010" y="21499"/>
                  </a:lnTo>
                  <a:lnTo>
                    <a:pt x="77301" y="18946"/>
                  </a:lnTo>
                  <a:lnTo>
                    <a:pt x="72512" y="16545"/>
                  </a:lnTo>
                  <a:lnTo>
                    <a:pt x="67648" y="14299"/>
                  </a:lnTo>
                  <a:lnTo>
                    <a:pt x="62715" y="12210"/>
                  </a:lnTo>
                  <a:lnTo>
                    <a:pt x="57718" y="10280"/>
                  </a:lnTo>
                  <a:lnTo>
                    <a:pt x="52661" y="8511"/>
                  </a:lnTo>
                  <a:lnTo>
                    <a:pt x="47550" y="6905"/>
                  </a:lnTo>
                  <a:lnTo>
                    <a:pt x="42391" y="5464"/>
                  </a:lnTo>
                  <a:lnTo>
                    <a:pt x="37187" y="4188"/>
                  </a:lnTo>
                  <a:lnTo>
                    <a:pt x="31946" y="3080"/>
                  </a:lnTo>
                  <a:lnTo>
                    <a:pt x="26672" y="2141"/>
                  </a:lnTo>
                  <a:lnTo>
                    <a:pt x="21370" y="1371"/>
                  </a:lnTo>
                  <a:lnTo>
                    <a:pt x="16047" y="772"/>
                  </a:lnTo>
                  <a:lnTo>
                    <a:pt x="10707" y="343"/>
                  </a:lnTo>
                  <a:lnTo>
                    <a:pt x="535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14812" y="5269756"/>
              <a:ext cx="30446" cy="167167"/>
            </a:xfrm>
            <a:custGeom>
              <a:avLst/>
              <a:pathLst>
                <a:path w="30446" h="167167">
                  <a:moveTo>
                    <a:pt x="30446" y="0"/>
                  </a:moveTo>
                  <a:lnTo>
                    <a:pt x="22794" y="175"/>
                  </a:lnTo>
                  <a:lnTo>
                    <a:pt x="15159" y="700"/>
                  </a:lnTo>
                  <a:lnTo>
                    <a:pt x="7555" y="1574"/>
                  </a:lnTo>
                  <a:lnTo>
                    <a:pt x="0" y="2796"/>
                  </a:lnTo>
                  <a:lnTo>
                    <a:pt x="304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4812" y="5272552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4812" y="5272552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4812" y="5272552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4812" y="5272552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81514" y="5272552"/>
              <a:ext cx="163744" cy="164371"/>
            </a:xfrm>
            <a:custGeom>
              <a:avLst/>
              <a:pathLst>
                <a:path w="163744" h="164371">
                  <a:moveTo>
                    <a:pt x="133297" y="0"/>
                  </a:moveTo>
                  <a:lnTo>
                    <a:pt x="127905" y="1090"/>
                  </a:lnTo>
                  <a:lnTo>
                    <a:pt x="122551" y="2358"/>
                  </a:lnTo>
                  <a:lnTo>
                    <a:pt x="117241" y="3802"/>
                  </a:lnTo>
                  <a:lnTo>
                    <a:pt x="111983" y="5419"/>
                  </a:lnTo>
                  <a:lnTo>
                    <a:pt x="106780" y="7208"/>
                  </a:lnTo>
                  <a:lnTo>
                    <a:pt x="101639" y="9168"/>
                  </a:lnTo>
                  <a:lnTo>
                    <a:pt x="96565" y="11296"/>
                  </a:lnTo>
                  <a:lnTo>
                    <a:pt x="91564" y="13590"/>
                  </a:lnTo>
                  <a:lnTo>
                    <a:pt x="86641" y="16047"/>
                  </a:lnTo>
                  <a:lnTo>
                    <a:pt x="81801" y="18665"/>
                  </a:lnTo>
                  <a:lnTo>
                    <a:pt x="77051" y="21440"/>
                  </a:lnTo>
                  <a:lnTo>
                    <a:pt x="72394" y="24370"/>
                  </a:lnTo>
                  <a:lnTo>
                    <a:pt x="67836" y="27452"/>
                  </a:lnTo>
                  <a:lnTo>
                    <a:pt x="63382" y="30683"/>
                  </a:lnTo>
                  <a:lnTo>
                    <a:pt x="59037" y="34058"/>
                  </a:lnTo>
                  <a:lnTo>
                    <a:pt x="54805" y="37574"/>
                  </a:lnTo>
                  <a:lnTo>
                    <a:pt x="50692" y="41228"/>
                  </a:lnTo>
                  <a:lnTo>
                    <a:pt x="46701" y="45015"/>
                  </a:lnTo>
                  <a:lnTo>
                    <a:pt x="42836" y="48932"/>
                  </a:lnTo>
                  <a:lnTo>
                    <a:pt x="39103" y="52973"/>
                  </a:lnTo>
                  <a:lnTo>
                    <a:pt x="35504" y="57135"/>
                  </a:lnTo>
                  <a:lnTo>
                    <a:pt x="32045" y="61413"/>
                  </a:lnTo>
                  <a:lnTo>
                    <a:pt x="28728" y="65803"/>
                  </a:lnTo>
                  <a:lnTo>
                    <a:pt x="25557" y="70300"/>
                  </a:lnTo>
                  <a:lnTo>
                    <a:pt x="22536" y="74898"/>
                  </a:lnTo>
                  <a:lnTo>
                    <a:pt x="19668" y="79594"/>
                  </a:lnTo>
                  <a:lnTo>
                    <a:pt x="16956" y="84381"/>
                  </a:lnTo>
                  <a:lnTo>
                    <a:pt x="14404" y="89255"/>
                  </a:lnTo>
                  <a:lnTo>
                    <a:pt x="12013" y="94210"/>
                  </a:lnTo>
                  <a:lnTo>
                    <a:pt x="9786" y="99241"/>
                  </a:lnTo>
                  <a:lnTo>
                    <a:pt x="7726" y="104343"/>
                  </a:lnTo>
                  <a:lnTo>
                    <a:pt x="5835" y="109510"/>
                  </a:lnTo>
                  <a:lnTo>
                    <a:pt x="4115" y="114736"/>
                  </a:lnTo>
                  <a:lnTo>
                    <a:pt x="2568" y="120016"/>
                  </a:lnTo>
                  <a:lnTo>
                    <a:pt x="1196" y="125345"/>
                  </a:lnTo>
                  <a:lnTo>
                    <a:pt x="0" y="130715"/>
                  </a:lnTo>
                  <a:lnTo>
                    <a:pt x="163744" y="1643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3410" y="133511"/>
                  </a:moveTo>
                  <a:lnTo>
                    <a:pt x="2425" y="138719"/>
                  </a:lnTo>
                  <a:lnTo>
                    <a:pt x="1606" y="143956"/>
                  </a:lnTo>
                  <a:lnTo>
                    <a:pt x="953" y="149217"/>
                  </a:lnTo>
                  <a:lnTo>
                    <a:pt x="467" y="154495"/>
                  </a:lnTo>
                  <a:lnTo>
                    <a:pt x="150" y="159786"/>
                  </a:lnTo>
                  <a:lnTo>
                    <a:pt x="0" y="165085"/>
                  </a:lnTo>
                  <a:lnTo>
                    <a:pt x="18" y="170386"/>
                  </a:lnTo>
                  <a:lnTo>
                    <a:pt x="204" y="175683"/>
                  </a:lnTo>
                  <a:lnTo>
                    <a:pt x="558" y="180972"/>
                  </a:lnTo>
                  <a:lnTo>
                    <a:pt x="1079" y="186247"/>
                  </a:lnTo>
                  <a:lnTo>
                    <a:pt x="1767" y="191503"/>
                  </a:lnTo>
                  <a:lnTo>
                    <a:pt x="2622" y="196734"/>
                  </a:lnTo>
                  <a:lnTo>
                    <a:pt x="3642" y="201936"/>
                  </a:lnTo>
                  <a:lnTo>
                    <a:pt x="4827" y="207103"/>
                  </a:lnTo>
                  <a:lnTo>
                    <a:pt x="6175" y="212229"/>
                  </a:lnTo>
                  <a:lnTo>
                    <a:pt x="7684" y="217310"/>
                  </a:lnTo>
                  <a:lnTo>
                    <a:pt x="9354" y="222341"/>
                  </a:lnTo>
                  <a:lnTo>
                    <a:pt x="11183" y="227316"/>
                  </a:lnTo>
                  <a:lnTo>
                    <a:pt x="13168" y="232231"/>
                  </a:lnTo>
                  <a:lnTo>
                    <a:pt x="15309" y="237081"/>
                  </a:lnTo>
                  <a:lnTo>
                    <a:pt x="17601" y="241860"/>
                  </a:lnTo>
                  <a:lnTo>
                    <a:pt x="20045" y="246564"/>
                  </a:lnTo>
                  <a:lnTo>
                    <a:pt x="22636" y="251188"/>
                  </a:lnTo>
                  <a:lnTo>
                    <a:pt x="25373" y="255728"/>
                  </a:lnTo>
                  <a:lnTo>
                    <a:pt x="28252" y="260178"/>
                  </a:lnTo>
                  <a:lnTo>
                    <a:pt x="31270" y="264535"/>
                  </a:lnTo>
                  <a:lnTo>
                    <a:pt x="34426" y="268795"/>
                  </a:lnTo>
                  <a:lnTo>
                    <a:pt x="37715" y="272952"/>
                  </a:lnTo>
                  <a:lnTo>
                    <a:pt x="41134" y="277002"/>
                  </a:lnTo>
                  <a:lnTo>
                    <a:pt x="44679" y="280943"/>
                  </a:lnTo>
                  <a:lnTo>
                    <a:pt x="48348" y="284769"/>
                  </a:lnTo>
                  <a:lnTo>
                    <a:pt x="52136" y="288476"/>
                  </a:lnTo>
                  <a:lnTo>
                    <a:pt x="56040" y="292062"/>
                  </a:lnTo>
                  <a:lnTo>
                    <a:pt x="60056" y="295522"/>
                  </a:lnTo>
                  <a:lnTo>
                    <a:pt x="64179" y="298853"/>
                  </a:lnTo>
                  <a:lnTo>
                    <a:pt x="68406" y="302052"/>
                  </a:lnTo>
                  <a:lnTo>
                    <a:pt x="72732" y="305115"/>
                  </a:lnTo>
                  <a:lnTo>
                    <a:pt x="77154" y="308039"/>
                  </a:lnTo>
                  <a:lnTo>
                    <a:pt x="81665" y="310821"/>
                  </a:lnTo>
                  <a:lnTo>
                    <a:pt x="86263" y="313460"/>
                  </a:lnTo>
                  <a:lnTo>
                    <a:pt x="90942" y="315951"/>
                  </a:lnTo>
                  <a:lnTo>
                    <a:pt x="95697" y="318292"/>
                  </a:lnTo>
                  <a:lnTo>
                    <a:pt x="100524" y="320482"/>
                  </a:lnTo>
                  <a:lnTo>
                    <a:pt x="105419" y="322517"/>
                  </a:lnTo>
                  <a:lnTo>
                    <a:pt x="110375" y="324396"/>
                  </a:lnTo>
                  <a:lnTo>
                    <a:pt x="115389" y="326118"/>
                  </a:lnTo>
                  <a:lnTo>
                    <a:pt x="120454" y="327679"/>
                  </a:lnTo>
                  <a:lnTo>
                    <a:pt x="125567" y="329079"/>
                  </a:lnTo>
                  <a:lnTo>
                    <a:pt x="130721" y="330316"/>
                  </a:lnTo>
                  <a:lnTo>
                    <a:pt x="135912" y="331389"/>
                  </a:lnTo>
                  <a:lnTo>
                    <a:pt x="141134" y="332297"/>
                  </a:lnTo>
                  <a:lnTo>
                    <a:pt x="146383" y="333039"/>
                  </a:lnTo>
                  <a:lnTo>
                    <a:pt x="151652" y="333614"/>
                  </a:lnTo>
                  <a:lnTo>
                    <a:pt x="156937" y="334022"/>
                  </a:lnTo>
                  <a:lnTo>
                    <a:pt x="162233" y="334262"/>
                  </a:lnTo>
                  <a:lnTo>
                    <a:pt x="167533" y="334334"/>
                  </a:lnTo>
                  <a:lnTo>
                    <a:pt x="172833" y="334238"/>
                  </a:lnTo>
                  <a:lnTo>
                    <a:pt x="178127" y="333974"/>
                  </a:lnTo>
                  <a:lnTo>
                    <a:pt x="183410" y="333542"/>
                  </a:lnTo>
                  <a:lnTo>
                    <a:pt x="188677" y="332943"/>
                  </a:lnTo>
                  <a:lnTo>
                    <a:pt x="193922" y="332177"/>
                  </a:lnTo>
                  <a:lnTo>
                    <a:pt x="199140" y="331246"/>
                  </a:lnTo>
                  <a:lnTo>
                    <a:pt x="204326" y="330149"/>
                  </a:lnTo>
                  <a:lnTo>
                    <a:pt x="209475" y="328889"/>
                  </a:lnTo>
                  <a:lnTo>
                    <a:pt x="214581" y="327466"/>
                  </a:lnTo>
                  <a:lnTo>
                    <a:pt x="219639" y="325881"/>
                  </a:lnTo>
                  <a:lnTo>
                    <a:pt x="224645" y="324137"/>
                  </a:lnTo>
                  <a:lnTo>
                    <a:pt x="229593" y="322236"/>
                  </a:lnTo>
                  <a:lnTo>
                    <a:pt x="234478" y="320178"/>
                  </a:lnTo>
                  <a:lnTo>
                    <a:pt x="239295" y="317967"/>
                  </a:lnTo>
                  <a:lnTo>
                    <a:pt x="244040" y="315604"/>
                  </a:lnTo>
                  <a:lnTo>
                    <a:pt x="248708" y="313091"/>
                  </a:lnTo>
                  <a:lnTo>
                    <a:pt x="253293" y="310432"/>
                  </a:lnTo>
                  <a:lnTo>
                    <a:pt x="257792" y="307629"/>
                  </a:lnTo>
                  <a:lnTo>
                    <a:pt x="262200" y="304685"/>
                  </a:lnTo>
                  <a:lnTo>
                    <a:pt x="266512" y="301602"/>
                  </a:lnTo>
                  <a:lnTo>
                    <a:pt x="270725" y="298385"/>
                  </a:lnTo>
                  <a:lnTo>
                    <a:pt x="274833" y="295035"/>
                  </a:lnTo>
                  <a:lnTo>
                    <a:pt x="278833" y="291557"/>
                  </a:lnTo>
                  <a:lnTo>
                    <a:pt x="282720" y="287953"/>
                  </a:lnTo>
                  <a:lnTo>
                    <a:pt x="286492" y="284229"/>
                  </a:lnTo>
                  <a:lnTo>
                    <a:pt x="290143" y="280386"/>
                  </a:lnTo>
                  <a:lnTo>
                    <a:pt x="293671" y="276430"/>
                  </a:lnTo>
                  <a:lnTo>
                    <a:pt x="297072" y="272364"/>
                  </a:lnTo>
                  <a:lnTo>
                    <a:pt x="300342" y="268192"/>
                  </a:lnTo>
                  <a:lnTo>
                    <a:pt x="303478" y="263918"/>
                  </a:lnTo>
                  <a:lnTo>
                    <a:pt x="306477" y="259547"/>
                  </a:lnTo>
                  <a:lnTo>
                    <a:pt x="309335" y="255084"/>
                  </a:lnTo>
                  <a:lnTo>
                    <a:pt x="312051" y="250532"/>
                  </a:lnTo>
                  <a:lnTo>
                    <a:pt x="314622" y="245896"/>
                  </a:lnTo>
                  <a:lnTo>
                    <a:pt x="317044" y="241181"/>
                  </a:lnTo>
                  <a:lnTo>
                    <a:pt x="319315" y="236391"/>
                  </a:lnTo>
                  <a:lnTo>
                    <a:pt x="321433" y="231532"/>
                  </a:lnTo>
                  <a:lnTo>
                    <a:pt x="323396" y="226608"/>
                  </a:lnTo>
                  <a:lnTo>
                    <a:pt x="325202" y="221625"/>
                  </a:lnTo>
                  <a:lnTo>
                    <a:pt x="326849" y="216587"/>
                  </a:lnTo>
                  <a:lnTo>
                    <a:pt x="328336" y="211499"/>
                  </a:lnTo>
                  <a:lnTo>
                    <a:pt x="329661" y="206366"/>
                  </a:lnTo>
                  <a:lnTo>
                    <a:pt x="330822" y="201194"/>
                  </a:lnTo>
                  <a:lnTo>
                    <a:pt x="331818" y="195988"/>
                  </a:lnTo>
                  <a:lnTo>
                    <a:pt x="332649" y="190753"/>
                  </a:lnTo>
                  <a:lnTo>
                    <a:pt x="333314" y="185494"/>
                  </a:lnTo>
                  <a:lnTo>
                    <a:pt x="333811" y="180217"/>
                  </a:lnTo>
                  <a:lnTo>
                    <a:pt x="334141" y="174926"/>
                  </a:lnTo>
                  <a:lnTo>
                    <a:pt x="334303" y="169628"/>
                  </a:lnTo>
                  <a:lnTo>
                    <a:pt x="334297" y="164327"/>
                  </a:lnTo>
                  <a:lnTo>
                    <a:pt x="334123" y="159029"/>
                  </a:lnTo>
                  <a:lnTo>
                    <a:pt x="333781" y="153740"/>
                  </a:lnTo>
                  <a:lnTo>
                    <a:pt x="333272" y="148463"/>
                  </a:lnTo>
                  <a:lnTo>
                    <a:pt x="332595" y="143206"/>
                  </a:lnTo>
                  <a:lnTo>
                    <a:pt x="331752" y="137973"/>
                  </a:lnTo>
                  <a:lnTo>
                    <a:pt x="330744" y="132769"/>
                  </a:lnTo>
                  <a:lnTo>
                    <a:pt x="329571" y="127599"/>
                  </a:lnTo>
                  <a:lnTo>
                    <a:pt x="328235" y="122470"/>
                  </a:lnTo>
                  <a:lnTo>
                    <a:pt x="326737" y="117385"/>
                  </a:lnTo>
                  <a:lnTo>
                    <a:pt x="325078" y="112351"/>
                  </a:lnTo>
                  <a:lnTo>
                    <a:pt x="323261" y="107371"/>
                  </a:lnTo>
                  <a:lnTo>
                    <a:pt x="321287" y="102452"/>
                  </a:lnTo>
                  <a:lnTo>
                    <a:pt x="319158" y="97598"/>
                  </a:lnTo>
                  <a:lnTo>
                    <a:pt x="316875" y="92813"/>
                  </a:lnTo>
                  <a:lnTo>
                    <a:pt x="314443" y="88104"/>
                  </a:lnTo>
                  <a:lnTo>
                    <a:pt x="311862" y="83474"/>
                  </a:lnTo>
                  <a:lnTo>
                    <a:pt x="309136" y="78928"/>
                  </a:lnTo>
                  <a:lnTo>
                    <a:pt x="306267" y="74471"/>
                  </a:lnTo>
                  <a:lnTo>
                    <a:pt x="303258" y="70107"/>
                  </a:lnTo>
                  <a:lnTo>
                    <a:pt x="300112" y="65840"/>
                  </a:lnTo>
                  <a:lnTo>
                    <a:pt x="296833" y="61676"/>
                  </a:lnTo>
                  <a:lnTo>
                    <a:pt x="293423" y="57617"/>
                  </a:lnTo>
                  <a:lnTo>
                    <a:pt x="289886" y="53669"/>
                  </a:lnTo>
                  <a:lnTo>
                    <a:pt x="286226" y="49835"/>
                  </a:lnTo>
                  <a:lnTo>
                    <a:pt x="282446" y="46119"/>
                  </a:lnTo>
                  <a:lnTo>
                    <a:pt x="278550" y="42524"/>
                  </a:lnTo>
                  <a:lnTo>
                    <a:pt x="274543" y="39055"/>
                  </a:lnTo>
                  <a:lnTo>
                    <a:pt x="270427" y="35715"/>
                  </a:lnTo>
                  <a:lnTo>
                    <a:pt x="266207" y="32507"/>
                  </a:lnTo>
                  <a:lnTo>
                    <a:pt x="261888" y="29434"/>
                  </a:lnTo>
                  <a:lnTo>
                    <a:pt x="257474" y="26499"/>
                  </a:lnTo>
                  <a:lnTo>
                    <a:pt x="252968" y="23707"/>
                  </a:lnTo>
                  <a:lnTo>
                    <a:pt x="248377" y="21058"/>
                  </a:lnTo>
                  <a:lnTo>
                    <a:pt x="243703" y="18556"/>
                  </a:lnTo>
                  <a:lnTo>
                    <a:pt x="238953" y="16204"/>
                  </a:lnTo>
                  <a:lnTo>
                    <a:pt x="234131" y="14003"/>
                  </a:lnTo>
                  <a:lnTo>
                    <a:pt x="229241" y="11957"/>
                  </a:lnTo>
                  <a:lnTo>
                    <a:pt x="224289" y="10067"/>
                  </a:lnTo>
                  <a:lnTo>
                    <a:pt x="219279" y="8334"/>
                  </a:lnTo>
                  <a:lnTo>
                    <a:pt x="214217" y="6761"/>
                  </a:lnTo>
                  <a:lnTo>
                    <a:pt x="209108" y="5350"/>
                  </a:lnTo>
                  <a:lnTo>
                    <a:pt x="203957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7328" y="5018213"/>
              <a:ext cx="43710" cy="167167"/>
            </a:xfrm>
            <a:custGeom>
              <a:avLst/>
              <a:pathLst>
                <a:path w="43710" h="167167">
                  <a:moveTo>
                    <a:pt x="43710" y="0"/>
                  </a:moveTo>
                  <a:lnTo>
                    <a:pt x="37394" y="119"/>
                  </a:lnTo>
                  <a:lnTo>
                    <a:pt x="31087" y="477"/>
                  </a:lnTo>
                  <a:lnTo>
                    <a:pt x="24797" y="1073"/>
                  </a:lnTo>
                  <a:lnTo>
                    <a:pt x="18535" y="1906"/>
                  </a:lnTo>
                  <a:lnTo>
                    <a:pt x="12309" y="2975"/>
                  </a:lnTo>
                  <a:lnTo>
                    <a:pt x="6127" y="4279"/>
                  </a:lnTo>
                  <a:lnTo>
                    <a:pt x="0" y="5815"/>
                  </a:lnTo>
                  <a:lnTo>
                    <a:pt x="437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7328" y="5024029"/>
              <a:ext cx="43710" cy="161351"/>
            </a:xfrm>
            <a:custGeom>
              <a:avLst/>
              <a:pathLst>
                <a:path w="43710" h="161351">
                  <a:moveTo>
                    <a:pt x="0" y="0"/>
                  </a:moveTo>
                  <a:lnTo>
                    <a:pt x="43710" y="161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328" y="5024029"/>
              <a:ext cx="43710" cy="161351"/>
            </a:xfrm>
            <a:custGeom>
              <a:avLst/>
              <a:pathLst>
                <a:path w="43710" h="161351">
                  <a:moveTo>
                    <a:pt x="0" y="0"/>
                  </a:moveTo>
                  <a:lnTo>
                    <a:pt x="43710" y="1613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328" y="5024029"/>
              <a:ext cx="43710" cy="161351"/>
            </a:xfrm>
            <a:custGeom>
              <a:avLst/>
              <a:pathLst>
                <a:path w="43710" h="161351">
                  <a:moveTo>
                    <a:pt x="0" y="0"/>
                  </a:moveTo>
                  <a:lnTo>
                    <a:pt x="43710" y="1613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53887" y="5024029"/>
              <a:ext cx="167151" cy="217360"/>
            </a:xfrm>
            <a:custGeom>
              <a:avLst/>
              <a:pathLst>
                <a:path w="167151" h="217360">
                  <a:moveTo>
                    <a:pt x="123440" y="0"/>
                  </a:moveTo>
                  <a:lnTo>
                    <a:pt x="118250" y="1496"/>
                  </a:lnTo>
                  <a:lnTo>
                    <a:pt x="113112" y="3159"/>
                  </a:lnTo>
                  <a:lnTo>
                    <a:pt x="108029" y="4987"/>
                  </a:lnTo>
                  <a:lnTo>
                    <a:pt x="103009" y="6979"/>
                  </a:lnTo>
                  <a:lnTo>
                    <a:pt x="98055" y="9132"/>
                  </a:lnTo>
                  <a:lnTo>
                    <a:pt x="93173" y="11444"/>
                  </a:lnTo>
                  <a:lnTo>
                    <a:pt x="88369" y="13912"/>
                  </a:lnTo>
                  <a:lnTo>
                    <a:pt x="83647" y="16534"/>
                  </a:lnTo>
                  <a:lnTo>
                    <a:pt x="79012" y="19307"/>
                  </a:lnTo>
                  <a:lnTo>
                    <a:pt x="74469" y="22229"/>
                  </a:lnTo>
                  <a:lnTo>
                    <a:pt x="70023" y="25295"/>
                  </a:lnTo>
                  <a:lnTo>
                    <a:pt x="65678" y="28504"/>
                  </a:lnTo>
                  <a:lnTo>
                    <a:pt x="61440" y="31852"/>
                  </a:lnTo>
                  <a:lnTo>
                    <a:pt x="57311" y="35335"/>
                  </a:lnTo>
                  <a:lnTo>
                    <a:pt x="53297" y="38949"/>
                  </a:lnTo>
                  <a:lnTo>
                    <a:pt x="49402" y="42691"/>
                  </a:lnTo>
                  <a:lnTo>
                    <a:pt x="45630" y="46557"/>
                  </a:lnTo>
                  <a:lnTo>
                    <a:pt x="41985" y="50543"/>
                  </a:lnTo>
                  <a:lnTo>
                    <a:pt x="38471" y="54644"/>
                  </a:lnTo>
                  <a:lnTo>
                    <a:pt x="35091" y="58857"/>
                  </a:lnTo>
                  <a:lnTo>
                    <a:pt x="31849" y="63177"/>
                  </a:lnTo>
                  <a:lnTo>
                    <a:pt x="28748" y="67599"/>
                  </a:lnTo>
                  <a:lnTo>
                    <a:pt x="25791" y="72119"/>
                  </a:lnTo>
                  <a:lnTo>
                    <a:pt x="22982" y="76733"/>
                  </a:lnTo>
                  <a:lnTo>
                    <a:pt x="20324" y="81434"/>
                  </a:lnTo>
                  <a:lnTo>
                    <a:pt x="17819" y="86220"/>
                  </a:lnTo>
                  <a:lnTo>
                    <a:pt x="15469" y="91083"/>
                  </a:lnTo>
                  <a:lnTo>
                    <a:pt x="13278" y="96020"/>
                  </a:lnTo>
                  <a:lnTo>
                    <a:pt x="11248" y="101025"/>
                  </a:lnTo>
                  <a:lnTo>
                    <a:pt x="9381" y="106093"/>
                  </a:lnTo>
                  <a:lnTo>
                    <a:pt x="7678" y="111219"/>
                  </a:lnTo>
                  <a:lnTo>
                    <a:pt x="6141" y="116397"/>
                  </a:lnTo>
                  <a:lnTo>
                    <a:pt x="4773" y="121622"/>
                  </a:lnTo>
                  <a:lnTo>
                    <a:pt x="3574" y="126889"/>
                  </a:lnTo>
                  <a:lnTo>
                    <a:pt x="2547" y="132191"/>
                  </a:lnTo>
                  <a:lnTo>
                    <a:pt x="1690" y="137524"/>
                  </a:lnTo>
                  <a:lnTo>
                    <a:pt x="1007" y="142882"/>
                  </a:lnTo>
                  <a:lnTo>
                    <a:pt x="497" y="148259"/>
                  </a:lnTo>
                  <a:lnTo>
                    <a:pt x="161" y="153650"/>
                  </a:lnTo>
                  <a:lnTo>
                    <a:pt x="0" y="159049"/>
                  </a:lnTo>
                  <a:lnTo>
                    <a:pt x="12" y="164450"/>
                  </a:lnTo>
                  <a:lnTo>
                    <a:pt x="200" y="169848"/>
                  </a:lnTo>
                  <a:lnTo>
                    <a:pt x="561" y="175237"/>
                  </a:lnTo>
                  <a:lnTo>
                    <a:pt x="1097" y="180612"/>
                  </a:lnTo>
                  <a:lnTo>
                    <a:pt x="1806" y="185966"/>
                  </a:lnTo>
                  <a:lnTo>
                    <a:pt x="2687" y="191295"/>
                  </a:lnTo>
                  <a:lnTo>
                    <a:pt x="3741" y="196593"/>
                  </a:lnTo>
                  <a:lnTo>
                    <a:pt x="4964" y="201853"/>
                  </a:lnTo>
                  <a:lnTo>
                    <a:pt x="6358" y="207072"/>
                  </a:lnTo>
                  <a:lnTo>
                    <a:pt x="7919" y="212243"/>
                  </a:lnTo>
                  <a:lnTo>
                    <a:pt x="9646" y="217360"/>
                  </a:lnTo>
                  <a:lnTo>
                    <a:pt x="167151" y="161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63533" y="5018213"/>
              <a:ext cx="324659" cy="334331"/>
            </a:xfrm>
            <a:custGeom>
              <a:avLst/>
              <a:pathLst>
                <a:path w="324659" h="334331">
                  <a:moveTo>
                    <a:pt x="0" y="223176"/>
                  </a:moveTo>
                  <a:lnTo>
                    <a:pt x="1852" y="228136"/>
                  </a:lnTo>
                  <a:lnTo>
                    <a:pt x="3861" y="233034"/>
                  </a:lnTo>
                  <a:lnTo>
                    <a:pt x="6024" y="237866"/>
                  </a:lnTo>
                  <a:lnTo>
                    <a:pt x="8338" y="242628"/>
                  </a:lnTo>
                  <a:lnTo>
                    <a:pt x="10803" y="247314"/>
                  </a:lnTo>
                  <a:lnTo>
                    <a:pt x="13414" y="251919"/>
                  </a:lnTo>
                  <a:lnTo>
                    <a:pt x="16171" y="256439"/>
                  </a:lnTo>
                  <a:lnTo>
                    <a:pt x="19068" y="260870"/>
                  </a:lnTo>
                  <a:lnTo>
                    <a:pt x="22105" y="265207"/>
                  </a:lnTo>
                  <a:lnTo>
                    <a:pt x="25278" y="269446"/>
                  </a:lnTo>
                  <a:lnTo>
                    <a:pt x="28583" y="273581"/>
                  </a:lnTo>
                  <a:lnTo>
                    <a:pt x="32017" y="277611"/>
                  </a:lnTo>
                  <a:lnTo>
                    <a:pt x="35578" y="281529"/>
                  </a:lnTo>
                  <a:lnTo>
                    <a:pt x="39260" y="285333"/>
                  </a:lnTo>
                  <a:lnTo>
                    <a:pt x="43061" y="289018"/>
                  </a:lnTo>
                  <a:lnTo>
                    <a:pt x="46977" y="292581"/>
                  </a:lnTo>
                  <a:lnTo>
                    <a:pt x="51004" y="296018"/>
                  </a:lnTo>
                  <a:lnTo>
                    <a:pt x="55138" y="299326"/>
                  </a:lnTo>
                  <a:lnTo>
                    <a:pt x="59374" y="302501"/>
                  </a:lnTo>
                  <a:lnTo>
                    <a:pt x="63709" y="305541"/>
                  </a:lnTo>
                  <a:lnTo>
                    <a:pt x="68138" y="308442"/>
                  </a:lnTo>
                  <a:lnTo>
                    <a:pt x="72656" y="311201"/>
                  </a:lnTo>
                  <a:lnTo>
                    <a:pt x="77260" y="313815"/>
                  </a:lnTo>
                  <a:lnTo>
                    <a:pt x="81944" y="316283"/>
                  </a:lnTo>
                  <a:lnTo>
                    <a:pt x="86704" y="318601"/>
                  </a:lnTo>
                  <a:lnTo>
                    <a:pt x="91535" y="320767"/>
                  </a:lnTo>
                  <a:lnTo>
                    <a:pt x="96432" y="322779"/>
                  </a:lnTo>
                  <a:lnTo>
                    <a:pt x="101390" y="324635"/>
                  </a:lnTo>
                  <a:lnTo>
                    <a:pt x="106405" y="326333"/>
                  </a:lnTo>
                  <a:lnTo>
                    <a:pt x="111471" y="327871"/>
                  </a:lnTo>
                  <a:lnTo>
                    <a:pt x="116583" y="329248"/>
                  </a:lnTo>
                  <a:lnTo>
                    <a:pt x="121736" y="330463"/>
                  </a:lnTo>
                  <a:lnTo>
                    <a:pt x="126925" y="331514"/>
                  </a:lnTo>
                  <a:lnTo>
                    <a:pt x="132145" y="332400"/>
                  </a:lnTo>
                  <a:lnTo>
                    <a:pt x="137390" y="333120"/>
                  </a:lnTo>
                  <a:lnTo>
                    <a:pt x="142655" y="333674"/>
                  </a:lnTo>
                  <a:lnTo>
                    <a:pt x="147935" y="334060"/>
                  </a:lnTo>
                  <a:lnTo>
                    <a:pt x="153225" y="334280"/>
                  </a:lnTo>
                  <a:lnTo>
                    <a:pt x="158519" y="334331"/>
                  </a:lnTo>
                  <a:lnTo>
                    <a:pt x="163812" y="334215"/>
                  </a:lnTo>
                  <a:lnTo>
                    <a:pt x="169099" y="333932"/>
                  </a:lnTo>
                  <a:lnTo>
                    <a:pt x="174374" y="333481"/>
                  </a:lnTo>
                  <a:lnTo>
                    <a:pt x="179632" y="332863"/>
                  </a:lnTo>
                  <a:lnTo>
                    <a:pt x="184868" y="332080"/>
                  </a:lnTo>
                  <a:lnTo>
                    <a:pt x="190076" y="331130"/>
                  </a:lnTo>
                  <a:lnTo>
                    <a:pt x="195252" y="330017"/>
                  </a:lnTo>
                  <a:lnTo>
                    <a:pt x="200390" y="328740"/>
                  </a:lnTo>
                  <a:lnTo>
                    <a:pt x="205485" y="327301"/>
                  </a:lnTo>
                  <a:lnTo>
                    <a:pt x="210532" y="325701"/>
                  </a:lnTo>
                  <a:lnTo>
                    <a:pt x="215526" y="323942"/>
                  </a:lnTo>
                  <a:lnTo>
                    <a:pt x="220461" y="322026"/>
                  </a:lnTo>
                  <a:lnTo>
                    <a:pt x="225334" y="319955"/>
                  </a:lnTo>
                  <a:lnTo>
                    <a:pt x="230138" y="317731"/>
                  </a:lnTo>
                  <a:lnTo>
                    <a:pt x="234869" y="315355"/>
                  </a:lnTo>
                  <a:lnTo>
                    <a:pt x="239523" y="312831"/>
                  </a:lnTo>
                  <a:lnTo>
                    <a:pt x="244095" y="310160"/>
                  </a:lnTo>
                  <a:lnTo>
                    <a:pt x="248579" y="307347"/>
                  </a:lnTo>
                  <a:lnTo>
                    <a:pt x="252973" y="304392"/>
                  </a:lnTo>
                  <a:lnTo>
                    <a:pt x="257270" y="301300"/>
                  </a:lnTo>
                  <a:lnTo>
                    <a:pt x="261468" y="298074"/>
                  </a:lnTo>
                  <a:lnTo>
                    <a:pt x="265561" y="294716"/>
                  </a:lnTo>
                  <a:lnTo>
                    <a:pt x="269546" y="291230"/>
                  </a:lnTo>
                  <a:lnTo>
                    <a:pt x="273418" y="287620"/>
                  </a:lnTo>
                  <a:lnTo>
                    <a:pt x="277175" y="283889"/>
                  </a:lnTo>
                  <a:lnTo>
                    <a:pt x="280811" y="280041"/>
                  </a:lnTo>
                  <a:lnTo>
                    <a:pt x="284323" y="276080"/>
                  </a:lnTo>
                  <a:lnTo>
                    <a:pt x="287709" y="272009"/>
                  </a:lnTo>
                  <a:lnTo>
                    <a:pt x="290963" y="267834"/>
                  </a:lnTo>
                  <a:lnTo>
                    <a:pt x="294084" y="263557"/>
                  </a:lnTo>
                  <a:lnTo>
                    <a:pt x="297068" y="259184"/>
                  </a:lnTo>
                  <a:lnTo>
                    <a:pt x="299912" y="254718"/>
                  </a:lnTo>
                  <a:lnTo>
                    <a:pt x="302613" y="250164"/>
                  </a:lnTo>
                  <a:lnTo>
                    <a:pt x="305168" y="245528"/>
                  </a:lnTo>
                  <a:lnTo>
                    <a:pt x="307576" y="240812"/>
                  </a:lnTo>
                  <a:lnTo>
                    <a:pt x="309833" y="236023"/>
                  </a:lnTo>
                  <a:lnTo>
                    <a:pt x="311937" y="231165"/>
                  </a:lnTo>
                  <a:lnTo>
                    <a:pt x="313886" y="226243"/>
                  </a:lnTo>
                  <a:lnTo>
                    <a:pt x="315678" y="221261"/>
                  </a:lnTo>
                  <a:lnTo>
                    <a:pt x="317312" y="216225"/>
                  </a:lnTo>
                  <a:lnTo>
                    <a:pt x="318785" y="211140"/>
                  </a:lnTo>
                  <a:lnTo>
                    <a:pt x="320097" y="206010"/>
                  </a:lnTo>
                  <a:lnTo>
                    <a:pt x="321245" y="200842"/>
                  </a:lnTo>
                  <a:lnTo>
                    <a:pt x="322230" y="195640"/>
                  </a:lnTo>
                  <a:lnTo>
                    <a:pt x="323049" y="190410"/>
                  </a:lnTo>
                  <a:lnTo>
                    <a:pt x="323702" y="185156"/>
                  </a:lnTo>
                  <a:lnTo>
                    <a:pt x="324188" y="179884"/>
                  </a:lnTo>
                  <a:lnTo>
                    <a:pt x="324507" y="174599"/>
                  </a:lnTo>
                  <a:lnTo>
                    <a:pt x="324659" y="169307"/>
                  </a:lnTo>
                  <a:lnTo>
                    <a:pt x="324643" y="164013"/>
                  </a:lnTo>
                  <a:lnTo>
                    <a:pt x="324459" y="158722"/>
                  </a:lnTo>
                  <a:lnTo>
                    <a:pt x="324108" y="153439"/>
                  </a:lnTo>
                  <a:lnTo>
                    <a:pt x="323589" y="148170"/>
                  </a:lnTo>
                  <a:lnTo>
                    <a:pt x="322905" y="142920"/>
                  </a:lnTo>
                  <a:lnTo>
                    <a:pt x="322054" y="137695"/>
                  </a:lnTo>
                  <a:lnTo>
                    <a:pt x="321038" y="132499"/>
                  </a:lnTo>
                  <a:lnTo>
                    <a:pt x="319858" y="127338"/>
                  </a:lnTo>
                  <a:lnTo>
                    <a:pt x="318515" y="122216"/>
                  </a:lnTo>
                  <a:lnTo>
                    <a:pt x="317011" y="117140"/>
                  </a:lnTo>
                  <a:lnTo>
                    <a:pt x="315347" y="112114"/>
                  </a:lnTo>
                  <a:lnTo>
                    <a:pt x="313525" y="107144"/>
                  </a:lnTo>
                  <a:lnTo>
                    <a:pt x="311546" y="102233"/>
                  </a:lnTo>
                  <a:lnTo>
                    <a:pt x="309412" y="97388"/>
                  </a:lnTo>
                  <a:lnTo>
                    <a:pt x="307126" y="92612"/>
                  </a:lnTo>
                  <a:lnTo>
                    <a:pt x="304690" y="87912"/>
                  </a:lnTo>
                  <a:lnTo>
                    <a:pt x="302107" y="83291"/>
                  </a:lnTo>
                  <a:lnTo>
                    <a:pt x="299378" y="78754"/>
                  </a:lnTo>
                  <a:lnTo>
                    <a:pt x="296507" y="74305"/>
                  </a:lnTo>
                  <a:lnTo>
                    <a:pt x="293497" y="69950"/>
                  </a:lnTo>
                  <a:lnTo>
                    <a:pt x="290350" y="65692"/>
                  </a:lnTo>
                  <a:lnTo>
                    <a:pt x="287070" y="61537"/>
                  </a:lnTo>
                  <a:lnTo>
                    <a:pt x="283660" y="57487"/>
                  </a:lnTo>
                  <a:lnTo>
                    <a:pt x="280124" y="53547"/>
                  </a:lnTo>
                  <a:lnTo>
                    <a:pt x="276464" y="49721"/>
                  </a:lnTo>
                  <a:lnTo>
                    <a:pt x="272685" y="46013"/>
                  </a:lnTo>
                  <a:lnTo>
                    <a:pt x="268791" y="42426"/>
                  </a:lnTo>
                  <a:lnTo>
                    <a:pt x="264785" y="38964"/>
                  </a:lnTo>
                  <a:lnTo>
                    <a:pt x="260672" y="35632"/>
                  </a:lnTo>
                  <a:lnTo>
                    <a:pt x="256455" y="32431"/>
                  </a:lnTo>
                  <a:lnTo>
                    <a:pt x="252138" y="29365"/>
                  </a:lnTo>
                  <a:lnTo>
                    <a:pt x="247727" y="26437"/>
                  </a:lnTo>
                  <a:lnTo>
                    <a:pt x="243225" y="23651"/>
                  </a:lnTo>
                  <a:lnTo>
                    <a:pt x="238638" y="21008"/>
                  </a:lnTo>
                  <a:lnTo>
                    <a:pt x="233969" y="18512"/>
                  </a:lnTo>
                  <a:lnTo>
                    <a:pt x="229223" y="16165"/>
                  </a:lnTo>
                  <a:lnTo>
                    <a:pt x="224405" y="13970"/>
                  </a:lnTo>
                  <a:lnTo>
                    <a:pt x="219521" y="11928"/>
                  </a:lnTo>
                  <a:lnTo>
                    <a:pt x="214574" y="10042"/>
                  </a:lnTo>
                  <a:lnTo>
                    <a:pt x="209569" y="8314"/>
                  </a:lnTo>
                  <a:lnTo>
                    <a:pt x="204513" y="6745"/>
                  </a:lnTo>
                  <a:lnTo>
                    <a:pt x="199409" y="5337"/>
                  </a:lnTo>
                  <a:lnTo>
                    <a:pt x="194264" y="4091"/>
                  </a:lnTo>
                  <a:lnTo>
                    <a:pt x="189081" y="3009"/>
                  </a:lnTo>
                  <a:lnTo>
                    <a:pt x="183867" y="2091"/>
                  </a:lnTo>
                  <a:lnTo>
                    <a:pt x="178626" y="1339"/>
                  </a:lnTo>
                  <a:lnTo>
                    <a:pt x="173365" y="754"/>
                  </a:lnTo>
                  <a:lnTo>
                    <a:pt x="168087" y="335"/>
                  </a:lnTo>
                  <a:lnTo>
                    <a:pt x="162798" y="83"/>
                  </a:lnTo>
                  <a:lnTo>
                    <a:pt x="157505" y="0"/>
                  </a:lnTo>
                  <a:lnTo>
                    <a:pt x="15750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7330" y="4659281"/>
              <a:ext cx="105904" cy="167167"/>
            </a:xfrm>
            <a:custGeom>
              <a:avLst/>
              <a:pathLst>
                <a:path w="105904" h="167167">
                  <a:moveTo>
                    <a:pt x="105904" y="0"/>
                  </a:moveTo>
                  <a:lnTo>
                    <a:pt x="100171" y="98"/>
                  </a:lnTo>
                  <a:lnTo>
                    <a:pt x="94444" y="393"/>
                  </a:lnTo>
                  <a:lnTo>
                    <a:pt x="88730" y="884"/>
                  </a:lnTo>
                  <a:lnTo>
                    <a:pt x="83037" y="1571"/>
                  </a:lnTo>
                  <a:lnTo>
                    <a:pt x="77371" y="2453"/>
                  </a:lnTo>
                  <a:lnTo>
                    <a:pt x="71738" y="3528"/>
                  </a:lnTo>
                  <a:lnTo>
                    <a:pt x="66146" y="4796"/>
                  </a:lnTo>
                  <a:lnTo>
                    <a:pt x="60600" y="6255"/>
                  </a:lnTo>
                  <a:lnTo>
                    <a:pt x="55108" y="7904"/>
                  </a:lnTo>
                  <a:lnTo>
                    <a:pt x="49676" y="9740"/>
                  </a:lnTo>
                  <a:lnTo>
                    <a:pt x="44309" y="11761"/>
                  </a:lnTo>
                  <a:lnTo>
                    <a:pt x="39015" y="13965"/>
                  </a:lnTo>
                  <a:lnTo>
                    <a:pt x="33800" y="16349"/>
                  </a:lnTo>
                  <a:lnTo>
                    <a:pt x="28670" y="18911"/>
                  </a:lnTo>
                  <a:lnTo>
                    <a:pt x="23630" y="21647"/>
                  </a:lnTo>
                  <a:lnTo>
                    <a:pt x="18688" y="24555"/>
                  </a:lnTo>
                  <a:lnTo>
                    <a:pt x="13848" y="27630"/>
                  </a:lnTo>
                  <a:lnTo>
                    <a:pt x="9116" y="30870"/>
                  </a:lnTo>
                  <a:lnTo>
                    <a:pt x="4498" y="34269"/>
                  </a:lnTo>
                  <a:lnTo>
                    <a:pt x="0" y="37826"/>
                  </a:lnTo>
                  <a:lnTo>
                    <a:pt x="10590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7330" y="4697107"/>
              <a:ext cx="105904" cy="129341"/>
            </a:xfrm>
            <a:custGeom>
              <a:avLst/>
              <a:pathLst>
                <a:path w="105904" h="129341">
                  <a:moveTo>
                    <a:pt x="0" y="0"/>
                  </a:moveTo>
                  <a:lnTo>
                    <a:pt x="105904" y="1293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7330" y="4697107"/>
              <a:ext cx="105904" cy="129341"/>
            </a:xfrm>
            <a:custGeom>
              <a:avLst/>
              <a:pathLst>
                <a:path w="105904" h="129341">
                  <a:moveTo>
                    <a:pt x="0" y="0"/>
                  </a:moveTo>
                  <a:lnTo>
                    <a:pt x="105904" y="1293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56069" y="4697107"/>
              <a:ext cx="277349" cy="296499"/>
            </a:xfrm>
            <a:custGeom>
              <a:avLst/>
              <a:pathLst>
                <a:path w="277349" h="296499">
                  <a:moveTo>
                    <a:pt x="61261" y="0"/>
                  </a:moveTo>
                  <a:lnTo>
                    <a:pt x="57208" y="3427"/>
                  </a:lnTo>
                  <a:lnTo>
                    <a:pt x="53266" y="6981"/>
                  </a:lnTo>
                  <a:lnTo>
                    <a:pt x="49439" y="10658"/>
                  </a:lnTo>
                  <a:lnTo>
                    <a:pt x="45731" y="14456"/>
                  </a:lnTo>
                  <a:lnTo>
                    <a:pt x="42145" y="18369"/>
                  </a:lnTo>
                  <a:lnTo>
                    <a:pt x="38685" y="22393"/>
                  </a:lnTo>
                  <a:lnTo>
                    <a:pt x="35355" y="26526"/>
                  </a:lnTo>
                  <a:lnTo>
                    <a:pt x="32157" y="30762"/>
                  </a:lnTo>
                  <a:lnTo>
                    <a:pt x="29096" y="35098"/>
                  </a:lnTo>
                  <a:lnTo>
                    <a:pt x="26173" y="39529"/>
                  </a:lnTo>
                  <a:lnTo>
                    <a:pt x="23393" y="44050"/>
                  </a:lnTo>
                  <a:lnTo>
                    <a:pt x="20758" y="48657"/>
                  </a:lnTo>
                  <a:lnTo>
                    <a:pt x="18270" y="53346"/>
                  </a:lnTo>
                  <a:lnTo>
                    <a:pt x="15933" y="58111"/>
                  </a:lnTo>
                  <a:lnTo>
                    <a:pt x="13748" y="62948"/>
                  </a:lnTo>
                  <a:lnTo>
                    <a:pt x="11717" y="67852"/>
                  </a:lnTo>
                  <a:lnTo>
                    <a:pt x="9844" y="72818"/>
                  </a:lnTo>
                  <a:lnTo>
                    <a:pt x="8129" y="77840"/>
                  </a:lnTo>
                  <a:lnTo>
                    <a:pt x="6574" y="82915"/>
                  </a:lnTo>
                  <a:lnTo>
                    <a:pt x="5181" y="88037"/>
                  </a:lnTo>
                  <a:lnTo>
                    <a:pt x="3951" y="93200"/>
                  </a:lnTo>
                  <a:lnTo>
                    <a:pt x="2886" y="98400"/>
                  </a:lnTo>
                  <a:lnTo>
                    <a:pt x="1987" y="103630"/>
                  </a:lnTo>
                  <a:lnTo>
                    <a:pt x="1254" y="108887"/>
                  </a:lnTo>
                  <a:lnTo>
                    <a:pt x="688" y="114164"/>
                  </a:lnTo>
                  <a:lnTo>
                    <a:pt x="290" y="119457"/>
                  </a:lnTo>
                  <a:lnTo>
                    <a:pt x="61" y="124760"/>
                  </a:lnTo>
                  <a:lnTo>
                    <a:pt x="0" y="130067"/>
                  </a:lnTo>
                  <a:lnTo>
                    <a:pt x="107" y="135373"/>
                  </a:lnTo>
                  <a:lnTo>
                    <a:pt x="383" y="140674"/>
                  </a:lnTo>
                  <a:lnTo>
                    <a:pt x="826" y="145963"/>
                  </a:lnTo>
                  <a:lnTo>
                    <a:pt x="1438" y="151235"/>
                  </a:lnTo>
                  <a:lnTo>
                    <a:pt x="2216" y="156485"/>
                  </a:lnTo>
                  <a:lnTo>
                    <a:pt x="3161" y="161708"/>
                  </a:lnTo>
                  <a:lnTo>
                    <a:pt x="4272" y="166898"/>
                  </a:lnTo>
                  <a:lnTo>
                    <a:pt x="5546" y="172051"/>
                  </a:lnTo>
                  <a:lnTo>
                    <a:pt x="6983" y="177160"/>
                  </a:lnTo>
                  <a:lnTo>
                    <a:pt x="8582" y="182221"/>
                  </a:lnTo>
                  <a:lnTo>
                    <a:pt x="10341" y="187229"/>
                  </a:lnTo>
                  <a:lnTo>
                    <a:pt x="12258" y="192178"/>
                  </a:lnTo>
                  <a:lnTo>
                    <a:pt x="14330" y="197064"/>
                  </a:lnTo>
                  <a:lnTo>
                    <a:pt x="16557" y="201882"/>
                  </a:lnTo>
                  <a:lnTo>
                    <a:pt x="18936" y="206627"/>
                  </a:lnTo>
                  <a:lnTo>
                    <a:pt x="21464" y="211293"/>
                  </a:lnTo>
                  <a:lnTo>
                    <a:pt x="24140" y="215877"/>
                  </a:lnTo>
                  <a:lnTo>
                    <a:pt x="26959" y="220374"/>
                  </a:lnTo>
                  <a:lnTo>
                    <a:pt x="29920" y="224779"/>
                  </a:lnTo>
                  <a:lnTo>
                    <a:pt x="33019" y="229088"/>
                  </a:lnTo>
                  <a:lnTo>
                    <a:pt x="36253" y="233297"/>
                  </a:lnTo>
                  <a:lnTo>
                    <a:pt x="39619" y="237400"/>
                  </a:lnTo>
                  <a:lnTo>
                    <a:pt x="43114" y="241395"/>
                  </a:lnTo>
                  <a:lnTo>
                    <a:pt x="46733" y="245277"/>
                  </a:lnTo>
                  <a:lnTo>
                    <a:pt x="50475" y="249041"/>
                  </a:lnTo>
                  <a:lnTo>
                    <a:pt x="54334" y="252686"/>
                  </a:lnTo>
                  <a:lnTo>
                    <a:pt x="58306" y="256205"/>
                  </a:lnTo>
                  <a:lnTo>
                    <a:pt x="62388" y="259597"/>
                  </a:lnTo>
                  <a:lnTo>
                    <a:pt x="66576" y="262858"/>
                  </a:lnTo>
                  <a:lnTo>
                    <a:pt x="70866" y="265984"/>
                  </a:lnTo>
                  <a:lnTo>
                    <a:pt x="75252" y="268972"/>
                  </a:lnTo>
                  <a:lnTo>
                    <a:pt x="79731" y="271820"/>
                  </a:lnTo>
                  <a:lnTo>
                    <a:pt x="84299" y="274524"/>
                  </a:lnTo>
                  <a:lnTo>
                    <a:pt x="88949" y="277081"/>
                  </a:lnTo>
                  <a:lnTo>
                    <a:pt x="93679" y="279490"/>
                  </a:lnTo>
                  <a:lnTo>
                    <a:pt x="98483" y="281747"/>
                  </a:lnTo>
                  <a:lnTo>
                    <a:pt x="103355" y="283851"/>
                  </a:lnTo>
                  <a:lnTo>
                    <a:pt x="108293" y="285798"/>
                  </a:lnTo>
                  <a:lnTo>
                    <a:pt x="113289" y="287589"/>
                  </a:lnTo>
                  <a:lnTo>
                    <a:pt x="118340" y="289219"/>
                  </a:lnTo>
                  <a:lnTo>
                    <a:pt x="123440" y="290689"/>
                  </a:lnTo>
                  <a:lnTo>
                    <a:pt x="128585" y="291995"/>
                  </a:lnTo>
                  <a:lnTo>
                    <a:pt x="133768" y="293138"/>
                  </a:lnTo>
                  <a:lnTo>
                    <a:pt x="138984" y="294116"/>
                  </a:lnTo>
                  <a:lnTo>
                    <a:pt x="144230" y="294927"/>
                  </a:lnTo>
                  <a:lnTo>
                    <a:pt x="149498" y="295572"/>
                  </a:lnTo>
                  <a:lnTo>
                    <a:pt x="154784" y="296049"/>
                  </a:lnTo>
                  <a:lnTo>
                    <a:pt x="160083" y="296358"/>
                  </a:lnTo>
                  <a:lnTo>
                    <a:pt x="165388" y="296499"/>
                  </a:lnTo>
                  <a:lnTo>
                    <a:pt x="170696" y="296471"/>
                  </a:lnTo>
                  <a:lnTo>
                    <a:pt x="176000" y="296275"/>
                  </a:lnTo>
                  <a:lnTo>
                    <a:pt x="181295" y="295910"/>
                  </a:lnTo>
                  <a:lnTo>
                    <a:pt x="186576" y="295378"/>
                  </a:lnTo>
                  <a:lnTo>
                    <a:pt x="191837" y="294678"/>
                  </a:lnTo>
                  <a:lnTo>
                    <a:pt x="197073" y="293811"/>
                  </a:lnTo>
                  <a:lnTo>
                    <a:pt x="202279" y="292779"/>
                  </a:lnTo>
                  <a:lnTo>
                    <a:pt x="207450" y="291582"/>
                  </a:lnTo>
                  <a:lnTo>
                    <a:pt x="212580" y="290221"/>
                  </a:lnTo>
                  <a:lnTo>
                    <a:pt x="217665" y="288698"/>
                  </a:lnTo>
                  <a:lnTo>
                    <a:pt x="222698" y="287015"/>
                  </a:lnTo>
                  <a:lnTo>
                    <a:pt x="227676" y="285172"/>
                  </a:lnTo>
                  <a:lnTo>
                    <a:pt x="232593" y="283173"/>
                  </a:lnTo>
                  <a:lnTo>
                    <a:pt x="237443" y="281018"/>
                  </a:lnTo>
                  <a:lnTo>
                    <a:pt x="242223" y="278711"/>
                  </a:lnTo>
                  <a:lnTo>
                    <a:pt x="246927" y="276253"/>
                  </a:lnTo>
                  <a:lnTo>
                    <a:pt x="251551" y="273646"/>
                  </a:lnTo>
                  <a:lnTo>
                    <a:pt x="256089" y="270895"/>
                  </a:lnTo>
                  <a:lnTo>
                    <a:pt x="260538" y="268000"/>
                  </a:lnTo>
                  <a:lnTo>
                    <a:pt x="264893" y="264966"/>
                  </a:lnTo>
                  <a:lnTo>
                    <a:pt x="269149" y="261795"/>
                  </a:lnTo>
                  <a:lnTo>
                    <a:pt x="273303" y="258491"/>
                  </a:lnTo>
                  <a:lnTo>
                    <a:pt x="277349" y="255057"/>
                  </a:lnTo>
                  <a:lnTo>
                    <a:pt x="167165" y="1293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167160" cy="292883"/>
            </a:xfrm>
            <a:custGeom>
              <a:avLst/>
              <a:pathLst>
                <a:path w="167160" h="292883">
                  <a:moveTo>
                    <a:pt x="110184" y="292883"/>
                  </a:moveTo>
                  <a:lnTo>
                    <a:pt x="114133" y="289308"/>
                  </a:lnTo>
                  <a:lnTo>
                    <a:pt x="117967" y="285610"/>
                  </a:lnTo>
                  <a:lnTo>
                    <a:pt x="121681" y="281791"/>
                  </a:lnTo>
                  <a:lnTo>
                    <a:pt x="125271" y="277855"/>
                  </a:lnTo>
                  <a:lnTo>
                    <a:pt x="128734" y="273808"/>
                  </a:lnTo>
                  <a:lnTo>
                    <a:pt x="132067" y="269652"/>
                  </a:lnTo>
                  <a:lnTo>
                    <a:pt x="135265" y="265392"/>
                  </a:lnTo>
                  <a:lnTo>
                    <a:pt x="138326" y="261032"/>
                  </a:lnTo>
                  <a:lnTo>
                    <a:pt x="141247" y="256577"/>
                  </a:lnTo>
                  <a:lnTo>
                    <a:pt x="144024" y="252031"/>
                  </a:lnTo>
                  <a:lnTo>
                    <a:pt x="146655" y="247399"/>
                  </a:lnTo>
                  <a:lnTo>
                    <a:pt x="149137" y="242686"/>
                  </a:lnTo>
                  <a:lnTo>
                    <a:pt x="151467" y="237896"/>
                  </a:lnTo>
                  <a:lnTo>
                    <a:pt x="153644" y="233034"/>
                  </a:lnTo>
                  <a:lnTo>
                    <a:pt x="155664" y="228105"/>
                  </a:lnTo>
                  <a:lnTo>
                    <a:pt x="157527" y="223114"/>
                  </a:lnTo>
                  <a:lnTo>
                    <a:pt x="159230" y="218066"/>
                  </a:lnTo>
                  <a:lnTo>
                    <a:pt x="160770" y="212967"/>
                  </a:lnTo>
                  <a:lnTo>
                    <a:pt x="162148" y="207821"/>
                  </a:lnTo>
                  <a:lnTo>
                    <a:pt x="163361" y="202634"/>
                  </a:lnTo>
                  <a:lnTo>
                    <a:pt x="164408" y="197411"/>
                  </a:lnTo>
                  <a:lnTo>
                    <a:pt x="165288" y="192157"/>
                  </a:lnTo>
                  <a:lnTo>
                    <a:pt x="166001" y="186878"/>
                  </a:lnTo>
                  <a:lnTo>
                    <a:pt x="166545" y="181579"/>
                  </a:lnTo>
                  <a:lnTo>
                    <a:pt x="166919" y="176265"/>
                  </a:lnTo>
                  <a:lnTo>
                    <a:pt x="167124" y="170942"/>
                  </a:lnTo>
                  <a:lnTo>
                    <a:pt x="167160" y="165615"/>
                  </a:lnTo>
                  <a:lnTo>
                    <a:pt x="167025" y="160290"/>
                  </a:lnTo>
                  <a:lnTo>
                    <a:pt x="166722" y="154972"/>
                  </a:lnTo>
                  <a:lnTo>
                    <a:pt x="166248" y="149666"/>
                  </a:lnTo>
                  <a:lnTo>
                    <a:pt x="165606" y="144377"/>
                  </a:lnTo>
                  <a:lnTo>
                    <a:pt x="164796" y="139112"/>
                  </a:lnTo>
                  <a:lnTo>
                    <a:pt x="163818" y="133876"/>
                  </a:lnTo>
                  <a:lnTo>
                    <a:pt x="162675" y="128673"/>
                  </a:lnTo>
                  <a:lnTo>
                    <a:pt x="161365" y="123510"/>
                  </a:lnTo>
                  <a:lnTo>
                    <a:pt x="159893" y="118390"/>
                  </a:lnTo>
                  <a:lnTo>
                    <a:pt x="158257" y="113320"/>
                  </a:lnTo>
                  <a:lnTo>
                    <a:pt x="156461" y="108305"/>
                  </a:lnTo>
                  <a:lnTo>
                    <a:pt x="154506" y="103350"/>
                  </a:lnTo>
                  <a:lnTo>
                    <a:pt x="152394" y="98459"/>
                  </a:lnTo>
                  <a:lnTo>
                    <a:pt x="150128" y="93639"/>
                  </a:lnTo>
                  <a:lnTo>
                    <a:pt x="147709" y="88893"/>
                  </a:lnTo>
                  <a:lnTo>
                    <a:pt x="145140" y="84226"/>
                  </a:lnTo>
                  <a:lnTo>
                    <a:pt x="142424" y="79644"/>
                  </a:lnTo>
                  <a:lnTo>
                    <a:pt x="139563" y="75150"/>
                  </a:lnTo>
                  <a:lnTo>
                    <a:pt x="136560" y="70750"/>
                  </a:lnTo>
                  <a:lnTo>
                    <a:pt x="133418" y="66448"/>
                  </a:lnTo>
                  <a:lnTo>
                    <a:pt x="130142" y="62248"/>
                  </a:lnTo>
                  <a:lnTo>
                    <a:pt x="126733" y="58155"/>
                  </a:lnTo>
                  <a:lnTo>
                    <a:pt x="123195" y="54172"/>
                  </a:lnTo>
                  <a:lnTo>
                    <a:pt x="119532" y="50304"/>
                  </a:lnTo>
                  <a:lnTo>
                    <a:pt x="115748" y="46555"/>
                  </a:lnTo>
                  <a:lnTo>
                    <a:pt x="111846" y="42928"/>
                  </a:lnTo>
                  <a:lnTo>
                    <a:pt x="107831" y="39427"/>
                  </a:lnTo>
                  <a:lnTo>
                    <a:pt x="103706" y="36057"/>
                  </a:lnTo>
                  <a:lnTo>
                    <a:pt x="99476" y="32819"/>
                  </a:lnTo>
                  <a:lnTo>
                    <a:pt x="95145" y="29717"/>
                  </a:lnTo>
                  <a:lnTo>
                    <a:pt x="90717" y="26756"/>
                  </a:lnTo>
                  <a:lnTo>
                    <a:pt x="86197" y="23937"/>
                  </a:lnTo>
                  <a:lnTo>
                    <a:pt x="81590" y="21263"/>
                  </a:lnTo>
                  <a:lnTo>
                    <a:pt x="76899" y="18737"/>
                  </a:lnTo>
                  <a:lnTo>
                    <a:pt x="72131" y="16362"/>
                  </a:lnTo>
                  <a:lnTo>
                    <a:pt x="67289" y="14141"/>
                  </a:lnTo>
                  <a:lnTo>
                    <a:pt x="62380" y="12074"/>
                  </a:lnTo>
                  <a:lnTo>
                    <a:pt x="57406" y="10166"/>
                  </a:lnTo>
                  <a:lnTo>
                    <a:pt x="52375" y="8416"/>
                  </a:lnTo>
                  <a:lnTo>
                    <a:pt x="47290" y="6828"/>
                  </a:lnTo>
                  <a:lnTo>
                    <a:pt x="42157" y="5403"/>
                  </a:lnTo>
                  <a:lnTo>
                    <a:pt x="36982" y="4142"/>
                  </a:lnTo>
                  <a:lnTo>
                    <a:pt x="31768" y="3046"/>
                  </a:lnTo>
                  <a:lnTo>
                    <a:pt x="26523" y="2117"/>
                  </a:lnTo>
                  <a:lnTo>
                    <a:pt x="21251" y="1356"/>
                  </a:lnTo>
                  <a:lnTo>
                    <a:pt x="15957" y="763"/>
                  </a:lnTo>
                  <a:lnTo>
                    <a:pt x="10647" y="339"/>
                  </a:lnTo>
                  <a:lnTo>
                    <a:pt x="532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599355" y="4213821"/>
              <a:ext cx="129116" cy="167167"/>
            </a:xfrm>
            <a:custGeom>
              <a:avLst/>
              <a:pathLst>
                <a:path w="129116" h="167167">
                  <a:moveTo>
                    <a:pt x="129116" y="0"/>
                  </a:moveTo>
                  <a:lnTo>
                    <a:pt x="123653" y="89"/>
                  </a:lnTo>
                  <a:lnTo>
                    <a:pt x="118195" y="357"/>
                  </a:lnTo>
                  <a:lnTo>
                    <a:pt x="112749" y="803"/>
                  </a:lnTo>
                  <a:lnTo>
                    <a:pt x="107321" y="1426"/>
                  </a:lnTo>
                  <a:lnTo>
                    <a:pt x="101916" y="2227"/>
                  </a:lnTo>
                  <a:lnTo>
                    <a:pt x="96540" y="3204"/>
                  </a:lnTo>
                  <a:lnTo>
                    <a:pt x="91198" y="4357"/>
                  </a:lnTo>
                  <a:lnTo>
                    <a:pt x="85898" y="5683"/>
                  </a:lnTo>
                  <a:lnTo>
                    <a:pt x="80643" y="7182"/>
                  </a:lnTo>
                  <a:lnTo>
                    <a:pt x="75440" y="8851"/>
                  </a:lnTo>
                  <a:lnTo>
                    <a:pt x="70295" y="10690"/>
                  </a:lnTo>
                  <a:lnTo>
                    <a:pt x="65212" y="12696"/>
                  </a:lnTo>
                  <a:lnTo>
                    <a:pt x="60198" y="14867"/>
                  </a:lnTo>
                  <a:lnTo>
                    <a:pt x="55257" y="17201"/>
                  </a:lnTo>
                  <a:lnTo>
                    <a:pt x="50395" y="19695"/>
                  </a:lnTo>
                  <a:lnTo>
                    <a:pt x="45618" y="22346"/>
                  </a:lnTo>
                  <a:lnTo>
                    <a:pt x="40929" y="25153"/>
                  </a:lnTo>
                  <a:lnTo>
                    <a:pt x="36335" y="28111"/>
                  </a:lnTo>
                  <a:lnTo>
                    <a:pt x="31840" y="31217"/>
                  </a:lnTo>
                  <a:lnTo>
                    <a:pt x="27449" y="34469"/>
                  </a:lnTo>
                  <a:lnTo>
                    <a:pt x="23166" y="37863"/>
                  </a:lnTo>
                  <a:lnTo>
                    <a:pt x="18997" y="41394"/>
                  </a:lnTo>
                  <a:lnTo>
                    <a:pt x="14945" y="45061"/>
                  </a:lnTo>
                  <a:lnTo>
                    <a:pt x="11015" y="48857"/>
                  </a:lnTo>
                  <a:lnTo>
                    <a:pt x="7212" y="52780"/>
                  </a:lnTo>
                  <a:lnTo>
                    <a:pt x="3539" y="56825"/>
                  </a:lnTo>
                  <a:lnTo>
                    <a:pt x="0" y="60988"/>
                  </a:lnTo>
                  <a:lnTo>
                    <a:pt x="12911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9355" y="4274810"/>
              <a:ext cx="129116" cy="106178"/>
            </a:xfrm>
            <a:custGeom>
              <a:avLst/>
              <a:pathLst>
                <a:path w="129116" h="106178">
                  <a:moveTo>
                    <a:pt x="0" y="0"/>
                  </a:moveTo>
                  <a:lnTo>
                    <a:pt x="129116" y="106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61311" y="4274810"/>
              <a:ext cx="334269" cy="273339"/>
            </a:xfrm>
            <a:custGeom>
              <a:avLst/>
              <a:pathLst>
                <a:path w="334269" h="273339">
                  <a:moveTo>
                    <a:pt x="38044" y="0"/>
                  </a:moveTo>
                  <a:lnTo>
                    <a:pt x="34744" y="4144"/>
                  </a:lnTo>
                  <a:lnTo>
                    <a:pt x="31577" y="8392"/>
                  </a:lnTo>
                  <a:lnTo>
                    <a:pt x="28546" y="12737"/>
                  </a:lnTo>
                  <a:lnTo>
                    <a:pt x="25655" y="17177"/>
                  </a:lnTo>
                  <a:lnTo>
                    <a:pt x="22905" y="21706"/>
                  </a:lnTo>
                  <a:lnTo>
                    <a:pt x="20301" y="26320"/>
                  </a:lnTo>
                  <a:lnTo>
                    <a:pt x="17844" y="31014"/>
                  </a:lnTo>
                  <a:lnTo>
                    <a:pt x="15537" y="35783"/>
                  </a:lnTo>
                  <a:lnTo>
                    <a:pt x="13383" y="40623"/>
                  </a:lnTo>
                  <a:lnTo>
                    <a:pt x="11382" y="45529"/>
                  </a:lnTo>
                  <a:lnTo>
                    <a:pt x="9539" y="50496"/>
                  </a:lnTo>
                  <a:lnTo>
                    <a:pt x="7853" y="55519"/>
                  </a:lnTo>
                  <a:lnTo>
                    <a:pt x="6328" y="60593"/>
                  </a:lnTo>
                  <a:lnTo>
                    <a:pt x="4964" y="65712"/>
                  </a:lnTo>
                  <a:lnTo>
                    <a:pt x="3763" y="70872"/>
                  </a:lnTo>
                  <a:lnTo>
                    <a:pt x="2727" y="76068"/>
                  </a:lnTo>
                  <a:lnTo>
                    <a:pt x="1855" y="81294"/>
                  </a:lnTo>
                  <a:lnTo>
                    <a:pt x="1150" y="86545"/>
                  </a:lnTo>
                  <a:lnTo>
                    <a:pt x="611" y="91816"/>
                  </a:lnTo>
                  <a:lnTo>
                    <a:pt x="239" y="97101"/>
                  </a:lnTo>
                  <a:lnTo>
                    <a:pt x="35" y="102395"/>
                  </a:lnTo>
                  <a:lnTo>
                    <a:pt x="0" y="107693"/>
                  </a:lnTo>
                  <a:lnTo>
                    <a:pt x="131" y="112989"/>
                  </a:lnTo>
                  <a:lnTo>
                    <a:pt x="431" y="118279"/>
                  </a:lnTo>
                  <a:lnTo>
                    <a:pt x="898" y="123556"/>
                  </a:lnTo>
                  <a:lnTo>
                    <a:pt x="1533" y="128816"/>
                  </a:lnTo>
                  <a:lnTo>
                    <a:pt x="2333" y="134053"/>
                  </a:lnTo>
                  <a:lnTo>
                    <a:pt x="3299" y="139263"/>
                  </a:lnTo>
                  <a:lnTo>
                    <a:pt x="4430" y="144439"/>
                  </a:lnTo>
                  <a:lnTo>
                    <a:pt x="5724" y="149576"/>
                  </a:lnTo>
                  <a:lnTo>
                    <a:pt x="7180" y="154670"/>
                  </a:lnTo>
                  <a:lnTo>
                    <a:pt x="8798" y="159715"/>
                  </a:lnTo>
                  <a:lnTo>
                    <a:pt x="10574" y="164707"/>
                  </a:lnTo>
                  <a:lnTo>
                    <a:pt x="12507" y="169640"/>
                  </a:lnTo>
                  <a:lnTo>
                    <a:pt x="14596" y="174509"/>
                  </a:lnTo>
                  <a:lnTo>
                    <a:pt x="16838" y="179309"/>
                  </a:lnTo>
                  <a:lnTo>
                    <a:pt x="19231" y="184036"/>
                  </a:lnTo>
                  <a:lnTo>
                    <a:pt x="21772" y="188684"/>
                  </a:lnTo>
                  <a:lnTo>
                    <a:pt x="24460" y="193250"/>
                  </a:lnTo>
                  <a:lnTo>
                    <a:pt x="27291" y="197729"/>
                  </a:lnTo>
                  <a:lnTo>
                    <a:pt x="30262" y="202115"/>
                  </a:lnTo>
                  <a:lnTo>
                    <a:pt x="33371" y="206405"/>
                  </a:lnTo>
                  <a:lnTo>
                    <a:pt x="36614" y="210594"/>
                  </a:lnTo>
                  <a:lnTo>
                    <a:pt x="39989" y="214679"/>
                  </a:lnTo>
                  <a:lnTo>
                    <a:pt x="43491" y="218654"/>
                  </a:lnTo>
                  <a:lnTo>
                    <a:pt x="47117" y="222517"/>
                  </a:lnTo>
                  <a:lnTo>
                    <a:pt x="50864" y="226262"/>
                  </a:lnTo>
                  <a:lnTo>
                    <a:pt x="54728" y="229887"/>
                  </a:lnTo>
                  <a:lnTo>
                    <a:pt x="58705" y="233388"/>
                  </a:lnTo>
                  <a:lnTo>
                    <a:pt x="62790" y="236761"/>
                  </a:lnTo>
                  <a:lnTo>
                    <a:pt x="66981" y="240003"/>
                  </a:lnTo>
                  <a:lnTo>
                    <a:pt x="71272" y="243110"/>
                  </a:lnTo>
                  <a:lnTo>
                    <a:pt x="75660" y="246080"/>
                  </a:lnTo>
                  <a:lnTo>
                    <a:pt x="80139" y="248909"/>
                  </a:lnTo>
                  <a:lnTo>
                    <a:pt x="84706" y="251595"/>
                  </a:lnTo>
                  <a:lnTo>
                    <a:pt x="89355" y="254135"/>
                  </a:lnTo>
                  <a:lnTo>
                    <a:pt x="94083" y="256527"/>
                  </a:lnTo>
                  <a:lnTo>
                    <a:pt x="98884" y="258767"/>
                  </a:lnTo>
                  <a:lnTo>
                    <a:pt x="103754" y="260854"/>
                  </a:lnTo>
                  <a:lnTo>
                    <a:pt x="108687" y="262785"/>
                  </a:lnTo>
                  <a:lnTo>
                    <a:pt x="113679" y="264560"/>
                  </a:lnTo>
                  <a:lnTo>
                    <a:pt x="118725" y="266175"/>
                  </a:lnTo>
                  <a:lnTo>
                    <a:pt x="123820" y="267629"/>
                  </a:lnTo>
                  <a:lnTo>
                    <a:pt x="128958" y="268922"/>
                  </a:lnTo>
                  <a:lnTo>
                    <a:pt x="134134" y="270051"/>
                  </a:lnTo>
                  <a:lnTo>
                    <a:pt x="139344" y="271015"/>
                  </a:lnTo>
                  <a:lnTo>
                    <a:pt x="144581" y="271814"/>
                  </a:lnTo>
                  <a:lnTo>
                    <a:pt x="149841" y="272446"/>
                  </a:lnTo>
                  <a:lnTo>
                    <a:pt x="155119" y="272911"/>
                  </a:lnTo>
                  <a:lnTo>
                    <a:pt x="160409" y="273209"/>
                  </a:lnTo>
                  <a:lnTo>
                    <a:pt x="165705" y="273339"/>
                  </a:lnTo>
                  <a:lnTo>
                    <a:pt x="171003" y="273301"/>
                  </a:lnTo>
                  <a:lnTo>
                    <a:pt x="176297" y="273096"/>
                  </a:lnTo>
                  <a:lnTo>
                    <a:pt x="181582" y="272722"/>
                  </a:lnTo>
                  <a:lnTo>
                    <a:pt x="186852" y="272182"/>
                  </a:lnTo>
                  <a:lnTo>
                    <a:pt x="192103" y="271474"/>
                  </a:lnTo>
                  <a:lnTo>
                    <a:pt x="197329" y="270601"/>
                  </a:lnTo>
                  <a:lnTo>
                    <a:pt x="202524" y="269562"/>
                  </a:lnTo>
                  <a:lnTo>
                    <a:pt x="207684" y="268359"/>
                  </a:lnTo>
                  <a:lnTo>
                    <a:pt x="212803" y="266994"/>
                  </a:lnTo>
                  <a:lnTo>
                    <a:pt x="217876" y="265467"/>
                  </a:lnTo>
                  <a:lnTo>
                    <a:pt x="222898" y="263779"/>
                  </a:lnTo>
                  <a:lnTo>
                    <a:pt x="227865" y="261934"/>
                  </a:lnTo>
                  <a:lnTo>
                    <a:pt x="232770" y="259932"/>
                  </a:lnTo>
                  <a:lnTo>
                    <a:pt x="237609" y="257776"/>
                  </a:lnTo>
                  <a:lnTo>
                    <a:pt x="242378" y="255467"/>
                  </a:lnTo>
                  <a:lnTo>
                    <a:pt x="247071" y="253009"/>
                  </a:lnTo>
                  <a:lnTo>
                    <a:pt x="251684" y="250402"/>
                  </a:lnTo>
                  <a:lnTo>
                    <a:pt x="256212" y="247652"/>
                  </a:lnTo>
                  <a:lnTo>
                    <a:pt x="260650" y="244759"/>
                  </a:lnTo>
                  <a:lnTo>
                    <a:pt x="264995" y="241726"/>
                  </a:lnTo>
                  <a:lnTo>
                    <a:pt x="269241" y="238558"/>
                  </a:lnTo>
                  <a:lnTo>
                    <a:pt x="273385" y="235257"/>
                  </a:lnTo>
                  <a:lnTo>
                    <a:pt x="277422" y="231826"/>
                  </a:lnTo>
                  <a:lnTo>
                    <a:pt x="281348" y="228268"/>
                  </a:lnTo>
                  <a:lnTo>
                    <a:pt x="285160" y="224589"/>
                  </a:lnTo>
                  <a:lnTo>
                    <a:pt x="288853" y="220790"/>
                  </a:lnTo>
                  <a:lnTo>
                    <a:pt x="292424" y="216876"/>
                  </a:lnTo>
                  <a:lnTo>
                    <a:pt x="295869" y="212851"/>
                  </a:lnTo>
                  <a:lnTo>
                    <a:pt x="299184" y="208718"/>
                  </a:lnTo>
                  <a:lnTo>
                    <a:pt x="302367" y="204483"/>
                  </a:lnTo>
                  <a:lnTo>
                    <a:pt x="305415" y="200149"/>
                  </a:lnTo>
                  <a:lnTo>
                    <a:pt x="308323" y="195721"/>
                  </a:lnTo>
                  <a:lnTo>
                    <a:pt x="311090" y="191203"/>
                  </a:lnTo>
                  <a:lnTo>
                    <a:pt x="313712" y="186599"/>
                  </a:lnTo>
                  <a:lnTo>
                    <a:pt x="316187" y="181914"/>
                  </a:lnTo>
                  <a:lnTo>
                    <a:pt x="318512" y="177154"/>
                  </a:lnTo>
                  <a:lnTo>
                    <a:pt x="320685" y="172322"/>
                  </a:lnTo>
                  <a:lnTo>
                    <a:pt x="322704" y="167424"/>
                  </a:lnTo>
                  <a:lnTo>
                    <a:pt x="324567" y="162464"/>
                  </a:lnTo>
                  <a:lnTo>
                    <a:pt x="326271" y="157447"/>
                  </a:lnTo>
                  <a:lnTo>
                    <a:pt x="327816" y="152380"/>
                  </a:lnTo>
                  <a:lnTo>
                    <a:pt x="329200" y="147265"/>
                  </a:lnTo>
                  <a:lnTo>
                    <a:pt x="330420" y="142110"/>
                  </a:lnTo>
                  <a:lnTo>
                    <a:pt x="331477" y="136918"/>
                  </a:lnTo>
                  <a:lnTo>
                    <a:pt x="332368" y="131696"/>
                  </a:lnTo>
                  <a:lnTo>
                    <a:pt x="333094" y="126447"/>
                  </a:lnTo>
                  <a:lnTo>
                    <a:pt x="333653" y="121179"/>
                  </a:lnTo>
                  <a:lnTo>
                    <a:pt x="334045" y="115895"/>
                  </a:lnTo>
                  <a:lnTo>
                    <a:pt x="334269" y="110602"/>
                  </a:lnTo>
                  <a:lnTo>
                    <a:pt x="167160" y="106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167164" cy="171591"/>
            </a:xfrm>
            <a:custGeom>
              <a:avLst/>
              <a:pathLst>
                <a:path w="167164" h="171591">
                  <a:moveTo>
                    <a:pt x="167108" y="171591"/>
                  </a:moveTo>
                  <a:lnTo>
                    <a:pt x="167164" y="166142"/>
                  </a:lnTo>
                  <a:lnTo>
                    <a:pt x="167042" y="160695"/>
                  </a:lnTo>
                  <a:lnTo>
                    <a:pt x="166742" y="155254"/>
                  </a:lnTo>
                  <a:lnTo>
                    <a:pt x="166265" y="149826"/>
                  </a:lnTo>
                  <a:lnTo>
                    <a:pt x="165612" y="144416"/>
                  </a:lnTo>
                  <a:lnTo>
                    <a:pt x="164782" y="139031"/>
                  </a:lnTo>
                  <a:lnTo>
                    <a:pt x="163778" y="133675"/>
                  </a:lnTo>
                  <a:lnTo>
                    <a:pt x="162599" y="128355"/>
                  </a:lnTo>
                  <a:lnTo>
                    <a:pt x="161248" y="123077"/>
                  </a:lnTo>
                  <a:lnTo>
                    <a:pt x="159725" y="117845"/>
                  </a:lnTo>
                  <a:lnTo>
                    <a:pt x="158033" y="112665"/>
                  </a:lnTo>
                  <a:lnTo>
                    <a:pt x="156173" y="107544"/>
                  </a:lnTo>
                  <a:lnTo>
                    <a:pt x="154146" y="102485"/>
                  </a:lnTo>
                  <a:lnTo>
                    <a:pt x="151956" y="97496"/>
                  </a:lnTo>
                  <a:lnTo>
                    <a:pt x="149605" y="92580"/>
                  </a:lnTo>
                  <a:lnTo>
                    <a:pt x="147095" y="87744"/>
                  </a:lnTo>
                  <a:lnTo>
                    <a:pt x="144428" y="82992"/>
                  </a:lnTo>
                  <a:lnTo>
                    <a:pt x="141608" y="78330"/>
                  </a:lnTo>
                  <a:lnTo>
                    <a:pt x="138637" y="73762"/>
                  </a:lnTo>
                  <a:lnTo>
                    <a:pt x="135519" y="69293"/>
                  </a:lnTo>
                  <a:lnTo>
                    <a:pt x="132258" y="64928"/>
                  </a:lnTo>
                  <a:lnTo>
                    <a:pt x="128855" y="60672"/>
                  </a:lnTo>
                  <a:lnTo>
                    <a:pt x="125316" y="56529"/>
                  </a:lnTo>
                  <a:lnTo>
                    <a:pt x="121644" y="52504"/>
                  </a:lnTo>
                  <a:lnTo>
                    <a:pt x="117842" y="48600"/>
                  </a:lnTo>
                  <a:lnTo>
                    <a:pt x="113915" y="44822"/>
                  </a:lnTo>
                  <a:lnTo>
                    <a:pt x="109867" y="41175"/>
                  </a:lnTo>
                  <a:lnTo>
                    <a:pt x="105702" y="37661"/>
                  </a:lnTo>
                  <a:lnTo>
                    <a:pt x="101426" y="34285"/>
                  </a:lnTo>
                  <a:lnTo>
                    <a:pt x="97041" y="31050"/>
                  </a:lnTo>
                  <a:lnTo>
                    <a:pt x="92553" y="27959"/>
                  </a:lnTo>
                  <a:lnTo>
                    <a:pt x="87967" y="25017"/>
                  </a:lnTo>
                  <a:lnTo>
                    <a:pt x="83287" y="22225"/>
                  </a:lnTo>
                  <a:lnTo>
                    <a:pt x="78519" y="19588"/>
                  </a:lnTo>
                  <a:lnTo>
                    <a:pt x="73668" y="17107"/>
                  </a:lnTo>
                  <a:lnTo>
                    <a:pt x="68738" y="14786"/>
                  </a:lnTo>
                  <a:lnTo>
                    <a:pt x="63735" y="12627"/>
                  </a:lnTo>
                  <a:lnTo>
                    <a:pt x="58664" y="10631"/>
                  </a:lnTo>
                  <a:lnTo>
                    <a:pt x="53532" y="8803"/>
                  </a:lnTo>
                  <a:lnTo>
                    <a:pt x="48342" y="7142"/>
                  </a:lnTo>
                  <a:lnTo>
                    <a:pt x="43101" y="5651"/>
                  </a:lnTo>
                  <a:lnTo>
                    <a:pt x="37814" y="4333"/>
                  </a:lnTo>
                  <a:lnTo>
                    <a:pt x="32487" y="3187"/>
                  </a:lnTo>
                  <a:lnTo>
                    <a:pt x="27125" y="2215"/>
                  </a:lnTo>
                  <a:lnTo>
                    <a:pt x="21735" y="1419"/>
                  </a:lnTo>
                  <a:lnTo>
                    <a:pt x="16321" y="798"/>
                  </a:lnTo>
                  <a:lnTo>
                    <a:pt x="10890" y="355"/>
                  </a:lnTo>
                  <a:lnTo>
                    <a:pt x="544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921" y="3707720"/>
              <a:ext cx="167089" cy="167167"/>
            </a:xfrm>
            <a:custGeom>
              <a:avLst/>
              <a:pathLst>
                <a:path w="167089" h="167167">
                  <a:moveTo>
                    <a:pt x="167089" y="0"/>
                  </a:moveTo>
                  <a:lnTo>
                    <a:pt x="161726" y="86"/>
                  </a:lnTo>
                  <a:lnTo>
                    <a:pt x="156368" y="344"/>
                  </a:lnTo>
                  <a:lnTo>
                    <a:pt x="151021" y="774"/>
                  </a:lnTo>
                  <a:lnTo>
                    <a:pt x="145690" y="1375"/>
                  </a:lnTo>
                  <a:lnTo>
                    <a:pt x="140382" y="2147"/>
                  </a:lnTo>
                  <a:lnTo>
                    <a:pt x="135101" y="3089"/>
                  </a:lnTo>
                  <a:lnTo>
                    <a:pt x="129853" y="4199"/>
                  </a:lnTo>
                  <a:lnTo>
                    <a:pt x="124644" y="5478"/>
                  </a:lnTo>
                  <a:lnTo>
                    <a:pt x="119478" y="6923"/>
                  </a:lnTo>
                  <a:lnTo>
                    <a:pt x="114361" y="8533"/>
                  </a:lnTo>
                  <a:lnTo>
                    <a:pt x="109298" y="10307"/>
                  </a:lnTo>
                  <a:lnTo>
                    <a:pt x="104295" y="12242"/>
                  </a:lnTo>
                  <a:lnTo>
                    <a:pt x="99357" y="14336"/>
                  </a:lnTo>
                  <a:lnTo>
                    <a:pt x="94488" y="16588"/>
                  </a:lnTo>
                  <a:lnTo>
                    <a:pt x="89694" y="18995"/>
                  </a:lnTo>
                  <a:lnTo>
                    <a:pt x="84980" y="21554"/>
                  </a:lnTo>
                  <a:lnTo>
                    <a:pt x="80350" y="24264"/>
                  </a:lnTo>
                  <a:lnTo>
                    <a:pt x="75810" y="27120"/>
                  </a:lnTo>
                  <a:lnTo>
                    <a:pt x="71364" y="30121"/>
                  </a:lnTo>
                  <a:lnTo>
                    <a:pt x="67016" y="33263"/>
                  </a:lnTo>
                  <a:lnTo>
                    <a:pt x="62771" y="36543"/>
                  </a:lnTo>
                  <a:lnTo>
                    <a:pt x="58634" y="39957"/>
                  </a:lnTo>
                  <a:lnTo>
                    <a:pt x="54608" y="43502"/>
                  </a:lnTo>
                  <a:lnTo>
                    <a:pt x="50698" y="47175"/>
                  </a:lnTo>
                  <a:lnTo>
                    <a:pt x="46908" y="50971"/>
                  </a:lnTo>
                  <a:lnTo>
                    <a:pt x="43242" y="54887"/>
                  </a:lnTo>
                  <a:lnTo>
                    <a:pt x="39703" y="58918"/>
                  </a:lnTo>
                  <a:lnTo>
                    <a:pt x="36296" y="63061"/>
                  </a:lnTo>
                  <a:lnTo>
                    <a:pt x="33023" y="67311"/>
                  </a:lnTo>
                  <a:lnTo>
                    <a:pt x="29888" y="71664"/>
                  </a:lnTo>
                  <a:lnTo>
                    <a:pt x="26895" y="76115"/>
                  </a:lnTo>
                  <a:lnTo>
                    <a:pt x="24045" y="80660"/>
                  </a:lnTo>
                  <a:lnTo>
                    <a:pt x="21344" y="85294"/>
                  </a:lnTo>
                  <a:lnTo>
                    <a:pt x="18792" y="90013"/>
                  </a:lnTo>
                  <a:lnTo>
                    <a:pt x="16393" y="94811"/>
                  </a:lnTo>
                  <a:lnTo>
                    <a:pt x="14149" y="99683"/>
                  </a:lnTo>
                  <a:lnTo>
                    <a:pt x="12062" y="104625"/>
                  </a:lnTo>
                  <a:lnTo>
                    <a:pt x="10135" y="109631"/>
                  </a:lnTo>
                  <a:lnTo>
                    <a:pt x="8370" y="114696"/>
                  </a:lnTo>
                  <a:lnTo>
                    <a:pt x="6768" y="119816"/>
                  </a:lnTo>
                  <a:lnTo>
                    <a:pt x="5332" y="124984"/>
                  </a:lnTo>
                  <a:lnTo>
                    <a:pt x="4062" y="130196"/>
                  </a:lnTo>
                  <a:lnTo>
                    <a:pt x="2959" y="135445"/>
                  </a:lnTo>
                  <a:lnTo>
                    <a:pt x="2026" y="140728"/>
                  </a:lnTo>
                  <a:lnTo>
                    <a:pt x="1263" y="146038"/>
                  </a:lnTo>
                  <a:lnTo>
                    <a:pt x="670" y="151369"/>
                  </a:lnTo>
                  <a:lnTo>
                    <a:pt x="249" y="156717"/>
                  </a:lnTo>
                  <a:lnTo>
                    <a:pt x="0" y="162075"/>
                  </a:lnTo>
                  <a:lnTo>
                    <a:pt x="16708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44" y="3713515"/>
              <a:ext cx="334333" cy="328525"/>
            </a:xfrm>
            <a:custGeom>
              <a:avLst/>
              <a:pathLst>
                <a:path w="334333" h="328525">
                  <a:moveTo>
                    <a:pt x="77" y="156280"/>
                  </a:moveTo>
                  <a:lnTo>
                    <a:pt x="0" y="161589"/>
                  </a:lnTo>
                  <a:lnTo>
                    <a:pt x="91" y="166898"/>
                  </a:lnTo>
                  <a:lnTo>
                    <a:pt x="351" y="172202"/>
                  </a:lnTo>
                  <a:lnTo>
                    <a:pt x="779" y="177494"/>
                  </a:lnTo>
                  <a:lnTo>
                    <a:pt x="1375" y="182770"/>
                  </a:lnTo>
                  <a:lnTo>
                    <a:pt x="2138" y="188025"/>
                  </a:lnTo>
                  <a:lnTo>
                    <a:pt x="3067" y="193253"/>
                  </a:lnTo>
                  <a:lnTo>
                    <a:pt x="4163" y="198448"/>
                  </a:lnTo>
                  <a:lnTo>
                    <a:pt x="5423" y="203606"/>
                  </a:lnTo>
                  <a:lnTo>
                    <a:pt x="6845" y="208722"/>
                  </a:lnTo>
                  <a:lnTo>
                    <a:pt x="8430" y="213790"/>
                  </a:lnTo>
                  <a:lnTo>
                    <a:pt x="10175" y="218805"/>
                  </a:lnTo>
                  <a:lnTo>
                    <a:pt x="12078" y="223762"/>
                  </a:lnTo>
                  <a:lnTo>
                    <a:pt x="14138" y="228656"/>
                  </a:lnTo>
                  <a:lnTo>
                    <a:pt x="16352" y="233482"/>
                  </a:lnTo>
                  <a:lnTo>
                    <a:pt x="18718" y="238235"/>
                  </a:lnTo>
                  <a:lnTo>
                    <a:pt x="21234" y="242911"/>
                  </a:lnTo>
                  <a:lnTo>
                    <a:pt x="23897" y="247505"/>
                  </a:lnTo>
                  <a:lnTo>
                    <a:pt x="26705" y="252011"/>
                  </a:lnTo>
                  <a:lnTo>
                    <a:pt x="29654" y="256426"/>
                  </a:lnTo>
                  <a:lnTo>
                    <a:pt x="32743" y="260746"/>
                  </a:lnTo>
                  <a:lnTo>
                    <a:pt x="35966" y="264965"/>
                  </a:lnTo>
                  <a:lnTo>
                    <a:pt x="39323" y="269079"/>
                  </a:lnTo>
                  <a:lnTo>
                    <a:pt x="42808" y="273085"/>
                  </a:lnTo>
                  <a:lnTo>
                    <a:pt x="46418" y="276978"/>
                  </a:lnTo>
                  <a:lnTo>
                    <a:pt x="50151" y="280755"/>
                  </a:lnTo>
                  <a:lnTo>
                    <a:pt x="54001" y="284411"/>
                  </a:lnTo>
                  <a:lnTo>
                    <a:pt x="57966" y="287943"/>
                  </a:lnTo>
                  <a:lnTo>
                    <a:pt x="62041" y="291347"/>
                  </a:lnTo>
                  <a:lnTo>
                    <a:pt x="66222" y="294620"/>
                  </a:lnTo>
                  <a:lnTo>
                    <a:pt x="70505" y="297759"/>
                  </a:lnTo>
                  <a:lnTo>
                    <a:pt x="74885" y="300760"/>
                  </a:lnTo>
                  <a:lnTo>
                    <a:pt x="79358" y="303621"/>
                  </a:lnTo>
                  <a:lnTo>
                    <a:pt x="83920" y="306338"/>
                  </a:lnTo>
                  <a:lnTo>
                    <a:pt x="88566" y="308908"/>
                  </a:lnTo>
                  <a:lnTo>
                    <a:pt x="93292" y="311330"/>
                  </a:lnTo>
                  <a:lnTo>
                    <a:pt x="98091" y="313601"/>
                  </a:lnTo>
                  <a:lnTo>
                    <a:pt x="102961" y="315718"/>
                  </a:lnTo>
                  <a:lnTo>
                    <a:pt x="107895" y="317679"/>
                  </a:lnTo>
                  <a:lnTo>
                    <a:pt x="112889" y="319483"/>
                  </a:lnTo>
                  <a:lnTo>
                    <a:pt x="117938" y="321127"/>
                  </a:lnTo>
                  <a:lnTo>
                    <a:pt x="123036" y="322609"/>
                  </a:lnTo>
                  <a:lnTo>
                    <a:pt x="128179" y="323930"/>
                  </a:lnTo>
                  <a:lnTo>
                    <a:pt x="133362" y="325086"/>
                  </a:lnTo>
                  <a:lnTo>
                    <a:pt x="138578" y="326077"/>
                  </a:lnTo>
                  <a:lnTo>
                    <a:pt x="143824" y="326902"/>
                  </a:lnTo>
                  <a:lnTo>
                    <a:pt x="149092" y="327560"/>
                  </a:lnTo>
                  <a:lnTo>
                    <a:pt x="154379" y="328050"/>
                  </a:lnTo>
                  <a:lnTo>
                    <a:pt x="159679" y="328372"/>
                  </a:lnTo>
                  <a:lnTo>
                    <a:pt x="164987" y="328525"/>
                  </a:lnTo>
                  <a:lnTo>
                    <a:pt x="170297" y="328510"/>
                  </a:lnTo>
                  <a:lnTo>
                    <a:pt x="175603" y="328327"/>
                  </a:lnTo>
                  <a:lnTo>
                    <a:pt x="180901" y="327974"/>
                  </a:lnTo>
                  <a:lnTo>
                    <a:pt x="186186" y="327454"/>
                  </a:lnTo>
                  <a:lnTo>
                    <a:pt x="191451" y="326766"/>
                  </a:lnTo>
                  <a:lnTo>
                    <a:pt x="196691" y="325912"/>
                  </a:lnTo>
                  <a:lnTo>
                    <a:pt x="201902" y="324891"/>
                  </a:lnTo>
                  <a:lnTo>
                    <a:pt x="207077" y="323705"/>
                  </a:lnTo>
                  <a:lnTo>
                    <a:pt x="212213" y="322356"/>
                  </a:lnTo>
                  <a:lnTo>
                    <a:pt x="217303" y="320844"/>
                  </a:lnTo>
                  <a:lnTo>
                    <a:pt x="222342" y="319171"/>
                  </a:lnTo>
                  <a:lnTo>
                    <a:pt x="227326" y="317340"/>
                  </a:lnTo>
                  <a:lnTo>
                    <a:pt x="232249" y="315350"/>
                  </a:lnTo>
                  <a:lnTo>
                    <a:pt x="237106" y="313206"/>
                  </a:lnTo>
                  <a:lnTo>
                    <a:pt x="241893" y="310908"/>
                  </a:lnTo>
                  <a:lnTo>
                    <a:pt x="246605" y="308459"/>
                  </a:lnTo>
                  <a:lnTo>
                    <a:pt x="251236" y="305862"/>
                  </a:lnTo>
                  <a:lnTo>
                    <a:pt x="255782" y="303119"/>
                  </a:lnTo>
                  <a:lnTo>
                    <a:pt x="260239" y="300233"/>
                  </a:lnTo>
                  <a:lnTo>
                    <a:pt x="264603" y="297207"/>
                  </a:lnTo>
                  <a:lnTo>
                    <a:pt x="268867" y="294044"/>
                  </a:lnTo>
                  <a:lnTo>
                    <a:pt x="273030" y="290748"/>
                  </a:lnTo>
                  <a:lnTo>
                    <a:pt x="277085" y="287320"/>
                  </a:lnTo>
                  <a:lnTo>
                    <a:pt x="281030" y="283766"/>
                  </a:lnTo>
                  <a:lnTo>
                    <a:pt x="284859" y="280088"/>
                  </a:lnTo>
                  <a:lnTo>
                    <a:pt x="288570" y="276290"/>
                  </a:lnTo>
                  <a:lnTo>
                    <a:pt x="292159" y="272377"/>
                  </a:lnTo>
                  <a:lnTo>
                    <a:pt x="295621" y="268351"/>
                  </a:lnTo>
                  <a:lnTo>
                    <a:pt x="298954" y="264217"/>
                  </a:lnTo>
                  <a:lnTo>
                    <a:pt x="302154" y="259980"/>
                  </a:lnTo>
                  <a:lnTo>
                    <a:pt x="305217" y="255643"/>
                  </a:lnTo>
                  <a:lnTo>
                    <a:pt x="308142" y="251211"/>
                  </a:lnTo>
                  <a:lnTo>
                    <a:pt x="310924" y="246689"/>
                  </a:lnTo>
                  <a:lnTo>
                    <a:pt x="313561" y="242080"/>
                  </a:lnTo>
                  <a:lnTo>
                    <a:pt x="316050" y="237390"/>
                  </a:lnTo>
                  <a:lnTo>
                    <a:pt x="318389" y="232623"/>
                  </a:lnTo>
                  <a:lnTo>
                    <a:pt x="320576" y="227785"/>
                  </a:lnTo>
                  <a:lnTo>
                    <a:pt x="322608" y="222879"/>
                  </a:lnTo>
                  <a:lnTo>
                    <a:pt x="324483" y="217911"/>
                  </a:lnTo>
                  <a:lnTo>
                    <a:pt x="326199" y="212887"/>
                  </a:lnTo>
                  <a:lnTo>
                    <a:pt x="327755" y="207810"/>
                  </a:lnTo>
                  <a:lnTo>
                    <a:pt x="329149" y="202686"/>
                  </a:lnTo>
                  <a:lnTo>
                    <a:pt x="330379" y="197521"/>
                  </a:lnTo>
                  <a:lnTo>
                    <a:pt x="331445" y="192320"/>
                  </a:lnTo>
                  <a:lnTo>
                    <a:pt x="332345" y="187087"/>
                  </a:lnTo>
                  <a:lnTo>
                    <a:pt x="333078" y="181828"/>
                  </a:lnTo>
                  <a:lnTo>
                    <a:pt x="333644" y="176548"/>
                  </a:lnTo>
                  <a:lnTo>
                    <a:pt x="334042" y="171253"/>
                  </a:lnTo>
                  <a:lnTo>
                    <a:pt x="334272" y="165949"/>
                  </a:lnTo>
                  <a:lnTo>
                    <a:pt x="334333" y="160639"/>
                  </a:lnTo>
                  <a:lnTo>
                    <a:pt x="334225" y="155331"/>
                  </a:lnTo>
                  <a:lnTo>
                    <a:pt x="333949" y="150028"/>
                  </a:lnTo>
                  <a:lnTo>
                    <a:pt x="333504" y="144737"/>
                  </a:lnTo>
                  <a:lnTo>
                    <a:pt x="332892" y="139463"/>
                  </a:lnTo>
                  <a:lnTo>
                    <a:pt x="332113" y="134210"/>
                  </a:lnTo>
                  <a:lnTo>
                    <a:pt x="331167" y="128985"/>
                  </a:lnTo>
                  <a:lnTo>
                    <a:pt x="330056" y="123793"/>
                  </a:lnTo>
                  <a:lnTo>
                    <a:pt x="328780" y="118639"/>
                  </a:lnTo>
                  <a:lnTo>
                    <a:pt x="327341" y="113528"/>
                  </a:lnTo>
                  <a:lnTo>
                    <a:pt x="325741" y="108465"/>
                  </a:lnTo>
                  <a:lnTo>
                    <a:pt x="323981" y="103456"/>
                  </a:lnTo>
                  <a:lnTo>
                    <a:pt x="322062" y="98505"/>
                  </a:lnTo>
                  <a:lnTo>
                    <a:pt x="319988" y="93617"/>
                  </a:lnTo>
                  <a:lnTo>
                    <a:pt x="317759" y="88798"/>
                  </a:lnTo>
                  <a:lnTo>
                    <a:pt x="315378" y="84052"/>
                  </a:lnTo>
                  <a:lnTo>
                    <a:pt x="312847" y="79384"/>
                  </a:lnTo>
                  <a:lnTo>
                    <a:pt x="310170" y="74798"/>
                  </a:lnTo>
                  <a:lnTo>
                    <a:pt x="307348" y="70300"/>
                  </a:lnTo>
                  <a:lnTo>
                    <a:pt x="304385" y="65894"/>
                  </a:lnTo>
                  <a:lnTo>
                    <a:pt x="301284" y="61584"/>
                  </a:lnTo>
                  <a:lnTo>
                    <a:pt x="298047" y="57375"/>
                  </a:lnTo>
                  <a:lnTo>
                    <a:pt x="294678" y="53271"/>
                  </a:lnTo>
                  <a:lnTo>
                    <a:pt x="291181" y="49276"/>
                  </a:lnTo>
                  <a:lnTo>
                    <a:pt x="287558" y="45394"/>
                  </a:lnTo>
                  <a:lnTo>
                    <a:pt x="283814" y="41629"/>
                  </a:lnTo>
                  <a:lnTo>
                    <a:pt x="279952" y="37985"/>
                  </a:lnTo>
                  <a:lnTo>
                    <a:pt x="275976" y="34465"/>
                  </a:lnTo>
                  <a:lnTo>
                    <a:pt x="271891" y="31073"/>
                  </a:lnTo>
                  <a:lnTo>
                    <a:pt x="267700" y="27813"/>
                  </a:lnTo>
                  <a:lnTo>
                    <a:pt x="263408" y="24688"/>
                  </a:lnTo>
                  <a:lnTo>
                    <a:pt x="259018" y="21700"/>
                  </a:lnTo>
                  <a:lnTo>
                    <a:pt x="254536" y="18853"/>
                  </a:lnTo>
                  <a:lnTo>
                    <a:pt x="249966" y="16151"/>
                  </a:lnTo>
                  <a:lnTo>
                    <a:pt x="245312" y="13594"/>
                  </a:lnTo>
                  <a:lnTo>
                    <a:pt x="240579" y="11187"/>
                  </a:lnTo>
                  <a:lnTo>
                    <a:pt x="235772" y="8931"/>
                  </a:lnTo>
                  <a:lnTo>
                    <a:pt x="230896" y="6829"/>
                  </a:lnTo>
                  <a:lnTo>
                    <a:pt x="225956" y="4883"/>
                  </a:lnTo>
                  <a:lnTo>
                    <a:pt x="220956" y="3095"/>
                  </a:lnTo>
                  <a:lnTo>
                    <a:pt x="215903" y="1467"/>
                  </a:lnTo>
                  <a:lnTo>
                    <a:pt x="210800" y="0"/>
                  </a:lnTo>
                  <a:lnTo>
                    <a:pt x="167167" y="1613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43632" cy="167167"/>
            </a:xfrm>
            <a:custGeom>
              <a:avLst/>
              <a:pathLst>
                <a:path w="43632" h="167167">
                  <a:moveTo>
                    <a:pt x="43632" y="5794"/>
                  </a:moveTo>
                  <a:lnTo>
                    <a:pt x="37515" y="4263"/>
                  </a:lnTo>
                  <a:lnTo>
                    <a:pt x="31344" y="2964"/>
                  </a:lnTo>
                  <a:lnTo>
                    <a:pt x="25129" y="1899"/>
                  </a:lnTo>
                  <a:lnTo>
                    <a:pt x="18878" y="1069"/>
                  </a:lnTo>
                  <a:lnTo>
                    <a:pt x="12600" y="475"/>
                  </a:lnTo>
                  <a:lnTo>
                    <a:pt x="6304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tx76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2025-06-05T11:53:19Z</dcterms:modified>
  <cp:category/>
</cp:coreProperties>
</file>