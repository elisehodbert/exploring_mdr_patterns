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182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504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85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41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1859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182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138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41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504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41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68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31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38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1859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85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008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2749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182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504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85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182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38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39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182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29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24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182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476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43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182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50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345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82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50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454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82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72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008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504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504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03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180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504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254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31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94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387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504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43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29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2504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51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47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504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570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50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504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3570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50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504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2387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473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315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2722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749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85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285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54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1688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21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59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285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94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39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285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43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243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2859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51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436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85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57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32506" y="3170392"/>
              <a:ext cx="51272" cy="167167"/>
            </a:xfrm>
            <a:custGeom>
              <a:avLst/>
              <a:pathLst>
                <a:path w="51272" h="167167">
                  <a:moveTo>
                    <a:pt x="51272" y="0"/>
                  </a:moveTo>
                  <a:lnTo>
                    <a:pt x="44760" y="126"/>
                  </a:lnTo>
                  <a:lnTo>
                    <a:pt x="38257" y="507"/>
                  </a:lnTo>
                  <a:lnTo>
                    <a:pt x="31775" y="1140"/>
                  </a:lnTo>
                  <a:lnTo>
                    <a:pt x="25321" y="2026"/>
                  </a:lnTo>
                  <a:lnTo>
                    <a:pt x="18908" y="3162"/>
                  </a:lnTo>
                  <a:lnTo>
                    <a:pt x="12543" y="4548"/>
                  </a:lnTo>
                  <a:lnTo>
                    <a:pt x="6237" y="6180"/>
                  </a:lnTo>
                  <a:lnTo>
                    <a:pt x="0" y="8057"/>
                  </a:lnTo>
                  <a:lnTo>
                    <a:pt x="5127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32506" y="3178449"/>
              <a:ext cx="51272" cy="159110"/>
            </a:xfrm>
            <a:custGeom>
              <a:avLst/>
              <a:pathLst>
                <a:path w="51272" h="159110">
                  <a:moveTo>
                    <a:pt x="0" y="0"/>
                  </a:moveTo>
                  <a:lnTo>
                    <a:pt x="51272" y="15911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32506" y="3178449"/>
              <a:ext cx="51272" cy="159110"/>
            </a:xfrm>
            <a:custGeom>
              <a:avLst/>
              <a:pathLst>
                <a:path w="51272" h="159110">
                  <a:moveTo>
                    <a:pt x="0" y="0"/>
                  </a:moveTo>
                  <a:lnTo>
                    <a:pt x="51272" y="15911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32506" y="3178449"/>
              <a:ext cx="51272" cy="159110"/>
            </a:xfrm>
            <a:custGeom>
              <a:avLst/>
              <a:pathLst>
                <a:path w="51272" h="159110">
                  <a:moveTo>
                    <a:pt x="0" y="0"/>
                  </a:moveTo>
                  <a:lnTo>
                    <a:pt x="51272" y="15911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32506" y="3178449"/>
              <a:ext cx="51272" cy="159110"/>
            </a:xfrm>
            <a:custGeom>
              <a:avLst/>
              <a:pathLst>
                <a:path w="51272" h="159110">
                  <a:moveTo>
                    <a:pt x="0" y="0"/>
                  </a:moveTo>
                  <a:lnTo>
                    <a:pt x="51272" y="1591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32506" y="3178449"/>
              <a:ext cx="51272" cy="159110"/>
            </a:xfrm>
            <a:custGeom>
              <a:avLst/>
              <a:pathLst>
                <a:path w="51272" h="159110">
                  <a:moveTo>
                    <a:pt x="0" y="0"/>
                  </a:moveTo>
                  <a:lnTo>
                    <a:pt x="51272" y="1591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32506" y="3178449"/>
              <a:ext cx="51272" cy="159110"/>
            </a:xfrm>
            <a:custGeom>
              <a:avLst/>
              <a:pathLst>
                <a:path w="51272" h="159110">
                  <a:moveTo>
                    <a:pt x="0" y="0"/>
                  </a:moveTo>
                  <a:lnTo>
                    <a:pt x="51272" y="1591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32506" y="3178449"/>
              <a:ext cx="51272" cy="159110"/>
            </a:xfrm>
            <a:custGeom>
              <a:avLst/>
              <a:pathLst>
                <a:path w="51272" h="159110">
                  <a:moveTo>
                    <a:pt x="0" y="0"/>
                  </a:moveTo>
                  <a:lnTo>
                    <a:pt x="51272" y="1591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32506" y="3178449"/>
              <a:ext cx="51272" cy="159110"/>
            </a:xfrm>
            <a:custGeom>
              <a:avLst/>
              <a:pathLst>
                <a:path w="51272" h="159110">
                  <a:moveTo>
                    <a:pt x="0" y="0"/>
                  </a:moveTo>
                  <a:lnTo>
                    <a:pt x="51272" y="15911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32506" y="3178449"/>
              <a:ext cx="51272" cy="159110"/>
            </a:xfrm>
            <a:custGeom>
              <a:avLst/>
              <a:pathLst>
                <a:path w="51272" h="159110">
                  <a:moveTo>
                    <a:pt x="0" y="0"/>
                  </a:moveTo>
                  <a:lnTo>
                    <a:pt x="51272" y="15911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32506" y="3178449"/>
              <a:ext cx="51272" cy="159110"/>
            </a:xfrm>
            <a:custGeom>
              <a:avLst/>
              <a:pathLst>
                <a:path w="51272" h="159110">
                  <a:moveTo>
                    <a:pt x="0" y="0"/>
                  </a:moveTo>
                  <a:lnTo>
                    <a:pt x="51272" y="1591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32506" y="3178449"/>
              <a:ext cx="51272" cy="159110"/>
            </a:xfrm>
            <a:custGeom>
              <a:avLst/>
              <a:pathLst>
                <a:path w="51272" h="159110">
                  <a:moveTo>
                    <a:pt x="0" y="0"/>
                  </a:moveTo>
                  <a:lnTo>
                    <a:pt x="51272" y="1591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32506" y="3178449"/>
              <a:ext cx="51272" cy="159110"/>
            </a:xfrm>
            <a:custGeom>
              <a:avLst/>
              <a:pathLst>
                <a:path w="51272" h="159110">
                  <a:moveTo>
                    <a:pt x="0" y="0"/>
                  </a:moveTo>
                  <a:lnTo>
                    <a:pt x="51272" y="1591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32506" y="3178449"/>
              <a:ext cx="51272" cy="159110"/>
            </a:xfrm>
            <a:custGeom>
              <a:avLst/>
              <a:pathLst>
                <a:path w="51272" h="159110">
                  <a:moveTo>
                    <a:pt x="0" y="0"/>
                  </a:moveTo>
                  <a:lnTo>
                    <a:pt x="51272" y="1591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32506" y="3178449"/>
              <a:ext cx="51272" cy="159110"/>
            </a:xfrm>
            <a:custGeom>
              <a:avLst/>
              <a:pathLst>
                <a:path w="51272" h="159110">
                  <a:moveTo>
                    <a:pt x="0" y="0"/>
                  </a:moveTo>
                  <a:lnTo>
                    <a:pt x="51272" y="1591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32506" y="3178449"/>
              <a:ext cx="51272" cy="159110"/>
            </a:xfrm>
            <a:custGeom>
              <a:avLst/>
              <a:pathLst>
                <a:path w="51272" h="159110">
                  <a:moveTo>
                    <a:pt x="0" y="0"/>
                  </a:moveTo>
                  <a:lnTo>
                    <a:pt x="51272" y="1591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32506" y="3178449"/>
              <a:ext cx="51272" cy="159110"/>
            </a:xfrm>
            <a:custGeom>
              <a:avLst/>
              <a:pathLst>
                <a:path w="51272" h="159110">
                  <a:moveTo>
                    <a:pt x="0" y="0"/>
                  </a:moveTo>
                  <a:lnTo>
                    <a:pt x="51272" y="15911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32506" y="3178449"/>
              <a:ext cx="51272" cy="159110"/>
            </a:xfrm>
            <a:custGeom>
              <a:avLst/>
              <a:pathLst>
                <a:path w="51272" h="159110">
                  <a:moveTo>
                    <a:pt x="0" y="0"/>
                  </a:moveTo>
                  <a:lnTo>
                    <a:pt x="51272" y="1591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32506" y="3178449"/>
              <a:ext cx="51272" cy="159110"/>
            </a:xfrm>
            <a:custGeom>
              <a:avLst/>
              <a:pathLst>
                <a:path w="51272" h="159110">
                  <a:moveTo>
                    <a:pt x="0" y="0"/>
                  </a:moveTo>
                  <a:lnTo>
                    <a:pt x="51272" y="1591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32506" y="3178449"/>
              <a:ext cx="51272" cy="159110"/>
            </a:xfrm>
            <a:custGeom>
              <a:avLst/>
              <a:pathLst>
                <a:path w="51272" h="159110">
                  <a:moveTo>
                    <a:pt x="0" y="0"/>
                  </a:moveTo>
                  <a:lnTo>
                    <a:pt x="51272" y="15911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32506" y="3178449"/>
              <a:ext cx="51272" cy="159110"/>
            </a:xfrm>
            <a:custGeom>
              <a:avLst/>
              <a:pathLst>
                <a:path w="51272" h="159110">
                  <a:moveTo>
                    <a:pt x="0" y="0"/>
                  </a:moveTo>
                  <a:lnTo>
                    <a:pt x="51272" y="159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32506" y="3178449"/>
              <a:ext cx="51272" cy="159110"/>
            </a:xfrm>
            <a:custGeom>
              <a:avLst/>
              <a:pathLst>
                <a:path w="51272" h="159110">
                  <a:moveTo>
                    <a:pt x="0" y="0"/>
                  </a:moveTo>
                  <a:lnTo>
                    <a:pt x="51272" y="159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32506" y="3178449"/>
              <a:ext cx="51272" cy="159110"/>
            </a:xfrm>
            <a:custGeom>
              <a:avLst/>
              <a:pathLst>
                <a:path w="51272" h="159110">
                  <a:moveTo>
                    <a:pt x="0" y="0"/>
                  </a:moveTo>
                  <a:lnTo>
                    <a:pt x="51272" y="159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32506" y="3178449"/>
              <a:ext cx="51272" cy="159110"/>
            </a:xfrm>
            <a:custGeom>
              <a:avLst/>
              <a:pathLst>
                <a:path w="51272" h="159110">
                  <a:moveTo>
                    <a:pt x="0" y="0"/>
                  </a:moveTo>
                  <a:lnTo>
                    <a:pt x="51272" y="159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32506" y="3178449"/>
              <a:ext cx="51272" cy="159110"/>
            </a:xfrm>
            <a:custGeom>
              <a:avLst/>
              <a:pathLst>
                <a:path w="51272" h="159110">
                  <a:moveTo>
                    <a:pt x="0" y="0"/>
                  </a:moveTo>
                  <a:lnTo>
                    <a:pt x="51272" y="1591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32506" y="3178449"/>
              <a:ext cx="51272" cy="159110"/>
            </a:xfrm>
            <a:custGeom>
              <a:avLst/>
              <a:pathLst>
                <a:path w="51272" h="159110">
                  <a:moveTo>
                    <a:pt x="0" y="0"/>
                  </a:moveTo>
                  <a:lnTo>
                    <a:pt x="51272" y="1591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816617" y="3170414"/>
              <a:ext cx="334328" cy="334303"/>
            </a:xfrm>
            <a:custGeom>
              <a:avLst/>
              <a:pathLst>
                <a:path w="334328" h="334303">
                  <a:moveTo>
                    <a:pt x="115889" y="8035"/>
                  </a:moveTo>
                  <a:lnTo>
                    <a:pt x="110875" y="9739"/>
                  </a:lnTo>
                  <a:lnTo>
                    <a:pt x="105918" y="11600"/>
                  </a:lnTo>
                  <a:lnTo>
                    <a:pt x="101022" y="13618"/>
                  </a:lnTo>
                  <a:lnTo>
                    <a:pt x="96193" y="15790"/>
                  </a:lnTo>
                  <a:lnTo>
                    <a:pt x="91435" y="18114"/>
                  </a:lnTo>
                  <a:lnTo>
                    <a:pt x="86753" y="20587"/>
                  </a:lnTo>
                  <a:lnTo>
                    <a:pt x="82151" y="23207"/>
                  </a:lnTo>
                  <a:lnTo>
                    <a:pt x="77635" y="25972"/>
                  </a:lnTo>
                  <a:lnTo>
                    <a:pt x="73209" y="28878"/>
                  </a:lnTo>
                  <a:lnTo>
                    <a:pt x="68877" y="31923"/>
                  </a:lnTo>
                  <a:lnTo>
                    <a:pt x="64643" y="35104"/>
                  </a:lnTo>
                  <a:lnTo>
                    <a:pt x="60513" y="38417"/>
                  </a:lnTo>
                  <a:lnTo>
                    <a:pt x="56489" y="41859"/>
                  </a:lnTo>
                  <a:lnTo>
                    <a:pt x="52577" y="45427"/>
                  </a:lnTo>
                  <a:lnTo>
                    <a:pt x="48779" y="49118"/>
                  </a:lnTo>
                  <a:lnTo>
                    <a:pt x="45100" y="52926"/>
                  </a:lnTo>
                  <a:lnTo>
                    <a:pt x="41544" y="56849"/>
                  </a:lnTo>
                  <a:lnTo>
                    <a:pt x="38114" y="60883"/>
                  </a:lnTo>
                  <a:lnTo>
                    <a:pt x="34813" y="65024"/>
                  </a:lnTo>
                  <a:lnTo>
                    <a:pt x="31645" y="69267"/>
                  </a:lnTo>
                  <a:lnTo>
                    <a:pt x="28613" y="73608"/>
                  </a:lnTo>
                  <a:lnTo>
                    <a:pt x="25720" y="78043"/>
                  </a:lnTo>
                  <a:lnTo>
                    <a:pt x="22969" y="82567"/>
                  </a:lnTo>
                  <a:lnTo>
                    <a:pt x="20362" y="87177"/>
                  </a:lnTo>
                  <a:lnTo>
                    <a:pt x="17903" y="91866"/>
                  </a:lnTo>
                  <a:lnTo>
                    <a:pt x="15594" y="96631"/>
                  </a:lnTo>
                  <a:lnTo>
                    <a:pt x="13437" y="101467"/>
                  </a:lnTo>
                  <a:lnTo>
                    <a:pt x="11434" y="106369"/>
                  </a:lnTo>
                  <a:lnTo>
                    <a:pt x="9587" y="111331"/>
                  </a:lnTo>
                  <a:lnTo>
                    <a:pt x="7898" y="116350"/>
                  </a:lnTo>
                  <a:lnTo>
                    <a:pt x="6369" y="121420"/>
                  </a:lnTo>
                  <a:lnTo>
                    <a:pt x="5002" y="126535"/>
                  </a:lnTo>
                  <a:lnTo>
                    <a:pt x="3797" y="131692"/>
                  </a:lnTo>
                  <a:lnTo>
                    <a:pt x="2756" y="136884"/>
                  </a:lnTo>
                  <a:lnTo>
                    <a:pt x="1880" y="142106"/>
                  </a:lnTo>
                  <a:lnTo>
                    <a:pt x="1170" y="147353"/>
                  </a:lnTo>
                  <a:lnTo>
                    <a:pt x="626" y="152620"/>
                  </a:lnTo>
                  <a:lnTo>
                    <a:pt x="250" y="157902"/>
                  </a:lnTo>
                  <a:lnTo>
                    <a:pt x="41" y="163193"/>
                  </a:lnTo>
                  <a:lnTo>
                    <a:pt x="0" y="168488"/>
                  </a:lnTo>
                  <a:lnTo>
                    <a:pt x="126" y="173782"/>
                  </a:lnTo>
                  <a:lnTo>
                    <a:pt x="420" y="179069"/>
                  </a:lnTo>
                  <a:lnTo>
                    <a:pt x="881" y="184344"/>
                  </a:lnTo>
                  <a:lnTo>
                    <a:pt x="1509" y="189602"/>
                  </a:lnTo>
                  <a:lnTo>
                    <a:pt x="2304" y="194837"/>
                  </a:lnTo>
                  <a:lnTo>
                    <a:pt x="3263" y="200044"/>
                  </a:lnTo>
                  <a:lnTo>
                    <a:pt x="4388" y="205219"/>
                  </a:lnTo>
                  <a:lnTo>
                    <a:pt x="5675" y="210355"/>
                  </a:lnTo>
                  <a:lnTo>
                    <a:pt x="7125" y="215448"/>
                  </a:lnTo>
                  <a:lnTo>
                    <a:pt x="8735" y="220493"/>
                  </a:lnTo>
                  <a:lnTo>
                    <a:pt x="10504" y="225483"/>
                  </a:lnTo>
                  <a:lnTo>
                    <a:pt x="12430" y="230416"/>
                  </a:lnTo>
                  <a:lnTo>
                    <a:pt x="14512" y="235285"/>
                  </a:lnTo>
                  <a:lnTo>
                    <a:pt x="16746" y="240085"/>
                  </a:lnTo>
                  <a:lnTo>
                    <a:pt x="19132" y="244813"/>
                  </a:lnTo>
                  <a:lnTo>
                    <a:pt x="21666" y="249462"/>
                  </a:lnTo>
                  <a:lnTo>
                    <a:pt x="24346" y="254029"/>
                  </a:lnTo>
                  <a:lnTo>
                    <a:pt x="27170" y="258508"/>
                  </a:lnTo>
                  <a:lnTo>
                    <a:pt x="30134" y="262896"/>
                  </a:lnTo>
                  <a:lnTo>
                    <a:pt x="33235" y="267188"/>
                  </a:lnTo>
                  <a:lnTo>
                    <a:pt x="36471" y="271380"/>
                  </a:lnTo>
                  <a:lnTo>
                    <a:pt x="39838" y="275467"/>
                  </a:lnTo>
                  <a:lnTo>
                    <a:pt x="43332" y="279445"/>
                  </a:lnTo>
                  <a:lnTo>
                    <a:pt x="46951" y="283311"/>
                  </a:lnTo>
                  <a:lnTo>
                    <a:pt x="50691" y="287060"/>
                  </a:lnTo>
                  <a:lnTo>
                    <a:pt x="54547" y="290688"/>
                  </a:lnTo>
                  <a:lnTo>
                    <a:pt x="58516" y="294193"/>
                  </a:lnTo>
                  <a:lnTo>
                    <a:pt x="62595" y="297570"/>
                  </a:lnTo>
                  <a:lnTo>
                    <a:pt x="66778" y="300817"/>
                  </a:lnTo>
                  <a:lnTo>
                    <a:pt x="71062" y="303929"/>
                  </a:lnTo>
                  <a:lnTo>
                    <a:pt x="75442" y="306904"/>
                  </a:lnTo>
                  <a:lnTo>
                    <a:pt x="79915" y="309739"/>
                  </a:lnTo>
                  <a:lnTo>
                    <a:pt x="84475" y="312431"/>
                  </a:lnTo>
                  <a:lnTo>
                    <a:pt x="89118" y="314977"/>
                  </a:lnTo>
                  <a:lnTo>
                    <a:pt x="93839" y="317374"/>
                  </a:lnTo>
                  <a:lnTo>
                    <a:pt x="98634" y="319621"/>
                  </a:lnTo>
                  <a:lnTo>
                    <a:pt x="103497" y="321715"/>
                  </a:lnTo>
                  <a:lnTo>
                    <a:pt x="108425" y="323654"/>
                  </a:lnTo>
                  <a:lnTo>
                    <a:pt x="113411" y="325436"/>
                  </a:lnTo>
                  <a:lnTo>
                    <a:pt x="118452" y="327059"/>
                  </a:lnTo>
                  <a:lnTo>
                    <a:pt x="123541" y="328521"/>
                  </a:lnTo>
                  <a:lnTo>
                    <a:pt x="128674" y="329822"/>
                  </a:lnTo>
                  <a:lnTo>
                    <a:pt x="133845" y="330959"/>
                  </a:lnTo>
                  <a:lnTo>
                    <a:pt x="139050" y="331932"/>
                  </a:lnTo>
                  <a:lnTo>
                    <a:pt x="144284" y="332740"/>
                  </a:lnTo>
                  <a:lnTo>
                    <a:pt x="149540" y="333381"/>
                  </a:lnTo>
                  <a:lnTo>
                    <a:pt x="154814" y="333856"/>
                  </a:lnTo>
                  <a:lnTo>
                    <a:pt x="160100" y="334163"/>
                  </a:lnTo>
                  <a:lnTo>
                    <a:pt x="165393" y="334303"/>
                  </a:lnTo>
                  <a:lnTo>
                    <a:pt x="170688" y="334275"/>
                  </a:lnTo>
                  <a:lnTo>
                    <a:pt x="175980" y="334080"/>
                  </a:lnTo>
                  <a:lnTo>
                    <a:pt x="181263" y="333717"/>
                  </a:lnTo>
                  <a:lnTo>
                    <a:pt x="186531" y="333187"/>
                  </a:lnTo>
                  <a:lnTo>
                    <a:pt x="191780" y="332490"/>
                  </a:lnTo>
                  <a:lnTo>
                    <a:pt x="197005" y="331627"/>
                  </a:lnTo>
                  <a:lnTo>
                    <a:pt x="202199" y="330600"/>
                  </a:lnTo>
                  <a:lnTo>
                    <a:pt x="207359" y="329408"/>
                  </a:lnTo>
                  <a:lnTo>
                    <a:pt x="212478" y="328053"/>
                  </a:lnTo>
                  <a:lnTo>
                    <a:pt x="217551" y="326537"/>
                  </a:lnTo>
                  <a:lnTo>
                    <a:pt x="222574" y="324861"/>
                  </a:lnTo>
                  <a:lnTo>
                    <a:pt x="227542" y="323027"/>
                  </a:lnTo>
                  <a:lnTo>
                    <a:pt x="232448" y="321037"/>
                  </a:lnTo>
                  <a:lnTo>
                    <a:pt x="237290" y="318892"/>
                  </a:lnTo>
                  <a:lnTo>
                    <a:pt x="242061" y="316595"/>
                  </a:lnTo>
                  <a:lnTo>
                    <a:pt x="246756" y="314147"/>
                  </a:lnTo>
                  <a:lnTo>
                    <a:pt x="251372" y="311553"/>
                  </a:lnTo>
                  <a:lnTo>
                    <a:pt x="255904" y="308813"/>
                  </a:lnTo>
                  <a:lnTo>
                    <a:pt x="260346" y="305931"/>
                  </a:lnTo>
                  <a:lnTo>
                    <a:pt x="264695" y="302910"/>
                  </a:lnTo>
                  <a:lnTo>
                    <a:pt x="268946" y="299753"/>
                  </a:lnTo>
                  <a:lnTo>
                    <a:pt x="273095" y="296463"/>
                  </a:lnTo>
                  <a:lnTo>
                    <a:pt x="277137" y="293043"/>
                  </a:lnTo>
                  <a:lnTo>
                    <a:pt x="281070" y="289497"/>
                  </a:lnTo>
                  <a:lnTo>
                    <a:pt x="284888" y="285828"/>
                  </a:lnTo>
                  <a:lnTo>
                    <a:pt x="288587" y="282040"/>
                  </a:lnTo>
                  <a:lnTo>
                    <a:pt x="292165" y="278136"/>
                  </a:lnTo>
                  <a:lnTo>
                    <a:pt x="295618" y="274121"/>
                  </a:lnTo>
                  <a:lnTo>
                    <a:pt x="298942" y="269999"/>
                  </a:lnTo>
                  <a:lnTo>
                    <a:pt x="302133" y="265774"/>
                  </a:lnTo>
                  <a:lnTo>
                    <a:pt x="305189" y="261450"/>
                  </a:lnTo>
                  <a:lnTo>
                    <a:pt x="308107" y="257031"/>
                  </a:lnTo>
                  <a:lnTo>
                    <a:pt x="310883" y="252521"/>
                  </a:lnTo>
                  <a:lnTo>
                    <a:pt x="313515" y="247927"/>
                  </a:lnTo>
                  <a:lnTo>
                    <a:pt x="316000" y="243251"/>
                  </a:lnTo>
                  <a:lnTo>
                    <a:pt x="318336" y="238499"/>
                  </a:lnTo>
                  <a:lnTo>
                    <a:pt x="320520" y="233675"/>
                  </a:lnTo>
                  <a:lnTo>
                    <a:pt x="322550" y="228784"/>
                  </a:lnTo>
                  <a:lnTo>
                    <a:pt x="324424" y="223832"/>
                  </a:lnTo>
                  <a:lnTo>
                    <a:pt x="326141" y="218823"/>
                  </a:lnTo>
                  <a:lnTo>
                    <a:pt x="327698" y="213762"/>
                  </a:lnTo>
                  <a:lnTo>
                    <a:pt x="329094" y="208654"/>
                  </a:lnTo>
                  <a:lnTo>
                    <a:pt x="330327" y="203504"/>
                  </a:lnTo>
                  <a:lnTo>
                    <a:pt x="331397" y="198318"/>
                  </a:lnTo>
                  <a:lnTo>
                    <a:pt x="332302" y="193101"/>
                  </a:lnTo>
                  <a:lnTo>
                    <a:pt x="333041" y="187858"/>
                  </a:lnTo>
                  <a:lnTo>
                    <a:pt x="333614" y="182594"/>
                  </a:lnTo>
                  <a:lnTo>
                    <a:pt x="334019" y="177314"/>
                  </a:lnTo>
                  <a:lnTo>
                    <a:pt x="334258" y="172024"/>
                  </a:lnTo>
                  <a:lnTo>
                    <a:pt x="334328" y="166729"/>
                  </a:lnTo>
                  <a:lnTo>
                    <a:pt x="334231" y="161435"/>
                  </a:lnTo>
                  <a:lnTo>
                    <a:pt x="333967" y="156147"/>
                  </a:lnTo>
                  <a:lnTo>
                    <a:pt x="333535" y="150869"/>
                  </a:lnTo>
                  <a:lnTo>
                    <a:pt x="332936" y="145608"/>
                  </a:lnTo>
                  <a:lnTo>
                    <a:pt x="332170" y="140368"/>
                  </a:lnTo>
                  <a:lnTo>
                    <a:pt x="331240" y="135156"/>
                  </a:lnTo>
                  <a:lnTo>
                    <a:pt x="330144" y="129975"/>
                  </a:lnTo>
                  <a:lnTo>
                    <a:pt x="328885" y="124832"/>
                  </a:lnTo>
                  <a:lnTo>
                    <a:pt x="327464" y="119731"/>
                  </a:lnTo>
                  <a:lnTo>
                    <a:pt x="325882" y="114677"/>
                  </a:lnTo>
                  <a:lnTo>
                    <a:pt x="324140" y="109677"/>
                  </a:lnTo>
                  <a:lnTo>
                    <a:pt x="322241" y="104734"/>
                  </a:lnTo>
                  <a:lnTo>
                    <a:pt x="320187" y="99853"/>
                  </a:lnTo>
                  <a:lnTo>
                    <a:pt x="317979" y="95041"/>
                  </a:lnTo>
                  <a:lnTo>
                    <a:pt x="315620" y="90300"/>
                  </a:lnTo>
                  <a:lnTo>
                    <a:pt x="313111" y="85637"/>
                  </a:lnTo>
                  <a:lnTo>
                    <a:pt x="310456" y="81055"/>
                  </a:lnTo>
                  <a:lnTo>
                    <a:pt x="307658" y="76560"/>
                  </a:lnTo>
                  <a:lnTo>
                    <a:pt x="304718" y="72155"/>
                  </a:lnTo>
                  <a:lnTo>
                    <a:pt x="301641" y="67846"/>
                  </a:lnTo>
                  <a:lnTo>
                    <a:pt x="298428" y="63637"/>
                  </a:lnTo>
                  <a:lnTo>
                    <a:pt x="295084" y="59531"/>
                  </a:lnTo>
                  <a:lnTo>
                    <a:pt x="291612" y="55534"/>
                  </a:lnTo>
                  <a:lnTo>
                    <a:pt x="288014" y="51648"/>
                  </a:lnTo>
                  <a:lnTo>
                    <a:pt x="284296" y="47879"/>
                  </a:lnTo>
                  <a:lnTo>
                    <a:pt x="280460" y="44229"/>
                  </a:lnTo>
                  <a:lnTo>
                    <a:pt x="276510" y="40702"/>
                  </a:lnTo>
                  <a:lnTo>
                    <a:pt x="272450" y="37302"/>
                  </a:lnTo>
                  <a:lnTo>
                    <a:pt x="268285" y="34032"/>
                  </a:lnTo>
                  <a:lnTo>
                    <a:pt x="264018" y="30896"/>
                  </a:lnTo>
                  <a:lnTo>
                    <a:pt x="259654" y="27897"/>
                  </a:lnTo>
                  <a:lnTo>
                    <a:pt x="255198" y="25038"/>
                  </a:lnTo>
                  <a:lnTo>
                    <a:pt x="250653" y="22321"/>
                  </a:lnTo>
                  <a:lnTo>
                    <a:pt x="246024" y="19749"/>
                  </a:lnTo>
                  <a:lnTo>
                    <a:pt x="241316" y="17325"/>
                  </a:lnTo>
                  <a:lnTo>
                    <a:pt x="236534" y="15052"/>
                  </a:lnTo>
                  <a:lnTo>
                    <a:pt x="231682" y="12931"/>
                  </a:lnTo>
                  <a:lnTo>
                    <a:pt x="226765" y="10965"/>
                  </a:lnTo>
                  <a:lnTo>
                    <a:pt x="221789" y="9155"/>
                  </a:lnTo>
                  <a:lnTo>
                    <a:pt x="216758" y="7504"/>
                  </a:lnTo>
                  <a:lnTo>
                    <a:pt x="211677" y="6014"/>
                  </a:lnTo>
                  <a:lnTo>
                    <a:pt x="206551" y="4685"/>
                  </a:lnTo>
                  <a:lnTo>
                    <a:pt x="201386" y="3519"/>
                  </a:lnTo>
                  <a:lnTo>
                    <a:pt x="196186" y="2517"/>
                  </a:lnTo>
                  <a:lnTo>
                    <a:pt x="190958" y="1680"/>
                  </a:lnTo>
                  <a:lnTo>
                    <a:pt x="185705" y="1009"/>
                  </a:lnTo>
                  <a:lnTo>
                    <a:pt x="180434" y="505"/>
                  </a:lnTo>
                  <a:lnTo>
                    <a:pt x="175149" y="169"/>
                  </a:lnTo>
                  <a:lnTo>
                    <a:pt x="169857" y="0"/>
                  </a:lnTo>
                  <a:lnTo>
                    <a:pt x="167162" y="1671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83779" y="3170392"/>
              <a:ext cx="2695" cy="167167"/>
            </a:xfrm>
            <a:custGeom>
              <a:avLst/>
              <a:pathLst>
                <a:path w="2695" h="167167">
                  <a:moveTo>
                    <a:pt x="2695" y="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1851" y="2633064"/>
              <a:ext cx="167160" cy="174128"/>
            </a:xfrm>
            <a:custGeom>
              <a:avLst/>
              <a:pathLst>
                <a:path w="167160" h="174128">
                  <a:moveTo>
                    <a:pt x="167160" y="0"/>
                  </a:moveTo>
                  <a:lnTo>
                    <a:pt x="161769" y="86"/>
                  </a:lnTo>
                  <a:lnTo>
                    <a:pt x="156385" y="347"/>
                  </a:lnTo>
                  <a:lnTo>
                    <a:pt x="151012" y="781"/>
                  </a:lnTo>
                  <a:lnTo>
                    <a:pt x="145655" y="1388"/>
                  </a:lnTo>
                  <a:lnTo>
                    <a:pt x="140321" y="2168"/>
                  </a:lnTo>
                  <a:lnTo>
                    <a:pt x="135015" y="3119"/>
                  </a:lnTo>
                  <a:lnTo>
                    <a:pt x="129742" y="4241"/>
                  </a:lnTo>
                  <a:lnTo>
                    <a:pt x="124508" y="5532"/>
                  </a:lnTo>
                  <a:lnTo>
                    <a:pt x="119319" y="6991"/>
                  </a:lnTo>
                  <a:lnTo>
                    <a:pt x="114179" y="8617"/>
                  </a:lnTo>
                  <a:lnTo>
                    <a:pt x="109095" y="10408"/>
                  </a:lnTo>
                  <a:lnTo>
                    <a:pt x="104070" y="12362"/>
                  </a:lnTo>
                  <a:lnTo>
                    <a:pt x="99112" y="14476"/>
                  </a:lnTo>
                  <a:lnTo>
                    <a:pt x="94224" y="16750"/>
                  </a:lnTo>
                  <a:lnTo>
                    <a:pt x="89412" y="19180"/>
                  </a:lnTo>
                  <a:lnTo>
                    <a:pt x="84681" y="21763"/>
                  </a:lnTo>
                  <a:lnTo>
                    <a:pt x="80035" y="24498"/>
                  </a:lnTo>
                  <a:lnTo>
                    <a:pt x="75480" y="27382"/>
                  </a:lnTo>
                  <a:lnTo>
                    <a:pt x="71021" y="30411"/>
                  </a:lnTo>
                  <a:lnTo>
                    <a:pt x="66661" y="33582"/>
                  </a:lnTo>
                  <a:lnTo>
                    <a:pt x="62406" y="36891"/>
                  </a:lnTo>
                  <a:lnTo>
                    <a:pt x="58260" y="40337"/>
                  </a:lnTo>
                  <a:lnTo>
                    <a:pt x="54227" y="43914"/>
                  </a:lnTo>
                  <a:lnTo>
                    <a:pt x="50312" y="47619"/>
                  </a:lnTo>
                  <a:lnTo>
                    <a:pt x="46518" y="51449"/>
                  </a:lnTo>
                  <a:lnTo>
                    <a:pt x="42850" y="55399"/>
                  </a:lnTo>
                  <a:lnTo>
                    <a:pt x="39311" y="59465"/>
                  </a:lnTo>
                  <a:lnTo>
                    <a:pt x="35904" y="63644"/>
                  </a:lnTo>
                  <a:lnTo>
                    <a:pt x="32635" y="67930"/>
                  </a:lnTo>
                  <a:lnTo>
                    <a:pt x="29505" y="72319"/>
                  </a:lnTo>
                  <a:lnTo>
                    <a:pt x="26518" y="76807"/>
                  </a:lnTo>
                  <a:lnTo>
                    <a:pt x="23678" y="81388"/>
                  </a:lnTo>
                  <a:lnTo>
                    <a:pt x="20987" y="86059"/>
                  </a:lnTo>
                  <a:lnTo>
                    <a:pt x="18448" y="90815"/>
                  </a:lnTo>
                  <a:lnTo>
                    <a:pt x="16063" y="95649"/>
                  </a:lnTo>
                  <a:lnTo>
                    <a:pt x="13836" y="100558"/>
                  </a:lnTo>
                  <a:lnTo>
                    <a:pt x="11768" y="105537"/>
                  </a:lnTo>
                  <a:lnTo>
                    <a:pt x="9861" y="110579"/>
                  </a:lnTo>
                  <a:lnTo>
                    <a:pt x="8118" y="115680"/>
                  </a:lnTo>
                  <a:lnTo>
                    <a:pt x="6541" y="120835"/>
                  </a:lnTo>
                  <a:lnTo>
                    <a:pt x="5131" y="126038"/>
                  </a:lnTo>
                  <a:lnTo>
                    <a:pt x="3889" y="131284"/>
                  </a:lnTo>
                  <a:lnTo>
                    <a:pt x="2817" y="136567"/>
                  </a:lnTo>
                  <a:lnTo>
                    <a:pt x="1915" y="141882"/>
                  </a:lnTo>
                  <a:lnTo>
                    <a:pt x="1186" y="147223"/>
                  </a:lnTo>
                  <a:lnTo>
                    <a:pt x="629" y="152585"/>
                  </a:lnTo>
                  <a:lnTo>
                    <a:pt x="246" y="157962"/>
                  </a:lnTo>
                  <a:lnTo>
                    <a:pt x="36" y="163349"/>
                  </a:lnTo>
                  <a:lnTo>
                    <a:pt x="0" y="168739"/>
                  </a:lnTo>
                  <a:lnTo>
                    <a:pt x="137" y="174128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1989" y="2800231"/>
              <a:ext cx="167022" cy="6961"/>
            </a:xfrm>
            <a:custGeom>
              <a:avLst/>
              <a:pathLst>
                <a:path w="167022" h="6961">
                  <a:moveTo>
                    <a:pt x="0" y="6961"/>
                  </a:moveTo>
                  <a:lnTo>
                    <a:pt x="16702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1989" y="2676978"/>
              <a:ext cx="334187" cy="290414"/>
            </a:xfrm>
            <a:custGeom>
              <a:avLst/>
              <a:pathLst>
                <a:path w="334187" h="290414">
                  <a:moveTo>
                    <a:pt x="0" y="130214"/>
                  </a:moveTo>
                  <a:lnTo>
                    <a:pt x="304" y="135502"/>
                  </a:lnTo>
                  <a:lnTo>
                    <a:pt x="776" y="140777"/>
                  </a:lnTo>
                  <a:lnTo>
                    <a:pt x="1414" y="146035"/>
                  </a:lnTo>
                  <a:lnTo>
                    <a:pt x="2219" y="151270"/>
                  </a:lnTo>
                  <a:lnTo>
                    <a:pt x="3189" y="156477"/>
                  </a:lnTo>
                  <a:lnTo>
                    <a:pt x="4324" y="161651"/>
                  </a:lnTo>
                  <a:lnTo>
                    <a:pt x="5622" y="166786"/>
                  </a:lnTo>
                  <a:lnTo>
                    <a:pt x="7083" y="171877"/>
                  </a:lnTo>
                  <a:lnTo>
                    <a:pt x="8703" y="176920"/>
                  </a:lnTo>
                  <a:lnTo>
                    <a:pt x="10483" y="181908"/>
                  </a:lnTo>
                  <a:lnTo>
                    <a:pt x="12420" y="186838"/>
                  </a:lnTo>
                  <a:lnTo>
                    <a:pt x="14512" y="191704"/>
                  </a:lnTo>
                  <a:lnTo>
                    <a:pt x="16757" y="196501"/>
                  </a:lnTo>
                  <a:lnTo>
                    <a:pt x="19153" y="201225"/>
                  </a:lnTo>
                  <a:lnTo>
                    <a:pt x="21697" y="205870"/>
                  </a:lnTo>
                  <a:lnTo>
                    <a:pt x="24387" y="210433"/>
                  </a:lnTo>
                  <a:lnTo>
                    <a:pt x="27221" y="214907"/>
                  </a:lnTo>
                  <a:lnTo>
                    <a:pt x="30195" y="219290"/>
                  </a:lnTo>
                  <a:lnTo>
                    <a:pt x="33306" y="223577"/>
                  </a:lnTo>
                  <a:lnTo>
                    <a:pt x="36551" y="227763"/>
                  </a:lnTo>
                  <a:lnTo>
                    <a:pt x="39928" y="231844"/>
                  </a:lnTo>
                  <a:lnTo>
                    <a:pt x="43432" y="235815"/>
                  </a:lnTo>
                  <a:lnTo>
                    <a:pt x="47060" y="239674"/>
                  </a:lnTo>
                  <a:lnTo>
                    <a:pt x="50808" y="243416"/>
                  </a:lnTo>
                  <a:lnTo>
                    <a:pt x="54673" y="247038"/>
                  </a:lnTo>
                  <a:lnTo>
                    <a:pt x="58651" y="250535"/>
                  </a:lnTo>
                  <a:lnTo>
                    <a:pt x="62738" y="253904"/>
                  </a:lnTo>
                  <a:lnTo>
                    <a:pt x="66930" y="257142"/>
                  </a:lnTo>
                  <a:lnTo>
                    <a:pt x="71221" y="260246"/>
                  </a:lnTo>
                  <a:lnTo>
                    <a:pt x="75609" y="263212"/>
                  </a:lnTo>
                  <a:lnTo>
                    <a:pt x="80089" y="266038"/>
                  </a:lnTo>
                  <a:lnTo>
                    <a:pt x="84656" y="268720"/>
                  </a:lnTo>
                  <a:lnTo>
                    <a:pt x="89306" y="271257"/>
                  </a:lnTo>
                  <a:lnTo>
                    <a:pt x="94034" y="273644"/>
                  </a:lnTo>
                  <a:lnTo>
                    <a:pt x="98835" y="275881"/>
                  </a:lnTo>
                  <a:lnTo>
                    <a:pt x="103705" y="277965"/>
                  </a:lnTo>
                  <a:lnTo>
                    <a:pt x="108638" y="279893"/>
                  </a:lnTo>
                  <a:lnTo>
                    <a:pt x="113629" y="281664"/>
                  </a:lnTo>
                  <a:lnTo>
                    <a:pt x="118675" y="283276"/>
                  </a:lnTo>
                  <a:lnTo>
                    <a:pt x="123769" y="284727"/>
                  </a:lnTo>
                  <a:lnTo>
                    <a:pt x="128906" y="286016"/>
                  </a:lnTo>
                  <a:lnTo>
                    <a:pt x="134081" y="287142"/>
                  </a:lnTo>
                  <a:lnTo>
                    <a:pt x="139290" y="288104"/>
                  </a:lnTo>
                  <a:lnTo>
                    <a:pt x="144526" y="288899"/>
                  </a:lnTo>
                  <a:lnTo>
                    <a:pt x="149786" y="289529"/>
                  </a:lnTo>
                  <a:lnTo>
                    <a:pt x="155062" y="289992"/>
                  </a:lnTo>
                  <a:lnTo>
                    <a:pt x="160350" y="290287"/>
                  </a:lnTo>
                  <a:lnTo>
                    <a:pt x="165645" y="290414"/>
                  </a:lnTo>
                  <a:lnTo>
                    <a:pt x="170942" y="290374"/>
                  </a:lnTo>
                  <a:lnTo>
                    <a:pt x="176234" y="290166"/>
                  </a:lnTo>
                  <a:lnTo>
                    <a:pt x="181517" y="289790"/>
                  </a:lnTo>
                  <a:lnTo>
                    <a:pt x="186786" y="289247"/>
                  </a:lnTo>
                  <a:lnTo>
                    <a:pt x="192035" y="288538"/>
                  </a:lnTo>
                  <a:lnTo>
                    <a:pt x="197259" y="287663"/>
                  </a:lnTo>
                  <a:lnTo>
                    <a:pt x="202452" y="286622"/>
                  </a:lnTo>
                  <a:lnTo>
                    <a:pt x="207610" y="285418"/>
                  </a:lnTo>
                  <a:lnTo>
                    <a:pt x="212727" y="284051"/>
                  </a:lnTo>
                  <a:lnTo>
                    <a:pt x="217798" y="282522"/>
                  </a:lnTo>
                  <a:lnTo>
                    <a:pt x="222818" y="280833"/>
                  </a:lnTo>
                  <a:lnTo>
                    <a:pt x="227782" y="278987"/>
                  </a:lnTo>
                  <a:lnTo>
                    <a:pt x="232686" y="276984"/>
                  </a:lnTo>
                  <a:lnTo>
                    <a:pt x="237523" y="274826"/>
                  </a:lnTo>
                  <a:lnTo>
                    <a:pt x="242289" y="272517"/>
                  </a:lnTo>
                  <a:lnTo>
                    <a:pt x="246980" y="270057"/>
                  </a:lnTo>
                  <a:lnTo>
                    <a:pt x="251591" y="267450"/>
                  </a:lnTo>
                  <a:lnTo>
                    <a:pt x="256117" y="264699"/>
                  </a:lnTo>
                  <a:lnTo>
                    <a:pt x="260553" y="261805"/>
                  </a:lnTo>
                  <a:lnTo>
                    <a:pt x="264896" y="258773"/>
                  </a:lnTo>
                  <a:lnTo>
                    <a:pt x="269140" y="255604"/>
                  </a:lnTo>
                  <a:lnTo>
                    <a:pt x="273281" y="252302"/>
                  </a:lnTo>
                  <a:lnTo>
                    <a:pt x="277316" y="248871"/>
                  </a:lnTo>
                  <a:lnTo>
                    <a:pt x="281241" y="245314"/>
                  </a:lnTo>
                  <a:lnTo>
                    <a:pt x="285050" y="241634"/>
                  </a:lnTo>
                  <a:lnTo>
                    <a:pt x="288741" y="237836"/>
                  </a:lnTo>
                  <a:lnTo>
                    <a:pt x="292310" y="233922"/>
                  </a:lnTo>
                  <a:lnTo>
                    <a:pt x="295753" y="229897"/>
                  </a:lnTo>
                  <a:lnTo>
                    <a:pt x="299067" y="225766"/>
                  </a:lnTo>
                  <a:lnTo>
                    <a:pt x="302249" y="221531"/>
                  </a:lnTo>
                  <a:lnTo>
                    <a:pt x="305294" y="217198"/>
                  </a:lnTo>
                  <a:lnTo>
                    <a:pt x="308201" y="212770"/>
                  </a:lnTo>
                  <a:lnTo>
                    <a:pt x="310966" y="208252"/>
                  </a:lnTo>
                  <a:lnTo>
                    <a:pt x="313587" y="203650"/>
                  </a:lnTo>
                  <a:lnTo>
                    <a:pt x="316060" y="198966"/>
                  </a:lnTo>
                  <a:lnTo>
                    <a:pt x="318384" y="194206"/>
                  </a:lnTo>
                  <a:lnTo>
                    <a:pt x="320556" y="189376"/>
                  </a:lnTo>
                  <a:lnTo>
                    <a:pt x="322574" y="184478"/>
                  </a:lnTo>
                  <a:lnTo>
                    <a:pt x="324435" y="179520"/>
                  </a:lnTo>
                  <a:lnTo>
                    <a:pt x="326139" y="174505"/>
                  </a:lnTo>
                  <a:lnTo>
                    <a:pt x="327683" y="169438"/>
                  </a:lnTo>
                  <a:lnTo>
                    <a:pt x="329065" y="164325"/>
                  </a:lnTo>
                  <a:lnTo>
                    <a:pt x="330285" y="159171"/>
                  </a:lnTo>
                  <a:lnTo>
                    <a:pt x="331341" y="153981"/>
                  </a:lnTo>
                  <a:lnTo>
                    <a:pt x="332232" y="148760"/>
                  </a:lnTo>
                  <a:lnTo>
                    <a:pt x="332957" y="143513"/>
                  </a:lnTo>
                  <a:lnTo>
                    <a:pt x="333516" y="138246"/>
                  </a:lnTo>
                  <a:lnTo>
                    <a:pt x="333907" y="132964"/>
                  </a:lnTo>
                  <a:lnTo>
                    <a:pt x="334131" y="127672"/>
                  </a:lnTo>
                  <a:lnTo>
                    <a:pt x="334187" y="122376"/>
                  </a:lnTo>
                  <a:lnTo>
                    <a:pt x="334075" y="117080"/>
                  </a:lnTo>
                  <a:lnTo>
                    <a:pt x="333796" y="111791"/>
                  </a:lnTo>
                  <a:lnTo>
                    <a:pt x="333349" y="106513"/>
                  </a:lnTo>
                  <a:lnTo>
                    <a:pt x="332735" y="101253"/>
                  </a:lnTo>
                  <a:lnTo>
                    <a:pt x="331955" y="96014"/>
                  </a:lnTo>
                  <a:lnTo>
                    <a:pt x="331010" y="90802"/>
                  </a:lnTo>
                  <a:lnTo>
                    <a:pt x="329899" y="85623"/>
                  </a:lnTo>
                  <a:lnTo>
                    <a:pt x="328625" y="80482"/>
                  </a:lnTo>
                  <a:lnTo>
                    <a:pt x="327189" y="75384"/>
                  </a:lnTo>
                  <a:lnTo>
                    <a:pt x="325592" y="70334"/>
                  </a:lnTo>
                  <a:lnTo>
                    <a:pt x="323836" y="65337"/>
                  </a:lnTo>
                  <a:lnTo>
                    <a:pt x="321923" y="60398"/>
                  </a:lnTo>
                  <a:lnTo>
                    <a:pt x="319854" y="55522"/>
                  </a:lnTo>
                  <a:lnTo>
                    <a:pt x="317631" y="50715"/>
                  </a:lnTo>
                  <a:lnTo>
                    <a:pt x="315258" y="45980"/>
                  </a:lnTo>
                  <a:lnTo>
                    <a:pt x="312735" y="41322"/>
                  </a:lnTo>
                  <a:lnTo>
                    <a:pt x="310067" y="36747"/>
                  </a:lnTo>
                  <a:lnTo>
                    <a:pt x="307254" y="32259"/>
                  </a:lnTo>
                  <a:lnTo>
                    <a:pt x="304301" y="27862"/>
                  </a:lnTo>
                  <a:lnTo>
                    <a:pt x="301210" y="23561"/>
                  </a:lnTo>
                  <a:lnTo>
                    <a:pt x="297985" y="19360"/>
                  </a:lnTo>
                  <a:lnTo>
                    <a:pt x="294628" y="15263"/>
                  </a:lnTo>
                  <a:lnTo>
                    <a:pt x="291143" y="11275"/>
                  </a:lnTo>
                  <a:lnTo>
                    <a:pt x="287533" y="7399"/>
                  </a:lnTo>
                  <a:lnTo>
                    <a:pt x="283802" y="3639"/>
                  </a:lnTo>
                  <a:lnTo>
                    <a:pt x="279954" y="0"/>
                  </a:lnTo>
                  <a:lnTo>
                    <a:pt x="167022" y="1232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919011" y="2633064"/>
              <a:ext cx="112932" cy="167167"/>
            </a:xfrm>
            <a:custGeom>
              <a:avLst/>
              <a:pathLst>
                <a:path w="112932" h="167167">
                  <a:moveTo>
                    <a:pt x="112932" y="43914"/>
                  </a:moveTo>
                  <a:lnTo>
                    <a:pt x="108713" y="40177"/>
                  </a:lnTo>
                  <a:lnTo>
                    <a:pt x="104370" y="36585"/>
                  </a:lnTo>
                  <a:lnTo>
                    <a:pt x="99909" y="33141"/>
                  </a:lnTo>
                  <a:lnTo>
                    <a:pt x="95335" y="29849"/>
                  </a:lnTo>
                  <a:lnTo>
                    <a:pt x="90652" y="26714"/>
                  </a:lnTo>
                  <a:lnTo>
                    <a:pt x="85866" y="23738"/>
                  </a:lnTo>
                  <a:lnTo>
                    <a:pt x="80982" y="20925"/>
                  </a:lnTo>
                  <a:lnTo>
                    <a:pt x="76007" y="18278"/>
                  </a:lnTo>
                  <a:lnTo>
                    <a:pt x="70945" y="15801"/>
                  </a:lnTo>
                  <a:lnTo>
                    <a:pt x="65802" y="13495"/>
                  </a:lnTo>
                  <a:lnTo>
                    <a:pt x="60584" y="11364"/>
                  </a:lnTo>
                  <a:lnTo>
                    <a:pt x="55298" y="9411"/>
                  </a:lnTo>
                  <a:lnTo>
                    <a:pt x="49949" y="7636"/>
                  </a:lnTo>
                  <a:lnTo>
                    <a:pt x="44543" y="6043"/>
                  </a:lnTo>
                  <a:lnTo>
                    <a:pt x="39087" y="4633"/>
                  </a:lnTo>
                  <a:lnTo>
                    <a:pt x="33586" y="3408"/>
                  </a:lnTo>
                  <a:lnTo>
                    <a:pt x="28046" y="2369"/>
                  </a:lnTo>
                  <a:lnTo>
                    <a:pt x="22475" y="1517"/>
                  </a:lnTo>
                  <a:lnTo>
                    <a:pt x="16879" y="854"/>
                  </a:lnTo>
                  <a:lnTo>
                    <a:pt x="11263" y="379"/>
                  </a:lnTo>
                  <a:lnTo>
                    <a:pt x="5634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29415" y="2126963"/>
              <a:ext cx="99056" cy="167167"/>
            </a:xfrm>
            <a:custGeom>
              <a:avLst/>
              <a:pathLst>
                <a:path w="99056" h="167167">
                  <a:moveTo>
                    <a:pt x="99056" y="0"/>
                  </a:moveTo>
                  <a:lnTo>
                    <a:pt x="93477" y="93"/>
                  </a:lnTo>
                  <a:lnTo>
                    <a:pt x="87904" y="372"/>
                  </a:lnTo>
                  <a:lnTo>
                    <a:pt x="82343" y="837"/>
                  </a:lnTo>
                  <a:lnTo>
                    <a:pt x="76802" y="1487"/>
                  </a:lnTo>
                  <a:lnTo>
                    <a:pt x="71285" y="2322"/>
                  </a:lnTo>
                  <a:lnTo>
                    <a:pt x="65798" y="3341"/>
                  </a:lnTo>
                  <a:lnTo>
                    <a:pt x="60349" y="4542"/>
                  </a:lnTo>
                  <a:lnTo>
                    <a:pt x="54943" y="5925"/>
                  </a:lnTo>
                  <a:lnTo>
                    <a:pt x="49587" y="7487"/>
                  </a:lnTo>
                  <a:lnTo>
                    <a:pt x="44285" y="9227"/>
                  </a:lnTo>
                  <a:lnTo>
                    <a:pt x="39044" y="11143"/>
                  </a:lnTo>
                  <a:lnTo>
                    <a:pt x="33871" y="13232"/>
                  </a:lnTo>
                  <a:lnTo>
                    <a:pt x="28769" y="15494"/>
                  </a:lnTo>
                  <a:lnTo>
                    <a:pt x="23747" y="17924"/>
                  </a:lnTo>
                  <a:lnTo>
                    <a:pt x="18808" y="20521"/>
                  </a:lnTo>
                  <a:lnTo>
                    <a:pt x="13958" y="23280"/>
                  </a:lnTo>
                  <a:lnTo>
                    <a:pt x="9203" y="26201"/>
                  </a:lnTo>
                  <a:lnTo>
                    <a:pt x="4549" y="29278"/>
                  </a:lnTo>
                  <a:lnTo>
                    <a:pt x="0" y="32509"/>
                  </a:lnTo>
                  <a:lnTo>
                    <a:pt x="9905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561315" y="2159473"/>
              <a:ext cx="246095" cy="301810"/>
            </a:xfrm>
            <a:custGeom>
              <a:avLst/>
              <a:pathLst>
                <a:path w="246095" h="301810">
                  <a:moveTo>
                    <a:pt x="68100" y="0"/>
                  </a:moveTo>
                  <a:lnTo>
                    <a:pt x="63855" y="3228"/>
                  </a:lnTo>
                  <a:lnTo>
                    <a:pt x="59715" y="6590"/>
                  </a:lnTo>
                  <a:lnTo>
                    <a:pt x="55684" y="10083"/>
                  </a:lnTo>
                  <a:lnTo>
                    <a:pt x="51767" y="13702"/>
                  </a:lnTo>
                  <a:lnTo>
                    <a:pt x="47967" y="17445"/>
                  </a:lnTo>
                  <a:lnTo>
                    <a:pt x="44288" y="21307"/>
                  </a:lnTo>
                  <a:lnTo>
                    <a:pt x="40735" y="25284"/>
                  </a:lnTo>
                  <a:lnTo>
                    <a:pt x="37310" y="29373"/>
                  </a:lnTo>
                  <a:lnTo>
                    <a:pt x="34018" y="33568"/>
                  </a:lnTo>
                  <a:lnTo>
                    <a:pt x="30860" y="37867"/>
                  </a:lnTo>
                  <a:lnTo>
                    <a:pt x="27842" y="42264"/>
                  </a:lnTo>
                  <a:lnTo>
                    <a:pt x="24966" y="46755"/>
                  </a:lnTo>
                  <a:lnTo>
                    <a:pt x="22234" y="51336"/>
                  </a:lnTo>
                  <a:lnTo>
                    <a:pt x="19650" y="56002"/>
                  </a:lnTo>
                  <a:lnTo>
                    <a:pt x="17216" y="60747"/>
                  </a:lnTo>
                  <a:lnTo>
                    <a:pt x="14934" y="65568"/>
                  </a:lnTo>
                  <a:lnTo>
                    <a:pt x="12808" y="70459"/>
                  </a:lnTo>
                  <a:lnTo>
                    <a:pt x="10838" y="75416"/>
                  </a:lnTo>
                  <a:lnTo>
                    <a:pt x="9028" y="80432"/>
                  </a:lnTo>
                  <a:lnTo>
                    <a:pt x="7379" y="85504"/>
                  </a:lnTo>
                  <a:lnTo>
                    <a:pt x="5892" y="90626"/>
                  </a:lnTo>
                  <a:lnTo>
                    <a:pt x="4569" y="95793"/>
                  </a:lnTo>
                  <a:lnTo>
                    <a:pt x="3412" y="101000"/>
                  </a:lnTo>
                  <a:lnTo>
                    <a:pt x="2422" y="106240"/>
                  </a:lnTo>
                  <a:lnTo>
                    <a:pt x="1599" y="111510"/>
                  </a:lnTo>
                  <a:lnTo>
                    <a:pt x="945" y="116803"/>
                  </a:lnTo>
                  <a:lnTo>
                    <a:pt x="460" y="122114"/>
                  </a:lnTo>
                  <a:lnTo>
                    <a:pt x="145" y="127438"/>
                  </a:lnTo>
                  <a:lnTo>
                    <a:pt x="0" y="132770"/>
                  </a:lnTo>
                  <a:lnTo>
                    <a:pt x="24" y="138103"/>
                  </a:lnTo>
                  <a:lnTo>
                    <a:pt x="219" y="143433"/>
                  </a:lnTo>
                  <a:lnTo>
                    <a:pt x="584" y="148754"/>
                  </a:lnTo>
                  <a:lnTo>
                    <a:pt x="1119" y="154060"/>
                  </a:lnTo>
                  <a:lnTo>
                    <a:pt x="1822" y="159347"/>
                  </a:lnTo>
                  <a:lnTo>
                    <a:pt x="2694" y="164609"/>
                  </a:lnTo>
                  <a:lnTo>
                    <a:pt x="3733" y="169840"/>
                  </a:lnTo>
                  <a:lnTo>
                    <a:pt x="4939" y="175035"/>
                  </a:lnTo>
                  <a:lnTo>
                    <a:pt x="6309" y="180190"/>
                  </a:lnTo>
                  <a:lnTo>
                    <a:pt x="7844" y="185298"/>
                  </a:lnTo>
                  <a:lnTo>
                    <a:pt x="9540" y="190354"/>
                  </a:lnTo>
                  <a:lnTo>
                    <a:pt x="11397" y="195354"/>
                  </a:lnTo>
                  <a:lnTo>
                    <a:pt x="13413" y="200292"/>
                  </a:lnTo>
                  <a:lnTo>
                    <a:pt x="15585" y="205163"/>
                  </a:lnTo>
                  <a:lnTo>
                    <a:pt x="17911" y="209962"/>
                  </a:lnTo>
                  <a:lnTo>
                    <a:pt x="20389" y="214685"/>
                  </a:lnTo>
                  <a:lnTo>
                    <a:pt x="23017" y="219326"/>
                  </a:lnTo>
                  <a:lnTo>
                    <a:pt x="25791" y="223881"/>
                  </a:lnTo>
                  <a:lnTo>
                    <a:pt x="28709" y="228345"/>
                  </a:lnTo>
                  <a:lnTo>
                    <a:pt x="31768" y="232714"/>
                  </a:lnTo>
                  <a:lnTo>
                    <a:pt x="34965" y="236983"/>
                  </a:lnTo>
                  <a:lnTo>
                    <a:pt x="38297" y="241148"/>
                  </a:lnTo>
                  <a:lnTo>
                    <a:pt x="41760" y="245205"/>
                  </a:lnTo>
                  <a:lnTo>
                    <a:pt x="45350" y="249148"/>
                  </a:lnTo>
                  <a:lnTo>
                    <a:pt x="49064" y="252976"/>
                  </a:lnTo>
                  <a:lnTo>
                    <a:pt x="52899" y="256683"/>
                  </a:lnTo>
                  <a:lnTo>
                    <a:pt x="56850" y="260266"/>
                  </a:lnTo>
                  <a:lnTo>
                    <a:pt x="60913" y="263721"/>
                  </a:lnTo>
                  <a:lnTo>
                    <a:pt x="65084" y="267044"/>
                  </a:lnTo>
                  <a:lnTo>
                    <a:pt x="69359" y="270233"/>
                  </a:lnTo>
                  <a:lnTo>
                    <a:pt x="73734" y="273284"/>
                  </a:lnTo>
                  <a:lnTo>
                    <a:pt x="78204" y="276193"/>
                  </a:lnTo>
                  <a:lnTo>
                    <a:pt x="82764" y="278959"/>
                  </a:lnTo>
                  <a:lnTo>
                    <a:pt x="87410" y="281578"/>
                  </a:lnTo>
                  <a:lnTo>
                    <a:pt x="92138" y="284047"/>
                  </a:lnTo>
                  <a:lnTo>
                    <a:pt x="96941" y="286364"/>
                  </a:lnTo>
                  <a:lnTo>
                    <a:pt x="101817" y="288527"/>
                  </a:lnTo>
                  <a:lnTo>
                    <a:pt x="106758" y="290533"/>
                  </a:lnTo>
                  <a:lnTo>
                    <a:pt x="111762" y="292380"/>
                  </a:lnTo>
                  <a:lnTo>
                    <a:pt x="116821" y="294067"/>
                  </a:lnTo>
                  <a:lnTo>
                    <a:pt x="121932" y="295591"/>
                  </a:lnTo>
                  <a:lnTo>
                    <a:pt x="127089" y="296952"/>
                  </a:lnTo>
                  <a:lnTo>
                    <a:pt x="132287" y="298148"/>
                  </a:lnTo>
                  <a:lnTo>
                    <a:pt x="137520" y="299177"/>
                  </a:lnTo>
                  <a:lnTo>
                    <a:pt x="142783" y="300039"/>
                  </a:lnTo>
                  <a:lnTo>
                    <a:pt x="148071" y="300732"/>
                  </a:lnTo>
                  <a:lnTo>
                    <a:pt x="153379" y="301256"/>
                  </a:lnTo>
                  <a:lnTo>
                    <a:pt x="158701" y="301611"/>
                  </a:lnTo>
                  <a:lnTo>
                    <a:pt x="164031" y="301796"/>
                  </a:lnTo>
                  <a:lnTo>
                    <a:pt x="169364" y="301810"/>
                  </a:lnTo>
                  <a:lnTo>
                    <a:pt x="174695" y="301655"/>
                  </a:lnTo>
                  <a:lnTo>
                    <a:pt x="180019" y="301329"/>
                  </a:lnTo>
                  <a:lnTo>
                    <a:pt x="185329" y="300834"/>
                  </a:lnTo>
                  <a:lnTo>
                    <a:pt x="190621" y="300170"/>
                  </a:lnTo>
                  <a:lnTo>
                    <a:pt x="195889" y="299337"/>
                  </a:lnTo>
                  <a:lnTo>
                    <a:pt x="201128" y="298337"/>
                  </a:lnTo>
                  <a:lnTo>
                    <a:pt x="206332" y="297170"/>
                  </a:lnTo>
                  <a:lnTo>
                    <a:pt x="211496" y="295837"/>
                  </a:lnTo>
                  <a:lnTo>
                    <a:pt x="216615" y="294341"/>
                  </a:lnTo>
                  <a:lnTo>
                    <a:pt x="221684" y="292682"/>
                  </a:lnTo>
                  <a:lnTo>
                    <a:pt x="226698" y="290862"/>
                  </a:lnTo>
                  <a:lnTo>
                    <a:pt x="231650" y="288883"/>
                  </a:lnTo>
                  <a:lnTo>
                    <a:pt x="236537" y="286747"/>
                  </a:lnTo>
                  <a:lnTo>
                    <a:pt x="241354" y="284456"/>
                  </a:lnTo>
                  <a:lnTo>
                    <a:pt x="246095" y="282013"/>
                  </a:lnTo>
                  <a:lnTo>
                    <a:pt x="167156" y="1346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728472" y="2126963"/>
              <a:ext cx="167163" cy="314523"/>
            </a:xfrm>
            <a:custGeom>
              <a:avLst/>
              <a:pathLst>
                <a:path w="167163" h="314523">
                  <a:moveTo>
                    <a:pt x="78938" y="314523"/>
                  </a:moveTo>
                  <a:lnTo>
                    <a:pt x="83601" y="311928"/>
                  </a:lnTo>
                  <a:lnTo>
                    <a:pt x="88179" y="309186"/>
                  </a:lnTo>
                  <a:lnTo>
                    <a:pt x="92668" y="306298"/>
                  </a:lnTo>
                  <a:lnTo>
                    <a:pt x="97061" y="303270"/>
                  </a:lnTo>
                  <a:lnTo>
                    <a:pt x="101356" y="300102"/>
                  </a:lnTo>
                  <a:lnTo>
                    <a:pt x="105548" y="296799"/>
                  </a:lnTo>
                  <a:lnTo>
                    <a:pt x="109632" y="293364"/>
                  </a:lnTo>
                  <a:lnTo>
                    <a:pt x="113604" y="289800"/>
                  </a:lnTo>
                  <a:lnTo>
                    <a:pt x="117461" y="286111"/>
                  </a:lnTo>
                  <a:lnTo>
                    <a:pt x="121198" y="282301"/>
                  </a:lnTo>
                  <a:lnTo>
                    <a:pt x="124811" y="278374"/>
                  </a:lnTo>
                  <a:lnTo>
                    <a:pt x="128297" y="274334"/>
                  </a:lnTo>
                  <a:lnTo>
                    <a:pt x="131652" y="270184"/>
                  </a:lnTo>
                  <a:lnTo>
                    <a:pt x="134874" y="265929"/>
                  </a:lnTo>
                  <a:lnTo>
                    <a:pt x="137957" y="261573"/>
                  </a:lnTo>
                  <a:lnTo>
                    <a:pt x="140901" y="257122"/>
                  </a:lnTo>
                  <a:lnTo>
                    <a:pt x="143700" y="252578"/>
                  </a:lnTo>
                  <a:lnTo>
                    <a:pt x="146353" y="247948"/>
                  </a:lnTo>
                  <a:lnTo>
                    <a:pt x="148857" y="243235"/>
                  </a:lnTo>
                  <a:lnTo>
                    <a:pt x="151209" y="238445"/>
                  </a:lnTo>
                  <a:lnTo>
                    <a:pt x="153407" y="233582"/>
                  </a:lnTo>
                  <a:lnTo>
                    <a:pt x="155449" y="228651"/>
                  </a:lnTo>
                  <a:lnTo>
                    <a:pt x="157333" y="223658"/>
                  </a:lnTo>
                  <a:lnTo>
                    <a:pt x="159056" y="218607"/>
                  </a:lnTo>
                  <a:lnTo>
                    <a:pt x="160617" y="213504"/>
                  </a:lnTo>
                  <a:lnTo>
                    <a:pt x="162014" y="208354"/>
                  </a:lnTo>
                  <a:lnTo>
                    <a:pt x="163246" y="203161"/>
                  </a:lnTo>
                  <a:lnTo>
                    <a:pt x="164312" y="197932"/>
                  </a:lnTo>
                  <a:lnTo>
                    <a:pt x="165210" y="192671"/>
                  </a:lnTo>
                  <a:lnTo>
                    <a:pt x="165940" y="187385"/>
                  </a:lnTo>
                  <a:lnTo>
                    <a:pt x="166501" y="182078"/>
                  </a:lnTo>
                  <a:lnTo>
                    <a:pt x="166892" y="176756"/>
                  </a:lnTo>
                  <a:lnTo>
                    <a:pt x="167113" y="171424"/>
                  </a:lnTo>
                  <a:lnTo>
                    <a:pt x="167163" y="166087"/>
                  </a:lnTo>
                  <a:lnTo>
                    <a:pt x="167044" y="160752"/>
                  </a:lnTo>
                  <a:lnTo>
                    <a:pt x="166754" y="155423"/>
                  </a:lnTo>
                  <a:lnTo>
                    <a:pt x="166294" y="150106"/>
                  </a:lnTo>
                  <a:lnTo>
                    <a:pt x="165665" y="144807"/>
                  </a:lnTo>
                  <a:lnTo>
                    <a:pt x="164867" y="139530"/>
                  </a:lnTo>
                  <a:lnTo>
                    <a:pt x="163900" y="134282"/>
                  </a:lnTo>
                  <a:lnTo>
                    <a:pt x="162767" y="129067"/>
                  </a:lnTo>
                  <a:lnTo>
                    <a:pt x="161468" y="123891"/>
                  </a:lnTo>
                  <a:lnTo>
                    <a:pt x="160005" y="118759"/>
                  </a:lnTo>
                  <a:lnTo>
                    <a:pt x="158378" y="113676"/>
                  </a:lnTo>
                  <a:lnTo>
                    <a:pt x="156590" y="108648"/>
                  </a:lnTo>
                  <a:lnTo>
                    <a:pt x="154642" y="103679"/>
                  </a:lnTo>
                  <a:lnTo>
                    <a:pt x="152537" y="98776"/>
                  </a:lnTo>
                  <a:lnTo>
                    <a:pt x="150276" y="93942"/>
                  </a:lnTo>
                  <a:lnTo>
                    <a:pt x="147862" y="89182"/>
                  </a:lnTo>
                  <a:lnTo>
                    <a:pt x="145297" y="84502"/>
                  </a:lnTo>
                  <a:lnTo>
                    <a:pt x="142585" y="79906"/>
                  </a:lnTo>
                  <a:lnTo>
                    <a:pt x="139727" y="75399"/>
                  </a:lnTo>
                  <a:lnTo>
                    <a:pt x="136726" y="70986"/>
                  </a:lnTo>
                  <a:lnTo>
                    <a:pt x="133587" y="66671"/>
                  </a:lnTo>
                  <a:lnTo>
                    <a:pt x="130311" y="62458"/>
                  </a:lnTo>
                  <a:lnTo>
                    <a:pt x="126902" y="58352"/>
                  </a:lnTo>
                  <a:lnTo>
                    <a:pt x="123364" y="54357"/>
                  </a:lnTo>
                  <a:lnTo>
                    <a:pt x="119700" y="50476"/>
                  </a:lnTo>
                  <a:lnTo>
                    <a:pt x="115914" y="46715"/>
                  </a:lnTo>
                  <a:lnTo>
                    <a:pt x="112011" y="43076"/>
                  </a:lnTo>
                  <a:lnTo>
                    <a:pt x="107993" y="39564"/>
                  </a:lnTo>
                  <a:lnTo>
                    <a:pt x="103864" y="36182"/>
                  </a:lnTo>
                  <a:lnTo>
                    <a:pt x="99631" y="32934"/>
                  </a:lnTo>
                  <a:lnTo>
                    <a:pt x="95295" y="29822"/>
                  </a:lnTo>
                  <a:lnTo>
                    <a:pt x="90862" y="26850"/>
                  </a:lnTo>
                  <a:lnTo>
                    <a:pt x="86337" y="24021"/>
                  </a:lnTo>
                  <a:lnTo>
                    <a:pt x="81724" y="21338"/>
                  </a:lnTo>
                  <a:lnTo>
                    <a:pt x="77028" y="18804"/>
                  </a:lnTo>
                  <a:lnTo>
                    <a:pt x="72253" y="16421"/>
                  </a:lnTo>
                  <a:lnTo>
                    <a:pt x="67404" y="14191"/>
                  </a:lnTo>
                  <a:lnTo>
                    <a:pt x="62487" y="12118"/>
                  </a:lnTo>
                  <a:lnTo>
                    <a:pt x="57506" y="10202"/>
                  </a:lnTo>
                  <a:lnTo>
                    <a:pt x="52466" y="8446"/>
                  </a:lnTo>
                  <a:lnTo>
                    <a:pt x="47373" y="6853"/>
                  </a:lnTo>
                  <a:lnTo>
                    <a:pt x="42232" y="5422"/>
                  </a:lnTo>
                  <a:lnTo>
                    <a:pt x="37047" y="4156"/>
                  </a:lnTo>
                  <a:lnTo>
                    <a:pt x="31825" y="3057"/>
                  </a:lnTo>
                  <a:lnTo>
                    <a:pt x="26571" y="2125"/>
                  </a:lnTo>
                  <a:lnTo>
                    <a:pt x="21289" y="1361"/>
                  </a:lnTo>
                  <a:lnTo>
                    <a:pt x="15986" y="766"/>
                  </a:lnTo>
                  <a:lnTo>
                    <a:pt x="10666" y="340"/>
                  </a:lnTo>
                  <a:lnTo>
                    <a:pt x="5335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85817" y="1681503"/>
              <a:ext cx="37417" cy="167167"/>
            </a:xfrm>
            <a:custGeom>
              <a:avLst/>
              <a:pathLst>
                <a:path w="37417" h="167167">
                  <a:moveTo>
                    <a:pt x="37417" y="0"/>
                  </a:moveTo>
                  <a:lnTo>
                    <a:pt x="31129" y="118"/>
                  </a:lnTo>
                  <a:lnTo>
                    <a:pt x="24850" y="473"/>
                  </a:lnTo>
                  <a:lnTo>
                    <a:pt x="18588" y="1063"/>
                  </a:lnTo>
                  <a:lnTo>
                    <a:pt x="12354" y="1889"/>
                  </a:lnTo>
                  <a:lnTo>
                    <a:pt x="6154" y="2949"/>
                  </a:lnTo>
                  <a:lnTo>
                    <a:pt x="0" y="4241"/>
                  </a:lnTo>
                  <a:lnTo>
                    <a:pt x="37417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85817" y="1685744"/>
              <a:ext cx="37417" cy="162926"/>
            </a:xfrm>
            <a:custGeom>
              <a:avLst/>
              <a:pathLst>
                <a:path w="37417" h="162926">
                  <a:moveTo>
                    <a:pt x="0" y="0"/>
                  </a:moveTo>
                  <a:lnTo>
                    <a:pt x="37417" y="1629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85817" y="1685744"/>
              <a:ext cx="37417" cy="162926"/>
            </a:xfrm>
            <a:custGeom>
              <a:avLst/>
              <a:pathLst>
                <a:path w="37417" h="162926">
                  <a:moveTo>
                    <a:pt x="0" y="0"/>
                  </a:moveTo>
                  <a:lnTo>
                    <a:pt x="37417" y="1629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85817" y="1685744"/>
              <a:ext cx="37417" cy="162926"/>
            </a:xfrm>
            <a:custGeom>
              <a:avLst/>
              <a:pathLst>
                <a:path w="37417" h="162926">
                  <a:moveTo>
                    <a:pt x="0" y="0"/>
                  </a:moveTo>
                  <a:lnTo>
                    <a:pt x="37417" y="1629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85817" y="1685744"/>
              <a:ext cx="37417" cy="162926"/>
            </a:xfrm>
            <a:custGeom>
              <a:avLst/>
              <a:pathLst>
                <a:path w="37417" h="162926">
                  <a:moveTo>
                    <a:pt x="0" y="0"/>
                  </a:moveTo>
                  <a:lnTo>
                    <a:pt x="37417" y="1629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5817" y="1685744"/>
              <a:ext cx="37417" cy="162926"/>
            </a:xfrm>
            <a:custGeom>
              <a:avLst/>
              <a:pathLst>
                <a:path w="37417" h="162926">
                  <a:moveTo>
                    <a:pt x="0" y="0"/>
                  </a:moveTo>
                  <a:lnTo>
                    <a:pt x="37417" y="16292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85817" y="1685744"/>
              <a:ext cx="37417" cy="162926"/>
            </a:xfrm>
            <a:custGeom>
              <a:avLst/>
              <a:pathLst>
                <a:path w="37417" h="162926">
                  <a:moveTo>
                    <a:pt x="0" y="0"/>
                  </a:moveTo>
                  <a:lnTo>
                    <a:pt x="37417" y="16292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85817" y="1685744"/>
              <a:ext cx="37417" cy="162926"/>
            </a:xfrm>
            <a:custGeom>
              <a:avLst/>
              <a:pathLst>
                <a:path w="37417" h="162926">
                  <a:moveTo>
                    <a:pt x="0" y="0"/>
                  </a:moveTo>
                  <a:lnTo>
                    <a:pt x="37417" y="1629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5817" y="1685744"/>
              <a:ext cx="37417" cy="162926"/>
            </a:xfrm>
            <a:custGeom>
              <a:avLst/>
              <a:pathLst>
                <a:path w="37417" h="162926">
                  <a:moveTo>
                    <a:pt x="0" y="0"/>
                  </a:moveTo>
                  <a:lnTo>
                    <a:pt x="37417" y="1629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5817" y="1685744"/>
              <a:ext cx="37417" cy="162926"/>
            </a:xfrm>
            <a:custGeom>
              <a:avLst/>
              <a:pathLst>
                <a:path w="37417" h="162926">
                  <a:moveTo>
                    <a:pt x="0" y="0"/>
                  </a:moveTo>
                  <a:lnTo>
                    <a:pt x="37417" y="1629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5817" y="1685744"/>
              <a:ext cx="37417" cy="162926"/>
            </a:xfrm>
            <a:custGeom>
              <a:avLst/>
              <a:pathLst>
                <a:path w="37417" h="162926">
                  <a:moveTo>
                    <a:pt x="0" y="0"/>
                  </a:moveTo>
                  <a:lnTo>
                    <a:pt x="37417" y="1629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85817" y="1685744"/>
              <a:ext cx="37417" cy="162926"/>
            </a:xfrm>
            <a:custGeom>
              <a:avLst/>
              <a:pathLst>
                <a:path w="37417" h="162926">
                  <a:moveTo>
                    <a:pt x="0" y="0"/>
                  </a:moveTo>
                  <a:lnTo>
                    <a:pt x="37417" y="1629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85817" y="1685744"/>
              <a:ext cx="37417" cy="162926"/>
            </a:xfrm>
            <a:custGeom>
              <a:avLst/>
              <a:pathLst>
                <a:path w="37417" h="162926">
                  <a:moveTo>
                    <a:pt x="0" y="0"/>
                  </a:moveTo>
                  <a:lnTo>
                    <a:pt x="37417" y="1629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85817" y="1685744"/>
              <a:ext cx="37417" cy="162926"/>
            </a:xfrm>
            <a:custGeom>
              <a:avLst/>
              <a:pathLst>
                <a:path w="37417" h="162926">
                  <a:moveTo>
                    <a:pt x="0" y="0"/>
                  </a:moveTo>
                  <a:lnTo>
                    <a:pt x="37417" y="1629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85817" y="1685744"/>
              <a:ext cx="37417" cy="162926"/>
            </a:xfrm>
            <a:custGeom>
              <a:avLst/>
              <a:pathLst>
                <a:path w="37417" h="162926">
                  <a:moveTo>
                    <a:pt x="0" y="0"/>
                  </a:moveTo>
                  <a:lnTo>
                    <a:pt x="37417" y="1629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85817" y="1685744"/>
              <a:ext cx="37417" cy="162926"/>
            </a:xfrm>
            <a:custGeom>
              <a:avLst/>
              <a:pathLst>
                <a:path w="37417" h="162926">
                  <a:moveTo>
                    <a:pt x="0" y="0"/>
                  </a:moveTo>
                  <a:lnTo>
                    <a:pt x="37417" y="1629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85817" y="1685744"/>
              <a:ext cx="37417" cy="162926"/>
            </a:xfrm>
            <a:custGeom>
              <a:avLst/>
              <a:pathLst>
                <a:path w="37417" h="162926">
                  <a:moveTo>
                    <a:pt x="0" y="0"/>
                  </a:moveTo>
                  <a:lnTo>
                    <a:pt x="37417" y="1629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85817" y="1685744"/>
              <a:ext cx="37417" cy="162926"/>
            </a:xfrm>
            <a:custGeom>
              <a:avLst/>
              <a:pathLst>
                <a:path w="37417" h="162926">
                  <a:moveTo>
                    <a:pt x="0" y="0"/>
                  </a:moveTo>
                  <a:lnTo>
                    <a:pt x="37417" y="1629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85817" y="1685744"/>
              <a:ext cx="37417" cy="162926"/>
            </a:xfrm>
            <a:custGeom>
              <a:avLst/>
              <a:pathLst>
                <a:path w="37417" h="162926">
                  <a:moveTo>
                    <a:pt x="0" y="0"/>
                  </a:moveTo>
                  <a:lnTo>
                    <a:pt x="37417" y="1629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85817" y="1685744"/>
              <a:ext cx="37417" cy="162926"/>
            </a:xfrm>
            <a:custGeom>
              <a:avLst/>
              <a:pathLst>
                <a:path w="37417" h="162926">
                  <a:moveTo>
                    <a:pt x="0" y="0"/>
                  </a:moveTo>
                  <a:lnTo>
                    <a:pt x="37417" y="1629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85817" y="1685744"/>
              <a:ext cx="37417" cy="162926"/>
            </a:xfrm>
            <a:custGeom>
              <a:avLst/>
              <a:pathLst>
                <a:path w="37417" h="162926">
                  <a:moveTo>
                    <a:pt x="0" y="0"/>
                  </a:moveTo>
                  <a:lnTo>
                    <a:pt x="37417" y="1629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85817" y="1685744"/>
              <a:ext cx="37417" cy="162926"/>
            </a:xfrm>
            <a:custGeom>
              <a:avLst/>
              <a:pathLst>
                <a:path w="37417" h="162926">
                  <a:moveTo>
                    <a:pt x="0" y="0"/>
                  </a:moveTo>
                  <a:lnTo>
                    <a:pt x="37417" y="1629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85817" y="1685744"/>
              <a:ext cx="37417" cy="162926"/>
            </a:xfrm>
            <a:custGeom>
              <a:avLst/>
              <a:pathLst>
                <a:path w="37417" h="162926">
                  <a:moveTo>
                    <a:pt x="0" y="0"/>
                  </a:moveTo>
                  <a:lnTo>
                    <a:pt x="37417" y="1629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256083" y="1685744"/>
              <a:ext cx="334302" cy="330093"/>
            </a:xfrm>
            <a:custGeom>
              <a:avLst/>
              <a:pathLst>
                <a:path w="334302" h="330093">
                  <a:moveTo>
                    <a:pt x="129734" y="0"/>
                  </a:moveTo>
                  <a:lnTo>
                    <a:pt x="124589" y="1267"/>
                  </a:lnTo>
                  <a:lnTo>
                    <a:pt x="119488" y="2697"/>
                  </a:lnTo>
                  <a:lnTo>
                    <a:pt x="114434" y="4288"/>
                  </a:lnTo>
                  <a:lnTo>
                    <a:pt x="109433" y="6038"/>
                  </a:lnTo>
                  <a:lnTo>
                    <a:pt x="104490" y="7946"/>
                  </a:lnTo>
                  <a:lnTo>
                    <a:pt x="99610" y="10010"/>
                  </a:lnTo>
                  <a:lnTo>
                    <a:pt x="94798" y="12227"/>
                  </a:lnTo>
                  <a:lnTo>
                    <a:pt x="90058" y="14596"/>
                  </a:lnTo>
                  <a:lnTo>
                    <a:pt x="85397" y="17114"/>
                  </a:lnTo>
                  <a:lnTo>
                    <a:pt x="80817" y="19778"/>
                  </a:lnTo>
                  <a:lnTo>
                    <a:pt x="76324" y="22586"/>
                  </a:lnTo>
                  <a:lnTo>
                    <a:pt x="71922" y="25534"/>
                  </a:lnTo>
                  <a:lnTo>
                    <a:pt x="67615" y="28621"/>
                  </a:lnTo>
                  <a:lnTo>
                    <a:pt x="63409" y="31843"/>
                  </a:lnTo>
                  <a:lnTo>
                    <a:pt x="59307" y="35197"/>
                  </a:lnTo>
                  <a:lnTo>
                    <a:pt x="55314" y="38678"/>
                  </a:lnTo>
                  <a:lnTo>
                    <a:pt x="51432" y="42285"/>
                  </a:lnTo>
                  <a:lnTo>
                    <a:pt x="47667" y="46013"/>
                  </a:lnTo>
                  <a:lnTo>
                    <a:pt x="44022" y="49858"/>
                  </a:lnTo>
                  <a:lnTo>
                    <a:pt x="40501" y="53817"/>
                  </a:lnTo>
                  <a:lnTo>
                    <a:pt x="37107" y="57886"/>
                  </a:lnTo>
                  <a:lnTo>
                    <a:pt x="33843" y="62060"/>
                  </a:lnTo>
                  <a:lnTo>
                    <a:pt x="30714" y="66335"/>
                  </a:lnTo>
                  <a:lnTo>
                    <a:pt x="27721" y="70707"/>
                  </a:lnTo>
                  <a:lnTo>
                    <a:pt x="24869" y="75172"/>
                  </a:lnTo>
                  <a:lnTo>
                    <a:pt x="22159" y="79725"/>
                  </a:lnTo>
                  <a:lnTo>
                    <a:pt x="19595" y="84362"/>
                  </a:lnTo>
                  <a:lnTo>
                    <a:pt x="17180" y="89078"/>
                  </a:lnTo>
                  <a:lnTo>
                    <a:pt x="14915" y="93867"/>
                  </a:lnTo>
                  <a:lnTo>
                    <a:pt x="12803" y="98727"/>
                  </a:lnTo>
                  <a:lnTo>
                    <a:pt x="10846" y="103650"/>
                  </a:lnTo>
                  <a:lnTo>
                    <a:pt x="9046" y="108634"/>
                  </a:lnTo>
                  <a:lnTo>
                    <a:pt x="7404" y="113671"/>
                  </a:lnTo>
                  <a:lnTo>
                    <a:pt x="5924" y="118759"/>
                  </a:lnTo>
                  <a:lnTo>
                    <a:pt x="4605" y="123890"/>
                  </a:lnTo>
                  <a:lnTo>
                    <a:pt x="3450" y="129061"/>
                  </a:lnTo>
                  <a:lnTo>
                    <a:pt x="2459" y="134266"/>
                  </a:lnTo>
                  <a:lnTo>
                    <a:pt x="1633" y="139500"/>
                  </a:lnTo>
                  <a:lnTo>
                    <a:pt x="974" y="144757"/>
                  </a:lnTo>
                  <a:lnTo>
                    <a:pt x="482" y="150032"/>
                  </a:lnTo>
                  <a:lnTo>
                    <a:pt x="157" y="155320"/>
                  </a:lnTo>
                  <a:lnTo>
                    <a:pt x="0" y="160617"/>
                  </a:lnTo>
                  <a:lnTo>
                    <a:pt x="10" y="165915"/>
                  </a:lnTo>
                  <a:lnTo>
                    <a:pt x="189" y="171210"/>
                  </a:lnTo>
                  <a:lnTo>
                    <a:pt x="535" y="176497"/>
                  </a:lnTo>
                  <a:lnTo>
                    <a:pt x="1049" y="181771"/>
                  </a:lnTo>
                  <a:lnTo>
                    <a:pt x="1730" y="187025"/>
                  </a:lnTo>
                  <a:lnTo>
                    <a:pt x="2577" y="192255"/>
                  </a:lnTo>
                  <a:lnTo>
                    <a:pt x="3589" y="197456"/>
                  </a:lnTo>
                  <a:lnTo>
                    <a:pt x="4765" y="202622"/>
                  </a:lnTo>
                  <a:lnTo>
                    <a:pt x="6105" y="207748"/>
                  </a:lnTo>
                  <a:lnTo>
                    <a:pt x="7606" y="212830"/>
                  </a:lnTo>
                  <a:lnTo>
                    <a:pt x="9268" y="217861"/>
                  </a:lnTo>
                  <a:lnTo>
                    <a:pt x="11088" y="222836"/>
                  </a:lnTo>
                  <a:lnTo>
                    <a:pt x="13065" y="227752"/>
                  </a:lnTo>
                  <a:lnTo>
                    <a:pt x="15197" y="232603"/>
                  </a:lnTo>
                  <a:lnTo>
                    <a:pt x="17481" y="237383"/>
                  </a:lnTo>
                  <a:lnTo>
                    <a:pt x="19916" y="242089"/>
                  </a:lnTo>
                  <a:lnTo>
                    <a:pt x="22499" y="246715"/>
                  </a:lnTo>
                  <a:lnTo>
                    <a:pt x="25227" y="251257"/>
                  </a:lnTo>
                  <a:lnTo>
                    <a:pt x="28097" y="255711"/>
                  </a:lnTo>
                  <a:lnTo>
                    <a:pt x="31108" y="260071"/>
                  </a:lnTo>
                  <a:lnTo>
                    <a:pt x="34255" y="264333"/>
                  </a:lnTo>
                  <a:lnTo>
                    <a:pt x="37535" y="268494"/>
                  </a:lnTo>
                  <a:lnTo>
                    <a:pt x="40946" y="272549"/>
                  </a:lnTo>
                  <a:lnTo>
                    <a:pt x="44483" y="276493"/>
                  </a:lnTo>
                  <a:lnTo>
                    <a:pt x="48144" y="280323"/>
                  </a:lnTo>
                  <a:lnTo>
                    <a:pt x="51924" y="284036"/>
                  </a:lnTo>
                  <a:lnTo>
                    <a:pt x="55820" y="287627"/>
                  </a:lnTo>
                  <a:lnTo>
                    <a:pt x="59828" y="291092"/>
                  </a:lnTo>
                  <a:lnTo>
                    <a:pt x="63944" y="294429"/>
                  </a:lnTo>
                  <a:lnTo>
                    <a:pt x="68163" y="297634"/>
                  </a:lnTo>
                  <a:lnTo>
                    <a:pt x="72482" y="300703"/>
                  </a:lnTo>
                  <a:lnTo>
                    <a:pt x="76895" y="303634"/>
                  </a:lnTo>
                  <a:lnTo>
                    <a:pt x="81400" y="306424"/>
                  </a:lnTo>
                  <a:lnTo>
                    <a:pt x="85991" y="309069"/>
                  </a:lnTo>
                  <a:lnTo>
                    <a:pt x="90663" y="311568"/>
                  </a:lnTo>
                  <a:lnTo>
                    <a:pt x="95412" y="313917"/>
                  </a:lnTo>
                  <a:lnTo>
                    <a:pt x="100233" y="316115"/>
                  </a:lnTo>
                  <a:lnTo>
                    <a:pt x="105121" y="318158"/>
                  </a:lnTo>
                  <a:lnTo>
                    <a:pt x="110072" y="320046"/>
                  </a:lnTo>
                  <a:lnTo>
                    <a:pt x="115080" y="321776"/>
                  </a:lnTo>
                  <a:lnTo>
                    <a:pt x="120140" y="323347"/>
                  </a:lnTo>
                  <a:lnTo>
                    <a:pt x="125248" y="324756"/>
                  </a:lnTo>
                  <a:lnTo>
                    <a:pt x="130397" y="326003"/>
                  </a:lnTo>
                  <a:lnTo>
                    <a:pt x="135584" y="327085"/>
                  </a:lnTo>
                  <a:lnTo>
                    <a:pt x="140802" y="328003"/>
                  </a:lnTo>
                  <a:lnTo>
                    <a:pt x="146047" y="328755"/>
                  </a:lnTo>
                  <a:lnTo>
                    <a:pt x="151312" y="329341"/>
                  </a:lnTo>
                  <a:lnTo>
                    <a:pt x="156594" y="329759"/>
                  </a:lnTo>
                  <a:lnTo>
                    <a:pt x="161887" y="330010"/>
                  </a:lnTo>
                  <a:lnTo>
                    <a:pt x="167184" y="330093"/>
                  </a:lnTo>
                  <a:lnTo>
                    <a:pt x="172482" y="330008"/>
                  </a:lnTo>
                  <a:lnTo>
                    <a:pt x="177774" y="329755"/>
                  </a:lnTo>
                  <a:lnTo>
                    <a:pt x="183056" y="329335"/>
                  </a:lnTo>
                  <a:lnTo>
                    <a:pt x="188322" y="328747"/>
                  </a:lnTo>
                  <a:lnTo>
                    <a:pt x="193566" y="327993"/>
                  </a:lnTo>
                  <a:lnTo>
                    <a:pt x="198784" y="327073"/>
                  </a:lnTo>
                  <a:lnTo>
                    <a:pt x="203970" y="325988"/>
                  </a:lnTo>
                  <a:lnTo>
                    <a:pt x="209119" y="324739"/>
                  </a:lnTo>
                  <a:lnTo>
                    <a:pt x="214226" y="323328"/>
                  </a:lnTo>
                  <a:lnTo>
                    <a:pt x="219286" y="321755"/>
                  </a:lnTo>
                  <a:lnTo>
                    <a:pt x="224293" y="320023"/>
                  </a:lnTo>
                  <a:lnTo>
                    <a:pt x="229243" y="318134"/>
                  </a:lnTo>
                  <a:lnTo>
                    <a:pt x="234130" y="316088"/>
                  </a:lnTo>
                  <a:lnTo>
                    <a:pt x="238950" y="313888"/>
                  </a:lnTo>
                  <a:lnTo>
                    <a:pt x="243699" y="311537"/>
                  </a:lnTo>
                  <a:lnTo>
                    <a:pt x="248370" y="309037"/>
                  </a:lnTo>
                  <a:lnTo>
                    <a:pt x="252959" y="306389"/>
                  </a:lnTo>
                  <a:lnTo>
                    <a:pt x="257463" y="303598"/>
                  </a:lnTo>
                  <a:lnTo>
                    <a:pt x="261875" y="300665"/>
                  </a:lnTo>
                  <a:lnTo>
                    <a:pt x="266193" y="297594"/>
                  </a:lnTo>
                  <a:lnTo>
                    <a:pt x="270411" y="294388"/>
                  </a:lnTo>
                  <a:lnTo>
                    <a:pt x="274525" y="291049"/>
                  </a:lnTo>
                  <a:lnTo>
                    <a:pt x="278532" y="287582"/>
                  </a:lnTo>
                  <a:lnTo>
                    <a:pt x="282426" y="283990"/>
                  </a:lnTo>
                  <a:lnTo>
                    <a:pt x="286205" y="280276"/>
                  </a:lnTo>
                  <a:lnTo>
                    <a:pt x="289864" y="276444"/>
                  </a:lnTo>
                  <a:lnTo>
                    <a:pt x="293400" y="272498"/>
                  </a:lnTo>
                  <a:lnTo>
                    <a:pt x="296809" y="268442"/>
                  </a:lnTo>
                  <a:lnTo>
                    <a:pt x="300088" y="264280"/>
                  </a:lnTo>
                  <a:lnTo>
                    <a:pt x="303233" y="260016"/>
                  </a:lnTo>
                  <a:lnTo>
                    <a:pt x="306242" y="255655"/>
                  </a:lnTo>
                  <a:lnTo>
                    <a:pt x="309110" y="251201"/>
                  </a:lnTo>
                  <a:lnTo>
                    <a:pt x="311837" y="246657"/>
                  </a:lnTo>
                  <a:lnTo>
                    <a:pt x="314417" y="242030"/>
                  </a:lnTo>
                  <a:lnTo>
                    <a:pt x="316850" y="237323"/>
                  </a:lnTo>
                  <a:lnTo>
                    <a:pt x="319133" y="232542"/>
                  </a:lnTo>
                  <a:lnTo>
                    <a:pt x="321263" y="227691"/>
                  </a:lnTo>
                  <a:lnTo>
                    <a:pt x="323238" y="222774"/>
                  </a:lnTo>
                  <a:lnTo>
                    <a:pt x="325056" y="217798"/>
                  </a:lnTo>
                  <a:lnTo>
                    <a:pt x="326716" y="212766"/>
                  </a:lnTo>
                  <a:lnTo>
                    <a:pt x="328215" y="207684"/>
                  </a:lnTo>
                  <a:lnTo>
                    <a:pt x="329553" y="202557"/>
                  </a:lnTo>
                  <a:lnTo>
                    <a:pt x="330727" y="197391"/>
                  </a:lnTo>
                  <a:lnTo>
                    <a:pt x="331737" y="192190"/>
                  </a:lnTo>
                  <a:lnTo>
                    <a:pt x="332582" y="186959"/>
                  </a:lnTo>
                  <a:lnTo>
                    <a:pt x="333260" y="181704"/>
                  </a:lnTo>
                  <a:lnTo>
                    <a:pt x="333772" y="176431"/>
                  </a:lnTo>
                  <a:lnTo>
                    <a:pt x="334116" y="171144"/>
                  </a:lnTo>
                  <a:lnTo>
                    <a:pt x="334293" y="165848"/>
                  </a:lnTo>
                  <a:lnTo>
                    <a:pt x="334302" y="160550"/>
                  </a:lnTo>
                  <a:lnTo>
                    <a:pt x="334142" y="155254"/>
                  </a:lnTo>
                  <a:lnTo>
                    <a:pt x="333815" y="149966"/>
                  </a:lnTo>
                  <a:lnTo>
                    <a:pt x="333321" y="144690"/>
                  </a:lnTo>
                  <a:lnTo>
                    <a:pt x="332660" y="139433"/>
                  </a:lnTo>
                  <a:lnTo>
                    <a:pt x="331832" y="134200"/>
                  </a:lnTo>
                  <a:lnTo>
                    <a:pt x="330839" y="128996"/>
                  </a:lnTo>
                  <a:lnTo>
                    <a:pt x="329681" y="123825"/>
                  </a:lnTo>
                  <a:lnTo>
                    <a:pt x="328361" y="118694"/>
                  </a:lnTo>
                  <a:lnTo>
                    <a:pt x="326878" y="113608"/>
                  </a:lnTo>
                  <a:lnTo>
                    <a:pt x="325235" y="108570"/>
                  </a:lnTo>
                  <a:lnTo>
                    <a:pt x="323433" y="103588"/>
                  </a:lnTo>
                  <a:lnTo>
                    <a:pt x="321474" y="98665"/>
                  </a:lnTo>
                  <a:lnTo>
                    <a:pt x="319360" y="93807"/>
                  </a:lnTo>
                  <a:lnTo>
                    <a:pt x="317093" y="89018"/>
                  </a:lnTo>
                  <a:lnTo>
                    <a:pt x="314675" y="84303"/>
                  </a:lnTo>
                  <a:lnTo>
                    <a:pt x="312110" y="79667"/>
                  </a:lnTo>
                  <a:lnTo>
                    <a:pt x="309398" y="75115"/>
                  </a:lnTo>
                  <a:lnTo>
                    <a:pt x="306544" y="70652"/>
                  </a:lnTo>
                  <a:lnTo>
                    <a:pt x="303550" y="66280"/>
                  </a:lnTo>
                  <a:lnTo>
                    <a:pt x="300419" y="62006"/>
                  </a:lnTo>
                  <a:lnTo>
                    <a:pt x="297153" y="57834"/>
                  </a:lnTo>
                  <a:lnTo>
                    <a:pt x="293758" y="53767"/>
                  </a:lnTo>
                  <a:lnTo>
                    <a:pt x="290235" y="49809"/>
                  </a:lnTo>
                  <a:lnTo>
                    <a:pt x="286588" y="45965"/>
                  </a:lnTo>
                  <a:lnTo>
                    <a:pt x="282822" y="42239"/>
                  </a:lnTo>
                  <a:lnTo>
                    <a:pt x="278939" y="38634"/>
                  </a:lnTo>
                  <a:lnTo>
                    <a:pt x="274944" y="35154"/>
                  </a:lnTo>
                  <a:lnTo>
                    <a:pt x="270840" y="31802"/>
                  </a:lnTo>
                  <a:lnTo>
                    <a:pt x="266633" y="28582"/>
                  </a:lnTo>
                  <a:lnTo>
                    <a:pt x="262325" y="25496"/>
                  </a:lnTo>
                  <a:lnTo>
                    <a:pt x="257922" y="22549"/>
                  </a:lnTo>
                  <a:lnTo>
                    <a:pt x="253428" y="19743"/>
                  </a:lnTo>
                  <a:lnTo>
                    <a:pt x="248847" y="17081"/>
                  </a:lnTo>
                  <a:lnTo>
                    <a:pt x="167151" y="1629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423235" y="1681503"/>
              <a:ext cx="81696" cy="167167"/>
            </a:xfrm>
            <a:custGeom>
              <a:avLst/>
              <a:pathLst>
                <a:path w="81696" h="167167">
                  <a:moveTo>
                    <a:pt x="81696" y="21322"/>
                  </a:moveTo>
                  <a:lnTo>
                    <a:pt x="76685" y="18626"/>
                  </a:lnTo>
                  <a:lnTo>
                    <a:pt x="71585" y="16102"/>
                  </a:lnTo>
                  <a:lnTo>
                    <a:pt x="66402" y="13754"/>
                  </a:lnTo>
                  <a:lnTo>
                    <a:pt x="61142" y="11583"/>
                  </a:lnTo>
                  <a:lnTo>
                    <a:pt x="55812" y="9592"/>
                  </a:lnTo>
                  <a:lnTo>
                    <a:pt x="50416" y="7783"/>
                  </a:lnTo>
                  <a:lnTo>
                    <a:pt x="44963" y="6160"/>
                  </a:lnTo>
                  <a:lnTo>
                    <a:pt x="39457" y="4723"/>
                  </a:lnTo>
                  <a:lnTo>
                    <a:pt x="33906" y="3474"/>
                  </a:lnTo>
                  <a:lnTo>
                    <a:pt x="28315" y="2415"/>
                  </a:lnTo>
                  <a:lnTo>
                    <a:pt x="22691" y="1547"/>
                  </a:lnTo>
                  <a:lnTo>
                    <a:pt x="17041" y="870"/>
                  </a:lnTo>
                  <a:lnTo>
                    <a:pt x="11372" y="387"/>
                  </a:lnTo>
                  <a:lnTo>
                    <a:pt x="5689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853883" y="1322571"/>
              <a:ext cx="334322" cy="334329"/>
            </a:xfrm>
            <a:custGeom>
              <a:avLst/>
              <a:pathLst>
                <a:path w="334322" h="334329">
                  <a:moveTo>
                    <a:pt x="167155" y="0"/>
                  </a:moveTo>
                  <a:lnTo>
                    <a:pt x="161865" y="83"/>
                  </a:lnTo>
                  <a:lnTo>
                    <a:pt x="156580" y="334"/>
                  </a:lnTo>
                  <a:lnTo>
                    <a:pt x="151306" y="753"/>
                  </a:lnTo>
                  <a:lnTo>
                    <a:pt x="146047" y="1338"/>
                  </a:lnTo>
                  <a:lnTo>
                    <a:pt x="140810" y="2089"/>
                  </a:lnTo>
                  <a:lnTo>
                    <a:pt x="135599" y="3005"/>
                  </a:lnTo>
                  <a:lnTo>
                    <a:pt x="130420" y="4086"/>
                  </a:lnTo>
                  <a:lnTo>
                    <a:pt x="125277" y="5330"/>
                  </a:lnTo>
                  <a:lnTo>
                    <a:pt x="120176" y="6736"/>
                  </a:lnTo>
                  <a:lnTo>
                    <a:pt x="115123" y="8304"/>
                  </a:lnTo>
                  <a:lnTo>
                    <a:pt x="110121" y="10030"/>
                  </a:lnTo>
                  <a:lnTo>
                    <a:pt x="105177" y="11913"/>
                  </a:lnTo>
                  <a:lnTo>
                    <a:pt x="100295" y="13953"/>
                  </a:lnTo>
                  <a:lnTo>
                    <a:pt x="95480" y="16145"/>
                  </a:lnTo>
                  <a:lnTo>
                    <a:pt x="90736" y="18489"/>
                  </a:lnTo>
                  <a:lnTo>
                    <a:pt x="86069" y="20982"/>
                  </a:lnTo>
                  <a:lnTo>
                    <a:pt x="81484" y="23621"/>
                  </a:lnTo>
                  <a:lnTo>
                    <a:pt x="76984" y="26404"/>
                  </a:lnTo>
                  <a:lnTo>
                    <a:pt x="72575" y="29329"/>
                  </a:lnTo>
                  <a:lnTo>
                    <a:pt x="68260" y="32391"/>
                  </a:lnTo>
                  <a:lnTo>
                    <a:pt x="64044" y="35588"/>
                  </a:lnTo>
                  <a:lnTo>
                    <a:pt x="59932" y="38917"/>
                  </a:lnTo>
                  <a:lnTo>
                    <a:pt x="55927" y="42374"/>
                  </a:lnTo>
                  <a:lnTo>
                    <a:pt x="52033" y="45957"/>
                  </a:lnTo>
                  <a:lnTo>
                    <a:pt x="48255" y="49661"/>
                  </a:lnTo>
                  <a:lnTo>
                    <a:pt x="44596" y="53483"/>
                  </a:lnTo>
                  <a:lnTo>
                    <a:pt x="41060" y="57418"/>
                  </a:lnTo>
                  <a:lnTo>
                    <a:pt x="37650" y="61463"/>
                  </a:lnTo>
                  <a:lnTo>
                    <a:pt x="34369" y="65615"/>
                  </a:lnTo>
                  <a:lnTo>
                    <a:pt x="31222" y="69868"/>
                  </a:lnTo>
                  <a:lnTo>
                    <a:pt x="28211" y="74218"/>
                  </a:lnTo>
                  <a:lnTo>
                    <a:pt x="25339" y="78662"/>
                  </a:lnTo>
                  <a:lnTo>
                    <a:pt x="22609" y="83194"/>
                  </a:lnTo>
                  <a:lnTo>
                    <a:pt x="20024" y="87811"/>
                  </a:lnTo>
                  <a:lnTo>
                    <a:pt x="17587" y="92507"/>
                  </a:lnTo>
                  <a:lnTo>
                    <a:pt x="15299" y="97278"/>
                  </a:lnTo>
                  <a:lnTo>
                    <a:pt x="13163" y="102118"/>
                  </a:lnTo>
                  <a:lnTo>
                    <a:pt x="11182" y="107024"/>
                  </a:lnTo>
                  <a:lnTo>
                    <a:pt x="9356" y="111990"/>
                  </a:lnTo>
                  <a:lnTo>
                    <a:pt x="7689" y="117012"/>
                  </a:lnTo>
                  <a:lnTo>
                    <a:pt x="6182" y="122083"/>
                  </a:lnTo>
                  <a:lnTo>
                    <a:pt x="4836" y="127200"/>
                  </a:lnTo>
                  <a:lnTo>
                    <a:pt x="3652" y="132357"/>
                  </a:lnTo>
                  <a:lnTo>
                    <a:pt x="2633" y="137549"/>
                  </a:lnTo>
                  <a:lnTo>
                    <a:pt x="1778" y="142770"/>
                  </a:lnTo>
                  <a:lnTo>
                    <a:pt x="1088" y="148016"/>
                  </a:lnTo>
                  <a:lnTo>
                    <a:pt x="566" y="153281"/>
                  </a:lnTo>
                  <a:lnTo>
                    <a:pt x="210" y="158560"/>
                  </a:lnTo>
                  <a:lnTo>
                    <a:pt x="21" y="163848"/>
                  </a:lnTo>
                  <a:lnTo>
                    <a:pt x="0" y="169139"/>
                  </a:lnTo>
                  <a:lnTo>
                    <a:pt x="146" y="174428"/>
                  </a:lnTo>
                  <a:lnTo>
                    <a:pt x="459" y="179709"/>
                  </a:lnTo>
                  <a:lnTo>
                    <a:pt x="939" y="184978"/>
                  </a:lnTo>
                  <a:lnTo>
                    <a:pt x="1586" y="190229"/>
                  </a:lnTo>
                  <a:lnTo>
                    <a:pt x="2399" y="195458"/>
                  </a:lnTo>
                  <a:lnTo>
                    <a:pt x="3377" y="200657"/>
                  </a:lnTo>
                  <a:lnTo>
                    <a:pt x="4519" y="205824"/>
                  </a:lnTo>
                  <a:lnTo>
                    <a:pt x="5824" y="210951"/>
                  </a:lnTo>
                  <a:lnTo>
                    <a:pt x="7290" y="216035"/>
                  </a:lnTo>
                  <a:lnTo>
                    <a:pt x="8917" y="221070"/>
                  </a:lnTo>
                  <a:lnTo>
                    <a:pt x="10702" y="226050"/>
                  </a:lnTo>
                  <a:lnTo>
                    <a:pt x="12644" y="230972"/>
                  </a:lnTo>
                  <a:lnTo>
                    <a:pt x="14740" y="235830"/>
                  </a:lnTo>
                  <a:lnTo>
                    <a:pt x="16989" y="240619"/>
                  </a:lnTo>
                  <a:lnTo>
                    <a:pt x="19389" y="245334"/>
                  </a:lnTo>
                  <a:lnTo>
                    <a:pt x="21937" y="249971"/>
                  </a:lnTo>
                  <a:lnTo>
                    <a:pt x="24630" y="254526"/>
                  </a:lnTo>
                  <a:lnTo>
                    <a:pt x="27466" y="258992"/>
                  </a:lnTo>
                  <a:lnTo>
                    <a:pt x="30442" y="263367"/>
                  </a:lnTo>
                  <a:lnTo>
                    <a:pt x="33555" y="267645"/>
                  </a:lnTo>
                  <a:lnTo>
                    <a:pt x="36802" y="271823"/>
                  </a:lnTo>
                  <a:lnTo>
                    <a:pt x="40179" y="275896"/>
                  </a:lnTo>
                  <a:lnTo>
                    <a:pt x="43683" y="279860"/>
                  </a:lnTo>
                  <a:lnTo>
                    <a:pt x="47312" y="283711"/>
                  </a:lnTo>
                  <a:lnTo>
                    <a:pt x="51060" y="287445"/>
                  </a:lnTo>
                  <a:lnTo>
                    <a:pt x="54924" y="291059"/>
                  </a:lnTo>
                  <a:lnTo>
                    <a:pt x="58901" y="294548"/>
                  </a:lnTo>
                  <a:lnTo>
                    <a:pt x="62987" y="297910"/>
                  </a:lnTo>
                  <a:lnTo>
                    <a:pt x="67176" y="301141"/>
                  </a:lnTo>
                  <a:lnTo>
                    <a:pt x="71466" y="304238"/>
                  </a:lnTo>
                  <a:lnTo>
                    <a:pt x="75852" y="307198"/>
                  </a:lnTo>
                  <a:lnTo>
                    <a:pt x="80329" y="310017"/>
                  </a:lnTo>
                  <a:lnTo>
                    <a:pt x="84894" y="312693"/>
                  </a:lnTo>
                  <a:lnTo>
                    <a:pt x="89540" y="315224"/>
                  </a:lnTo>
                  <a:lnTo>
                    <a:pt x="94265" y="317606"/>
                  </a:lnTo>
                  <a:lnTo>
                    <a:pt x="99062" y="319837"/>
                  </a:lnTo>
                  <a:lnTo>
                    <a:pt x="103927" y="321916"/>
                  </a:lnTo>
                  <a:lnTo>
                    <a:pt x="108856" y="323839"/>
                  </a:lnTo>
                  <a:lnTo>
                    <a:pt x="113844" y="325606"/>
                  </a:lnTo>
                  <a:lnTo>
                    <a:pt x="118884" y="327213"/>
                  </a:lnTo>
                  <a:lnTo>
                    <a:pt x="123974" y="328661"/>
                  </a:lnTo>
                  <a:lnTo>
                    <a:pt x="129106" y="329947"/>
                  </a:lnTo>
                  <a:lnTo>
                    <a:pt x="134276" y="331069"/>
                  </a:lnTo>
                  <a:lnTo>
                    <a:pt x="139480" y="332028"/>
                  </a:lnTo>
                  <a:lnTo>
                    <a:pt x="144711" y="332821"/>
                  </a:lnTo>
                  <a:lnTo>
                    <a:pt x="149965" y="333448"/>
                  </a:lnTo>
                  <a:lnTo>
                    <a:pt x="155235" y="333909"/>
                  </a:lnTo>
                  <a:lnTo>
                    <a:pt x="160518" y="334203"/>
                  </a:lnTo>
                  <a:lnTo>
                    <a:pt x="165808" y="334329"/>
                  </a:lnTo>
                  <a:lnTo>
                    <a:pt x="171098" y="334288"/>
                  </a:lnTo>
                  <a:lnTo>
                    <a:pt x="176385" y="334079"/>
                  </a:lnTo>
                  <a:lnTo>
                    <a:pt x="181663" y="333704"/>
                  </a:lnTo>
                  <a:lnTo>
                    <a:pt x="186926" y="333161"/>
                  </a:lnTo>
                  <a:lnTo>
                    <a:pt x="192169" y="332452"/>
                  </a:lnTo>
                  <a:lnTo>
                    <a:pt x="197387" y="331578"/>
                  </a:lnTo>
                  <a:lnTo>
                    <a:pt x="202575" y="330539"/>
                  </a:lnTo>
                  <a:lnTo>
                    <a:pt x="207728" y="329336"/>
                  </a:lnTo>
                  <a:lnTo>
                    <a:pt x="212839" y="327971"/>
                  </a:lnTo>
                  <a:lnTo>
                    <a:pt x="217905" y="326445"/>
                  </a:lnTo>
                  <a:lnTo>
                    <a:pt x="222920" y="324759"/>
                  </a:lnTo>
                  <a:lnTo>
                    <a:pt x="227880" y="322915"/>
                  </a:lnTo>
                  <a:lnTo>
                    <a:pt x="232778" y="320915"/>
                  </a:lnTo>
                  <a:lnTo>
                    <a:pt x="237611" y="318762"/>
                  </a:lnTo>
                  <a:lnTo>
                    <a:pt x="242373" y="316456"/>
                  </a:lnTo>
                  <a:lnTo>
                    <a:pt x="247060" y="314001"/>
                  </a:lnTo>
                  <a:lnTo>
                    <a:pt x="251667" y="311399"/>
                  </a:lnTo>
                  <a:lnTo>
                    <a:pt x="256189" y="308652"/>
                  </a:lnTo>
                  <a:lnTo>
                    <a:pt x="260622" y="305763"/>
                  </a:lnTo>
                  <a:lnTo>
                    <a:pt x="264961" y="302736"/>
                  </a:lnTo>
                  <a:lnTo>
                    <a:pt x="269202" y="299573"/>
                  </a:lnTo>
                  <a:lnTo>
                    <a:pt x="273341" y="296277"/>
                  </a:lnTo>
                  <a:lnTo>
                    <a:pt x="277374" y="292852"/>
                  </a:lnTo>
                  <a:lnTo>
                    <a:pt x="281296" y="289301"/>
                  </a:lnTo>
                  <a:lnTo>
                    <a:pt x="285104" y="285628"/>
                  </a:lnTo>
                  <a:lnTo>
                    <a:pt x="288794" y="281836"/>
                  </a:lnTo>
                  <a:lnTo>
                    <a:pt x="292362" y="277929"/>
                  </a:lnTo>
                  <a:lnTo>
                    <a:pt x="295805" y="273911"/>
                  </a:lnTo>
                  <a:lnTo>
                    <a:pt x="299118" y="269786"/>
                  </a:lnTo>
                  <a:lnTo>
                    <a:pt x="302300" y="265559"/>
                  </a:lnTo>
                  <a:lnTo>
                    <a:pt x="305346" y="261233"/>
                  </a:lnTo>
                  <a:lnTo>
                    <a:pt x="308253" y="256812"/>
                  </a:lnTo>
                  <a:lnTo>
                    <a:pt x="311020" y="252302"/>
                  </a:lnTo>
                  <a:lnTo>
                    <a:pt x="313642" y="247707"/>
                  </a:lnTo>
                  <a:lnTo>
                    <a:pt x="316117" y="243030"/>
                  </a:lnTo>
                  <a:lnTo>
                    <a:pt x="318444" y="238278"/>
                  </a:lnTo>
                  <a:lnTo>
                    <a:pt x="320618" y="233455"/>
                  </a:lnTo>
                  <a:lnTo>
                    <a:pt x="322639" y="228565"/>
                  </a:lnTo>
                  <a:lnTo>
                    <a:pt x="324504" y="223614"/>
                  </a:lnTo>
                  <a:lnTo>
                    <a:pt x="326212" y="218606"/>
                  </a:lnTo>
                  <a:lnTo>
                    <a:pt x="327760" y="213547"/>
                  </a:lnTo>
                  <a:lnTo>
                    <a:pt x="329147" y="208441"/>
                  </a:lnTo>
                  <a:lnTo>
                    <a:pt x="330372" y="203294"/>
                  </a:lnTo>
                  <a:lnTo>
                    <a:pt x="331434" y="198110"/>
                  </a:lnTo>
                  <a:lnTo>
                    <a:pt x="332331" y="192896"/>
                  </a:lnTo>
                  <a:lnTo>
                    <a:pt x="333062" y="187656"/>
                  </a:lnTo>
                  <a:lnTo>
                    <a:pt x="333628" y="182395"/>
                  </a:lnTo>
                  <a:lnTo>
                    <a:pt x="334026" y="177119"/>
                  </a:lnTo>
                  <a:lnTo>
                    <a:pt x="334258" y="171834"/>
                  </a:lnTo>
                  <a:lnTo>
                    <a:pt x="334322" y="166543"/>
                  </a:lnTo>
                  <a:lnTo>
                    <a:pt x="334218" y="161253"/>
                  </a:lnTo>
                  <a:lnTo>
                    <a:pt x="333947" y="155969"/>
                  </a:lnTo>
                  <a:lnTo>
                    <a:pt x="333509" y="150696"/>
                  </a:lnTo>
                  <a:lnTo>
                    <a:pt x="332905" y="145440"/>
                  </a:lnTo>
                  <a:lnTo>
                    <a:pt x="332134" y="140205"/>
                  </a:lnTo>
                  <a:lnTo>
                    <a:pt x="331198" y="134998"/>
                  </a:lnTo>
                  <a:lnTo>
                    <a:pt x="330098" y="129823"/>
                  </a:lnTo>
                  <a:lnTo>
                    <a:pt x="328835" y="124685"/>
                  </a:lnTo>
                  <a:lnTo>
                    <a:pt x="327409" y="119590"/>
                  </a:lnTo>
                  <a:lnTo>
                    <a:pt x="325823" y="114542"/>
                  </a:lnTo>
                  <a:lnTo>
                    <a:pt x="324079" y="109547"/>
                  </a:lnTo>
                  <a:lnTo>
                    <a:pt x="322176" y="104610"/>
                  </a:lnTo>
                  <a:lnTo>
                    <a:pt x="320119" y="99735"/>
                  </a:lnTo>
                  <a:lnTo>
                    <a:pt x="317908" y="94928"/>
                  </a:lnTo>
                  <a:lnTo>
                    <a:pt x="315547" y="90194"/>
                  </a:lnTo>
                  <a:lnTo>
                    <a:pt x="313037" y="85536"/>
                  </a:lnTo>
                  <a:lnTo>
                    <a:pt x="310380" y="80960"/>
                  </a:lnTo>
                  <a:lnTo>
                    <a:pt x="307580" y="76471"/>
                  </a:lnTo>
                  <a:lnTo>
                    <a:pt x="304640" y="72072"/>
                  </a:lnTo>
                  <a:lnTo>
                    <a:pt x="301561" y="67769"/>
                  </a:lnTo>
                  <a:lnTo>
                    <a:pt x="298349" y="63565"/>
                  </a:lnTo>
                  <a:lnTo>
                    <a:pt x="295004" y="59465"/>
                  </a:lnTo>
                  <a:lnTo>
                    <a:pt x="291532" y="55473"/>
                  </a:lnTo>
                  <a:lnTo>
                    <a:pt x="287935" y="51593"/>
                  </a:lnTo>
                  <a:lnTo>
                    <a:pt x="284217" y="47829"/>
                  </a:lnTo>
                  <a:lnTo>
                    <a:pt x="280382" y="44184"/>
                  </a:lnTo>
                  <a:lnTo>
                    <a:pt x="276433" y="40662"/>
                  </a:lnTo>
                  <a:lnTo>
                    <a:pt x="272375" y="37268"/>
                  </a:lnTo>
                  <a:lnTo>
                    <a:pt x="268211" y="34003"/>
                  </a:lnTo>
                  <a:lnTo>
                    <a:pt x="263946" y="30871"/>
                  </a:lnTo>
                  <a:lnTo>
                    <a:pt x="259585" y="27877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50448"/>
              <a:ext cx="92429" cy="139290"/>
            </a:xfrm>
            <a:custGeom>
              <a:avLst/>
              <a:pathLst>
                <a:path w="92429" h="139290">
                  <a:moveTo>
                    <a:pt x="92429" y="0"/>
                  </a:moveTo>
                  <a:lnTo>
                    <a:pt x="0" y="1392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50448"/>
              <a:ext cx="92429" cy="139290"/>
            </a:xfrm>
            <a:custGeom>
              <a:avLst/>
              <a:pathLst>
                <a:path w="92429" h="139290">
                  <a:moveTo>
                    <a:pt x="92429" y="0"/>
                  </a:moveTo>
                  <a:lnTo>
                    <a:pt x="0" y="1392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50448"/>
              <a:ext cx="92429" cy="139290"/>
            </a:xfrm>
            <a:custGeom>
              <a:avLst/>
              <a:pathLst>
                <a:path w="92429" h="139290">
                  <a:moveTo>
                    <a:pt x="92429" y="0"/>
                  </a:moveTo>
                  <a:lnTo>
                    <a:pt x="0" y="1392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50448"/>
              <a:ext cx="92429" cy="139290"/>
            </a:xfrm>
            <a:custGeom>
              <a:avLst/>
              <a:pathLst>
                <a:path w="92429" h="139290">
                  <a:moveTo>
                    <a:pt x="92429" y="0"/>
                  </a:moveTo>
                  <a:lnTo>
                    <a:pt x="0" y="1392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50448"/>
              <a:ext cx="92429" cy="139290"/>
            </a:xfrm>
            <a:custGeom>
              <a:avLst/>
              <a:pathLst>
                <a:path w="92429" h="139290">
                  <a:moveTo>
                    <a:pt x="92429" y="0"/>
                  </a:moveTo>
                  <a:lnTo>
                    <a:pt x="0" y="1392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50448"/>
              <a:ext cx="92429" cy="139290"/>
            </a:xfrm>
            <a:custGeom>
              <a:avLst/>
              <a:pathLst>
                <a:path w="92429" h="139290">
                  <a:moveTo>
                    <a:pt x="92429" y="0"/>
                  </a:moveTo>
                  <a:lnTo>
                    <a:pt x="0" y="1392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50448"/>
              <a:ext cx="92429" cy="139290"/>
            </a:xfrm>
            <a:custGeom>
              <a:avLst/>
              <a:pathLst>
                <a:path w="92429" h="139290">
                  <a:moveTo>
                    <a:pt x="92429" y="0"/>
                  </a:moveTo>
                  <a:lnTo>
                    <a:pt x="0" y="1392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50448"/>
              <a:ext cx="92429" cy="139290"/>
            </a:xfrm>
            <a:custGeom>
              <a:avLst/>
              <a:pathLst>
                <a:path w="92429" h="139290">
                  <a:moveTo>
                    <a:pt x="92429" y="0"/>
                  </a:moveTo>
                  <a:lnTo>
                    <a:pt x="0" y="1392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50448"/>
              <a:ext cx="92429" cy="139290"/>
            </a:xfrm>
            <a:custGeom>
              <a:avLst/>
              <a:pathLst>
                <a:path w="92429" h="139290">
                  <a:moveTo>
                    <a:pt x="92429" y="0"/>
                  </a:moveTo>
                  <a:lnTo>
                    <a:pt x="0" y="1392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50448"/>
              <a:ext cx="92429" cy="139290"/>
            </a:xfrm>
            <a:custGeom>
              <a:avLst/>
              <a:pathLst>
                <a:path w="92429" h="139290">
                  <a:moveTo>
                    <a:pt x="92429" y="0"/>
                  </a:moveTo>
                  <a:lnTo>
                    <a:pt x="0" y="1392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50448"/>
              <a:ext cx="92429" cy="139290"/>
            </a:xfrm>
            <a:custGeom>
              <a:avLst/>
              <a:pathLst>
                <a:path w="92429" h="139290">
                  <a:moveTo>
                    <a:pt x="92429" y="0"/>
                  </a:moveTo>
                  <a:lnTo>
                    <a:pt x="0" y="1392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50448"/>
              <a:ext cx="92429" cy="139290"/>
            </a:xfrm>
            <a:custGeom>
              <a:avLst/>
              <a:pathLst>
                <a:path w="92429" h="139290">
                  <a:moveTo>
                    <a:pt x="92429" y="0"/>
                  </a:moveTo>
                  <a:lnTo>
                    <a:pt x="0" y="1392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50448"/>
              <a:ext cx="92429" cy="139290"/>
            </a:xfrm>
            <a:custGeom>
              <a:avLst/>
              <a:pathLst>
                <a:path w="92429" h="139290">
                  <a:moveTo>
                    <a:pt x="92429" y="0"/>
                  </a:moveTo>
                  <a:lnTo>
                    <a:pt x="0" y="1392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50448"/>
              <a:ext cx="92429" cy="139290"/>
            </a:xfrm>
            <a:custGeom>
              <a:avLst/>
              <a:pathLst>
                <a:path w="92429" h="139290">
                  <a:moveTo>
                    <a:pt x="92429" y="0"/>
                  </a:moveTo>
                  <a:lnTo>
                    <a:pt x="0" y="1392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50448"/>
              <a:ext cx="92429" cy="139290"/>
            </a:xfrm>
            <a:custGeom>
              <a:avLst/>
              <a:pathLst>
                <a:path w="92429" h="139290">
                  <a:moveTo>
                    <a:pt x="92429" y="0"/>
                  </a:moveTo>
                  <a:lnTo>
                    <a:pt x="0" y="1392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50448"/>
              <a:ext cx="92429" cy="139290"/>
            </a:xfrm>
            <a:custGeom>
              <a:avLst/>
              <a:pathLst>
                <a:path w="92429" h="139290">
                  <a:moveTo>
                    <a:pt x="92429" y="0"/>
                  </a:moveTo>
                  <a:lnTo>
                    <a:pt x="0" y="1392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50448"/>
              <a:ext cx="92429" cy="139290"/>
            </a:xfrm>
            <a:custGeom>
              <a:avLst/>
              <a:pathLst>
                <a:path w="92429" h="139290">
                  <a:moveTo>
                    <a:pt x="92429" y="0"/>
                  </a:moveTo>
                  <a:lnTo>
                    <a:pt x="0" y="1392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50448"/>
              <a:ext cx="92429" cy="139290"/>
            </a:xfrm>
            <a:custGeom>
              <a:avLst/>
              <a:pathLst>
                <a:path w="92429" h="139290">
                  <a:moveTo>
                    <a:pt x="92429" y="0"/>
                  </a:moveTo>
                  <a:lnTo>
                    <a:pt x="0" y="1392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50448"/>
              <a:ext cx="92429" cy="139290"/>
            </a:xfrm>
            <a:custGeom>
              <a:avLst/>
              <a:pathLst>
                <a:path w="92429" h="139290">
                  <a:moveTo>
                    <a:pt x="92429" y="0"/>
                  </a:moveTo>
                  <a:lnTo>
                    <a:pt x="0" y="1392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50448"/>
              <a:ext cx="92429" cy="139290"/>
            </a:xfrm>
            <a:custGeom>
              <a:avLst/>
              <a:pathLst>
                <a:path w="92429" h="139290">
                  <a:moveTo>
                    <a:pt x="92429" y="0"/>
                  </a:moveTo>
                  <a:lnTo>
                    <a:pt x="0" y="1392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50448"/>
              <a:ext cx="92429" cy="139290"/>
            </a:xfrm>
            <a:custGeom>
              <a:avLst/>
              <a:pathLst>
                <a:path w="92429" h="139290">
                  <a:moveTo>
                    <a:pt x="92429" y="0"/>
                  </a:moveTo>
                  <a:lnTo>
                    <a:pt x="0" y="1392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49463"/>
              <a:ext cx="92429" cy="140275"/>
            </a:xfrm>
            <a:custGeom>
              <a:avLst/>
              <a:pathLst>
                <a:path w="92429" h="140275">
                  <a:moveTo>
                    <a:pt x="92429" y="985"/>
                  </a:moveTo>
                  <a:lnTo>
                    <a:pt x="90926" y="0"/>
                  </a:lnTo>
                  <a:lnTo>
                    <a:pt x="0" y="1402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22571"/>
              <a:ext cx="90926" cy="167167"/>
            </a:xfrm>
            <a:custGeom>
              <a:avLst/>
              <a:pathLst>
                <a:path w="90926" h="167167">
                  <a:moveTo>
                    <a:pt x="90926" y="26891"/>
                  </a:moveTo>
                  <a:lnTo>
                    <a:pt x="86129" y="23896"/>
                  </a:lnTo>
                  <a:lnTo>
                    <a:pt x="81234" y="21065"/>
                  </a:lnTo>
                  <a:lnTo>
                    <a:pt x="76246" y="18401"/>
                  </a:lnTo>
                  <a:lnTo>
                    <a:pt x="71171" y="15907"/>
                  </a:lnTo>
                  <a:lnTo>
                    <a:pt x="66014" y="13586"/>
                  </a:lnTo>
                  <a:lnTo>
                    <a:pt x="60781" y="11441"/>
                  </a:lnTo>
                  <a:lnTo>
                    <a:pt x="55479" y="9474"/>
                  </a:lnTo>
                  <a:lnTo>
                    <a:pt x="50114" y="7688"/>
                  </a:lnTo>
                  <a:lnTo>
                    <a:pt x="44691" y="6084"/>
                  </a:lnTo>
                  <a:lnTo>
                    <a:pt x="39217" y="4665"/>
                  </a:lnTo>
                  <a:lnTo>
                    <a:pt x="33698" y="3431"/>
                  </a:lnTo>
                  <a:lnTo>
                    <a:pt x="28141" y="2385"/>
                  </a:lnTo>
                  <a:lnTo>
                    <a:pt x="22552" y="1528"/>
                  </a:lnTo>
                  <a:lnTo>
                    <a:pt x="16936" y="860"/>
                  </a:lnTo>
                  <a:lnTo>
                    <a:pt x="11301" y="382"/>
                  </a:lnTo>
                  <a:lnTo>
                    <a:pt x="5654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378101" y="1071028"/>
              <a:ext cx="334323" cy="334327"/>
            </a:xfrm>
            <a:custGeom>
              <a:avLst/>
              <a:pathLst>
                <a:path w="334323" h="334327">
                  <a:moveTo>
                    <a:pt x="167156" y="0"/>
                  </a:moveTo>
                  <a:lnTo>
                    <a:pt x="161868" y="83"/>
                  </a:lnTo>
                  <a:lnTo>
                    <a:pt x="156585" y="334"/>
                  </a:lnTo>
                  <a:lnTo>
                    <a:pt x="151312" y="752"/>
                  </a:lnTo>
                  <a:lnTo>
                    <a:pt x="146056" y="1337"/>
                  </a:lnTo>
                  <a:lnTo>
                    <a:pt x="140820" y="2087"/>
                  </a:lnTo>
                  <a:lnTo>
                    <a:pt x="135611" y="3003"/>
                  </a:lnTo>
                  <a:lnTo>
                    <a:pt x="130433" y="4083"/>
                  </a:lnTo>
                  <a:lnTo>
                    <a:pt x="125293" y="5326"/>
                  </a:lnTo>
                  <a:lnTo>
                    <a:pt x="120194" y="6732"/>
                  </a:lnTo>
                  <a:lnTo>
                    <a:pt x="115142" y="8298"/>
                  </a:lnTo>
                  <a:lnTo>
                    <a:pt x="110142" y="10023"/>
                  </a:lnTo>
                  <a:lnTo>
                    <a:pt x="105199" y="11905"/>
                  </a:lnTo>
                  <a:lnTo>
                    <a:pt x="100318" y="13943"/>
                  </a:lnTo>
                  <a:lnTo>
                    <a:pt x="95505" y="16134"/>
                  </a:lnTo>
                  <a:lnTo>
                    <a:pt x="90763" y="18476"/>
                  </a:lnTo>
                  <a:lnTo>
                    <a:pt x="86097" y="20967"/>
                  </a:lnTo>
                  <a:lnTo>
                    <a:pt x="81512" y="23605"/>
                  </a:lnTo>
                  <a:lnTo>
                    <a:pt x="77014" y="26386"/>
                  </a:lnTo>
                  <a:lnTo>
                    <a:pt x="72605" y="29308"/>
                  </a:lnTo>
                  <a:lnTo>
                    <a:pt x="68291" y="32368"/>
                  </a:lnTo>
                  <a:lnTo>
                    <a:pt x="64076" y="35564"/>
                  </a:lnTo>
                  <a:lnTo>
                    <a:pt x="59965" y="38890"/>
                  </a:lnTo>
                  <a:lnTo>
                    <a:pt x="55960" y="42346"/>
                  </a:lnTo>
                  <a:lnTo>
                    <a:pt x="52067" y="45926"/>
                  </a:lnTo>
                  <a:lnTo>
                    <a:pt x="48289" y="49627"/>
                  </a:lnTo>
                  <a:lnTo>
                    <a:pt x="44630" y="53447"/>
                  </a:lnTo>
                  <a:lnTo>
                    <a:pt x="41094" y="57380"/>
                  </a:lnTo>
                  <a:lnTo>
                    <a:pt x="37684" y="61423"/>
                  </a:lnTo>
                  <a:lnTo>
                    <a:pt x="34404" y="65571"/>
                  </a:lnTo>
                  <a:lnTo>
                    <a:pt x="31256" y="69822"/>
                  </a:lnTo>
                  <a:lnTo>
                    <a:pt x="28245" y="74170"/>
                  </a:lnTo>
                  <a:lnTo>
                    <a:pt x="25372" y="78611"/>
                  </a:lnTo>
                  <a:lnTo>
                    <a:pt x="22642" y="83141"/>
                  </a:lnTo>
                  <a:lnTo>
                    <a:pt x="20056" y="87755"/>
                  </a:lnTo>
                  <a:lnTo>
                    <a:pt x="17617" y="92448"/>
                  </a:lnTo>
                  <a:lnTo>
                    <a:pt x="15328" y="97216"/>
                  </a:lnTo>
                  <a:lnTo>
                    <a:pt x="13191" y="102054"/>
                  </a:lnTo>
                  <a:lnTo>
                    <a:pt x="11208" y="106957"/>
                  </a:lnTo>
                  <a:lnTo>
                    <a:pt x="9382" y="111921"/>
                  </a:lnTo>
                  <a:lnTo>
                    <a:pt x="7713" y="116940"/>
                  </a:lnTo>
                  <a:lnTo>
                    <a:pt x="6204" y="122009"/>
                  </a:lnTo>
                  <a:lnTo>
                    <a:pt x="4856" y="127123"/>
                  </a:lnTo>
                  <a:lnTo>
                    <a:pt x="3670" y="132278"/>
                  </a:lnTo>
                  <a:lnTo>
                    <a:pt x="2648" y="137467"/>
                  </a:lnTo>
                  <a:lnTo>
                    <a:pt x="1791" y="142686"/>
                  </a:lnTo>
                  <a:lnTo>
                    <a:pt x="1099" y="147930"/>
                  </a:lnTo>
                  <a:lnTo>
                    <a:pt x="574" y="153193"/>
                  </a:lnTo>
                  <a:lnTo>
                    <a:pt x="215" y="158470"/>
                  </a:lnTo>
                  <a:lnTo>
                    <a:pt x="24" y="163755"/>
                  </a:lnTo>
                  <a:lnTo>
                    <a:pt x="0" y="169044"/>
                  </a:lnTo>
                  <a:lnTo>
                    <a:pt x="143" y="174332"/>
                  </a:lnTo>
                  <a:lnTo>
                    <a:pt x="453" y="179611"/>
                  </a:lnTo>
                  <a:lnTo>
                    <a:pt x="930" y="184879"/>
                  </a:lnTo>
                  <a:lnTo>
                    <a:pt x="1573" y="190129"/>
                  </a:lnTo>
                  <a:lnTo>
                    <a:pt x="2383" y="195355"/>
                  </a:lnTo>
                  <a:lnTo>
                    <a:pt x="3357" y="200554"/>
                  </a:lnTo>
                  <a:lnTo>
                    <a:pt x="4495" y="205719"/>
                  </a:lnTo>
                  <a:lnTo>
                    <a:pt x="5796" y="210846"/>
                  </a:lnTo>
                  <a:lnTo>
                    <a:pt x="7259" y="215929"/>
                  </a:lnTo>
                  <a:lnTo>
                    <a:pt x="8881" y="220963"/>
                  </a:lnTo>
                  <a:lnTo>
                    <a:pt x="10662" y="225943"/>
                  </a:lnTo>
                  <a:lnTo>
                    <a:pt x="12600" y="230864"/>
                  </a:lnTo>
                  <a:lnTo>
                    <a:pt x="14693" y="235722"/>
                  </a:lnTo>
                  <a:lnTo>
                    <a:pt x="16938" y="240510"/>
                  </a:lnTo>
                  <a:lnTo>
                    <a:pt x="19333" y="245226"/>
                  </a:lnTo>
                  <a:lnTo>
                    <a:pt x="21876" y="249863"/>
                  </a:lnTo>
                  <a:lnTo>
                    <a:pt x="24565" y="254418"/>
                  </a:lnTo>
                  <a:lnTo>
                    <a:pt x="27397" y="258885"/>
                  </a:lnTo>
                  <a:lnTo>
                    <a:pt x="30368" y="263261"/>
                  </a:lnTo>
                  <a:lnTo>
                    <a:pt x="33477" y="267540"/>
                  </a:lnTo>
                  <a:lnTo>
                    <a:pt x="36719" y="271719"/>
                  </a:lnTo>
                  <a:lnTo>
                    <a:pt x="40092" y="275793"/>
                  </a:lnTo>
                  <a:lnTo>
                    <a:pt x="43592" y="279758"/>
                  </a:lnTo>
                  <a:lnTo>
                    <a:pt x="47215" y="283611"/>
                  </a:lnTo>
                  <a:lnTo>
                    <a:pt x="50959" y="287347"/>
                  </a:lnTo>
                  <a:lnTo>
                    <a:pt x="54819" y="290962"/>
                  </a:lnTo>
                  <a:lnTo>
                    <a:pt x="58792" y="294454"/>
                  </a:lnTo>
                  <a:lnTo>
                    <a:pt x="62873" y="297819"/>
                  </a:lnTo>
                  <a:lnTo>
                    <a:pt x="67058" y="301052"/>
                  </a:lnTo>
                  <a:lnTo>
                    <a:pt x="71344" y="304152"/>
                  </a:lnTo>
                  <a:lnTo>
                    <a:pt x="75725" y="307115"/>
                  </a:lnTo>
                  <a:lnTo>
                    <a:pt x="80198" y="309937"/>
                  </a:lnTo>
                  <a:lnTo>
                    <a:pt x="84759" y="312616"/>
                  </a:lnTo>
                  <a:lnTo>
                    <a:pt x="89401" y="315150"/>
                  </a:lnTo>
                  <a:lnTo>
                    <a:pt x="94122" y="317536"/>
                  </a:lnTo>
                  <a:lnTo>
                    <a:pt x="98915" y="319771"/>
                  </a:lnTo>
                  <a:lnTo>
                    <a:pt x="103777" y="321854"/>
                  </a:lnTo>
                  <a:lnTo>
                    <a:pt x="108702" y="323781"/>
                  </a:lnTo>
                  <a:lnTo>
                    <a:pt x="113686" y="325552"/>
                  </a:lnTo>
                  <a:lnTo>
                    <a:pt x="118723" y="327164"/>
                  </a:lnTo>
                  <a:lnTo>
                    <a:pt x="123809" y="328617"/>
                  </a:lnTo>
                  <a:lnTo>
                    <a:pt x="128938" y="329907"/>
                  </a:lnTo>
                  <a:lnTo>
                    <a:pt x="134106" y="331035"/>
                  </a:lnTo>
                  <a:lnTo>
                    <a:pt x="139306" y="331998"/>
                  </a:lnTo>
                  <a:lnTo>
                    <a:pt x="144535" y="332797"/>
                  </a:lnTo>
                  <a:lnTo>
                    <a:pt x="149786" y="333429"/>
                  </a:lnTo>
                  <a:lnTo>
                    <a:pt x="155054" y="333896"/>
                  </a:lnTo>
                  <a:lnTo>
                    <a:pt x="160335" y="334195"/>
                  </a:lnTo>
                  <a:lnTo>
                    <a:pt x="165622" y="334327"/>
                  </a:lnTo>
                  <a:lnTo>
                    <a:pt x="170911" y="334292"/>
                  </a:lnTo>
                  <a:lnTo>
                    <a:pt x="176196" y="334090"/>
                  </a:lnTo>
                  <a:lnTo>
                    <a:pt x="181472" y="333720"/>
                  </a:lnTo>
                  <a:lnTo>
                    <a:pt x="186734" y="333184"/>
                  </a:lnTo>
                  <a:lnTo>
                    <a:pt x="191976" y="332482"/>
                  </a:lnTo>
                  <a:lnTo>
                    <a:pt x="197194" y="331614"/>
                  </a:lnTo>
                  <a:lnTo>
                    <a:pt x="202381" y="330581"/>
                  </a:lnTo>
                  <a:lnTo>
                    <a:pt x="207533" y="329385"/>
                  </a:lnTo>
                  <a:lnTo>
                    <a:pt x="212645" y="328026"/>
                  </a:lnTo>
                  <a:lnTo>
                    <a:pt x="217711" y="326507"/>
                  </a:lnTo>
                  <a:lnTo>
                    <a:pt x="222726" y="324828"/>
                  </a:lnTo>
                  <a:lnTo>
                    <a:pt x="227686" y="322991"/>
                  </a:lnTo>
                  <a:lnTo>
                    <a:pt x="232585" y="320998"/>
                  </a:lnTo>
                  <a:lnTo>
                    <a:pt x="237419" y="318851"/>
                  </a:lnTo>
                  <a:lnTo>
                    <a:pt x="242182" y="316553"/>
                  </a:lnTo>
                  <a:lnTo>
                    <a:pt x="246871" y="314104"/>
                  </a:lnTo>
                  <a:lnTo>
                    <a:pt x="251479" y="311509"/>
                  </a:lnTo>
                  <a:lnTo>
                    <a:pt x="256003" y="308769"/>
                  </a:lnTo>
                  <a:lnTo>
                    <a:pt x="260438" y="305888"/>
                  </a:lnTo>
                  <a:lnTo>
                    <a:pt x="264780" y="302867"/>
                  </a:lnTo>
                  <a:lnTo>
                    <a:pt x="269024" y="299711"/>
                  </a:lnTo>
                  <a:lnTo>
                    <a:pt x="273166" y="296422"/>
                  </a:lnTo>
                  <a:lnTo>
                    <a:pt x="277202" y="293004"/>
                  </a:lnTo>
                  <a:lnTo>
                    <a:pt x="281128" y="289459"/>
                  </a:lnTo>
                  <a:lnTo>
                    <a:pt x="284940" y="285792"/>
                  </a:lnTo>
                  <a:lnTo>
                    <a:pt x="288634" y="282007"/>
                  </a:lnTo>
                  <a:lnTo>
                    <a:pt x="292206" y="278107"/>
                  </a:lnTo>
                  <a:lnTo>
                    <a:pt x="295653" y="274095"/>
                  </a:lnTo>
                  <a:lnTo>
                    <a:pt x="298971" y="269977"/>
                  </a:lnTo>
                  <a:lnTo>
                    <a:pt x="302158" y="265755"/>
                  </a:lnTo>
                  <a:lnTo>
                    <a:pt x="305209" y="261435"/>
                  </a:lnTo>
                  <a:lnTo>
                    <a:pt x="308122" y="257020"/>
                  </a:lnTo>
                  <a:lnTo>
                    <a:pt x="310894" y="252516"/>
                  </a:lnTo>
                  <a:lnTo>
                    <a:pt x="313522" y="247926"/>
                  </a:lnTo>
                  <a:lnTo>
                    <a:pt x="316004" y="243255"/>
                  </a:lnTo>
                  <a:lnTo>
                    <a:pt x="318336" y="238508"/>
                  </a:lnTo>
                  <a:lnTo>
                    <a:pt x="320518" y="233690"/>
                  </a:lnTo>
                  <a:lnTo>
                    <a:pt x="322545" y="228805"/>
                  </a:lnTo>
                  <a:lnTo>
                    <a:pt x="324417" y="223859"/>
                  </a:lnTo>
                  <a:lnTo>
                    <a:pt x="326132" y="218855"/>
                  </a:lnTo>
                  <a:lnTo>
                    <a:pt x="327688" y="213800"/>
                  </a:lnTo>
                  <a:lnTo>
                    <a:pt x="329083" y="208698"/>
                  </a:lnTo>
                  <a:lnTo>
                    <a:pt x="330315" y="203555"/>
                  </a:lnTo>
                  <a:lnTo>
                    <a:pt x="331385" y="198375"/>
                  </a:lnTo>
                  <a:lnTo>
                    <a:pt x="332290" y="193164"/>
                  </a:lnTo>
                  <a:lnTo>
                    <a:pt x="333030" y="187927"/>
                  </a:lnTo>
                  <a:lnTo>
                    <a:pt x="333603" y="182669"/>
                  </a:lnTo>
                  <a:lnTo>
                    <a:pt x="334011" y="177396"/>
                  </a:lnTo>
                  <a:lnTo>
                    <a:pt x="334251" y="172112"/>
                  </a:lnTo>
                  <a:lnTo>
                    <a:pt x="334323" y="166824"/>
                  </a:lnTo>
                  <a:lnTo>
                    <a:pt x="334229" y="161535"/>
                  </a:lnTo>
                  <a:lnTo>
                    <a:pt x="333967" y="156253"/>
                  </a:lnTo>
                  <a:lnTo>
                    <a:pt x="333538" y="150981"/>
                  </a:lnTo>
                  <a:lnTo>
                    <a:pt x="332943" y="145726"/>
                  </a:lnTo>
                  <a:lnTo>
                    <a:pt x="332182" y="140492"/>
                  </a:lnTo>
                  <a:lnTo>
                    <a:pt x="331255" y="135285"/>
                  </a:lnTo>
                  <a:lnTo>
                    <a:pt x="330165" y="130109"/>
                  </a:lnTo>
                  <a:lnTo>
                    <a:pt x="328911" y="124971"/>
                  </a:lnTo>
                  <a:lnTo>
                    <a:pt x="327495" y="119875"/>
                  </a:lnTo>
                  <a:lnTo>
                    <a:pt x="325918" y="114826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183302"/>
              <a:ext cx="158762" cy="54893"/>
            </a:xfrm>
            <a:custGeom>
              <a:avLst/>
              <a:pathLst>
                <a:path w="158762" h="54893">
                  <a:moveTo>
                    <a:pt x="158762" y="2553"/>
                  </a:moveTo>
                  <a:lnTo>
                    <a:pt x="157897" y="0"/>
                  </a:lnTo>
                  <a:lnTo>
                    <a:pt x="0" y="548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071028"/>
              <a:ext cx="157897" cy="167167"/>
            </a:xfrm>
            <a:custGeom>
              <a:avLst/>
              <a:pathLst>
                <a:path w="157897" h="167167">
                  <a:moveTo>
                    <a:pt x="157897" y="112273"/>
                  </a:moveTo>
                  <a:lnTo>
                    <a:pt x="156028" y="107166"/>
                  </a:lnTo>
                  <a:lnTo>
                    <a:pt x="153994" y="102123"/>
                  </a:lnTo>
                  <a:lnTo>
                    <a:pt x="151797" y="97149"/>
                  </a:lnTo>
                  <a:lnTo>
                    <a:pt x="149439" y="92248"/>
                  </a:lnTo>
                  <a:lnTo>
                    <a:pt x="146923" y="87427"/>
                  </a:lnTo>
                  <a:lnTo>
                    <a:pt x="144252" y="82691"/>
                  </a:lnTo>
                  <a:lnTo>
                    <a:pt x="141428" y="78043"/>
                  </a:lnTo>
                  <a:lnTo>
                    <a:pt x="138454" y="73490"/>
                  </a:lnTo>
                  <a:lnTo>
                    <a:pt x="135334" y="69037"/>
                  </a:lnTo>
                  <a:lnTo>
                    <a:pt x="132070" y="64687"/>
                  </a:lnTo>
                  <a:lnTo>
                    <a:pt x="128667" y="60445"/>
                  </a:lnTo>
                  <a:lnTo>
                    <a:pt x="125128" y="56316"/>
                  </a:lnTo>
                  <a:lnTo>
                    <a:pt x="121456" y="52305"/>
                  </a:lnTo>
                  <a:lnTo>
                    <a:pt x="117656" y="48415"/>
                  </a:lnTo>
                  <a:lnTo>
                    <a:pt x="113731" y="44651"/>
                  </a:lnTo>
                  <a:lnTo>
                    <a:pt x="109686" y="41017"/>
                  </a:lnTo>
                  <a:lnTo>
                    <a:pt x="105525" y="37516"/>
                  </a:lnTo>
                  <a:lnTo>
                    <a:pt x="101252" y="34152"/>
                  </a:lnTo>
                  <a:lnTo>
                    <a:pt x="96872" y="30929"/>
                  </a:lnTo>
                  <a:lnTo>
                    <a:pt x="92389" y="27850"/>
                  </a:lnTo>
                  <a:lnTo>
                    <a:pt x="87809" y="24919"/>
                  </a:lnTo>
                  <a:lnTo>
                    <a:pt x="83136" y="22138"/>
                  </a:lnTo>
                  <a:lnTo>
                    <a:pt x="78375" y="19511"/>
                  </a:lnTo>
                  <a:lnTo>
                    <a:pt x="73530" y="17040"/>
                  </a:lnTo>
                  <a:lnTo>
                    <a:pt x="68608" y="14728"/>
                  </a:lnTo>
                  <a:lnTo>
                    <a:pt x="63614" y="12577"/>
                  </a:lnTo>
                  <a:lnTo>
                    <a:pt x="58552" y="10589"/>
                  </a:lnTo>
                  <a:lnTo>
                    <a:pt x="53428" y="8768"/>
                  </a:lnTo>
                  <a:lnTo>
                    <a:pt x="48248" y="7114"/>
                  </a:lnTo>
                  <a:lnTo>
                    <a:pt x="43016" y="5629"/>
                  </a:lnTo>
                  <a:lnTo>
                    <a:pt x="37739" y="4315"/>
                  </a:lnTo>
                  <a:lnTo>
                    <a:pt x="32422" y="3174"/>
                  </a:lnTo>
                  <a:lnTo>
                    <a:pt x="27071" y="2206"/>
                  </a:lnTo>
                  <a:lnTo>
                    <a:pt x="21691" y="1413"/>
                  </a:lnTo>
                  <a:lnTo>
                    <a:pt x="16288" y="795"/>
                  </a:lnTo>
                  <a:lnTo>
                    <a:pt x="10868" y="353"/>
                  </a:lnTo>
                  <a:lnTo>
                    <a:pt x="5437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896275" y="941493"/>
              <a:ext cx="127268" cy="167167"/>
            </a:xfrm>
            <a:custGeom>
              <a:avLst/>
              <a:pathLst>
                <a:path w="127268" h="167167">
                  <a:moveTo>
                    <a:pt x="127268" y="0"/>
                  </a:moveTo>
                  <a:lnTo>
                    <a:pt x="121705" y="92"/>
                  </a:lnTo>
                  <a:lnTo>
                    <a:pt x="116148" y="370"/>
                  </a:lnTo>
                  <a:lnTo>
                    <a:pt x="110604" y="832"/>
                  </a:lnTo>
                  <a:lnTo>
                    <a:pt x="105078" y="1479"/>
                  </a:lnTo>
                  <a:lnTo>
                    <a:pt x="99577" y="2309"/>
                  </a:lnTo>
                  <a:lnTo>
                    <a:pt x="94106" y="3322"/>
                  </a:lnTo>
                  <a:lnTo>
                    <a:pt x="88673" y="4516"/>
                  </a:lnTo>
                  <a:lnTo>
                    <a:pt x="83282" y="5890"/>
                  </a:lnTo>
                  <a:lnTo>
                    <a:pt x="77939" y="7443"/>
                  </a:lnTo>
                  <a:lnTo>
                    <a:pt x="72651" y="9173"/>
                  </a:lnTo>
                  <a:lnTo>
                    <a:pt x="67424" y="11078"/>
                  </a:lnTo>
                  <a:lnTo>
                    <a:pt x="62263" y="13156"/>
                  </a:lnTo>
                  <a:lnTo>
                    <a:pt x="57174" y="15404"/>
                  </a:lnTo>
                  <a:lnTo>
                    <a:pt x="52163" y="17821"/>
                  </a:lnTo>
                  <a:lnTo>
                    <a:pt x="47235" y="20403"/>
                  </a:lnTo>
                  <a:lnTo>
                    <a:pt x="42395" y="23147"/>
                  </a:lnTo>
                  <a:lnTo>
                    <a:pt x="37650" y="26051"/>
                  </a:lnTo>
                  <a:lnTo>
                    <a:pt x="33004" y="29112"/>
                  </a:lnTo>
                  <a:lnTo>
                    <a:pt x="28462" y="32325"/>
                  </a:lnTo>
                  <a:lnTo>
                    <a:pt x="24030" y="35687"/>
                  </a:lnTo>
                  <a:lnTo>
                    <a:pt x="19712" y="39196"/>
                  </a:lnTo>
                  <a:lnTo>
                    <a:pt x="15513" y="42846"/>
                  </a:lnTo>
                  <a:lnTo>
                    <a:pt x="11438" y="46633"/>
                  </a:lnTo>
                  <a:lnTo>
                    <a:pt x="7491" y="50554"/>
                  </a:lnTo>
                  <a:lnTo>
                    <a:pt x="3677" y="54605"/>
                  </a:lnTo>
                  <a:lnTo>
                    <a:pt x="0" y="58780"/>
                  </a:lnTo>
                  <a:lnTo>
                    <a:pt x="12726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896275" y="1000273"/>
              <a:ext cx="127268" cy="108387"/>
            </a:xfrm>
            <a:custGeom>
              <a:avLst/>
              <a:pathLst>
                <a:path w="127268" h="108387">
                  <a:moveTo>
                    <a:pt x="0" y="0"/>
                  </a:moveTo>
                  <a:lnTo>
                    <a:pt x="127268" y="1083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896275" y="1000273"/>
              <a:ext cx="127268" cy="108387"/>
            </a:xfrm>
            <a:custGeom>
              <a:avLst/>
              <a:pathLst>
                <a:path w="127268" h="108387">
                  <a:moveTo>
                    <a:pt x="0" y="0"/>
                  </a:moveTo>
                  <a:lnTo>
                    <a:pt x="127268" y="1083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896275" y="1000273"/>
              <a:ext cx="127268" cy="108387"/>
            </a:xfrm>
            <a:custGeom>
              <a:avLst/>
              <a:pathLst>
                <a:path w="127268" h="108387">
                  <a:moveTo>
                    <a:pt x="0" y="0"/>
                  </a:moveTo>
                  <a:lnTo>
                    <a:pt x="127268" y="1083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896275" y="1000273"/>
              <a:ext cx="127268" cy="108387"/>
            </a:xfrm>
            <a:custGeom>
              <a:avLst/>
              <a:pathLst>
                <a:path w="127268" h="108387">
                  <a:moveTo>
                    <a:pt x="0" y="0"/>
                  </a:moveTo>
                  <a:lnTo>
                    <a:pt x="127268" y="1083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896275" y="1000273"/>
              <a:ext cx="127268" cy="108387"/>
            </a:xfrm>
            <a:custGeom>
              <a:avLst/>
              <a:pathLst>
                <a:path w="127268" h="108387">
                  <a:moveTo>
                    <a:pt x="0" y="0"/>
                  </a:moveTo>
                  <a:lnTo>
                    <a:pt x="127268" y="1083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896275" y="1000273"/>
              <a:ext cx="127268" cy="108387"/>
            </a:xfrm>
            <a:custGeom>
              <a:avLst/>
              <a:pathLst>
                <a:path w="127268" h="108387">
                  <a:moveTo>
                    <a:pt x="0" y="0"/>
                  </a:moveTo>
                  <a:lnTo>
                    <a:pt x="127268" y="1083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896275" y="1000273"/>
              <a:ext cx="127268" cy="108387"/>
            </a:xfrm>
            <a:custGeom>
              <a:avLst/>
              <a:pathLst>
                <a:path w="127268" h="108387">
                  <a:moveTo>
                    <a:pt x="0" y="0"/>
                  </a:moveTo>
                  <a:lnTo>
                    <a:pt x="127268" y="1083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896275" y="1000273"/>
              <a:ext cx="127268" cy="108387"/>
            </a:xfrm>
            <a:custGeom>
              <a:avLst/>
              <a:pathLst>
                <a:path w="127268" h="108387">
                  <a:moveTo>
                    <a:pt x="0" y="0"/>
                  </a:moveTo>
                  <a:lnTo>
                    <a:pt x="127268" y="1083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896275" y="1000273"/>
              <a:ext cx="127268" cy="108387"/>
            </a:xfrm>
            <a:custGeom>
              <a:avLst/>
              <a:pathLst>
                <a:path w="127268" h="108387">
                  <a:moveTo>
                    <a:pt x="0" y="0"/>
                  </a:moveTo>
                  <a:lnTo>
                    <a:pt x="127268" y="1083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896275" y="1000273"/>
              <a:ext cx="127268" cy="108387"/>
            </a:xfrm>
            <a:custGeom>
              <a:avLst/>
              <a:pathLst>
                <a:path w="127268" h="108387">
                  <a:moveTo>
                    <a:pt x="0" y="0"/>
                  </a:moveTo>
                  <a:lnTo>
                    <a:pt x="127268" y="1083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896275" y="1000273"/>
              <a:ext cx="127268" cy="108387"/>
            </a:xfrm>
            <a:custGeom>
              <a:avLst/>
              <a:pathLst>
                <a:path w="127268" h="108387">
                  <a:moveTo>
                    <a:pt x="0" y="0"/>
                  </a:moveTo>
                  <a:lnTo>
                    <a:pt x="127268" y="1083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896275" y="1000273"/>
              <a:ext cx="127268" cy="108387"/>
            </a:xfrm>
            <a:custGeom>
              <a:avLst/>
              <a:pathLst>
                <a:path w="127268" h="108387">
                  <a:moveTo>
                    <a:pt x="0" y="0"/>
                  </a:moveTo>
                  <a:lnTo>
                    <a:pt x="127268" y="1083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896275" y="1000273"/>
              <a:ext cx="127268" cy="108387"/>
            </a:xfrm>
            <a:custGeom>
              <a:avLst/>
              <a:pathLst>
                <a:path w="127268" h="108387">
                  <a:moveTo>
                    <a:pt x="0" y="0"/>
                  </a:moveTo>
                  <a:lnTo>
                    <a:pt x="127268" y="1083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896275" y="1000273"/>
              <a:ext cx="127268" cy="108387"/>
            </a:xfrm>
            <a:custGeom>
              <a:avLst/>
              <a:pathLst>
                <a:path w="127268" h="108387">
                  <a:moveTo>
                    <a:pt x="0" y="0"/>
                  </a:moveTo>
                  <a:lnTo>
                    <a:pt x="127268" y="1083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896275" y="1000273"/>
              <a:ext cx="127268" cy="108387"/>
            </a:xfrm>
            <a:custGeom>
              <a:avLst/>
              <a:pathLst>
                <a:path w="127268" h="108387">
                  <a:moveTo>
                    <a:pt x="0" y="0"/>
                  </a:moveTo>
                  <a:lnTo>
                    <a:pt x="127268" y="1083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896275" y="1000273"/>
              <a:ext cx="127268" cy="108387"/>
            </a:xfrm>
            <a:custGeom>
              <a:avLst/>
              <a:pathLst>
                <a:path w="127268" h="108387">
                  <a:moveTo>
                    <a:pt x="0" y="0"/>
                  </a:moveTo>
                  <a:lnTo>
                    <a:pt x="127268" y="1083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896275" y="1000273"/>
              <a:ext cx="127268" cy="108387"/>
            </a:xfrm>
            <a:custGeom>
              <a:avLst/>
              <a:pathLst>
                <a:path w="127268" h="108387">
                  <a:moveTo>
                    <a:pt x="0" y="0"/>
                  </a:moveTo>
                  <a:lnTo>
                    <a:pt x="127268" y="1083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896275" y="1000273"/>
              <a:ext cx="127268" cy="108387"/>
            </a:xfrm>
            <a:custGeom>
              <a:avLst/>
              <a:pathLst>
                <a:path w="127268" h="108387">
                  <a:moveTo>
                    <a:pt x="0" y="0"/>
                  </a:moveTo>
                  <a:lnTo>
                    <a:pt x="127268" y="1083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896275" y="1000273"/>
              <a:ext cx="127268" cy="108387"/>
            </a:xfrm>
            <a:custGeom>
              <a:avLst/>
              <a:pathLst>
                <a:path w="127268" h="108387">
                  <a:moveTo>
                    <a:pt x="0" y="0"/>
                  </a:moveTo>
                  <a:lnTo>
                    <a:pt x="127268" y="1083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856380" y="986016"/>
              <a:ext cx="334330" cy="289800"/>
            </a:xfrm>
            <a:custGeom>
              <a:avLst/>
              <a:pathLst>
                <a:path w="334330" h="289800">
                  <a:moveTo>
                    <a:pt x="39895" y="14257"/>
                  </a:moveTo>
                  <a:lnTo>
                    <a:pt x="36516" y="18354"/>
                  </a:lnTo>
                  <a:lnTo>
                    <a:pt x="33269" y="22557"/>
                  </a:lnTo>
                  <a:lnTo>
                    <a:pt x="30157" y="26862"/>
                  </a:lnTo>
                  <a:lnTo>
                    <a:pt x="27183" y="31262"/>
                  </a:lnTo>
                  <a:lnTo>
                    <a:pt x="24351" y="35755"/>
                  </a:lnTo>
                  <a:lnTo>
                    <a:pt x="21663" y="40336"/>
                  </a:lnTo>
                  <a:lnTo>
                    <a:pt x="19122" y="45000"/>
                  </a:lnTo>
                  <a:lnTo>
                    <a:pt x="16730" y="49742"/>
                  </a:lnTo>
                  <a:lnTo>
                    <a:pt x="14490" y="54558"/>
                  </a:lnTo>
                  <a:lnTo>
                    <a:pt x="12404" y="59443"/>
                  </a:lnTo>
                  <a:lnTo>
                    <a:pt x="10474" y="64391"/>
                  </a:lnTo>
                  <a:lnTo>
                    <a:pt x="8703" y="69398"/>
                  </a:lnTo>
                  <a:lnTo>
                    <a:pt x="7091" y="74459"/>
                  </a:lnTo>
                  <a:lnTo>
                    <a:pt x="5641" y="79569"/>
                  </a:lnTo>
                  <a:lnTo>
                    <a:pt x="4354" y="84722"/>
                  </a:lnTo>
                  <a:lnTo>
                    <a:pt x="3232" y="89913"/>
                  </a:lnTo>
                  <a:lnTo>
                    <a:pt x="2275" y="95138"/>
                  </a:lnTo>
                  <a:lnTo>
                    <a:pt x="1484" y="100390"/>
                  </a:lnTo>
                  <a:lnTo>
                    <a:pt x="861" y="105664"/>
                  </a:lnTo>
                  <a:lnTo>
                    <a:pt x="405" y="110956"/>
                  </a:lnTo>
                  <a:lnTo>
                    <a:pt x="118" y="116260"/>
                  </a:lnTo>
                  <a:lnTo>
                    <a:pt x="0" y="121569"/>
                  </a:lnTo>
                  <a:lnTo>
                    <a:pt x="50" y="126881"/>
                  </a:lnTo>
                  <a:lnTo>
                    <a:pt x="269" y="132187"/>
                  </a:lnTo>
                  <a:lnTo>
                    <a:pt x="656" y="137485"/>
                  </a:lnTo>
                  <a:lnTo>
                    <a:pt x="1212" y="142767"/>
                  </a:lnTo>
                  <a:lnTo>
                    <a:pt x="1935" y="148029"/>
                  </a:lnTo>
                  <a:lnTo>
                    <a:pt x="2824" y="153265"/>
                  </a:lnTo>
                  <a:lnTo>
                    <a:pt x="3880" y="158470"/>
                  </a:lnTo>
                  <a:lnTo>
                    <a:pt x="5101" y="163639"/>
                  </a:lnTo>
                  <a:lnTo>
                    <a:pt x="6485" y="168767"/>
                  </a:lnTo>
                  <a:lnTo>
                    <a:pt x="8031" y="173848"/>
                  </a:lnTo>
                  <a:lnTo>
                    <a:pt x="9738" y="178878"/>
                  </a:lnTo>
                  <a:lnTo>
                    <a:pt x="11604" y="183851"/>
                  </a:lnTo>
                  <a:lnTo>
                    <a:pt x="13627" y="188761"/>
                  </a:lnTo>
                  <a:lnTo>
                    <a:pt x="15805" y="193606"/>
                  </a:lnTo>
                  <a:lnTo>
                    <a:pt x="18136" y="198378"/>
                  </a:lnTo>
                  <a:lnTo>
                    <a:pt x="20617" y="203074"/>
                  </a:lnTo>
                  <a:lnTo>
                    <a:pt x="23246" y="207689"/>
                  </a:lnTo>
                  <a:lnTo>
                    <a:pt x="26021" y="212218"/>
                  </a:lnTo>
                  <a:lnTo>
                    <a:pt x="28937" y="216657"/>
                  </a:lnTo>
                  <a:lnTo>
                    <a:pt x="31994" y="221001"/>
                  </a:lnTo>
                  <a:lnTo>
                    <a:pt x="35187" y="225245"/>
                  </a:lnTo>
                  <a:lnTo>
                    <a:pt x="38513" y="229386"/>
                  </a:lnTo>
                  <a:lnTo>
                    <a:pt x="41969" y="233419"/>
                  </a:lnTo>
                  <a:lnTo>
                    <a:pt x="45551" y="237341"/>
                  </a:lnTo>
                  <a:lnTo>
                    <a:pt x="49256" y="241146"/>
                  </a:lnTo>
                  <a:lnTo>
                    <a:pt x="53080" y="244832"/>
                  </a:lnTo>
                  <a:lnTo>
                    <a:pt x="57020" y="248395"/>
                  </a:lnTo>
                  <a:lnTo>
                    <a:pt x="61070" y="251830"/>
                  </a:lnTo>
                  <a:lnTo>
                    <a:pt x="65228" y="255136"/>
                  </a:lnTo>
                  <a:lnTo>
                    <a:pt x="69488" y="258307"/>
                  </a:lnTo>
                  <a:lnTo>
                    <a:pt x="73847" y="261341"/>
                  </a:lnTo>
                  <a:lnTo>
                    <a:pt x="78301" y="264236"/>
                  </a:lnTo>
                  <a:lnTo>
                    <a:pt x="82844" y="266988"/>
                  </a:lnTo>
                  <a:lnTo>
                    <a:pt x="87472" y="269593"/>
                  </a:lnTo>
                  <a:lnTo>
                    <a:pt x="92180" y="272051"/>
                  </a:lnTo>
                  <a:lnTo>
                    <a:pt x="96965" y="274358"/>
                  </a:lnTo>
                  <a:lnTo>
                    <a:pt x="101820" y="276511"/>
                  </a:lnTo>
                  <a:lnTo>
                    <a:pt x="106741" y="278509"/>
                  </a:lnTo>
                  <a:lnTo>
                    <a:pt x="111723" y="280350"/>
                  </a:lnTo>
                  <a:lnTo>
                    <a:pt x="116761" y="282032"/>
                  </a:lnTo>
                  <a:lnTo>
                    <a:pt x="121850" y="283553"/>
                  </a:lnTo>
                  <a:lnTo>
                    <a:pt x="126985" y="284911"/>
                  </a:lnTo>
                  <a:lnTo>
                    <a:pt x="132160" y="286105"/>
                  </a:lnTo>
                  <a:lnTo>
                    <a:pt x="137371" y="287135"/>
                  </a:lnTo>
                  <a:lnTo>
                    <a:pt x="142611" y="287998"/>
                  </a:lnTo>
                  <a:lnTo>
                    <a:pt x="147877" y="288695"/>
                  </a:lnTo>
                  <a:lnTo>
                    <a:pt x="153162" y="289224"/>
                  </a:lnTo>
                  <a:lnTo>
                    <a:pt x="158461" y="289584"/>
                  </a:lnTo>
                  <a:lnTo>
                    <a:pt x="163768" y="289777"/>
                  </a:lnTo>
                  <a:lnTo>
                    <a:pt x="169080" y="289800"/>
                  </a:lnTo>
                  <a:lnTo>
                    <a:pt x="174389" y="289655"/>
                  </a:lnTo>
                  <a:lnTo>
                    <a:pt x="179691" y="289341"/>
                  </a:lnTo>
                  <a:lnTo>
                    <a:pt x="184980" y="288859"/>
                  </a:lnTo>
                  <a:lnTo>
                    <a:pt x="190252" y="288209"/>
                  </a:lnTo>
                  <a:lnTo>
                    <a:pt x="195500" y="287392"/>
                  </a:lnTo>
                  <a:lnTo>
                    <a:pt x="200719" y="286409"/>
                  </a:lnTo>
                  <a:lnTo>
                    <a:pt x="205905" y="285260"/>
                  </a:lnTo>
                  <a:lnTo>
                    <a:pt x="211051" y="283947"/>
                  </a:lnTo>
                  <a:lnTo>
                    <a:pt x="216154" y="282472"/>
                  </a:lnTo>
                  <a:lnTo>
                    <a:pt x="221206" y="280834"/>
                  </a:lnTo>
                  <a:lnTo>
                    <a:pt x="226205" y="279038"/>
                  </a:lnTo>
                  <a:lnTo>
                    <a:pt x="231143" y="277083"/>
                  </a:lnTo>
                  <a:lnTo>
                    <a:pt x="236017" y="274973"/>
                  </a:lnTo>
                  <a:lnTo>
                    <a:pt x="240822" y="272708"/>
                  </a:lnTo>
                  <a:lnTo>
                    <a:pt x="245552" y="270293"/>
                  </a:lnTo>
                  <a:lnTo>
                    <a:pt x="250203" y="267728"/>
                  </a:lnTo>
                  <a:lnTo>
                    <a:pt x="254770" y="265017"/>
                  </a:lnTo>
                  <a:lnTo>
                    <a:pt x="259249" y="262162"/>
                  </a:lnTo>
                  <a:lnTo>
                    <a:pt x="263634" y="259166"/>
                  </a:lnTo>
                  <a:lnTo>
                    <a:pt x="267923" y="256032"/>
                  </a:lnTo>
                  <a:lnTo>
                    <a:pt x="272109" y="252764"/>
                  </a:lnTo>
                  <a:lnTo>
                    <a:pt x="276190" y="249364"/>
                  </a:lnTo>
                  <a:lnTo>
                    <a:pt x="280161" y="245837"/>
                  </a:lnTo>
                  <a:lnTo>
                    <a:pt x="284018" y="242185"/>
                  </a:lnTo>
                  <a:lnTo>
                    <a:pt x="287756" y="238412"/>
                  </a:lnTo>
                  <a:lnTo>
                    <a:pt x="291373" y="234523"/>
                  </a:lnTo>
                  <a:lnTo>
                    <a:pt x="294865" y="230520"/>
                  </a:lnTo>
                  <a:lnTo>
                    <a:pt x="298227" y="226409"/>
                  </a:lnTo>
                  <a:lnTo>
                    <a:pt x="301458" y="222193"/>
                  </a:lnTo>
                  <a:lnTo>
                    <a:pt x="304552" y="217877"/>
                  </a:lnTo>
                  <a:lnTo>
                    <a:pt x="307508" y="213464"/>
                  </a:lnTo>
                  <a:lnTo>
                    <a:pt x="310323" y="208959"/>
                  </a:lnTo>
                  <a:lnTo>
                    <a:pt x="312992" y="204368"/>
                  </a:lnTo>
                  <a:lnTo>
                    <a:pt x="315515" y="199694"/>
                  </a:lnTo>
                  <a:lnTo>
                    <a:pt x="317888" y="194942"/>
                  </a:lnTo>
                  <a:lnTo>
                    <a:pt x="320109" y="190117"/>
                  </a:lnTo>
                  <a:lnTo>
                    <a:pt x="322175" y="185225"/>
                  </a:lnTo>
                  <a:lnTo>
                    <a:pt x="324085" y="180269"/>
                  </a:lnTo>
                  <a:lnTo>
                    <a:pt x="325836" y="175254"/>
                  </a:lnTo>
                  <a:lnTo>
                    <a:pt x="327428" y="170187"/>
                  </a:lnTo>
                  <a:lnTo>
                    <a:pt x="328857" y="165072"/>
                  </a:lnTo>
                  <a:lnTo>
                    <a:pt x="330123" y="159913"/>
                  </a:lnTo>
                  <a:lnTo>
                    <a:pt x="331225" y="154718"/>
                  </a:lnTo>
                  <a:lnTo>
                    <a:pt x="332161" y="149490"/>
                  </a:lnTo>
                  <a:lnTo>
                    <a:pt x="332931" y="144234"/>
                  </a:lnTo>
                  <a:lnTo>
                    <a:pt x="333533" y="138957"/>
                  </a:lnTo>
                  <a:lnTo>
                    <a:pt x="333967" y="133664"/>
                  </a:lnTo>
                  <a:lnTo>
                    <a:pt x="334233" y="128359"/>
                  </a:lnTo>
                  <a:lnTo>
                    <a:pt x="334330" y="123049"/>
                  </a:lnTo>
                  <a:lnTo>
                    <a:pt x="334259" y="117738"/>
                  </a:lnTo>
                  <a:lnTo>
                    <a:pt x="334019" y="112432"/>
                  </a:lnTo>
                  <a:lnTo>
                    <a:pt x="333610" y="107136"/>
                  </a:lnTo>
                  <a:lnTo>
                    <a:pt x="333033" y="101856"/>
                  </a:lnTo>
                  <a:lnTo>
                    <a:pt x="332289" y="96598"/>
                  </a:lnTo>
                  <a:lnTo>
                    <a:pt x="331379" y="91365"/>
                  </a:lnTo>
                  <a:lnTo>
                    <a:pt x="330302" y="86164"/>
                  </a:lnTo>
                  <a:lnTo>
                    <a:pt x="329061" y="81000"/>
                  </a:lnTo>
                  <a:lnTo>
                    <a:pt x="327656" y="75877"/>
                  </a:lnTo>
                  <a:lnTo>
                    <a:pt x="326089" y="70802"/>
                  </a:lnTo>
                  <a:lnTo>
                    <a:pt x="324362" y="65780"/>
                  </a:lnTo>
                  <a:lnTo>
                    <a:pt x="322476" y="60815"/>
                  </a:lnTo>
                  <a:lnTo>
                    <a:pt x="320434" y="55912"/>
                  </a:lnTo>
                  <a:lnTo>
                    <a:pt x="318237" y="51076"/>
                  </a:lnTo>
                  <a:lnTo>
                    <a:pt x="315887" y="46313"/>
                  </a:lnTo>
                  <a:lnTo>
                    <a:pt x="313387" y="41627"/>
                  </a:lnTo>
                  <a:lnTo>
                    <a:pt x="310739" y="37023"/>
                  </a:lnTo>
                  <a:lnTo>
                    <a:pt x="307947" y="32505"/>
                  </a:lnTo>
                  <a:lnTo>
                    <a:pt x="305012" y="28078"/>
                  </a:lnTo>
                  <a:lnTo>
                    <a:pt x="301938" y="23746"/>
                  </a:lnTo>
                  <a:lnTo>
                    <a:pt x="298728" y="19514"/>
                  </a:lnTo>
                  <a:lnTo>
                    <a:pt x="295386" y="15387"/>
                  </a:lnTo>
                  <a:lnTo>
                    <a:pt x="291914" y="11368"/>
                  </a:lnTo>
                  <a:lnTo>
                    <a:pt x="288316" y="7461"/>
                  </a:lnTo>
                  <a:lnTo>
                    <a:pt x="284595" y="3670"/>
                  </a:lnTo>
                  <a:lnTo>
                    <a:pt x="280756" y="0"/>
                  </a:lnTo>
                  <a:lnTo>
                    <a:pt x="167163" y="1226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5023544" y="941493"/>
              <a:ext cx="113592" cy="167167"/>
            </a:xfrm>
            <a:custGeom>
              <a:avLst/>
              <a:pathLst>
                <a:path w="113592" h="167167">
                  <a:moveTo>
                    <a:pt x="113592" y="44523"/>
                  </a:moveTo>
                  <a:lnTo>
                    <a:pt x="109363" y="40737"/>
                  </a:lnTo>
                  <a:lnTo>
                    <a:pt x="105007" y="37096"/>
                  </a:lnTo>
                  <a:lnTo>
                    <a:pt x="100530" y="33606"/>
                  </a:lnTo>
                  <a:lnTo>
                    <a:pt x="95938" y="30270"/>
                  </a:lnTo>
                  <a:lnTo>
                    <a:pt x="91234" y="27091"/>
                  </a:lnTo>
                  <a:lnTo>
                    <a:pt x="86426" y="24074"/>
                  </a:lnTo>
                  <a:lnTo>
                    <a:pt x="81518" y="21223"/>
                  </a:lnTo>
                  <a:lnTo>
                    <a:pt x="76515" y="18539"/>
                  </a:lnTo>
                  <a:lnTo>
                    <a:pt x="71425" y="16027"/>
                  </a:lnTo>
                  <a:lnTo>
                    <a:pt x="66252" y="13689"/>
                  </a:lnTo>
                  <a:lnTo>
                    <a:pt x="61003" y="11528"/>
                  </a:lnTo>
                  <a:lnTo>
                    <a:pt x="55683" y="9546"/>
                  </a:lnTo>
                  <a:lnTo>
                    <a:pt x="50300" y="7747"/>
                  </a:lnTo>
                  <a:lnTo>
                    <a:pt x="44858" y="6131"/>
                  </a:lnTo>
                  <a:lnTo>
                    <a:pt x="39364" y="4700"/>
                  </a:lnTo>
                  <a:lnTo>
                    <a:pt x="33826" y="3458"/>
                  </a:lnTo>
                  <a:lnTo>
                    <a:pt x="28248" y="2403"/>
                  </a:lnTo>
                  <a:lnTo>
                    <a:pt x="22637" y="1539"/>
                  </a:lnTo>
                  <a:lnTo>
                    <a:pt x="17001" y="866"/>
                  </a:lnTo>
                  <a:lnTo>
                    <a:pt x="11345" y="385"/>
                  </a:lnTo>
                  <a:lnTo>
                    <a:pt x="5675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78686" y="941493"/>
              <a:ext cx="107529" cy="167167"/>
            </a:xfrm>
            <a:custGeom>
              <a:avLst/>
              <a:pathLst>
                <a:path w="107529" h="167167">
                  <a:moveTo>
                    <a:pt x="107529" y="0"/>
                  </a:moveTo>
                  <a:lnTo>
                    <a:pt x="101968" y="92"/>
                  </a:lnTo>
                  <a:lnTo>
                    <a:pt x="96413" y="369"/>
                  </a:lnTo>
                  <a:lnTo>
                    <a:pt x="90870" y="832"/>
                  </a:lnTo>
                  <a:lnTo>
                    <a:pt x="85346" y="1478"/>
                  </a:lnTo>
                  <a:lnTo>
                    <a:pt x="79847" y="2308"/>
                  </a:lnTo>
                  <a:lnTo>
                    <a:pt x="74378" y="3320"/>
                  </a:lnTo>
                  <a:lnTo>
                    <a:pt x="68945" y="4513"/>
                  </a:lnTo>
                  <a:lnTo>
                    <a:pt x="63556" y="5887"/>
                  </a:lnTo>
                  <a:lnTo>
                    <a:pt x="58215" y="7439"/>
                  </a:lnTo>
                  <a:lnTo>
                    <a:pt x="52928" y="9168"/>
                  </a:lnTo>
                  <a:lnTo>
                    <a:pt x="47703" y="11072"/>
                  </a:lnTo>
                  <a:lnTo>
                    <a:pt x="42543" y="13148"/>
                  </a:lnTo>
                  <a:lnTo>
                    <a:pt x="37455" y="15395"/>
                  </a:lnTo>
                  <a:lnTo>
                    <a:pt x="32445" y="17811"/>
                  </a:lnTo>
                  <a:lnTo>
                    <a:pt x="27518" y="20391"/>
                  </a:lnTo>
                  <a:lnTo>
                    <a:pt x="22680" y="23134"/>
                  </a:lnTo>
                  <a:lnTo>
                    <a:pt x="17935" y="26036"/>
                  </a:lnTo>
                  <a:lnTo>
                    <a:pt x="13290" y="29095"/>
                  </a:lnTo>
                  <a:lnTo>
                    <a:pt x="8749" y="32306"/>
                  </a:lnTo>
                  <a:lnTo>
                    <a:pt x="4317" y="35667"/>
                  </a:lnTo>
                  <a:lnTo>
                    <a:pt x="0" y="39173"/>
                  </a:lnTo>
                  <a:lnTo>
                    <a:pt x="10752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78686" y="980667"/>
              <a:ext cx="107529" cy="127993"/>
            </a:xfrm>
            <a:custGeom>
              <a:avLst/>
              <a:pathLst>
                <a:path w="107529" h="127993">
                  <a:moveTo>
                    <a:pt x="0" y="0"/>
                  </a:moveTo>
                  <a:lnTo>
                    <a:pt x="107529" y="1279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78686" y="980667"/>
              <a:ext cx="107529" cy="127993"/>
            </a:xfrm>
            <a:custGeom>
              <a:avLst/>
              <a:pathLst>
                <a:path w="107529" h="127993">
                  <a:moveTo>
                    <a:pt x="0" y="0"/>
                  </a:moveTo>
                  <a:lnTo>
                    <a:pt x="107529" y="1279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78686" y="980667"/>
              <a:ext cx="107529" cy="127993"/>
            </a:xfrm>
            <a:custGeom>
              <a:avLst/>
              <a:pathLst>
                <a:path w="107529" h="127993">
                  <a:moveTo>
                    <a:pt x="0" y="0"/>
                  </a:moveTo>
                  <a:lnTo>
                    <a:pt x="107529" y="1279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78686" y="980667"/>
              <a:ext cx="107529" cy="127993"/>
            </a:xfrm>
            <a:custGeom>
              <a:avLst/>
              <a:pathLst>
                <a:path w="107529" h="127993">
                  <a:moveTo>
                    <a:pt x="0" y="0"/>
                  </a:moveTo>
                  <a:lnTo>
                    <a:pt x="107529" y="1279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78686" y="980667"/>
              <a:ext cx="107529" cy="127993"/>
            </a:xfrm>
            <a:custGeom>
              <a:avLst/>
              <a:pathLst>
                <a:path w="107529" h="127993">
                  <a:moveTo>
                    <a:pt x="0" y="0"/>
                  </a:moveTo>
                  <a:lnTo>
                    <a:pt x="107529" y="1279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78686" y="980667"/>
              <a:ext cx="107529" cy="127993"/>
            </a:xfrm>
            <a:custGeom>
              <a:avLst/>
              <a:pathLst>
                <a:path w="107529" h="127993">
                  <a:moveTo>
                    <a:pt x="0" y="0"/>
                  </a:moveTo>
                  <a:lnTo>
                    <a:pt x="107529" y="1279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78686" y="980667"/>
              <a:ext cx="107529" cy="127993"/>
            </a:xfrm>
            <a:custGeom>
              <a:avLst/>
              <a:pathLst>
                <a:path w="107529" h="127993">
                  <a:moveTo>
                    <a:pt x="0" y="0"/>
                  </a:moveTo>
                  <a:lnTo>
                    <a:pt x="107529" y="1279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78686" y="980667"/>
              <a:ext cx="107529" cy="127993"/>
            </a:xfrm>
            <a:custGeom>
              <a:avLst/>
              <a:pathLst>
                <a:path w="107529" h="127993">
                  <a:moveTo>
                    <a:pt x="0" y="0"/>
                  </a:moveTo>
                  <a:lnTo>
                    <a:pt x="107529" y="1279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78686" y="980667"/>
              <a:ext cx="107529" cy="127993"/>
            </a:xfrm>
            <a:custGeom>
              <a:avLst/>
              <a:pathLst>
                <a:path w="107529" h="127993">
                  <a:moveTo>
                    <a:pt x="0" y="0"/>
                  </a:moveTo>
                  <a:lnTo>
                    <a:pt x="107529" y="12799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78686" y="980667"/>
              <a:ext cx="107529" cy="127993"/>
            </a:xfrm>
            <a:custGeom>
              <a:avLst/>
              <a:pathLst>
                <a:path w="107529" h="127993">
                  <a:moveTo>
                    <a:pt x="0" y="0"/>
                  </a:moveTo>
                  <a:lnTo>
                    <a:pt x="107529" y="1279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78686" y="980667"/>
              <a:ext cx="107529" cy="127993"/>
            </a:xfrm>
            <a:custGeom>
              <a:avLst/>
              <a:pathLst>
                <a:path w="107529" h="127993">
                  <a:moveTo>
                    <a:pt x="0" y="0"/>
                  </a:moveTo>
                  <a:lnTo>
                    <a:pt x="107529" y="1279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78686" y="980667"/>
              <a:ext cx="107529" cy="127993"/>
            </a:xfrm>
            <a:custGeom>
              <a:avLst/>
              <a:pathLst>
                <a:path w="107529" h="127993">
                  <a:moveTo>
                    <a:pt x="0" y="0"/>
                  </a:moveTo>
                  <a:lnTo>
                    <a:pt x="107529" y="12799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78686" y="980667"/>
              <a:ext cx="107529" cy="127993"/>
            </a:xfrm>
            <a:custGeom>
              <a:avLst/>
              <a:pathLst>
                <a:path w="107529" h="127993">
                  <a:moveTo>
                    <a:pt x="0" y="0"/>
                  </a:moveTo>
                  <a:lnTo>
                    <a:pt x="107529" y="1279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78686" y="980667"/>
              <a:ext cx="107529" cy="127993"/>
            </a:xfrm>
            <a:custGeom>
              <a:avLst/>
              <a:pathLst>
                <a:path w="107529" h="127993">
                  <a:moveTo>
                    <a:pt x="0" y="0"/>
                  </a:moveTo>
                  <a:lnTo>
                    <a:pt x="107529" y="1279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78686" y="980667"/>
              <a:ext cx="107529" cy="127993"/>
            </a:xfrm>
            <a:custGeom>
              <a:avLst/>
              <a:pathLst>
                <a:path w="107529" h="127993">
                  <a:moveTo>
                    <a:pt x="0" y="0"/>
                  </a:moveTo>
                  <a:lnTo>
                    <a:pt x="107529" y="1279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78686" y="980667"/>
              <a:ext cx="107529" cy="127993"/>
            </a:xfrm>
            <a:custGeom>
              <a:avLst/>
              <a:pathLst>
                <a:path w="107529" h="127993">
                  <a:moveTo>
                    <a:pt x="0" y="0"/>
                  </a:moveTo>
                  <a:lnTo>
                    <a:pt x="107529" y="1279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78686" y="980667"/>
              <a:ext cx="107529" cy="127993"/>
            </a:xfrm>
            <a:custGeom>
              <a:avLst/>
              <a:pathLst>
                <a:path w="107529" h="127993">
                  <a:moveTo>
                    <a:pt x="0" y="0"/>
                  </a:moveTo>
                  <a:lnTo>
                    <a:pt x="107529" y="1279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78686" y="980667"/>
              <a:ext cx="107529" cy="127993"/>
            </a:xfrm>
            <a:custGeom>
              <a:avLst/>
              <a:pathLst>
                <a:path w="107529" h="127993">
                  <a:moveTo>
                    <a:pt x="0" y="0"/>
                  </a:moveTo>
                  <a:lnTo>
                    <a:pt x="107529" y="1279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19048" y="980667"/>
              <a:ext cx="167167" cy="266029"/>
            </a:xfrm>
            <a:custGeom>
              <a:avLst/>
              <a:pathLst>
                <a:path w="167167" h="266029">
                  <a:moveTo>
                    <a:pt x="59637" y="0"/>
                  </a:moveTo>
                  <a:lnTo>
                    <a:pt x="55554" y="3544"/>
                  </a:lnTo>
                  <a:lnTo>
                    <a:pt x="51588" y="7218"/>
                  </a:lnTo>
                  <a:lnTo>
                    <a:pt x="47743" y="11019"/>
                  </a:lnTo>
                  <a:lnTo>
                    <a:pt x="44023" y="14942"/>
                  </a:lnTo>
                  <a:lnTo>
                    <a:pt x="40432" y="18983"/>
                  </a:lnTo>
                  <a:lnTo>
                    <a:pt x="36973" y="23138"/>
                  </a:lnTo>
                  <a:lnTo>
                    <a:pt x="33650" y="27403"/>
                  </a:lnTo>
                  <a:lnTo>
                    <a:pt x="30467" y="31774"/>
                  </a:lnTo>
                  <a:lnTo>
                    <a:pt x="27427" y="36245"/>
                  </a:lnTo>
                  <a:lnTo>
                    <a:pt x="24533" y="40811"/>
                  </a:lnTo>
                  <a:lnTo>
                    <a:pt x="21789" y="45469"/>
                  </a:lnTo>
                  <a:lnTo>
                    <a:pt x="19196" y="50214"/>
                  </a:lnTo>
                  <a:lnTo>
                    <a:pt x="16758" y="55040"/>
                  </a:lnTo>
                  <a:lnTo>
                    <a:pt x="14478" y="59942"/>
                  </a:lnTo>
                  <a:lnTo>
                    <a:pt x="12357" y="64915"/>
                  </a:lnTo>
                  <a:lnTo>
                    <a:pt x="10398" y="69954"/>
                  </a:lnTo>
                  <a:lnTo>
                    <a:pt x="8603" y="75054"/>
                  </a:lnTo>
                  <a:lnTo>
                    <a:pt x="6974" y="80209"/>
                  </a:lnTo>
                  <a:lnTo>
                    <a:pt x="5513" y="85414"/>
                  </a:lnTo>
                  <a:lnTo>
                    <a:pt x="4220" y="90664"/>
                  </a:lnTo>
                  <a:lnTo>
                    <a:pt x="3099" y="95953"/>
                  </a:lnTo>
                  <a:lnTo>
                    <a:pt x="2148" y="101275"/>
                  </a:lnTo>
                  <a:lnTo>
                    <a:pt x="1371" y="106626"/>
                  </a:lnTo>
                  <a:lnTo>
                    <a:pt x="766" y="111998"/>
                  </a:lnTo>
                  <a:lnTo>
                    <a:pt x="336" y="117388"/>
                  </a:lnTo>
                  <a:lnTo>
                    <a:pt x="80" y="122788"/>
                  </a:lnTo>
                  <a:lnTo>
                    <a:pt x="0" y="128194"/>
                  </a:lnTo>
                  <a:lnTo>
                    <a:pt x="93" y="133600"/>
                  </a:lnTo>
                  <a:lnTo>
                    <a:pt x="362" y="139000"/>
                  </a:lnTo>
                  <a:lnTo>
                    <a:pt x="805" y="144388"/>
                  </a:lnTo>
                  <a:lnTo>
                    <a:pt x="1422" y="149759"/>
                  </a:lnTo>
                  <a:lnTo>
                    <a:pt x="2213" y="155107"/>
                  </a:lnTo>
                  <a:lnTo>
                    <a:pt x="3176" y="160427"/>
                  </a:lnTo>
                  <a:lnTo>
                    <a:pt x="4311" y="165714"/>
                  </a:lnTo>
                  <a:lnTo>
                    <a:pt x="5616" y="170960"/>
                  </a:lnTo>
                  <a:lnTo>
                    <a:pt x="7090" y="176162"/>
                  </a:lnTo>
                  <a:lnTo>
                    <a:pt x="8731" y="181313"/>
                  </a:lnTo>
                  <a:lnTo>
                    <a:pt x="10538" y="186409"/>
                  </a:lnTo>
                  <a:lnTo>
                    <a:pt x="12509" y="191443"/>
                  </a:lnTo>
                  <a:lnTo>
                    <a:pt x="14642" y="196411"/>
                  </a:lnTo>
                  <a:lnTo>
                    <a:pt x="16934" y="201308"/>
                  </a:lnTo>
                  <a:lnTo>
                    <a:pt x="19383" y="206128"/>
                  </a:lnTo>
                  <a:lnTo>
                    <a:pt x="21987" y="210866"/>
                  </a:lnTo>
                  <a:lnTo>
                    <a:pt x="24743" y="215517"/>
                  </a:lnTo>
                  <a:lnTo>
                    <a:pt x="27648" y="220077"/>
                  </a:lnTo>
                  <a:lnTo>
                    <a:pt x="30699" y="224541"/>
                  </a:lnTo>
                  <a:lnTo>
                    <a:pt x="33892" y="228903"/>
                  </a:lnTo>
                  <a:lnTo>
                    <a:pt x="37225" y="233160"/>
                  </a:lnTo>
                  <a:lnTo>
                    <a:pt x="40694" y="237307"/>
                  </a:lnTo>
                  <a:lnTo>
                    <a:pt x="44295" y="241340"/>
                  </a:lnTo>
                  <a:lnTo>
                    <a:pt x="48025" y="245254"/>
                  </a:lnTo>
                  <a:lnTo>
                    <a:pt x="51879" y="249045"/>
                  </a:lnTo>
                  <a:lnTo>
                    <a:pt x="55854" y="252710"/>
                  </a:lnTo>
                  <a:lnTo>
                    <a:pt x="59945" y="256245"/>
                  </a:lnTo>
                  <a:lnTo>
                    <a:pt x="64149" y="259645"/>
                  </a:lnTo>
                  <a:lnTo>
                    <a:pt x="68460" y="262907"/>
                  </a:lnTo>
                  <a:lnTo>
                    <a:pt x="72874" y="266029"/>
                  </a:lnTo>
                  <a:lnTo>
                    <a:pt x="167167" y="1279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91923" y="941493"/>
              <a:ext cx="261442" cy="334334"/>
            </a:xfrm>
            <a:custGeom>
              <a:avLst/>
              <a:pathLst>
                <a:path w="261442" h="334334">
                  <a:moveTo>
                    <a:pt x="0" y="305203"/>
                  </a:moveTo>
                  <a:lnTo>
                    <a:pt x="4422" y="308122"/>
                  </a:lnTo>
                  <a:lnTo>
                    <a:pt x="8935" y="310900"/>
                  </a:lnTo>
                  <a:lnTo>
                    <a:pt x="13534" y="313533"/>
                  </a:lnTo>
                  <a:lnTo>
                    <a:pt x="18214" y="316020"/>
                  </a:lnTo>
                  <a:lnTo>
                    <a:pt x="22970" y="318356"/>
                  </a:lnTo>
                  <a:lnTo>
                    <a:pt x="27799" y="320541"/>
                  </a:lnTo>
                  <a:lnTo>
                    <a:pt x="32693" y="322572"/>
                  </a:lnTo>
                  <a:lnTo>
                    <a:pt x="37650" y="324446"/>
                  </a:lnTo>
                  <a:lnTo>
                    <a:pt x="42664" y="326162"/>
                  </a:lnTo>
                  <a:lnTo>
                    <a:pt x="47730" y="327719"/>
                  </a:lnTo>
                  <a:lnTo>
                    <a:pt x="52842" y="329114"/>
                  </a:lnTo>
                  <a:lnTo>
                    <a:pt x="57996" y="330347"/>
                  </a:lnTo>
                  <a:lnTo>
                    <a:pt x="63187" y="331415"/>
                  </a:lnTo>
                  <a:lnTo>
                    <a:pt x="68409" y="332318"/>
                  </a:lnTo>
                  <a:lnTo>
                    <a:pt x="73656" y="333056"/>
                  </a:lnTo>
                  <a:lnTo>
                    <a:pt x="78925" y="333627"/>
                  </a:lnTo>
                  <a:lnTo>
                    <a:pt x="84209" y="334030"/>
                  </a:lnTo>
                  <a:lnTo>
                    <a:pt x="89503" y="334266"/>
                  </a:lnTo>
                  <a:lnTo>
                    <a:pt x="94802" y="334334"/>
                  </a:lnTo>
                  <a:lnTo>
                    <a:pt x="100101" y="334233"/>
                  </a:lnTo>
                  <a:lnTo>
                    <a:pt x="105393" y="333965"/>
                  </a:lnTo>
                  <a:lnTo>
                    <a:pt x="110675" y="333530"/>
                  </a:lnTo>
                  <a:lnTo>
                    <a:pt x="115940" y="332927"/>
                  </a:lnTo>
                  <a:lnTo>
                    <a:pt x="121183" y="332157"/>
                  </a:lnTo>
                  <a:lnTo>
                    <a:pt x="126399" y="331222"/>
                  </a:lnTo>
                  <a:lnTo>
                    <a:pt x="131583" y="330122"/>
                  </a:lnTo>
                  <a:lnTo>
                    <a:pt x="136729" y="328858"/>
                  </a:lnTo>
                  <a:lnTo>
                    <a:pt x="141833" y="327432"/>
                  </a:lnTo>
                  <a:lnTo>
                    <a:pt x="146889" y="325844"/>
                  </a:lnTo>
                  <a:lnTo>
                    <a:pt x="151893" y="324097"/>
                  </a:lnTo>
                  <a:lnTo>
                    <a:pt x="156838" y="322193"/>
                  </a:lnTo>
                  <a:lnTo>
                    <a:pt x="161720" y="320132"/>
                  </a:lnTo>
                  <a:lnTo>
                    <a:pt x="166535" y="317918"/>
                  </a:lnTo>
                  <a:lnTo>
                    <a:pt x="171277" y="315552"/>
                  </a:lnTo>
                  <a:lnTo>
                    <a:pt x="175942" y="313038"/>
                  </a:lnTo>
                  <a:lnTo>
                    <a:pt x="180524" y="310376"/>
                  </a:lnTo>
                  <a:lnTo>
                    <a:pt x="185020" y="307571"/>
                  </a:lnTo>
                  <a:lnTo>
                    <a:pt x="189425" y="304625"/>
                  </a:lnTo>
                  <a:lnTo>
                    <a:pt x="193734" y="301540"/>
                  </a:lnTo>
                  <a:lnTo>
                    <a:pt x="197944" y="298321"/>
                  </a:lnTo>
                  <a:lnTo>
                    <a:pt x="202049" y="294969"/>
                  </a:lnTo>
                  <a:lnTo>
                    <a:pt x="206046" y="291489"/>
                  </a:lnTo>
                  <a:lnTo>
                    <a:pt x="209930" y="287885"/>
                  </a:lnTo>
                  <a:lnTo>
                    <a:pt x="213698" y="284159"/>
                  </a:lnTo>
                  <a:lnTo>
                    <a:pt x="217347" y="280315"/>
                  </a:lnTo>
                  <a:lnTo>
                    <a:pt x="220871" y="276358"/>
                  </a:lnTo>
                  <a:lnTo>
                    <a:pt x="224269" y="272291"/>
                  </a:lnTo>
                  <a:lnTo>
                    <a:pt x="227536" y="268118"/>
                  </a:lnTo>
                  <a:lnTo>
                    <a:pt x="230668" y="263844"/>
                  </a:lnTo>
                  <a:lnTo>
                    <a:pt x="233664" y="259472"/>
                  </a:lnTo>
                  <a:lnTo>
                    <a:pt x="236520" y="255008"/>
                  </a:lnTo>
                  <a:lnTo>
                    <a:pt x="239233" y="250456"/>
                  </a:lnTo>
                  <a:lnTo>
                    <a:pt x="241800" y="245820"/>
                  </a:lnTo>
                  <a:lnTo>
                    <a:pt x="244219" y="241105"/>
                  </a:lnTo>
                  <a:lnTo>
                    <a:pt x="246487" y="236315"/>
                  </a:lnTo>
                  <a:lnTo>
                    <a:pt x="248603" y="231456"/>
                  </a:lnTo>
                  <a:lnTo>
                    <a:pt x="250563" y="226533"/>
                  </a:lnTo>
                  <a:lnTo>
                    <a:pt x="252366" y="221550"/>
                  </a:lnTo>
                  <a:lnTo>
                    <a:pt x="254011" y="216512"/>
                  </a:lnTo>
                  <a:lnTo>
                    <a:pt x="255494" y="211425"/>
                  </a:lnTo>
                  <a:lnTo>
                    <a:pt x="256816" y="206293"/>
                  </a:lnTo>
                  <a:lnTo>
                    <a:pt x="257975" y="201121"/>
                  </a:lnTo>
                  <a:lnTo>
                    <a:pt x="258969" y="195916"/>
                  </a:lnTo>
                  <a:lnTo>
                    <a:pt x="259797" y="190682"/>
                  </a:lnTo>
                  <a:lnTo>
                    <a:pt x="260459" y="185424"/>
                  </a:lnTo>
                  <a:lnTo>
                    <a:pt x="260955" y="180148"/>
                  </a:lnTo>
                  <a:lnTo>
                    <a:pt x="261282" y="174859"/>
                  </a:lnTo>
                  <a:lnTo>
                    <a:pt x="261442" y="169562"/>
                  </a:lnTo>
                  <a:lnTo>
                    <a:pt x="261434" y="164262"/>
                  </a:lnTo>
                  <a:lnTo>
                    <a:pt x="261258" y="158966"/>
                  </a:lnTo>
                  <a:lnTo>
                    <a:pt x="260914" y="153678"/>
                  </a:lnTo>
                  <a:lnTo>
                    <a:pt x="260403" y="148403"/>
                  </a:lnTo>
                  <a:lnTo>
                    <a:pt x="259725" y="143147"/>
                  </a:lnTo>
                  <a:lnTo>
                    <a:pt x="258880" y="137915"/>
                  </a:lnTo>
                  <a:lnTo>
                    <a:pt x="257870" y="132713"/>
                  </a:lnTo>
                  <a:lnTo>
                    <a:pt x="256696" y="127545"/>
                  </a:lnTo>
                  <a:lnTo>
                    <a:pt x="255359" y="122418"/>
                  </a:lnTo>
                  <a:lnTo>
                    <a:pt x="253859" y="117335"/>
                  </a:lnTo>
                  <a:lnTo>
                    <a:pt x="252199" y="112302"/>
                  </a:lnTo>
                  <a:lnTo>
                    <a:pt x="250381" y="107324"/>
                  </a:lnTo>
                  <a:lnTo>
                    <a:pt x="248406" y="102407"/>
                  </a:lnTo>
                  <a:lnTo>
                    <a:pt x="246276" y="97554"/>
                  </a:lnTo>
                  <a:lnTo>
                    <a:pt x="243993" y="92772"/>
                  </a:lnTo>
                  <a:lnTo>
                    <a:pt x="241559" y="88064"/>
                  </a:lnTo>
                  <a:lnTo>
                    <a:pt x="238978" y="83436"/>
                  </a:lnTo>
                  <a:lnTo>
                    <a:pt x="236251" y="78892"/>
                  </a:lnTo>
                  <a:lnTo>
                    <a:pt x="233382" y="74437"/>
                  </a:lnTo>
                  <a:lnTo>
                    <a:pt x="230373" y="70074"/>
                  </a:lnTo>
                  <a:lnTo>
                    <a:pt x="227227" y="65810"/>
                  </a:lnTo>
                  <a:lnTo>
                    <a:pt x="223947" y="61647"/>
                  </a:lnTo>
                  <a:lnTo>
                    <a:pt x="220538" y="57590"/>
                  </a:lnTo>
                  <a:lnTo>
                    <a:pt x="217001" y="53644"/>
                  </a:lnTo>
                  <a:lnTo>
                    <a:pt x="213341" y="49811"/>
                  </a:lnTo>
                  <a:lnTo>
                    <a:pt x="209561" y="46097"/>
                  </a:lnTo>
                  <a:lnTo>
                    <a:pt x="205666" y="42504"/>
                  </a:lnTo>
                  <a:lnTo>
                    <a:pt x="201658" y="39036"/>
                  </a:lnTo>
                  <a:lnTo>
                    <a:pt x="197543" y="35698"/>
                  </a:lnTo>
                  <a:lnTo>
                    <a:pt x="193324" y="32491"/>
                  </a:lnTo>
                  <a:lnTo>
                    <a:pt x="189005" y="29420"/>
                  </a:lnTo>
                  <a:lnTo>
                    <a:pt x="184591" y="26487"/>
                  </a:lnTo>
                  <a:lnTo>
                    <a:pt x="180087" y="23695"/>
                  </a:lnTo>
                  <a:lnTo>
                    <a:pt x="175496" y="21048"/>
                  </a:lnTo>
                  <a:lnTo>
                    <a:pt x="170824" y="18547"/>
                  </a:lnTo>
                  <a:lnTo>
                    <a:pt x="166075" y="16196"/>
                  </a:lnTo>
                  <a:lnTo>
                    <a:pt x="161253" y="13997"/>
                  </a:lnTo>
                  <a:lnTo>
                    <a:pt x="156364" y="11951"/>
                  </a:lnTo>
                  <a:lnTo>
                    <a:pt x="151413" y="10062"/>
                  </a:lnTo>
                  <a:lnTo>
                    <a:pt x="146405" y="8330"/>
                  </a:lnTo>
                  <a:lnTo>
                    <a:pt x="141344" y="6758"/>
                  </a:lnTo>
                  <a:lnTo>
                    <a:pt x="136236" y="5347"/>
                  </a:lnTo>
                  <a:lnTo>
                    <a:pt x="131086" y="4099"/>
                  </a:lnTo>
                  <a:lnTo>
                    <a:pt x="125898" y="3015"/>
                  </a:lnTo>
                  <a:lnTo>
                    <a:pt x="120679" y="2095"/>
                  </a:lnTo>
                  <a:lnTo>
                    <a:pt x="115434" y="1342"/>
                  </a:lnTo>
                  <a:lnTo>
                    <a:pt x="110167" y="755"/>
                  </a:lnTo>
                  <a:lnTo>
                    <a:pt x="104884" y="335"/>
                  </a:lnTo>
                  <a:lnTo>
                    <a:pt x="99591" y="83"/>
                  </a:lnTo>
                  <a:lnTo>
                    <a:pt x="94292" y="0"/>
                  </a:lnTo>
                  <a:lnTo>
                    <a:pt x="9429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797334" y="1071028"/>
              <a:ext cx="167167" cy="331128"/>
            </a:xfrm>
            <a:custGeom>
              <a:avLst/>
              <a:pathLst>
                <a:path w="167167" h="331128">
                  <a:moveTo>
                    <a:pt x="167167" y="0"/>
                  </a:moveTo>
                  <a:lnTo>
                    <a:pt x="161816" y="85"/>
                  </a:lnTo>
                  <a:lnTo>
                    <a:pt x="156470" y="342"/>
                  </a:lnTo>
                  <a:lnTo>
                    <a:pt x="151135" y="770"/>
                  </a:lnTo>
                  <a:lnTo>
                    <a:pt x="145817" y="1368"/>
                  </a:lnTo>
                  <a:lnTo>
                    <a:pt x="140521" y="2137"/>
                  </a:lnTo>
                  <a:lnTo>
                    <a:pt x="135252" y="3074"/>
                  </a:lnTo>
                  <a:lnTo>
                    <a:pt x="130016" y="4180"/>
                  </a:lnTo>
                  <a:lnTo>
                    <a:pt x="124818" y="5453"/>
                  </a:lnTo>
                  <a:lnTo>
                    <a:pt x="119663" y="6891"/>
                  </a:lnTo>
                  <a:lnTo>
                    <a:pt x="114557" y="8494"/>
                  </a:lnTo>
                  <a:lnTo>
                    <a:pt x="109505" y="10259"/>
                  </a:lnTo>
                  <a:lnTo>
                    <a:pt x="104512" y="12185"/>
                  </a:lnTo>
                  <a:lnTo>
                    <a:pt x="99583" y="14270"/>
                  </a:lnTo>
                  <a:lnTo>
                    <a:pt x="94723" y="16512"/>
                  </a:lnTo>
                  <a:lnTo>
                    <a:pt x="89938" y="18908"/>
                  </a:lnTo>
                  <a:lnTo>
                    <a:pt x="85232" y="21456"/>
                  </a:lnTo>
                  <a:lnTo>
                    <a:pt x="80610" y="24153"/>
                  </a:lnTo>
                  <a:lnTo>
                    <a:pt x="76076" y="26997"/>
                  </a:lnTo>
                  <a:lnTo>
                    <a:pt x="71636" y="29985"/>
                  </a:lnTo>
                  <a:lnTo>
                    <a:pt x="67294" y="33113"/>
                  </a:lnTo>
                  <a:lnTo>
                    <a:pt x="63054" y="36379"/>
                  </a:lnTo>
                  <a:lnTo>
                    <a:pt x="58921" y="39779"/>
                  </a:lnTo>
                  <a:lnTo>
                    <a:pt x="54899" y="43309"/>
                  </a:lnTo>
                  <a:lnTo>
                    <a:pt x="50991" y="46966"/>
                  </a:lnTo>
                  <a:lnTo>
                    <a:pt x="47203" y="50746"/>
                  </a:lnTo>
                  <a:lnTo>
                    <a:pt x="43538" y="54646"/>
                  </a:lnTo>
                  <a:lnTo>
                    <a:pt x="40000" y="58661"/>
                  </a:lnTo>
                  <a:lnTo>
                    <a:pt x="36592" y="62787"/>
                  </a:lnTo>
                  <a:lnTo>
                    <a:pt x="33317" y="67020"/>
                  </a:lnTo>
                  <a:lnTo>
                    <a:pt x="30180" y="71356"/>
                  </a:lnTo>
                  <a:lnTo>
                    <a:pt x="27184" y="75790"/>
                  </a:lnTo>
                  <a:lnTo>
                    <a:pt x="24330" y="80318"/>
                  </a:lnTo>
                  <a:lnTo>
                    <a:pt x="21624" y="84934"/>
                  </a:lnTo>
                  <a:lnTo>
                    <a:pt x="19066" y="89635"/>
                  </a:lnTo>
                  <a:lnTo>
                    <a:pt x="16660" y="94416"/>
                  </a:lnTo>
                  <a:lnTo>
                    <a:pt x="14408" y="99271"/>
                  </a:lnTo>
                  <a:lnTo>
                    <a:pt x="12313" y="104195"/>
                  </a:lnTo>
                  <a:lnTo>
                    <a:pt x="10377" y="109184"/>
                  </a:lnTo>
                  <a:lnTo>
                    <a:pt x="8601" y="114233"/>
                  </a:lnTo>
                  <a:lnTo>
                    <a:pt x="6988" y="119336"/>
                  </a:lnTo>
                  <a:lnTo>
                    <a:pt x="5539" y="124488"/>
                  </a:lnTo>
                  <a:lnTo>
                    <a:pt x="4256" y="129683"/>
                  </a:lnTo>
                  <a:lnTo>
                    <a:pt x="3139" y="134917"/>
                  </a:lnTo>
                  <a:lnTo>
                    <a:pt x="2191" y="140184"/>
                  </a:lnTo>
                  <a:lnTo>
                    <a:pt x="1412" y="145479"/>
                  </a:lnTo>
                  <a:lnTo>
                    <a:pt x="803" y="150796"/>
                  </a:lnTo>
                  <a:lnTo>
                    <a:pt x="364" y="156129"/>
                  </a:lnTo>
                  <a:lnTo>
                    <a:pt x="96" y="161474"/>
                  </a:lnTo>
                  <a:lnTo>
                    <a:pt x="0" y="166825"/>
                  </a:lnTo>
                  <a:lnTo>
                    <a:pt x="74" y="172176"/>
                  </a:lnTo>
                  <a:lnTo>
                    <a:pt x="320" y="177522"/>
                  </a:lnTo>
                  <a:lnTo>
                    <a:pt x="737" y="182858"/>
                  </a:lnTo>
                  <a:lnTo>
                    <a:pt x="1325" y="188177"/>
                  </a:lnTo>
                  <a:lnTo>
                    <a:pt x="2082" y="193475"/>
                  </a:lnTo>
                  <a:lnTo>
                    <a:pt x="3009" y="198746"/>
                  </a:lnTo>
                  <a:lnTo>
                    <a:pt x="4104" y="203984"/>
                  </a:lnTo>
                  <a:lnTo>
                    <a:pt x="5366" y="209185"/>
                  </a:lnTo>
                  <a:lnTo>
                    <a:pt x="6794" y="214343"/>
                  </a:lnTo>
                  <a:lnTo>
                    <a:pt x="8386" y="219452"/>
                  </a:lnTo>
                  <a:lnTo>
                    <a:pt x="10141" y="224508"/>
                  </a:lnTo>
                  <a:lnTo>
                    <a:pt x="12057" y="229505"/>
                  </a:lnTo>
                  <a:lnTo>
                    <a:pt x="14132" y="234438"/>
                  </a:lnTo>
                  <a:lnTo>
                    <a:pt x="16364" y="239302"/>
                  </a:lnTo>
                  <a:lnTo>
                    <a:pt x="18750" y="244092"/>
                  </a:lnTo>
                  <a:lnTo>
                    <a:pt x="21289" y="248804"/>
                  </a:lnTo>
                  <a:lnTo>
                    <a:pt x="23976" y="253431"/>
                  </a:lnTo>
                  <a:lnTo>
                    <a:pt x="26811" y="257971"/>
                  </a:lnTo>
                  <a:lnTo>
                    <a:pt x="29790" y="262417"/>
                  </a:lnTo>
                  <a:lnTo>
                    <a:pt x="32909" y="266765"/>
                  </a:lnTo>
                  <a:lnTo>
                    <a:pt x="36166" y="271012"/>
                  </a:lnTo>
                  <a:lnTo>
                    <a:pt x="39557" y="275152"/>
                  </a:lnTo>
                  <a:lnTo>
                    <a:pt x="43079" y="279181"/>
                  </a:lnTo>
                  <a:lnTo>
                    <a:pt x="46728" y="283096"/>
                  </a:lnTo>
                  <a:lnTo>
                    <a:pt x="50501" y="286892"/>
                  </a:lnTo>
                  <a:lnTo>
                    <a:pt x="54393" y="290565"/>
                  </a:lnTo>
                  <a:lnTo>
                    <a:pt x="58401" y="294112"/>
                  </a:lnTo>
                  <a:lnTo>
                    <a:pt x="62520" y="297528"/>
                  </a:lnTo>
                  <a:lnTo>
                    <a:pt x="66746" y="300811"/>
                  </a:lnTo>
                  <a:lnTo>
                    <a:pt x="71076" y="303957"/>
                  </a:lnTo>
                  <a:lnTo>
                    <a:pt x="75504" y="306963"/>
                  </a:lnTo>
                  <a:lnTo>
                    <a:pt x="80026" y="309825"/>
                  </a:lnTo>
                  <a:lnTo>
                    <a:pt x="84637" y="312542"/>
                  </a:lnTo>
                  <a:lnTo>
                    <a:pt x="89332" y="315109"/>
                  </a:lnTo>
                  <a:lnTo>
                    <a:pt x="94108" y="317524"/>
                  </a:lnTo>
                  <a:lnTo>
                    <a:pt x="98958" y="319786"/>
                  </a:lnTo>
                  <a:lnTo>
                    <a:pt x="103878" y="321891"/>
                  </a:lnTo>
                  <a:lnTo>
                    <a:pt x="108864" y="323838"/>
                  </a:lnTo>
                  <a:lnTo>
                    <a:pt x="113909" y="325624"/>
                  </a:lnTo>
                  <a:lnTo>
                    <a:pt x="119008" y="327247"/>
                  </a:lnTo>
                  <a:lnTo>
                    <a:pt x="124157" y="328707"/>
                  </a:lnTo>
                  <a:lnTo>
                    <a:pt x="129350" y="330001"/>
                  </a:lnTo>
                  <a:lnTo>
                    <a:pt x="134581" y="331128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31916" y="1238196"/>
              <a:ext cx="32585" cy="163960"/>
            </a:xfrm>
            <a:custGeom>
              <a:avLst/>
              <a:pathLst>
                <a:path w="32585" h="163960">
                  <a:moveTo>
                    <a:pt x="0" y="163960"/>
                  </a:moveTo>
                  <a:lnTo>
                    <a:pt x="3258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31916" y="1238196"/>
              <a:ext cx="32585" cy="163960"/>
            </a:xfrm>
            <a:custGeom>
              <a:avLst/>
              <a:pathLst>
                <a:path w="32585" h="163960">
                  <a:moveTo>
                    <a:pt x="0" y="163960"/>
                  </a:moveTo>
                  <a:lnTo>
                    <a:pt x="3258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31916" y="1238196"/>
              <a:ext cx="32585" cy="163960"/>
            </a:xfrm>
            <a:custGeom>
              <a:avLst/>
              <a:pathLst>
                <a:path w="32585" h="163960">
                  <a:moveTo>
                    <a:pt x="0" y="163960"/>
                  </a:moveTo>
                  <a:lnTo>
                    <a:pt x="3258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31916" y="1238196"/>
              <a:ext cx="32585" cy="163960"/>
            </a:xfrm>
            <a:custGeom>
              <a:avLst/>
              <a:pathLst>
                <a:path w="32585" h="163960">
                  <a:moveTo>
                    <a:pt x="0" y="163960"/>
                  </a:moveTo>
                  <a:lnTo>
                    <a:pt x="325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31916" y="1238196"/>
              <a:ext cx="32585" cy="163960"/>
            </a:xfrm>
            <a:custGeom>
              <a:avLst/>
              <a:pathLst>
                <a:path w="32585" h="163960">
                  <a:moveTo>
                    <a:pt x="0" y="163960"/>
                  </a:moveTo>
                  <a:lnTo>
                    <a:pt x="325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31916" y="1238196"/>
              <a:ext cx="32585" cy="163960"/>
            </a:xfrm>
            <a:custGeom>
              <a:avLst/>
              <a:pathLst>
                <a:path w="32585" h="163960">
                  <a:moveTo>
                    <a:pt x="0" y="163960"/>
                  </a:moveTo>
                  <a:lnTo>
                    <a:pt x="325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31916" y="1238196"/>
              <a:ext cx="32585" cy="163960"/>
            </a:xfrm>
            <a:custGeom>
              <a:avLst/>
              <a:pathLst>
                <a:path w="32585" h="163960">
                  <a:moveTo>
                    <a:pt x="0" y="163960"/>
                  </a:moveTo>
                  <a:lnTo>
                    <a:pt x="325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31916" y="1238196"/>
              <a:ext cx="32585" cy="163960"/>
            </a:xfrm>
            <a:custGeom>
              <a:avLst/>
              <a:pathLst>
                <a:path w="32585" h="163960">
                  <a:moveTo>
                    <a:pt x="0" y="163960"/>
                  </a:moveTo>
                  <a:lnTo>
                    <a:pt x="3258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31916" y="1238196"/>
              <a:ext cx="32585" cy="163960"/>
            </a:xfrm>
            <a:custGeom>
              <a:avLst/>
              <a:pathLst>
                <a:path w="32585" h="163960">
                  <a:moveTo>
                    <a:pt x="0" y="163960"/>
                  </a:moveTo>
                  <a:lnTo>
                    <a:pt x="3258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31916" y="1238196"/>
              <a:ext cx="32585" cy="163960"/>
            </a:xfrm>
            <a:custGeom>
              <a:avLst/>
              <a:pathLst>
                <a:path w="32585" h="163960">
                  <a:moveTo>
                    <a:pt x="0" y="163960"/>
                  </a:moveTo>
                  <a:lnTo>
                    <a:pt x="3258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31916" y="1238196"/>
              <a:ext cx="32585" cy="163960"/>
            </a:xfrm>
            <a:custGeom>
              <a:avLst/>
              <a:pathLst>
                <a:path w="32585" h="163960">
                  <a:moveTo>
                    <a:pt x="0" y="163960"/>
                  </a:moveTo>
                  <a:lnTo>
                    <a:pt x="3258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31916" y="1238196"/>
              <a:ext cx="32585" cy="163960"/>
            </a:xfrm>
            <a:custGeom>
              <a:avLst/>
              <a:pathLst>
                <a:path w="32585" h="163960">
                  <a:moveTo>
                    <a:pt x="0" y="163960"/>
                  </a:moveTo>
                  <a:lnTo>
                    <a:pt x="325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31916" y="1238196"/>
              <a:ext cx="32585" cy="163960"/>
            </a:xfrm>
            <a:custGeom>
              <a:avLst/>
              <a:pathLst>
                <a:path w="32585" h="163960">
                  <a:moveTo>
                    <a:pt x="0" y="163960"/>
                  </a:moveTo>
                  <a:lnTo>
                    <a:pt x="325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31916" y="1238196"/>
              <a:ext cx="32585" cy="163960"/>
            </a:xfrm>
            <a:custGeom>
              <a:avLst/>
              <a:pathLst>
                <a:path w="32585" h="163960">
                  <a:moveTo>
                    <a:pt x="0" y="163960"/>
                  </a:moveTo>
                  <a:lnTo>
                    <a:pt x="325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31916" y="1238196"/>
              <a:ext cx="32585" cy="163960"/>
            </a:xfrm>
            <a:custGeom>
              <a:avLst/>
              <a:pathLst>
                <a:path w="32585" h="163960">
                  <a:moveTo>
                    <a:pt x="0" y="163960"/>
                  </a:moveTo>
                  <a:lnTo>
                    <a:pt x="325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31916" y="1238196"/>
              <a:ext cx="32585" cy="163960"/>
            </a:xfrm>
            <a:custGeom>
              <a:avLst/>
              <a:pathLst>
                <a:path w="32585" h="163960">
                  <a:moveTo>
                    <a:pt x="0" y="163960"/>
                  </a:moveTo>
                  <a:lnTo>
                    <a:pt x="3258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31916" y="1238196"/>
              <a:ext cx="32585" cy="163960"/>
            </a:xfrm>
            <a:custGeom>
              <a:avLst/>
              <a:pathLst>
                <a:path w="32585" h="163960">
                  <a:moveTo>
                    <a:pt x="0" y="163960"/>
                  </a:moveTo>
                  <a:lnTo>
                    <a:pt x="3258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31916" y="1086245"/>
              <a:ext cx="199745" cy="319116"/>
            </a:xfrm>
            <a:custGeom>
              <a:avLst/>
              <a:pathLst>
                <a:path w="199745" h="319116">
                  <a:moveTo>
                    <a:pt x="0" y="315911"/>
                  </a:moveTo>
                  <a:lnTo>
                    <a:pt x="5254" y="316868"/>
                  </a:lnTo>
                  <a:lnTo>
                    <a:pt x="10537" y="317657"/>
                  </a:lnTo>
                  <a:lnTo>
                    <a:pt x="15843" y="318277"/>
                  </a:lnTo>
                  <a:lnTo>
                    <a:pt x="21165" y="318727"/>
                  </a:lnTo>
                  <a:lnTo>
                    <a:pt x="26499" y="319007"/>
                  </a:lnTo>
                  <a:lnTo>
                    <a:pt x="31839" y="319116"/>
                  </a:lnTo>
                  <a:lnTo>
                    <a:pt x="37180" y="319054"/>
                  </a:lnTo>
                  <a:lnTo>
                    <a:pt x="42517" y="318822"/>
                  </a:lnTo>
                  <a:lnTo>
                    <a:pt x="47843" y="318420"/>
                  </a:lnTo>
                  <a:lnTo>
                    <a:pt x="53153" y="317847"/>
                  </a:lnTo>
                  <a:lnTo>
                    <a:pt x="58443" y="317105"/>
                  </a:lnTo>
                  <a:lnTo>
                    <a:pt x="63706" y="316195"/>
                  </a:lnTo>
                  <a:lnTo>
                    <a:pt x="68938" y="315117"/>
                  </a:lnTo>
                  <a:lnTo>
                    <a:pt x="74132" y="313872"/>
                  </a:lnTo>
                  <a:lnTo>
                    <a:pt x="79284" y="312462"/>
                  </a:lnTo>
                  <a:lnTo>
                    <a:pt x="84388" y="310888"/>
                  </a:lnTo>
                  <a:lnTo>
                    <a:pt x="89440" y="309152"/>
                  </a:lnTo>
                  <a:lnTo>
                    <a:pt x="94433" y="307255"/>
                  </a:lnTo>
                  <a:lnTo>
                    <a:pt x="99363" y="305200"/>
                  </a:lnTo>
                  <a:lnTo>
                    <a:pt x="104225" y="302988"/>
                  </a:lnTo>
                  <a:lnTo>
                    <a:pt x="109014" y="300622"/>
                  </a:lnTo>
                  <a:lnTo>
                    <a:pt x="113725" y="298105"/>
                  </a:lnTo>
                  <a:lnTo>
                    <a:pt x="118353" y="295438"/>
                  </a:lnTo>
                  <a:lnTo>
                    <a:pt x="122893" y="292624"/>
                  </a:lnTo>
                  <a:lnTo>
                    <a:pt x="127341" y="289667"/>
                  </a:lnTo>
                  <a:lnTo>
                    <a:pt x="131693" y="286570"/>
                  </a:lnTo>
                  <a:lnTo>
                    <a:pt x="135943" y="283335"/>
                  </a:lnTo>
                  <a:lnTo>
                    <a:pt x="140088" y="279966"/>
                  </a:lnTo>
                  <a:lnTo>
                    <a:pt x="144123" y="276466"/>
                  </a:lnTo>
                  <a:lnTo>
                    <a:pt x="148044" y="272839"/>
                  </a:lnTo>
                  <a:lnTo>
                    <a:pt x="151847" y="269088"/>
                  </a:lnTo>
                  <a:lnTo>
                    <a:pt x="155529" y="265218"/>
                  </a:lnTo>
                  <a:lnTo>
                    <a:pt x="159085" y="261233"/>
                  </a:lnTo>
                  <a:lnTo>
                    <a:pt x="162512" y="257135"/>
                  </a:lnTo>
                  <a:lnTo>
                    <a:pt x="165806" y="252931"/>
                  </a:lnTo>
                  <a:lnTo>
                    <a:pt x="168964" y="248623"/>
                  </a:lnTo>
                  <a:lnTo>
                    <a:pt x="171983" y="244217"/>
                  </a:lnTo>
                  <a:lnTo>
                    <a:pt x="174859" y="239716"/>
                  </a:lnTo>
                  <a:lnTo>
                    <a:pt x="177591" y="235126"/>
                  </a:lnTo>
                  <a:lnTo>
                    <a:pt x="180174" y="230451"/>
                  </a:lnTo>
                  <a:lnTo>
                    <a:pt x="182607" y="225695"/>
                  </a:lnTo>
                  <a:lnTo>
                    <a:pt x="184886" y="220865"/>
                  </a:lnTo>
                  <a:lnTo>
                    <a:pt x="187010" y="215964"/>
                  </a:lnTo>
                  <a:lnTo>
                    <a:pt x="188976" y="210997"/>
                  </a:lnTo>
                  <a:lnTo>
                    <a:pt x="190783" y="205971"/>
                  </a:lnTo>
                  <a:lnTo>
                    <a:pt x="192428" y="200889"/>
                  </a:lnTo>
                  <a:lnTo>
                    <a:pt x="193910" y="195757"/>
                  </a:lnTo>
                  <a:lnTo>
                    <a:pt x="195227" y="190581"/>
                  </a:lnTo>
                  <a:lnTo>
                    <a:pt x="196378" y="185365"/>
                  </a:lnTo>
                  <a:lnTo>
                    <a:pt x="197362" y="180115"/>
                  </a:lnTo>
                  <a:lnTo>
                    <a:pt x="198178" y="174836"/>
                  </a:lnTo>
                  <a:lnTo>
                    <a:pt x="198825" y="169534"/>
                  </a:lnTo>
                  <a:lnTo>
                    <a:pt x="199302" y="164214"/>
                  </a:lnTo>
                  <a:lnTo>
                    <a:pt x="199608" y="158882"/>
                  </a:lnTo>
                  <a:lnTo>
                    <a:pt x="199745" y="153542"/>
                  </a:lnTo>
                  <a:lnTo>
                    <a:pt x="199710" y="148201"/>
                  </a:lnTo>
                  <a:lnTo>
                    <a:pt x="199505" y="142863"/>
                  </a:lnTo>
                  <a:lnTo>
                    <a:pt x="199129" y="137535"/>
                  </a:lnTo>
                  <a:lnTo>
                    <a:pt x="198584" y="132222"/>
                  </a:lnTo>
                  <a:lnTo>
                    <a:pt x="197869" y="126928"/>
                  </a:lnTo>
                  <a:lnTo>
                    <a:pt x="196985" y="121661"/>
                  </a:lnTo>
                  <a:lnTo>
                    <a:pt x="195934" y="116424"/>
                  </a:lnTo>
                  <a:lnTo>
                    <a:pt x="194715" y="111223"/>
                  </a:lnTo>
                  <a:lnTo>
                    <a:pt x="193331" y="106064"/>
                  </a:lnTo>
                  <a:lnTo>
                    <a:pt x="191783" y="100952"/>
                  </a:lnTo>
                  <a:lnTo>
                    <a:pt x="190073" y="95892"/>
                  </a:lnTo>
                  <a:lnTo>
                    <a:pt x="188201" y="90889"/>
                  </a:lnTo>
                  <a:lnTo>
                    <a:pt x="186171" y="85949"/>
                  </a:lnTo>
                  <a:lnTo>
                    <a:pt x="183984" y="81075"/>
                  </a:lnTo>
                  <a:lnTo>
                    <a:pt x="181642" y="76275"/>
                  </a:lnTo>
                  <a:lnTo>
                    <a:pt x="179149" y="71551"/>
                  </a:lnTo>
                  <a:lnTo>
                    <a:pt x="176505" y="66910"/>
                  </a:lnTo>
                  <a:lnTo>
                    <a:pt x="173715" y="62355"/>
                  </a:lnTo>
                  <a:lnTo>
                    <a:pt x="170780" y="57892"/>
                  </a:lnTo>
                  <a:lnTo>
                    <a:pt x="167705" y="53525"/>
                  </a:lnTo>
                  <a:lnTo>
                    <a:pt x="164491" y="49258"/>
                  </a:lnTo>
                  <a:lnTo>
                    <a:pt x="161143" y="45096"/>
                  </a:lnTo>
                  <a:lnTo>
                    <a:pt x="157664" y="41044"/>
                  </a:lnTo>
                  <a:lnTo>
                    <a:pt x="154057" y="37104"/>
                  </a:lnTo>
                  <a:lnTo>
                    <a:pt x="150326" y="33282"/>
                  </a:lnTo>
                  <a:lnTo>
                    <a:pt x="146474" y="29581"/>
                  </a:lnTo>
                  <a:lnTo>
                    <a:pt x="142507" y="26005"/>
                  </a:lnTo>
                  <a:lnTo>
                    <a:pt x="138427" y="22557"/>
                  </a:lnTo>
                  <a:lnTo>
                    <a:pt x="134239" y="19242"/>
                  </a:lnTo>
                  <a:lnTo>
                    <a:pt x="129947" y="16062"/>
                  </a:lnTo>
                  <a:lnTo>
                    <a:pt x="125556" y="13021"/>
                  </a:lnTo>
                  <a:lnTo>
                    <a:pt x="121070" y="10122"/>
                  </a:lnTo>
                  <a:lnTo>
                    <a:pt x="116494" y="7367"/>
                  </a:lnTo>
                  <a:lnTo>
                    <a:pt x="111832" y="4760"/>
                  </a:lnTo>
                  <a:lnTo>
                    <a:pt x="107089" y="2303"/>
                  </a:lnTo>
                  <a:lnTo>
                    <a:pt x="102270" y="0"/>
                  </a:lnTo>
                  <a:lnTo>
                    <a:pt x="32585" y="1519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071028"/>
              <a:ext cx="69685" cy="167167"/>
            </a:xfrm>
            <a:custGeom>
              <a:avLst/>
              <a:pathLst>
                <a:path w="69685" h="167167">
                  <a:moveTo>
                    <a:pt x="69685" y="15217"/>
                  </a:moveTo>
                  <a:lnTo>
                    <a:pt x="64196" y="12818"/>
                  </a:lnTo>
                  <a:lnTo>
                    <a:pt x="58626" y="10617"/>
                  </a:lnTo>
                  <a:lnTo>
                    <a:pt x="52980" y="8617"/>
                  </a:lnTo>
                  <a:lnTo>
                    <a:pt x="47266" y="6821"/>
                  </a:lnTo>
                  <a:lnTo>
                    <a:pt x="41491" y="5231"/>
                  </a:lnTo>
                  <a:lnTo>
                    <a:pt x="35663" y="3848"/>
                  </a:lnTo>
                  <a:lnTo>
                    <a:pt x="29789" y="2675"/>
                  </a:lnTo>
                  <a:lnTo>
                    <a:pt x="23877" y="1714"/>
                  </a:lnTo>
                  <a:lnTo>
                    <a:pt x="17935" y="964"/>
                  </a:lnTo>
                  <a:lnTo>
                    <a:pt x="11969" y="429"/>
                  </a:lnTo>
                  <a:lnTo>
                    <a:pt x="5988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73165" y="1322571"/>
              <a:ext cx="115555" cy="167167"/>
            </a:xfrm>
            <a:custGeom>
              <a:avLst/>
              <a:pathLst>
                <a:path w="115555" h="167167">
                  <a:moveTo>
                    <a:pt x="115555" y="0"/>
                  </a:moveTo>
                  <a:lnTo>
                    <a:pt x="110009" y="92"/>
                  </a:lnTo>
                  <a:lnTo>
                    <a:pt x="104469" y="368"/>
                  </a:lnTo>
                  <a:lnTo>
                    <a:pt x="98941" y="827"/>
                  </a:lnTo>
                  <a:lnTo>
                    <a:pt x="93431" y="1470"/>
                  </a:lnTo>
                  <a:lnTo>
                    <a:pt x="87946" y="2295"/>
                  </a:lnTo>
                  <a:lnTo>
                    <a:pt x="82491" y="3302"/>
                  </a:lnTo>
                  <a:lnTo>
                    <a:pt x="77073" y="4489"/>
                  </a:lnTo>
                  <a:lnTo>
                    <a:pt x="71697" y="5856"/>
                  </a:lnTo>
                  <a:lnTo>
                    <a:pt x="66369" y="7399"/>
                  </a:lnTo>
                  <a:lnTo>
                    <a:pt x="61095" y="9119"/>
                  </a:lnTo>
                  <a:lnTo>
                    <a:pt x="55881" y="11013"/>
                  </a:lnTo>
                  <a:lnTo>
                    <a:pt x="50734" y="13079"/>
                  </a:lnTo>
                  <a:lnTo>
                    <a:pt x="45657" y="15314"/>
                  </a:lnTo>
                  <a:lnTo>
                    <a:pt x="40657" y="17717"/>
                  </a:lnTo>
                  <a:lnTo>
                    <a:pt x="35740" y="20284"/>
                  </a:lnTo>
                  <a:lnTo>
                    <a:pt x="30911" y="23013"/>
                  </a:lnTo>
                  <a:lnTo>
                    <a:pt x="26175" y="25901"/>
                  </a:lnTo>
                  <a:lnTo>
                    <a:pt x="21537" y="28944"/>
                  </a:lnTo>
                  <a:lnTo>
                    <a:pt x="17003" y="32140"/>
                  </a:lnTo>
                  <a:lnTo>
                    <a:pt x="12577" y="35484"/>
                  </a:lnTo>
                  <a:lnTo>
                    <a:pt x="8265" y="38973"/>
                  </a:lnTo>
                  <a:lnTo>
                    <a:pt x="4071" y="42603"/>
                  </a:lnTo>
                  <a:lnTo>
                    <a:pt x="0" y="46370"/>
                  </a:lnTo>
                  <a:lnTo>
                    <a:pt x="11555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73165" y="1368942"/>
              <a:ext cx="115555" cy="120796"/>
            </a:xfrm>
            <a:custGeom>
              <a:avLst/>
              <a:pathLst>
                <a:path w="115555" h="120796">
                  <a:moveTo>
                    <a:pt x="0" y="0"/>
                  </a:moveTo>
                  <a:lnTo>
                    <a:pt x="115555" y="1207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73165" y="1368942"/>
              <a:ext cx="115555" cy="120796"/>
            </a:xfrm>
            <a:custGeom>
              <a:avLst/>
              <a:pathLst>
                <a:path w="115555" h="120796">
                  <a:moveTo>
                    <a:pt x="0" y="0"/>
                  </a:moveTo>
                  <a:lnTo>
                    <a:pt x="115555" y="1207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73165" y="1368942"/>
              <a:ext cx="115555" cy="120796"/>
            </a:xfrm>
            <a:custGeom>
              <a:avLst/>
              <a:pathLst>
                <a:path w="115555" h="120796">
                  <a:moveTo>
                    <a:pt x="0" y="0"/>
                  </a:moveTo>
                  <a:lnTo>
                    <a:pt x="115555" y="1207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73165" y="1368942"/>
              <a:ext cx="115555" cy="120796"/>
            </a:xfrm>
            <a:custGeom>
              <a:avLst/>
              <a:pathLst>
                <a:path w="115555" h="120796">
                  <a:moveTo>
                    <a:pt x="0" y="0"/>
                  </a:moveTo>
                  <a:lnTo>
                    <a:pt x="115555" y="1207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73165" y="1368942"/>
              <a:ext cx="115555" cy="120796"/>
            </a:xfrm>
            <a:custGeom>
              <a:avLst/>
              <a:pathLst>
                <a:path w="115555" h="120796">
                  <a:moveTo>
                    <a:pt x="0" y="0"/>
                  </a:moveTo>
                  <a:lnTo>
                    <a:pt x="115555" y="1207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73165" y="1368942"/>
              <a:ext cx="115555" cy="120796"/>
            </a:xfrm>
            <a:custGeom>
              <a:avLst/>
              <a:pathLst>
                <a:path w="115555" h="120796">
                  <a:moveTo>
                    <a:pt x="0" y="0"/>
                  </a:moveTo>
                  <a:lnTo>
                    <a:pt x="115555" y="1207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73165" y="1368942"/>
              <a:ext cx="115555" cy="120796"/>
            </a:xfrm>
            <a:custGeom>
              <a:avLst/>
              <a:pathLst>
                <a:path w="115555" h="120796">
                  <a:moveTo>
                    <a:pt x="0" y="0"/>
                  </a:moveTo>
                  <a:lnTo>
                    <a:pt x="115555" y="1207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73165" y="1368942"/>
              <a:ext cx="115555" cy="120796"/>
            </a:xfrm>
            <a:custGeom>
              <a:avLst/>
              <a:pathLst>
                <a:path w="115555" h="120796">
                  <a:moveTo>
                    <a:pt x="0" y="0"/>
                  </a:moveTo>
                  <a:lnTo>
                    <a:pt x="115555" y="1207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73165" y="1368942"/>
              <a:ext cx="115555" cy="120796"/>
            </a:xfrm>
            <a:custGeom>
              <a:avLst/>
              <a:pathLst>
                <a:path w="115555" h="120796">
                  <a:moveTo>
                    <a:pt x="0" y="0"/>
                  </a:moveTo>
                  <a:lnTo>
                    <a:pt x="115555" y="1207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73165" y="1368942"/>
              <a:ext cx="115555" cy="120796"/>
            </a:xfrm>
            <a:custGeom>
              <a:avLst/>
              <a:pathLst>
                <a:path w="115555" h="120796">
                  <a:moveTo>
                    <a:pt x="0" y="0"/>
                  </a:moveTo>
                  <a:lnTo>
                    <a:pt x="115555" y="1207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73165" y="1368942"/>
              <a:ext cx="115555" cy="120796"/>
            </a:xfrm>
            <a:custGeom>
              <a:avLst/>
              <a:pathLst>
                <a:path w="115555" h="120796">
                  <a:moveTo>
                    <a:pt x="0" y="0"/>
                  </a:moveTo>
                  <a:lnTo>
                    <a:pt x="115555" y="1207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73165" y="1368942"/>
              <a:ext cx="115555" cy="120796"/>
            </a:xfrm>
            <a:custGeom>
              <a:avLst/>
              <a:pathLst>
                <a:path w="115555" h="120796">
                  <a:moveTo>
                    <a:pt x="0" y="0"/>
                  </a:moveTo>
                  <a:lnTo>
                    <a:pt x="115555" y="1207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73165" y="1368942"/>
              <a:ext cx="115555" cy="120796"/>
            </a:xfrm>
            <a:custGeom>
              <a:avLst/>
              <a:pathLst>
                <a:path w="115555" h="120796">
                  <a:moveTo>
                    <a:pt x="0" y="0"/>
                  </a:moveTo>
                  <a:lnTo>
                    <a:pt x="115555" y="1207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73165" y="1368942"/>
              <a:ext cx="115555" cy="120796"/>
            </a:xfrm>
            <a:custGeom>
              <a:avLst/>
              <a:pathLst>
                <a:path w="115555" h="120796">
                  <a:moveTo>
                    <a:pt x="0" y="0"/>
                  </a:moveTo>
                  <a:lnTo>
                    <a:pt x="115555" y="1207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73165" y="1368942"/>
              <a:ext cx="115555" cy="120796"/>
            </a:xfrm>
            <a:custGeom>
              <a:avLst/>
              <a:pathLst>
                <a:path w="115555" h="120796">
                  <a:moveTo>
                    <a:pt x="0" y="0"/>
                  </a:moveTo>
                  <a:lnTo>
                    <a:pt x="115555" y="1207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73165" y="1368942"/>
              <a:ext cx="115555" cy="120796"/>
            </a:xfrm>
            <a:custGeom>
              <a:avLst/>
              <a:pathLst>
                <a:path w="115555" h="120796">
                  <a:moveTo>
                    <a:pt x="0" y="0"/>
                  </a:moveTo>
                  <a:lnTo>
                    <a:pt x="115555" y="1207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21569" y="1338546"/>
              <a:ext cx="334305" cy="318359"/>
            </a:xfrm>
            <a:custGeom>
              <a:avLst/>
              <a:pathLst>
                <a:path w="334305" h="318359">
                  <a:moveTo>
                    <a:pt x="51595" y="30395"/>
                  </a:moveTo>
                  <a:lnTo>
                    <a:pt x="47819" y="34124"/>
                  </a:lnTo>
                  <a:lnTo>
                    <a:pt x="44164" y="37970"/>
                  </a:lnTo>
                  <a:lnTo>
                    <a:pt x="40632" y="41931"/>
                  </a:lnTo>
                  <a:lnTo>
                    <a:pt x="37228" y="46002"/>
                  </a:lnTo>
                  <a:lnTo>
                    <a:pt x="33955" y="50179"/>
                  </a:lnTo>
                  <a:lnTo>
                    <a:pt x="30815" y="54457"/>
                  </a:lnTo>
                  <a:lnTo>
                    <a:pt x="27814" y="58833"/>
                  </a:lnTo>
                  <a:lnTo>
                    <a:pt x="24953" y="63302"/>
                  </a:lnTo>
                  <a:lnTo>
                    <a:pt x="22235" y="67860"/>
                  </a:lnTo>
                  <a:lnTo>
                    <a:pt x="19663" y="72501"/>
                  </a:lnTo>
                  <a:lnTo>
                    <a:pt x="17239" y="77222"/>
                  </a:lnTo>
                  <a:lnTo>
                    <a:pt x="14967" y="82018"/>
                  </a:lnTo>
                  <a:lnTo>
                    <a:pt x="12848" y="86883"/>
                  </a:lnTo>
                  <a:lnTo>
                    <a:pt x="10885" y="91813"/>
                  </a:lnTo>
                  <a:lnTo>
                    <a:pt x="9079" y="96802"/>
                  </a:lnTo>
                  <a:lnTo>
                    <a:pt x="7432" y="101847"/>
                  </a:lnTo>
                  <a:lnTo>
                    <a:pt x="5946" y="106941"/>
                  </a:lnTo>
                  <a:lnTo>
                    <a:pt x="4623" y="112080"/>
                  </a:lnTo>
                  <a:lnTo>
                    <a:pt x="3464" y="117258"/>
                  </a:lnTo>
                  <a:lnTo>
                    <a:pt x="2469" y="122471"/>
                  </a:lnTo>
                  <a:lnTo>
                    <a:pt x="1640" y="127712"/>
                  </a:lnTo>
                  <a:lnTo>
                    <a:pt x="979" y="132978"/>
                  </a:lnTo>
                  <a:lnTo>
                    <a:pt x="484" y="138261"/>
                  </a:lnTo>
                  <a:lnTo>
                    <a:pt x="158" y="143557"/>
                  </a:lnTo>
                  <a:lnTo>
                    <a:pt x="0" y="148862"/>
                  </a:lnTo>
                  <a:lnTo>
                    <a:pt x="10" y="154168"/>
                  </a:lnTo>
                  <a:lnTo>
                    <a:pt x="188" y="159472"/>
                  </a:lnTo>
                  <a:lnTo>
                    <a:pt x="535" y="164767"/>
                  </a:lnTo>
                  <a:lnTo>
                    <a:pt x="1050" y="170048"/>
                  </a:lnTo>
                  <a:lnTo>
                    <a:pt x="1732" y="175311"/>
                  </a:lnTo>
                  <a:lnTo>
                    <a:pt x="2581" y="180549"/>
                  </a:lnTo>
                  <a:lnTo>
                    <a:pt x="3596" y="185758"/>
                  </a:lnTo>
                  <a:lnTo>
                    <a:pt x="4775" y="190931"/>
                  </a:lnTo>
                  <a:lnTo>
                    <a:pt x="6119" y="196065"/>
                  </a:lnTo>
                  <a:lnTo>
                    <a:pt x="7624" y="201154"/>
                  </a:lnTo>
                  <a:lnTo>
                    <a:pt x="9290" y="206192"/>
                  </a:lnTo>
                  <a:lnTo>
                    <a:pt x="11115" y="211175"/>
                  </a:lnTo>
                  <a:lnTo>
                    <a:pt x="13098" y="216097"/>
                  </a:lnTo>
                  <a:lnTo>
                    <a:pt x="15235" y="220954"/>
                  </a:lnTo>
                  <a:lnTo>
                    <a:pt x="17526" y="225740"/>
                  </a:lnTo>
                  <a:lnTo>
                    <a:pt x="19968" y="230452"/>
                  </a:lnTo>
                  <a:lnTo>
                    <a:pt x="22558" y="235084"/>
                  </a:lnTo>
                  <a:lnTo>
                    <a:pt x="25293" y="239631"/>
                  </a:lnTo>
                  <a:lnTo>
                    <a:pt x="28172" y="244089"/>
                  </a:lnTo>
                  <a:lnTo>
                    <a:pt x="31190" y="248453"/>
                  </a:lnTo>
                  <a:lnTo>
                    <a:pt x="34346" y="252719"/>
                  </a:lnTo>
                  <a:lnTo>
                    <a:pt x="37635" y="256883"/>
                  </a:lnTo>
                  <a:lnTo>
                    <a:pt x="41055" y="260941"/>
                  </a:lnTo>
                  <a:lnTo>
                    <a:pt x="44602" y="264888"/>
                  </a:lnTo>
                  <a:lnTo>
                    <a:pt x="48272" y="268720"/>
                  </a:lnTo>
                  <a:lnTo>
                    <a:pt x="52063" y="272434"/>
                  </a:lnTo>
                  <a:lnTo>
                    <a:pt x="55969" y="276026"/>
                  </a:lnTo>
                  <a:lnTo>
                    <a:pt x="59987" y="279492"/>
                  </a:lnTo>
                  <a:lnTo>
                    <a:pt x="64113" y="282829"/>
                  </a:lnTo>
                  <a:lnTo>
                    <a:pt x="68343" y="286033"/>
                  </a:lnTo>
                  <a:lnTo>
                    <a:pt x="72673" y="289101"/>
                  </a:lnTo>
                  <a:lnTo>
                    <a:pt x="77098" y="292030"/>
                  </a:lnTo>
                  <a:lnTo>
                    <a:pt x="81613" y="294818"/>
                  </a:lnTo>
                  <a:lnTo>
                    <a:pt x="86215" y="297460"/>
                  </a:lnTo>
                  <a:lnTo>
                    <a:pt x="90898" y="299955"/>
                  </a:lnTo>
                  <a:lnTo>
                    <a:pt x="95658" y="302301"/>
                  </a:lnTo>
                  <a:lnTo>
                    <a:pt x="100491" y="304494"/>
                  </a:lnTo>
                  <a:lnTo>
                    <a:pt x="105390" y="306532"/>
                  </a:lnTo>
                  <a:lnTo>
                    <a:pt x="110351" y="308414"/>
                  </a:lnTo>
                  <a:lnTo>
                    <a:pt x="115370" y="310138"/>
                  </a:lnTo>
                  <a:lnTo>
                    <a:pt x="120441" y="311701"/>
                  </a:lnTo>
                  <a:lnTo>
                    <a:pt x="125559" y="313103"/>
                  </a:lnTo>
                  <a:lnTo>
                    <a:pt x="130719" y="314341"/>
                  </a:lnTo>
                  <a:lnTo>
                    <a:pt x="135916" y="315415"/>
                  </a:lnTo>
                  <a:lnTo>
                    <a:pt x="141144" y="316324"/>
                  </a:lnTo>
                  <a:lnTo>
                    <a:pt x="146399" y="317066"/>
                  </a:lnTo>
                  <a:lnTo>
                    <a:pt x="151674" y="317641"/>
                  </a:lnTo>
                  <a:lnTo>
                    <a:pt x="156965" y="318049"/>
                  </a:lnTo>
                  <a:lnTo>
                    <a:pt x="162266" y="318288"/>
                  </a:lnTo>
                  <a:lnTo>
                    <a:pt x="167572" y="318359"/>
                  </a:lnTo>
                  <a:lnTo>
                    <a:pt x="172878" y="318261"/>
                  </a:lnTo>
                  <a:lnTo>
                    <a:pt x="178177" y="317995"/>
                  </a:lnTo>
                  <a:lnTo>
                    <a:pt x="183466" y="317561"/>
                  </a:lnTo>
                  <a:lnTo>
                    <a:pt x="188738" y="316960"/>
                  </a:lnTo>
                  <a:lnTo>
                    <a:pt x="193989" y="316191"/>
                  </a:lnTo>
                  <a:lnTo>
                    <a:pt x="199212" y="315256"/>
                  </a:lnTo>
                  <a:lnTo>
                    <a:pt x="204404" y="314156"/>
                  </a:lnTo>
                  <a:lnTo>
                    <a:pt x="209557" y="312891"/>
                  </a:lnTo>
                  <a:lnTo>
                    <a:pt x="214668" y="311464"/>
                  </a:lnTo>
                  <a:lnTo>
                    <a:pt x="219731" y="309875"/>
                  </a:lnTo>
                  <a:lnTo>
                    <a:pt x="224741" y="308126"/>
                  </a:lnTo>
                  <a:lnTo>
                    <a:pt x="229693" y="306219"/>
                  </a:lnTo>
                  <a:lnTo>
                    <a:pt x="234582" y="304156"/>
                  </a:lnTo>
                  <a:lnTo>
                    <a:pt x="239404" y="301938"/>
                  </a:lnTo>
                  <a:lnTo>
                    <a:pt x="244152" y="299569"/>
                  </a:lnTo>
                  <a:lnTo>
                    <a:pt x="248822" y="297050"/>
                  </a:lnTo>
                  <a:lnTo>
                    <a:pt x="253411" y="294385"/>
                  </a:lnTo>
                  <a:lnTo>
                    <a:pt x="257912" y="291575"/>
                  </a:lnTo>
                  <a:lnTo>
                    <a:pt x="262322" y="288623"/>
                  </a:lnTo>
                  <a:lnTo>
                    <a:pt x="266636" y="285533"/>
                  </a:lnTo>
                  <a:lnTo>
                    <a:pt x="270850" y="282308"/>
                  </a:lnTo>
                  <a:lnTo>
                    <a:pt x="274960" y="278950"/>
                  </a:lnTo>
                  <a:lnTo>
                    <a:pt x="278960" y="275464"/>
                  </a:lnTo>
                  <a:lnTo>
                    <a:pt x="282848" y="271853"/>
                  </a:lnTo>
                  <a:lnTo>
                    <a:pt x="286620" y="268120"/>
                  </a:lnTo>
                  <a:lnTo>
                    <a:pt x="290271" y="264269"/>
                  </a:lnTo>
                  <a:lnTo>
                    <a:pt x="293798" y="260304"/>
                  </a:lnTo>
                  <a:lnTo>
                    <a:pt x="297197" y="256229"/>
                  </a:lnTo>
                  <a:lnTo>
                    <a:pt x="300466" y="252049"/>
                  </a:lnTo>
                  <a:lnTo>
                    <a:pt x="303600" y="247767"/>
                  </a:lnTo>
                  <a:lnTo>
                    <a:pt x="306596" y="243387"/>
                  </a:lnTo>
                  <a:lnTo>
                    <a:pt x="309452" y="238915"/>
                  </a:lnTo>
                  <a:lnTo>
                    <a:pt x="312165" y="234354"/>
                  </a:lnTo>
                  <a:lnTo>
                    <a:pt x="314731" y="229709"/>
                  </a:lnTo>
                  <a:lnTo>
                    <a:pt x="317149" y="224986"/>
                  </a:lnTo>
                  <a:lnTo>
                    <a:pt x="319416" y="220187"/>
                  </a:lnTo>
                  <a:lnTo>
                    <a:pt x="321529" y="215320"/>
                  </a:lnTo>
                  <a:lnTo>
                    <a:pt x="323486" y="210388"/>
                  </a:lnTo>
                  <a:lnTo>
                    <a:pt x="325286" y="205396"/>
                  </a:lnTo>
                  <a:lnTo>
                    <a:pt x="326927" y="200349"/>
                  </a:lnTo>
                  <a:lnTo>
                    <a:pt x="328407" y="195253"/>
                  </a:lnTo>
                  <a:lnTo>
                    <a:pt x="329724" y="190113"/>
                  </a:lnTo>
                  <a:lnTo>
                    <a:pt x="330878" y="184933"/>
                  </a:lnTo>
                  <a:lnTo>
                    <a:pt x="331866" y="179719"/>
                  </a:lnTo>
                  <a:lnTo>
                    <a:pt x="332688" y="174477"/>
                  </a:lnTo>
                  <a:lnTo>
                    <a:pt x="333344" y="169211"/>
                  </a:lnTo>
                  <a:lnTo>
                    <a:pt x="333832" y="163927"/>
                  </a:lnTo>
                  <a:lnTo>
                    <a:pt x="334153" y="158630"/>
                  </a:lnTo>
                  <a:lnTo>
                    <a:pt x="334305" y="153326"/>
                  </a:lnTo>
                  <a:lnTo>
                    <a:pt x="334288" y="148019"/>
                  </a:lnTo>
                  <a:lnTo>
                    <a:pt x="334103" y="142716"/>
                  </a:lnTo>
                  <a:lnTo>
                    <a:pt x="333750" y="137421"/>
                  </a:lnTo>
                  <a:lnTo>
                    <a:pt x="333229" y="132140"/>
                  </a:lnTo>
                  <a:lnTo>
                    <a:pt x="332541" y="126879"/>
                  </a:lnTo>
                  <a:lnTo>
                    <a:pt x="331686" y="121642"/>
                  </a:lnTo>
                  <a:lnTo>
                    <a:pt x="330665" y="116434"/>
                  </a:lnTo>
                  <a:lnTo>
                    <a:pt x="329479" y="111262"/>
                  </a:lnTo>
                  <a:lnTo>
                    <a:pt x="328130" y="106130"/>
                  </a:lnTo>
                  <a:lnTo>
                    <a:pt x="326619" y="101043"/>
                  </a:lnTo>
                  <a:lnTo>
                    <a:pt x="324947" y="96007"/>
                  </a:lnTo>
                  <a:lnTo>
                    <a:pt x="323115" y="91026"/>
                  </a:lnTo>
                  <a:lnTo>
                    <a:pt x="321127" y="86106"/>
                  </a:lnTo>
                  <a:lnTo>
                    <a:pt x="318984" y="81252"/>
                  </a:lnTo>
                  <a:lnTo>
                    <a:pt x="316687" y="76468"/>
                  </a:lnTo>
                  <a:lnTo>
                    <a:pt x="314240" y="71759"/>
                  </a:lnTo>
                  <a:lnTo>
                    <a:pt x="311645" y="67131"/>
                  </a:lnTo>
                  <a:lnTo>
                    <a:pt x="308904" y="62587"/>
                  </a:lnTo>
                  <a:lnTo>
                    <a:pt x="306020" y="58132"/>
                  </a:lnTo>
                  <a:lnTo>
                    <a:pt x="302997" y="53771"/>
                  </a:lnTo>
                  <a:lnTo>
                    <a:pt x="299836" y="49509"/>
                  </a:lnTo>
                  <a:lnTo>
                    <a:pt x="296542" y="45348"/>
                  </a:lnTo>
                  <a:lnTo>
                    <a:pt x="293117" y="41295"/>
                  </a:lnTo>
                  <a:lnTo>
                    <a:pt x="289566" y="37352"/>
                  </a:lnTo>
                  <a:lnTo>
                    <a:pt x="285891" y="33524"/>
                  </a:lnTo>
                  <a:lnTo>
                    <a:pt x="282096" y="29815"/>
                  </a:lnTo>
                  <a:lnTo>
                    <a:pt x="278186" y="26227"/>
                  </a:lnTo>
                  <a:lnTo>
                    <a:pt x="274163" y="22766"/>
                  </a:lnTo>
                  <a:lnTo>
                    <a:pt x="270033" y="19434"/>
                  </a:lnTo>
                  <a:lnTo>
                    <a:pt x="265800" y="16235"/>
                  </a:lnTo>
                  <a:lnTo>
                    <a:pt x="261466" y="13172"/>
                  </a:lnTo>
                  <a:lnTo>
                    <a:pt x="257038" y="10248"/>
                  </a:lnTo>
                  <a:lnTo>
                    <a:pt x="252519" y="7466"/>
                  </a:lnTo>
                  <a:lnTo>
                    <a:pt x="247914" y="4829"/>
                  </a:lnTo>
                  <a:lnTo>
                    <a:pt x="243228" y="2339"/>
                  </a:lnTo>
                  <a:lnTo>
                    <a:pt x="238465" y="0"/>
                  </a:lnTo>
                  <a:lnTo>
                    <a:pt x="167151" y="1511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488720" y="1322571"/>
              <a:ext cx="71314" cy="167167"/>
            </a:xfrm>
            <a:custGeom>
              <a:avLst/>
              <a:pathLst>
                <a:path w="71314" h="167167">
                  <a:moveTo>
                    <a:pt x="71314" y="15974"/>
                  </a:moveTo>
                  <a:lnTo>
                    <a:pt x="66148" y="13644"/>
                  </a:lnTo>
                  <a:lnTo>
                    <a:pt x="60906" y="11490"/>
                  </a:lnTo>
                  <a:lnTo>
                    <a:pt x="55595" y="9515"/>
                  </a:lnTo>
                  <a:lnTo>
                    <a:pt x="50219" y="7721"/>
                  </a:lnTo>
                  <a:lnTo>
                    <a:pt x="44785" y="6110"/>
                  </a:lnTo>
                  <a:lnTo>
                    <a:pt x="39300" y="4685"/>
                  </a:lnTo>
                  <a:lnTo>
                    <a:pt x="33770" y="3446"/>
                  </a:lnTo>
                  <a:lnTo>
                    <a:pt x="28201" y="2396"/>
                  </a:lnTo>
                  <a:lnTo>
                    <a:pt x="22600" y="1534"/>
                  </a:lnTo>
                  <a:lnTo>
                    <a:pt x="16973" y="863"/>
                  </a:lnTo>
                  <a:lnTo>
                    <a:pt x="11326" y="384"/>
                  </a:lnTo>
                  <a:lnTo>
                    <a:pt x="5666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86746" y="1681503"/>
              <a:ext cx="99778" cy="167167"/>
            </a:xfrm>
            <a:custGeom>
              <a:avLst/>
              <a:pathLst>
                <a:path w="99778" h="167167">
                  <a:moveTo>
                    <a:pt x="99778" y="0"/>
                  </a:moveTo>
                  <a:lnTo>
                    <a:pt x="94152" y="94"/>
                  </a:lnTo>
                  <a:lnTo>
                    <a:pt x="88532" y="378"/>
                  </a:lnTo>
                  <a:lnTo>
                    <a:pt x="82925" y="851"/>
                  </a:lnTo>
                  <a:lnTo>
                    <a:pt x="77336" y="1513"/>
                  </a:lnTo>
                  <a:lnTo>
                    <a:pt x="71774" y="2362"/>
                  </a:lnTo>
                  <a:lnTo>
                    <a:pt x="66243" y="3398"/>
                  </a:lnTo>
                  <a:lnTo>
                    <a:pt x="60750" y="4619"/>
                  </a:lnTo>
                  <a:lnTo>
                    <a:pt x="55301" y="6025"/>
                  </a:lnTo>
                  <a:lnTo>
                    <a:pt x="49903" y="7613"/>
                  </a:lnTo>
                  <a:lnTo>
                    <a:pt x="44561" y="9382"/>
                  </a:lnTo>
                  <a:lnTo>
                    <a:pt x="39281" y="11330"/>
                  </a:lnTo>
                  <a:lnTo>
                    <a:pt x="34071" y="13455"/>
                  </a:lnTo>
                  <a:lnTo>
                    <a:pt x="28934" y="15753"/>
                  </a:lnTo>
                  <a:lnTo>
                    <a:pt x="23878" y="18223"/>
                  </a:lnTo>
                  <a:lnTo>
                    <a:pt x="18908" y="20862"/>
                  </a:lnTo>
                  <a:lnTo>
                    <a:pt x="14030" y="23667"/>
                  </a:lnTo>
                  <a:lnTo>
                    <a:pt x="9249" y="26634"/>
                  </a:lnTo>
                  <a:lnTo>
                    <a:pt x="4570" y="29761"/>
                  </a:lnTo>
                  <a:lnTo>
                    <a:pt x="0" y="33043"/>
                  </a:lnTo>
                  <a:lnTo>
                    <a:pt x="9977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86746" y="171454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86746" y="171454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86746" y="171454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86746" y="171454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86746" y="171454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86746" y="171454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86746" y="171454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86746" y="171454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86746" y="171454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86746" y="171454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86746" y="171454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86746" y="171454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86746" y="171454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86746" y="171454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86746" y="171454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986026" y="1714547"/>
              <a:ext cx="100498" cy="134123"/>
            </a:xfrm>
            <a:custGeom>
              <a:avLst/>
              <a:pathLst>
                <a:path w="100498" h="134123">
                  <a:moveTo>
                    <a:pt x="719" y="0"/>
                  </a:moveTo>
                  <a:lnTo>
                    <a:pt x="0" y="538"/>
                  </a:lnTo>
                  <a:lnTo>
                    <a:pt x="100498" y="1341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19361" y="1681503"/>
              <a:ext cx="334316" cy="334332"/>
            </a:xfrm>
            <a:custGeom>
              <a:avLst/>
              <a:pathLst>
                <a:path w="334316" h="334332">
                  <a:moveTo>
                    <a:pt x="66664" y="33582"/>
                  </a:moveTo>
                  <a:lnTo>
                    <a:pt x="62484" y="36831"/>
                  </a:lnTo>
                  <a:lnTo>
                    <a:pt x="58409" y="40212"/>
                  </a:lnTo>
                  <a:lnTo>
                    <a:pt x="54443" y="43720"/>
                  </a:lnTo>
                  <a:lnTo>
                    <a:pt x="50590" y="47352"/>
                  </a:lnTo>
                  <a:lnTo>
                    <a:pt x="46854" y="51103"/>
                  </a:lnTo>
                  <a:lnTo>
                    <a:pt x="43238" y="54972"/>
                  </a:lnTo>
                  <a:lnTo>
                    <a:pt x="39747" y="58953"/>
                  </a:lnTo>
                  <a:lnTo>
                    <a:pt x="36384" y="63042"/>
                  </a:lnTo>
                  <a:lnTo>
                    <a:pt x="33152" y="67236"/>
                  </a:lnTo>
                  <a:lnTo>
                    <a:pt x="30054" y="71531"/>
                  </a:lnTo>
                  <a:lnTo>
                    <a:pt x="27094" y="75921"/>
                  </a:lnTo>
                  <a:lnTo>
                    <a:pt x="24275" y="80403"/>
                  </a:lnTo>
                  <a:lnTo>
                    <a:pt x="21599" y="84971"/>
                  </a:lnTo>
                  <a:lnTo>
                    <a:pt x="19069" y="89623"/>
                  </a:lnTo>
                  <a:lnTo>
                    <a:pt x="16687" y="94352"/>
                  </a:lnTo>
                  <a:lnTo>
                    <a:pt x="14456" y="99154"/>
                  </a:lnTo>
                  <a:lnTo>
                    <a:pt x="12379" y="104024"/>
                  </a:lnTo>
                  <a:lnTo>
                    <a:pt x="10457" y="108958"/>
                  </a:lnTo>
                  <a:lnTo>
                    <a:pt x="8692" y="113950"/>
                  </a:lnTo>
                  <a:lnTo>
                    <a:pt x="7086" y="118995"/>
                  </a:lnTo>
                  <a:lnTo>
                    <a:pt x="5641" y="124089"/>
                  </a:lnTo>
                  <a:lnTo>
                    <a:pt x="4358" y="129226"/>
                  </a:lnTo>
                  <a:lnTo>
                    <a:pt x="3238" y="134401"/>
                  </a:lnTo>
                  <a:lnTo>
                    <a:pt x="2282" y="139609"/>
                  </a:lnTo>
                  <a:lnTo>
                    <a:pt x="1492" y="144845"/>
                  </a:lnTo>
                  <a:lnTo>
                    <a:pt x="868" y="150103"/>
                  </a:lnTo>
                  <a:lnTo>
                    <a:pt x="411" y="155378"/>
                  </a:lnTo>
                  <a:lnTo>
                    <a:pt x="122" y="160665"/>
                  </a:lnTo>
                  <a:lnTo>
                    <a:pt x="0" y="165958"/>
                  </a:lnTo>
                  <a:lnTo>
                    <a:pt x="45" y="171253"/>
                  </a:lnTo>
                  <a:lnTo>
                    <a:pt x="258" y="176543"/>
                  </a:lnTo>
                  <a:lnTo>
                    <a:pt x="639" y="181824"/>
                  </a:lnTo>
                  <a:lnTo>
                    <a:pt x="1187" y="187091"/>
                  </a:lnTo>
                  <a:lnTo>
                    <a:pt x="1901" y="192337"/>
                  </a:lnTo>
                  <a:lnTo>
                    <a:pt x="2781" y="197559"/>
                  </a:lnTo>
                  <a:lnTo>
                    <a:pt x="3826" y="202749"/>
                  </a:lnTo>
                  <a:lnTo>
                    <a:pt x="5035" y="207904"/>
                  </a:lnTo>
                  <a:lnTo>
                    <a:pt x="6406" y="213018"/>
                  </a:lnTo>
                  <a:lnTo>
                    <a:pt x="7939" y="218087"/>
                  </a:lnTo>
                  <a:lnTo>
                    <a:pt x="9632" y="223104"/>
                  </a:lnTo>
                  <a:lnTo>
                    <a:pt x="11482" y="228065"/>
                  </a:lnTo>
                  <a:lnTo>
                    <a:pt x="13489" y="232964"/>
                  </a:lnTo>
                  <a:lnTo>
                    <a:pt x="15650" y="237798"/>
                  </a:lnTo>
                  <a:lnTo>
                    <a:pt x="17963" y="242561"/>
                  </a:lnTo>
                  <a:lnTo>
                    <a:pt x="20425" y="247249"/>
                  </a:lnTo>
                  <a:lnTo>
                    <a:pt x="23035" y="251856"/>
                  </a:lnTo>
                  <a:lnTo>
                    <a:pt x="25789" y="256378"/>
                  </a:lnTo>
                  <a:lnTo>
                    <a:pt x="28686" y="260810"/>
                  </a:lnTo>
                  <a:lnTo>
                    <a:pt x="31721" y="265149"/>
                  </a:lnTo>
                  <a:lnTo>
                    <a:pt x="34892" y="269389"/>
                  </a:lnTo>
                  <a:lnTo>
                    <a:pt x="38195" y="273527"/>
                  </a:lnTo>
                  <a:lnTo>
                    <a:pt x="41629" y="277558"/>
                  </a:lnTo>
                  <a:lnTo>
                    <a:pt x="45188" y="281478"/>
                  </a:lnTo>
                  <a:lnTo>
                    <a:pt x="48869" y="285284"/>
                  </a:lnTo>
                  <a:lnTo>
                    <a:pt x="52669" y="288971"/>
                  </a:lnTo>
                  <a:lnTo>
                    <a:pt x="56584" y="292536"/>
                  </a:lnTo>
                  <a:lnTo>
                    <a:pt x="60610" y="295975"/>
                  </a:lnTo>
                  <a:lnTo>
                    <a:pt x="64743" y="299285"/>
                  </a:lnTo>
                  <a:lnTo>
                    <a:pt x="68978" y="302462"/>
                  </a:lnTo>
                  <a:lnTo>
                    <a:pt x="73312" y="305504"/>
                  </a:lnTo>
                  <a:lnTo>
                    <a:pt x="77741" y="308407"/>
                  </a:lnTo>
                  <a:lnTo>
                    <a:pt x="82259" y="311168"/>
                  </a:lnTo>
                  <a:lnTo>
                    <a:pt x="86862" y="313785"/>
                  </a:lnTo>
                  <a:lnTo>
                    <a:pt x="91545" y="316254"/>
                  </a:lnTo>
                  <a:lnTo>
                    <a:pt x="96305" y="318574"/>
                  </a:lnTo>
                  <a:lnTo>
                    <a:pt x="101135" y="320742"/>
                  </a:lnTo>
                  <a:lnTo>
                    <a:pt x="106032" y="322756"/>
                  </a:lnTo>
                  <a:lnTo>
                    <a:pt x="110990" y="324614"/>
                  </a:lnTo>
                  <a:lnTo>
                    <a:pt x="116005" y="326314"/>
                  </a:lnTo>
                  <a:lnTo>
                    <a:pt x="121071" y="327855"/>
                  </a:lnTo>
                  <a:lnTo>
                    <a:pt x="126183" y="329234"/>
                  </a:lnTo>
                  <a:lnTo>
                    <a:pt x="131336" y="330450"/>
                  </a:lnTo>
                  <a:lnTo>
                    <a:pt x="136525" y="331503"/>
                  </a:lnTo>
                  <a:lnTo>
                    <a:pt x="141745" y="332391"/>
                  </a:lnTo>
                  <a:lnTo>
                    <a:pt x="146991" y="333113"/>
                  </a:lnTo>
                  <a:lnTo>
                    <a:pt x="152256" y="333668"/>
                  </a:lnTo>
                  <a:lnTo>
                    <a:pt x="157537" y="334057"/>
                  </a:lnTo>
                  <a:lnTo>
                    <a:pt x="162827" y="334278"/>
                  </a:lnTo>
                  <a:lnTo>
                    <a:pt x="168122" y="334332"/>
                  </a:lnTo>
                  <a:lnTo>
                    <a:pt x="173415" y="334217"/>
                  </a:lnTo>
                  <a:lnTo>
                    <a:pt x="178703" y="333936"/>
                  </a:lnTo>
                  <a:lnTo>
                    <a:pt x="183978" y="333486"/>
                  </a:lnTo>
                  <a:lnTo>
                    <a:pt x="189237" y="332870"/>
                  </a:lnTo>
                  <a:lnTo>
                    <a:pt x="194474" y="332088"/>
                  </a:lnTo>
                  <a:lnTo>
                    <a:pt x="199683" y="331141"/>
                  </a:lnTo>
                  <a:lnTo>
                    <a:pt x="204860" y="330028"/>
                  </a:lnTo>
                  <a:lnTo>
                    <a:pt x="209999" y="328753"/>
                  </a:lnTo>
                  <a:lnTo>
                    <a:pt x="215095" y="327315"/>
                  </a:lnTo>
                  <a:lnTo>
                    <a:pt x="220143" y="325717"/>
                  </a:lnTo>
                  <a:lnTo>
                    <a:pt x="225138" y="323959"/>
                  </a:lnTo>
                  <a:lnTo>
                    <a:pt x="230074" y="322045"/>
                  </a:lnTo>
                  <a:lnTo>
                    <a:pt x="234948" y="319975"/>
                  </a:lnTo>
                  <a:lnTo>
                    <a:pt x="239753" y="317751"/>
                  </a:lnTo>
                  <a:lnTo>
                    <a:pt x="244486" y="315377"/>
                  </a:lnTo>
                  <a:lnTo>
                    <a:pt x="249141" y="312853"/>
                  </a:lnTo>
                  <a:lnTo>
                    <a:pt x="253713" y="310184"/>
                  </a:lnTo>
                  <a:lnTo>
                    <a:pt x="258199" y="307371"/>
                  </a:lnTo>
                  <a:lnTo>
                    <a:pt x="262594" y="304418"/>
                  </a:lnTo>
                  <a:lnTo>
                    <a:pt x="266893" y="301327"/>
                  </a:lnTo>
                  <a:lnTo>
                    <a:pt x="271092" y="298101"/>
                  </a:lnTo>
                  <a:lnTo>
                    <a:pt x="275186" y="294744"/>
                  </a:lnTo>
                  <a:lnTo>
                    <a:pt x="279172" y="291259"/>
                  </a:lnTo>
                  <a:lnTo>
                    <a:pt x="283046" y="287649"/>
                  </a:lnTo>
                  <a:lnTo>
                    <a:pt x="286804" y="283919"/>
                  </a:lnTo>
                  <a:lnTo>
                    <a:pt x="290441" y="280071"/>
                  </a:lnTo>
                  <a:lnTo>
                    <a:pt x="293955" y="276110"/>
                  </a:lnTo>
                  <a:lnTo>
                    <a:pt x="297342" y="272040"/>
                  </a:lnTo>
                  <a:lnTo>
                    <a:pt x="300598" y="267865"/>
                  </a:lnTo>
                  <a:lnTo>
                    <a:pt x="303720" y="263588"/>
                  </a:lnTo>
                  <a:lnTo>
                    <a:pt x="306705" y="259215"/>
                  </a:lnTo>
                  <a:lnTo>
                    <a:pt x="309550" y="254750"/>
                  </a:lnTo>
                  <a:lnTo>
                    <a:pt x="312252" y="250196"/>
                  </a:lnTo>
                  <a:lnTo>
                    <a:pt x="314809" y="245560"/>
                  </a:lnTo>
                  <a:lnTo>
                    <a:pt x="317218" y="240844"/>
                  </a:lnTo>
                  <a:lnTo>
                    <a:pt x="319476" y="236055"/>
                  </a:lnTo>
                  <a:lnTo>
                    <a:pt x="321581" y="231197"/>
                  </a:lnTo>
                  <a:lnTo>
                    <a:pt x="323532" y="226274"/>
                  </a:lnTo>
                  <a:lnTo>
                    <a:pt x="325325" y="221292"/>
                  </a:lnTo>
                  <a:lnTo>
                    <a:pt x="326960" y="216256"/>
                  </a:lnTo>
                  <a:lnTo>
                    <a:pt x="328434" y="211171"/>
                  </a:lnTo>
                  <a:lnTo>
                    <a:pt x="329747" y="206041"/>
                  </a:lnTo>
                  <a:lnTo>
                    <a:pt x="330897" y="200873"/>
                  </a:lnTo>
                  <a:lnTo>
                    <a:pt x="331882" y="195670"/>
                  </a:lnTo>
                  <a:lnTo>
                    <a:pt x="332702" y="190439"/>
                  </a:lnTo>
                  <a:lnTo>
                    <a:pt x="333356" y="185185"/>
                  </a:lnTo>
                  <a:lnTo>
                    <a:pt x="333843" y="179913"/>
                  </a:lnTo>
                  <a:lnTo>
                    <a:pt x="334163" y="174628"/>
                  </a:lnTo>
                  <a:lnTo>
                    <a:pt x="334316" y="169335"/>
                  </a:lnTo>
                  <a:lnTo>
                    <a:pt x="334301" y="164040"/>
                  </a:lnTo>
                  <a:lnTo>
                    <a:pt x="334118" y="158748"/>
                  </a:lnTo>
                  <a:lnTo>
                    <a:pt x="333768" y="153465"/>
                  </a:lnTo>
                  <a:lnTo>
                    <a:pt x="333250" y="148196"/>
                  </a:lnTo>
                  <a:lnTo>
                    <a:pt x="332566" y="142945"/>
                  </a:lnTo>
                  <a:lnTo>
                    <a:pt x="331716" y="137719"/>
                  </a:lnTo>
                  <a:lnTo>
                    <a:pt x="330701" y="132522"/>
                  </a:lnTo>
                  <a:lnTo>
                    <a:pt x="329521" y="127360"/>
                  </a:lnTo>
                  <a:lnTo>
                    <a:pt x="328179" y="122238"/>
                  </a:lnTo>
                  <a:lnTo>
                    <a:pt x="326676" y="117162"/>
                  </a:lnTo>
                  <a:lnTo>
                    <a:pt x="325012" y="112135"/>
                  </a:lnTo>
                  <a:lnTo>
                    <a:pt x="323190" y="107163"/>
                  </a:lnTo>
                  <a:lnTo>
                    <a:pt x="321211" y="102252"/>
                  </a:lnTo>
                  <a:lnTo>
                    <a:pt x="319078" y="97406"/>
                  </a:lnTo>
                  <a:lnTo>
                    <a:pt x="316793" y="92630"/>
                  </a:lnTo>
                  <a:lnTo>
                    <a:pt x="314357" y="87928"/>
                  </a:lnTo>
                  <a:lnTo>
                    <a:pt x="311774" y="83307"/>
                  </a:lnTo>
                  <a:lnTo>
                    <a:pt x="309045" y="78769"/>
                  </a:lnTo>
                  <a:lnTo>
                    <a:pt x="306175" y="74320"/>
                  </a:lnTo>
                  <a:lnTo>
                    <a:pt x="303164" y="69964"/>
                  </a:lnTo>
                  <a:lnTo>
                    <a:pt x="300018" y="65705"/>
                  </a:lnTo>
                  <a:lnTo>
                    <a:pt x="296738" y="61549"/>
                  </a:lnTo>
                  <a:lnTo>
                    <a:pt x="293328" y="57498"/>
                  </a:lnTo>
                  <a:lnTo>
                    <a:pt x="289791" y="53557"/>
                  </a:lnTo>
                  <a:lnTo>
                    <a:pt x="286132" y="49731"/>
                  </a:lnTo>
                  <a:lnTo>
                    <a:pt x="282353" y="46022"/>
                  </a:lnTo>
                  <a:lnTo>
                    <a:pt x="278458" y="42435"/>
                  </a:lnTo>
                  <a:lnTo>
                    <a:pt x="274452" y="38972"/>
                  </a:lnTo>
                  <a:lnTo>
                    <a:pt x="270339" y="35639"/>
                  </a:lnTo>
                  <a:lnTo>
                    <a:pt x="266121" y="32437"/>
                  </a:lnTo>
                  <a:lnTo>
                    <a:pt x="261805" y="29371"/>
                  </a:lnTo>
                  <a:lnTo>
                    <a:pt x="257393" y="26443"/>
                  </a:lnTo>
                  <a:lnTo>
                    <a:pt x="252891" y="23656"/>
                  </a:lnTo>
                  <a:lnTo>
                    <a:pt x="248303" y="21012"/>
                  </a:lnTo>
                  <a:lnTo>
                    <a:pt x="243634" y="18516"/>
                  </a:lnTo>
                  <a:lnTo>
                    <a:pt x="238888" y="16169"/>
                  </a:lnTo>
                  <a:lnTo>
                    <a:pt x="234070" y="13973"/>
                  </a:lnTo>
                  <a:lnTo>
                    <a:pt x="229184" y="11931"/>
                  </a:lnTo>
                  <a:lnTo>
                    <a:pt x="224237" y="10045"/>
                  </a:lnTo>
                  <a:lnTo>
                    <a:pt x="219232" y="8316"/>
                  </a:lnTo>
                  <a:lnTo>
                    <a:pt x="214175" y="6746"/>
                  </a:lnTo>
                  <a:lnTo>
                    <a:pt x="209071" y="5338"/>
                  </a:lnTo>
                  <a:lnTo>
                    <a:pt x="203925" y="4092"/>
                  </a:lnTo>
                  <a:lnTo>
                    <a:pt x="198742" y="3009"/>
                  </a:lnTo>
                  <a:lnTo>
                    <a:pt x="193527" y="2092"/>
                  </a:lnTo>
                  <a:lnTo>
                    <a:pt x="188286" y="1339"/>
                  </a:lnTo>
                  <a:lnTo>
                    <a:pt x="183024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94163" y="2126963"/>
              <a:ext cx="87124" cy="167167"/>
            </a:xfrm>
            <a:custGeom>
              <a:avLst/>
              <a:pathLst>
                <a:path w="87124" h="167167">
                  <a:moveTo>
                    <a:pt x="87124" y="0"/>
                  </a:moveTo>
                  <a:lnTo>
                    <a:pt x="81397" y="98"/>
                  </a:lnTo>
                  <a:lnTo>
                    <a:pt x="75677" y="392"/>
                  </a:lnTo>
                  <a:lnTo>
                    <a:pt x="69970" y="882"/>
                  </a:lnTo>
                  <a:lnTo>
                    <a:pt x="64284" y="1567"/>
                  </a:lnTo>
                  <a:lnTo>
                    <a:pt x="58624" y="2447"/>
                  </a:lnTo>
                  <a:lnTo>
                    <a:pt x="52998" y="3520"/>
                  </a:lnTo>
                  <a:lnTo>
                    <a:pt x="47412" y="4785"/>
                  </a:lnTo>
                  <a:lnTo>
                    <a:pt x="41872" y="6241"/>
                  </a:lnTo>
                  <a:lnTo>
                    <a:pt x="36386" y="7885"/>
                  </a:lnTo>
                  <a:lnTo>
                    <a:pt x="30959" y="9717"/>
                  </a:lnTo>
                  <a:lnTo>
                    <a:pt x="25598" y="11734"/>
                  </a:lnTo>
                  <a:lnTo>
                    <a:pt x="20309" y="13933"/>
                  </a:lnTo>
                  <a:lnTo>
                    <a:pt x="15099" y="16311"/>
                  </a:lnTo>
                  <a:lnTo>
                    <a:pt x="9973" y="18867"/>
                  </a:lnTo>
                  <a:lnTo>
                    <a:pt x="4938" y="21598"/>
                  </a:lnTo>
                  <a:lnTo>
                    <a:pt x="0" y="24498"/>
                  </a:lnTo>
                  <a:lnTo>
                    <a:pt x="8712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94163" y="2151462"/>
              <a:ext cx="87124" cy="142668"/>
            </a:xfrm>
            <a:custGeom>
              <a:avLst/>
              <a:pathLst>
                <a:path w="87124" h="142668">
                  <a:moveTo>
                    <a:pt x="0" y="0"/>
                  </a:moveTo>
                  <a:lnTo>
                    <a:pt x="87124" y="1426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94163" y="2151462"/>
              <a:ext cx="87124" cy="142668"/>
            </a:xfrm>
            <a:custGeom>
              <a:avLst/>
              <a:pathLst>
                <a:path w="87124" h="142668">
                  <a:moveTo>
                    <a:pt x="0" y="0"/>
                  </a:moveTo>
                  <a:lnTo>
                    <a:pt x="87124" y="1426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94163" y="2151462"/>
              <a:ext cx="87124" cy="142668"/>
            </a:xfrm>
            <a:custGeom>
              <a:avLst/>
              <a:pathLst>
                <a:path w="87124" h="142668">
                  <a:moveTo>
                    <a:pt x="0" y="0"/>
                  </a:moveTo>
                  <a:lnTo>
                    <a:pt x="87124" y="1426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94163" y="2151462"/>
              <a:ext cx="87124" cy="142668"/>
            </a:xfrm>
            <a:custGeom>
              <a:avLst/>
              <a:pathLst>
                <a:path w="87124" h="142668">
                  <a:moveTo>
                    <a:pt x="0" y="0"/>
                  </a:moveTo>
                  <a:lnTo>
                    <a:pt x="87124" y="1426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94163" y="2151462"/>
              <a:ext cx="87124" cy="142668"/>
            </a:xfrm>
            <a:custGeom>
              <a:avLst/>
              <a:pathLst>
                <a:path w="87124" h="142668">
                  <a:moveTo>
                    <a:pt x="0" y="0"/>
                  </a:moveTo>
                  <a:lnTo>
                    <a:pt x="87124" y="14266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94163" y="2151462"/>
              <a:ext cx="87124" cy="142668"/>
            </a:xfrm>
            <a:custGeom>
              <a:avLst/>
              <a:pathLst>
                <a:path w="87124" h="142668">
                  <a:moveTo>
                    <a:pt x="0" y="0"/>
                  </a:moveTo>
                  <a:lnTo>
                    <a:pt x="87124" y="1426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94163" y="2151462"/>
              <a:ext cx="87124" cy="142668"/>
            </a:xfrm>
            <a:custGeom>
              <a:avLst/>
              <a:pathLst>
                <a:path w="87124" h="142668">
                  <a:moveTo>
                    <a:pt x="0" y="0"/>
                  </a:moveTo>
                  <a:lnTo>
                    <a:pt x="87124" y="1426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94163" y="2151462"/>
              <a:ext cx="87124" cy="142668"/>
            </a:xfrm>
            <a:custGeom>
              <a:avLst/>
              <a:pathLst>
                <a:path w="87124" h="142668">
                  <a:moveTo>
                    <a:pt x="0" y="0"/>
                  </a:moveTo>
                  <a:lnTo>
                    <a:pt x="87124" y="14266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94163" y="2151462"/>
              <a:ext cx="87124" cy="142668"/>
            </a:xfrm>
            <a:custGeom>
              <a:avLst/>
              <a:pathLst>
                <a:path w="87124" h="142668">
                  <a:moveTo>
                    <a:pt x="0" y="0"/>
                  </a:moveTo>
                  <a:lnTo>
                    <a:pt x="87124" y="1426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94163" y="2151462"/>
              <a:ext cx="87124" cy="142668"/>
            </a:xfrm>
            <a:custGeom>
              <a:avLst/>
              <a:pathLst>
                <a:path w="87124" h="142668">
                  <a:moveTo>
                    <a:pt x="0" y="0"/>
                  </a:moveTo>
                  <a:lnTo>
                    <a:pt x="87124" y="1426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94163" y="2151462"/>
              <a:ext cx="87124" cy="142668"/>
            </a:xfrm>
            <a:custGeom>
              <a:avLst/>
              <a:pathLst>
                <a:path w="87124" h="142668">
                  <a:moveTo>
                    <a:pt x="0" y="0"/>
                  </a:moveTo>
                  <a:lnTo>
                    <a:pt x="87124" y="1426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94163" y="2151462"/>
              <a:ext cx="87124" cy="142668"/>
            </a:xfrm>
            <a:custGeom>
              <a:avLst/>
              <a:pathLst>
                <a:path w="87124" h="142668">
                  <a:moveTo>
                    <a:pt x="0" y="0"/>
                  </a:moveTo>
                  <a:lnTo>
                    <a:pt x="87124" y="1426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94163" y="2151462"/>
              <a:ext cx="87124" cy="142668"/>
            </a:xfrm>
            <a:custGeom>
              <a:avLst/>
              <a:pathLst>
                <a:path w="87124" h="142668">
                  <a:moveTo>
                    <a:pt x="0" y="0"/>
                  </a:moveTo>
                  <a:lnTo>
                    <a:pt x="87124" y="14266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94163" y="2151462"/>
              <a:ext cx="87124" cy="142668"/>
            </a:xfrm>
            <a:custGeom>
              <a:avLst/>
              <a:pathLst>
                <a:path w="87124" h="142668">
                  <a:moveTo>
                    <a:pt x="0" y="0"/>
                  </a:moveTo>
                  <a:lnTo>
                    <a:pt x="87124" y="1426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14126" y="2127050"/>
              <a:ext cx="334312" cy="334246"/>
            </a:xfrm>
            <a:custGeom>
              <a:avLst/>
              <a:pathLst>
                <a:path w="334312" h="334246">
                  <a:moveTo>
                    <a:pt x="80036" y="24412"/>
                  </a:moveTo>
                  <a:lnTo>
                    <a:pt x="75561" y="27243"/>
                  </a:lnTo>
                  <a:lnTo>
                    <a:pt x="71177" y="30215"/>
                  </a:lnTo>
                  <a:lnTo>
                    <a:pt x="66890" y="33324"/>
                  </a:lnTo>
                  <a:lnTo>
                    <a:pt x="62703" y="36567"/>
                  </a:lnTo>
                  <a:lnTo>
                    <a:pt x="58621" y="39941"/>
                  </a:lnTo>
                  <a:lnTo>
                    <a:pt x="54649" y="43443"/>
                  </a:lnTo>
                  <a:lnTo>
                    <a:pt x="50789" y="47069"/>
                  </a:lnTo>
                  <a:lnTo>
                    <a:pt x="47046" y="50816"/>
                  </a:lnTo>
                  <a:lnTo>
                    <a:pt x="43423" y="54679"/>
                  </a:lnTo>
                  <a:lnTo>
                    <a:pt x="39925" y="58655"/>
                  </a:lnTo>
                  <a:lnTo>
                    <a:pt x="36554" y="62740"/>
                  </a:lnTo>
                  <a:lnTo>
                    <a:pt x="33314" y="66929"/>
                  </a:lnTo>
                  <a:lnTo>
                    <a:pt x="30209" y="71219"/>
                  </a:lnTo>
                  <a:lnTo>
                    <a:pt x="27241" y="75605"/>
                  </a:lnTo>
                  <a:lnTo>
                    <a:pt x="24414" y="80083"/>
                  </a:lnTo>
                  <a:lnTo>
                    <a:pt x="21730" y="84649"/>
                  </a:lnTo>
                  <a:lnTo>
                    <a:pt x="19192" y="89297"/>
                  </a:lnTo>
                  <a:lnTo>
                    <a:pt x="16802" y="94023"/>
                  </a:lnTo>
                  <a:lnTo>
                    <a:pt x="14563" y="98823"/>
                  </a:lnTo>
                  <a:lnTo>
                    <a:pt x="12478" y="103690"/>
                  </a:lnTo>
                  <a:lnTo>
                    <a:pt x="10548" y="108622"/>
                  </a:lnTo>
                  <a:lnTo>
                    <a:pt x="8774" y="113612"/>
                  </a:lnTo>
                  <a:lnTo>
                    <a:pt x="7160" y="118656"/>
                  </a:lnTo>
                  <a:lnTo>
                    <a:pt x="5707" y="123749"/>
                  </a:lnTo>
                  <a:lnTo>
                    <a:pt x="4415" y="128885"/>
                  </a:lnTo>
                  <a:lnTo>
                    <a:pt x="3287" y="134059"/>
                  </a:lnTo>
                  <a:lnTo>
                    <a:pt x="2323" y="139267"/>
                  </a:lnTo>
                  <a:lnTo>
                    <a:pt x="1525" y="144502"/>
                  </a:lnTo>
                  <a:lnTo>
                    <a:pt x="893" y="149760"/>
                  </a:lnTo>
                  <a:lnTo>
                    <a:pt x="428" y="155036"/>
                  </a:lnTo>
                  <a:lnTo>
                    <a:pt x="130" y="160323"/>
                  </a:lnTo>
                  <a:lnTo>
                    <a:pt x="0" y="165617"/>
                  </a:lnTo>
                  <a:lnTo>
                    <a:pt x="37" y="170913"/>
                  </a:lnTo>
                  <a:lnTo>
                    <a:pt x="242" y="176205"/>
                  </a:lnTo>
                  <a:lnTo>
                    <a:pt x="615" y="181488"/>
                  </a:lnTo>
                  <a:lnTo>
                    <a:pt x="1155" y="186756"/>
                  </a:lnTo>
                  <a:lnTo>
                    <a:pt x="1862" y="192005"/>
                  </a:lnTo>
                  <a:lnTo>
                    <a:pt x="2734" y="197228"/>
                  </a:lnTo>
                  <a:lnTo>
                    <a:pt x="3772" y="202422"/>
                  </a:lnTo>
                  <a:lnTo>
                    <a:pt x="4973" y="207580"/>
                  </a:lnTo>
                  <a:lnTo>
                    <a:pt x="6337" y="212697"/>
                  </a:lnTo>
                  <a:lnTo>
                    <a:pt x="7863" y="217768"/>
                  </a:lnTo>
                  <a:lnTo>
                    <a:pt x="9549" y="222789"/>
                  </a:lnTo>
                  <a:lnTo>
                    <a:pt x="11392" y="227753"/>
                  </a:lnTo>
                  <a:lnTo>
                    <a:pt x="13393" y="232657"/>
                  </a:lnTo>
                  <a:lnTo>
                    <a:pt x="15547" y="237495"/>
                  </a:lnTo>
                  <a:lnTo>
                    <a:pt x="17854" y="242262"/>
                  </a:lnTo>
                  <a:lnTo>
                    <a:pt x="20310" y="246954"/>
                  </a:lnTo>
                  <a:lnTo>
                    <a:pt x="22914" y="251566"/>
                  </a:lnTo>
                  <a:lnTo>
                    <a:pt x="25662" y="256092"/>
                  </a:lnTo>
                  <a:lnTo>
                    <a:pt x="28553" y="260530"/>
                  </a:lnTo>
                  <a:lnTo>
                    <a:pt x="31583" y="264874"/>
                  </a:lnTo>
                  <a:lnTo>
                    <a:pt x="34748" y="269119"/>
                  </a:lnTo>
                  <a:lnTo>
                    <a:pt x="38047" y="273262"/>
                  </a:lnTo>
                  <a:lnTo>
                    <a:pt x="41475" y="277299"/>
                  </a:lnTo>
                  <a:lnTo>
                    <a:pt x="45030" y="281225"/>
                  </a:lnTo>
                  <a:lnTo>
                    <a:pt x="48707" y="285036"/>
                  </a:lnTo>
                  <a:lnTo>
                    <a:pt x="52503" y="288729"/>
                  </a:lnTo>
                  <a:lnTo>
                    <a:pt x="56414" y="292300"/>
                  </a:lnTo>
                  <a:lnTo>
                    <a:pt x="60436" y="295745"/>
                  </a:lnTo>
                  <a:lnTo>
                    <a:pt x="64565" y="299061"/>
                  </a:lnTo>
                  <a:lnTo>
                    <a:pt x="68797" y="302245"/>
                  </a:lnTo>
                  <a:lnTo>
                    <a:pt x="73128" y="305293"/>
                  </a:lnTo>
                  <a:lnTo>
                    <a:pt x="77553" y="308202"/>
                  </a:lnTo>
                  <a:lnTo>
                    <a:pt x="82068" y="310970"/>
                  </a:lnTo>
                  <a:lnTo>
                    <a:pt x="86669" y="313593"/>
                  </a:lnTo>
                  <a:lnTo>
                    <a:pt x="91350" y="316069"/>
                  </a:lnTo>
                  <a:lnTo>
                    <a:pt x="96108" y="318396"/>
                  </a:lnTo>
                  <a:lnTo>
                    <a:pt x="100937" y="320571"/>
                  </a:lnTo>
                  <a:lnTo>
                    <a:pt x="105832" y="322591"/>
                  </a:lnTo>
                  <a:lnTo>
                    <a:pt x="110789" y="324456"/>
                  </a:lnTo>
                  <a:lnTo>
                    <a:pt x="115802" y="326163"/>
                  </a:lnTo>
                  <a:lnTo>
                    <a:pt x="120867" y="327710"/>
                  </a:lnTo>
                  <a:lnTo>
                    <a:pt x="125978" y="329095"/>
                  </a:lnTo>
                  <a:lnTo>
                    <a:pt x="131131" y="330319"/>
                  </a:lnTo>
                  <a:lnTo>
                    <a:pt x="136320" y="331378"/>
                  </a:lnTo>
                  <a:lnTo>
                    <a:pt x="141540" y="332272"/>
                  </a:lnTo>
                  <a:lnTo>
                    <a:pt x="146785" y="333001"/>
                  </a:lnTo>
                  <a:lnTo>
                    <a:pt x="152051" y="333563"/>
                  </a:lnTo>
                  <a:lnTo>
                    <a:pt x="157333" y="333958"/>
                  </a:lnTo>
                  <a:lnTo>
                    <a:pt x="162624" y="334186"/>
                  </a:lnTo>
                  <a:lnTo>
                    <a:pt x="167919" y="334246"/>
                  </a:lnTo>
                  <a:lnTo>
                    <a:pt x="173214" y="334138"/>
                  </a:lnTo>
                  <a:lnTo>
                    <a:pt x="178503" y="333862"/>
                  </a:lnTo>
                  <a:lnTo>
                    <a:pt x="183780" y="333419"/>
                  </a:lnTo>
                  <a:lnTo>
                    <a:pt x="189041" y="332809"/>
                  </a:lnTo>
                  <a:lnTo>
                    <a:pt x="194280" y="332033"/>
                  </a:lnTo>
                  <a:lnTo>
                    <a:pt x="199491" y="331091"/>
                  </a:lnTo>
                  <a:lnTo>
                    <a:pt x="204670" y="329985"/>
                  </a:lnTo>
                  <a:lnTo>
                    <a:pt x="209812" y="328715"/>
                  </a:lnTo>
                  <a:lnTo>
                    <a:pt x="214910" y="327283"/>
                  </a:lnTo>
                  <a:lnTo>
                    <a:pt x="219961" y="325690"/>
                  </a:lnTo>
                  <a:lnTo>
                    <a:pt x="224959" y="323938"/>
                  </a:lnTo>
                  <a:lnTo>
                    <a:pt x="229898" y="322028"/>
                  </a:lnTo>
                  <a:lnTo>
                    <a:pt x="234775" y="319963"/>
                  </a:lnTo>
                  <a:lnTo>
                    <a:pt x="239584" y="317745"/>
                  </a:lnTo>
                  <a:lnTo>
                    <a:pt x="244320" y="315375"/>
                  </a:lnTo>
                  <a:lnTo>
                    <a:pt x="248979" y="312856"/>
                  </a:lnTo>
                  <a:lnTo>
                    <a:pt x="253555" y="310192"/>
                  </a:lnTo>
                  <a:lnTo>
                    <a:pt x="258045" y="307383"/>
                  </a:lnTo>
                  <a:lnTo>
                    <a:pt x="262444" y="304434"/>
                  </a:lnTo>
                  <a:lnTo>
                    <a:pt x="266747" y="301347"/>
                  </a:lnTo>
                  <a:lnTo>
                    <a:pt x="270950" y="298125"/>
                  </a:lnTo>
                  <a:lnTo>
                    <a:pt x="275049" y="294771"/>
                  </a:lnTo>
                  <a:lnTo>
                    <a:pt x="279040" y="291290"/>
                  </a:lnTo>
                  <a:lnTo>
                    <a:pt x="282918" y="287683"/>
                  </a:lnTo>
                  <a:lnTo>
                    <a:pt x="286680" y="283956"/>
                  </a:lnTo>
                  <a:lnTo>
                    <a:pt x="290322" y="280111"/>
                  </a:lnTo>
                  <a:lnTo>
                    <a:pt x="293841" y="276153"/>
                  </a:lnTo>
                  <a:lnTo>
                    <a:pt x="297233" y="272086"/>
                  </a:lnTo>
                  <a:lnTo>
                    <a:pt x="300493" y="267913"/>
                  </a:lnTo>
                  <a:lnTo>
                    <a:pt x="303621" y="263639"/>
                  </a:lnTo>
                  <a:lnTo>
                    <a:pt x="306611" y="259268"/>
                  </a:lnTo>
                  <a:lnTo>
                    <a:pt x="309461" y="254804"/>
                  </a:lnTo>
                  <a:lnTo>
                    <a:pt x="312168" y="250253"/>
                  </a:lnTo>
                  <a:lnTo>
                    <a:pt x="314730" y="245618"/>
                  </a:lnTo>
                  <a:lnTo>
                    <a:pt x="317144" y="240904"/>
                  </a:lnTo>
                  <a:lnTo>
                    <a:pt x="319407" y="236116"/>
                  </a:lnTo>
                  <a:lnTo>
                    <a:pt x="321518" y="231259"/>
                  </a:lnTo>
                  <a:lnTo>
                    <a:pt x="323473" y="226337"/>
                  </a:lnTo>
                  <a:lnTo>
                    <a:pt x="325272" y="221356"/>
                  </a:lnTo>
                  <a:lnTo>
                    <a:pt x="326912" y="216320"/>
                  </a:lnTo>
                  <a:lnTo>
                    <a:pt x="328391" y="211235"/>
                  </a:lnTo>
                  <a:lnTo>
                    <a:pt x="329709" y="206106"/>
                  </a:lnTo>
                  <a:lnTo>
                    <a:pt x="330863" y="200937"/>
                  </a:lnTo>
                  <a:lnTo>
                    <a:pt x="331854" y="195735"/>
                  </a:lnTo>
                  <a:lnTo>
                    <a:pt x="332679" y="190503"/>
                  </a:lnTo>
                  <a:lnTo>
                    <a:pt x="333338" y="185249"/>
                  </a:lnTo>
                  <a:lnTo>
                    <a:pt x="333830" y="179976"/>
                  </a:lnTo>
                  <a:lnTo>
                    <a:pt x="334155" y="174690"/>
                  </a:lnTo>
                  <a:lnTo>
                    <a:pt x="334312" y="169396"/>
                  </a:lnTo>
                  <a:lnTo>
                    <a:pt x="334301" y="164100"/>
                  </a:lnTo>
                  <a:lnTo>
                    <a:pt x="334123" y="158807"/>
                  </a:lnTo>
                  <a:lnTo>
                    <a:pt x="333777" y="153523"/>
                  </a:lnTo>
                  <a:lnTo>
                    <a:pt x="333264" y="148252"/>
                  </a:lnTo>
                  <a:lnTo>
                    <a:pt x="332584" y="142999"/>
                  </a:lnTo>
                  <a:lnTo>
                    <a:pt x="331739" y="137772"/>
                  </a:lnTo>
                  <a:lnTo>
                    <a:pt x="330728" y="132573"/>
                  </a:lnTo>
                  <a:lnTo>
                    <a:pt x="329553" y="127409"/>
                  </a:lnTo>
                  <a:lnTo>
                    <a:pt x="328214" y="122285"/>
                  </a:lnTo>
                  <a:lnTo>
                    <a:pt x="326715" y="117206"/>
                  </a:lnTo>
                  <a:lnTo>
                    <a:pt x="325055" y="112177"/>
                  </a:lnTo>
                  <a:lnTo>
                    <a:pt x="323236" y="107203"/>
                  </a:lnTo>
                  <a:lnTo>
                    <a:pt x="321261" y="102289"/>
                  </a:lnTo>
                  <a:lnTo>
                    <a:pt x="319132" y="97440"/>
                  </a:lnTo>
                  <a:lnTo>
                    <a:pt x="316850" y="92661"/>
                  </a:lnTo>
                  <a:lnTo>
                    <a:pt x="314417" y="87957"/>
                  </a:lnTo>
                  <a:lnTo>
                    <a:pt x="311837" y="83332"/>
                  </a:lnTo>
                  <a:lnTo>
                    <a:pt x="309111" y="78791"/>
                  </a:lnTo>
                  <a:lnTo>
                    <a:pt x="306244" y="74339"/>
                  </a:lnTo>
                  <a:lnTo>
                    <a:pt x="303236" y="69980"/>
                  </a:lnTo>
                  <a:lnTo>
                    <a:pt x="300092" y="65718"/>
                  </a:lnTo>
                  <a:lnTo>
                    <a:pt x="296814" y="61558"/>
                  </a:lnTo>
                  <a:lnTo>
                    <a:pt x="293407" y="57504"/>
                  </a:lnTo>
                  <a:lnTo>
                    <a:pt x="289873" y="53560"/>
                  </a:lnTo>
                  <a:lnTo>
                    <a:pt x="286215" y="49730"/>
                  </a:lnTo>
                  <a:lnTo>
                    <a:pt x="282438" y="46018"/>
                  </a:lnTo>
                  <a:lnTo>
                    <a:pt x="278545" y="42427"/>
                  </a:lnTo>
                  <a:lnTo>
                    <a:pt x="274541" y="38961"/>
                  </a:lnTo>
                  <a:lnTo>
                    <a:pt x="270429" y="35624"/>
                  </a:lnTo>
                  <a:lnTo>
                    <a:pt x="266213" y="32419"/>
                  </a:lnTo>
                  <a:lnTo>
                    <a:pt x="261898" y="29349"/>
                  </a:lnTo>
                  <a:lnTo>
                    <a:pt x="257487" y="26417"/>
                  </a:lnTo>
                  <a:lnTo>
                    <a:pt x="252986" y="23627"/>
                  </a:lnTo>
                  <a:lnTo>
                    <a:pt x="248399" y="20980"/>
                  </a:lnTo>
                  <a:lnTo>
                    <a:pt x="243730" y="18480"/>
                  </a:lnTo>
                  <a:lnTo>
                    <a:pt x="238985" y="16129"/>
                  </a:lnTo>
                  <a:lnTo>
                    <a:pt x="234167" y="13930"/>
                  </a:lnTo>
                  <a:lnTo>
                    <a:pt x="229282" y="11884"/>
                  </a:lnTo>
                  <a:lnTo>
                    <a:pt x="224335" y="9994"/>
                  </a:lnTo>
                  <a:lnTo>
                    <a:pt x="219331" y="8262"/>
                  </a:lnTo>
                  <a:lnTo>
                    <a:pt x="214274" y="6689"/>
                  </a:lnTo>
                  <a:lnTo>
                    <a:pt x="209169" y="5277"/>
                  </a:lnTo>
                  <a:lnTo>
                    <a:pt x="204023" y="4028"/>
                  </a:lnTo>
                  <a:lnTo>
                    <a:pt x="198840" y="2942"/>
                  </a:lnTo>
                  <a:lnTo>
                    <a:pt x="193624" y="2021"/>
                  </a:lnTo>
                  <a:lnTo>
                    <a:pt x="188383" y="1265"/>
                  </a:lnTo>
                  <a:lnTo>
                    <a:pt x="183119" y="676"/>
                  </a:lnTo>
                  <a:lnTo>
                    <a:pt x="177840" y="254"/>
                  </a:lnTo>
                  <a:lnTo>
                    <a:pt x="172551" y="0"/>
                  </a:lnTo>
                  <a:lnTo>
                    <a:pt x="167161" y="1670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781287" y="2126963"/>
              <a:ext cx="5390" cy="167167"/>
            </a:xfrm>
            <a:custGeom>
              <a:avLst/>
              <a:pathLst>
                <a:path w="5390" h="167167">
                  <a:moveTo>
                    <a:pt x="5390" y="8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423589" y="2633064"/>
              <a:ext cx="334326" cy="334323"/>
            </a:xfrm>
            <a:custGeom>
              <a:avLst/>
              <a:pathLst>
                <a:path w="334326" h="334323">
                  <a:moveTo>
                    <a:pt x="167159" y="0"/>
                  </a:moveTo>
                  <a:lnTo>
                    <a:pt x="161875" y="83"/>
                  </a:lnTo>
                  <a:lnTo>
                    <a:pt x="156596" y="334"/>
                  </a:lnTo>
                  <a:lnTo>
                    <a:pt x="151328" y="751"/>
                  </a:lnTo>
                  <a:lnTo>
                    <a:pt x="146075" y="1334"/>
                  </a:lnTo>
                  <a:lnTo>
                    <a:pt x="140844" y="2084"/>
                  </a:lnTo>
                  <a:lnTo>
                    <a:pt x="135639" y="2998"/>
                  </a:lnTo>
                  <a:lnTo>
                    <a:pt x="130465" y="4076"/>
                  </a:lnTo>
                  <a:lnTo>
                    <a:pt x="125328" y="5318"/>
                  </a:lnTo>
                  <a:lnTo>
                    <a:pt x="120233" y="6721"/>
                  </a:lnTo>
                  <a:lnTo>
                    <a:pt x="115185" y="8284"/>
                  </a:lnTo>
                  <a:lnTo>
                    <a:pt x="110189" y="10007"/>
                  </a:lnTo>
                  <a:lnTo>
                    <a:pt x="105250" y="11886"/>
                  </a:lnTo>
                  <a:lnTo>
                    <a:pt x="100372" y="13920"/>
                  </a:lnTo>
                  <a:lnTo>
                    <a:pt x="95562" y="16108"/>
                  </a:lnTo>
                  <a:lnTo>
                    <a:pt x="90822" y="18447"/>
                  </a:lnTo>
                  <a:lnTo>
                    <a:pt x="86160" y="20934"/>
                  </a:lnTo>
                  <a:lnTo>
                    <a:pt x="81578" y="23567"/>
                  </a:lnTo>
                  <a:lnTo>
                    <a:pt x="77081" y="26344"/>
                  </a:lnTo>
                  <a:lnTo>
                    <a:pt x="72675" y="29262"/>
                  </a:lnTo>
                  <a:lnTo>
                    <a:pt x="68363" y="32317"/>
                  </a:lnTo>
                  <a:lnTo>
                    <a:pt x="64150" y="35508"/>
                  </a:lnTo>
                  <a:lnTo>
                    <a:pt x="60040" y="38829"/>
                  </a:lnTo>
                  <a:lnTo>
                    <a:pt x="56037" y="42280"/>
                  </a:lnTo>
                  <a:lnTo>
                    <a:pt x="52145" y="45854"/>
                  </a:lnTo>
                  <a:lnTo>
                    <a:pt x="48367" y="49551"/>
                  </a:lnTo>
                  <a:lnTo>
                    <a:pt x="44709" y="53364"/>
                  </a:lnTo>
                  <a:lnTo>
                    <a:pt x="41173" y="57292"/>
                  </a:lnTo>
                  <a:lnTo>
                    <a:pt x="37763" y="61329"/>
                  </a:lnTo>
                  <a:lnTo>
                    <a:pt x="34482" y="65472"/>
                  </a:lnTo>
                  <a:lnTo>
                    <a:pt x="31334" y="69717"/>
                  </a:lnTo>
                  <a:lnTo>
                    <a:pt x="28321" y="74059"/>
                  </a:lnTo>
                  <a:lnTo>
                    <a:pt x="25448" y="78494"/>
                  </a:lnTo>
                  <a:lnTo>
                    <a:pt x="22715" y="83018"/>
                  </a:lnTo>
                  <a:lnTo>
                    <a:pt x="20128" y="87625"/>
                  </a:lnTo>
                  <a:lnTo>
                    <a:pt x="17687" y="92313"/>
                  </a:lnTo>
                  <a:lnTo>
                    <a:pt x="15396" y="97075"/>
                  </a:lnTo>
                  <a:lnTo>
                    <a:pt x="13256" y="101907"/>
                  </a:lnTo>
                  <a:lnTo>
                    <a:pt x="11270" y="106804"/>
                  </a:lnTo>
                  <a:lnTo>
                    <a:pt x="9440" y="111762"/>
                  </a:lnTo>
                  <a:lnTo>
                    <a:pt x="7767" y="116775"/>
                  </a:lnTo>
                  <a:lnTo>
                    <a:pt x="6254" y="121839"/>
                  </a:lnTo>
                  <a:lnTo>
                    <a:pt x="4902" y="126947"/>
                  </a:lnTo>
                  <a:lnTo>
                    <a:pt x="3711" y="132096"/>
                  </a:lnTo>
                  <a:lnTo>
                    <a:pt x="2685" y="137280"/>
                  </a:lnTo>
                  <a:lnTo>
                    <a:pt x="1822" y="142494"/>
                  </a:lnTo>
                  <a:lnTo>
                    <a:pt x="1125" y="147733"/>
                  </a:lnTo>
                  <a:lnTo>
                    <a:pt x="593" y="152991"/>
                  </a:lnTo>
                  <a:lnTo>
                    <a:pt x="229" y="158263"/>
                  </a:lnTo>
                  <a:lnTo>
                    <a:pt x="31" y="163544"/>
                  </a:lnTo>
                  <a:lnTo>
                    <a:pt x="0" y="168829"/>
                  </a:lnTo>
                  <a:lnTo>
                    <a:pt x="136" y="174112"/>
                  </a:lnTo>
                  <a:lnTo>
                    <a:pt x="439" y="179388"/>
                  </a:lnTo>
                  <a:lnTo>
                    <a:pt x="908" y="184651"/>
                  </a:lnTo>
                  <a:lnTo>
                    <a:pt x="1544" y="189898"/>
                  </a:lnTo>
                  <a:lnTo>
                    <a:pt x="2345" y="195121"/>
                  </a:lnTo>
                  <a:lnTo>
                    <a:pt x="3311" y="200317"/>
                  </a:lnTo>
                  <a:lnTo>
                    <a:pt x="4441" y="205480"/>
                  </a:lnTo>
                  <a:lnTo>
                    <a:pt x="5733" y="210604"/>
                  </a:lnTo>
                  <a:lnTo>
                    <a:pt x="7187" y="215685"/>
                  </a:lnTo>
                  <a:lnTo>
                    <a:pt x="8800" y="220717"/>
                  </a:lnTo>
                  <a:lnTo>
                    <a:pt x="10572" y="225696"/>
                  </a:lnTo>
                  <a:lnTo>
                    <a:pt x="12501" y="230616"/>
                  </a:lnTo>
                  <a:lnTo>
                    <a:pt x="14584" y="235473"/>
                  </a:lnTo>
                  <a:lnTo>
                    <a:pt x="16819" y="240262"/>
                  </a:lnTo>
                  <a:lnTo>
                    <a:pt x="19205" y="244978"/>
                  </a:lnTo>
                  <a:lnTo>
                    <a:pt x="21738" y="249616"/>
                  </a:lnTo>
                  <a:lnTo>
                    <a:pt x="24417" y="254171"/>
                  </a:lnTo>
                  <a:lnTo>
                    <a:pt x="27238" y="258640"/>
                  </a:lnTo>
                  <a:lnTo>
                    <a:pt x="30200" y="263017"/>
                  </a:lnTo>
                  <a:lnTo>
                    <a:pt x="33298" y="267298"/>
                  </a:lnTo>
                  <a:lnTo>
                    <a:pt x="36530" y="271479"/>
                  </a:lnTo>
                  <a:lnTo>
                    <a:pt x="39892" y="275556"/>
                  </a:lnTo>
                  <a:lnTo>
                    <a:pt x="43382" y="279525"/>
                  </a:lnTo>
                  <a:lnTo>
                    <a:pt x="46995" y="283381"/>
                  </a:lnTo>
                  <a:lnTo>
                    <a:pt x="50729" y="287121"/>
                  </a:lnTo>
                  <a:lnTo>
                    <a:pt x="54579" y="290742"/>
                  </a:lnTo>
                  <a:lnTo>
                    <a:pt x="58541" y="294239"/>
                  </a:lnTo>
                  <a:lnTo>
                    <a:pt x="62612" y="297608"/>
                  </a:lnTo>
                  <a:lnTo>
                    <a:pt x="66788" y="300848"/>
                  </a:lnTo>
                  <a:lnTo>
                    <a:pt x="71063" y="303954"/>
                  </a:lnTo>
                  <a:lnTo>
                    <a:pt x="75435" y="306923"/>
                  </a:lnTo>
                  <a:lnTo>
                    <a:pt x="79899" y="309752"/>
                  </a:lnTo>
                  <a:lnTo>
                    <a:pt x="84449" y="312439"/>
                  </a:lnTo>
                  <a:lnTo>
                    <a:pt x="89083" y="314981"/>
                  </a:lnTo>
                  <a:lnTo>
                    <a:pt x="93794" y="317375"/>
                  </a:lnTo>
                  <a:lnTo>
                    <a:pt x="98579" y="319619"/>
                  </a:lnTo>
                  <a:lnTo>
                    <a:pt x="103432" y="321711"/>
                  </a:lnTo>
                  <a:lnTo>
                    <a:pt x="108349" y="323648"/>
                  </a:lnTo>
                  <a:lnTo>
                    <a:pt x="113324" y="325429"/>
                  </a:lnTo>
                  <a:lnTo>
                    <a:pt x="118354" y="327051"/>
                  </a:lnTo>
                  <a:lnTo>
                    <a:pt x="123432" y="328514"/>
                  </a:lnTo>
                  <a:lnTo>
                    <a:pt x="128554" y="329816"/>
                  </a:lnTo>
                  <a:lnTo>
                    <a:pt x="133715" y="330955"/>
                  </a:lnTo>
                  <a:lnTo>
                    <a:pt x="138909" y="331930"/>
                  </a:lnTo>
                  <a:lnTo>
                    <a:pt x="144131" y="332741"/>
                  </a:lnTo>
                  <a:lnTo>
                    <a:pt x="149376" y="333386"/>
                  </a:lnTo>
                  <a:lnTo>
                    <a:pt x="154639" y="333865"/>
                  </a:lnTo>
                  <a:lnTo>
                    <a:pt x="159914" y="334177"/>
                  </a:lnTo>
                  <a:lnTo>
                    <a:pt x="165197" y="334323"/>
                  </a:lnTo>
                  <a:lnTo>
                    <a:pt x="170482" y="334301"/>
                  </a:lnTo>
                  <a:lnTo>
                    <a:pt x="175763" y="334113"/>
                  </a:lnTo>
                  <a:lnTo>
                    <a:pt x="181036" y="333757"/>
                  </a:lnTo>
                  <a:lnTo>
                    <a:pt x="186295" y="333235"/>
                  </a:lnTo>
                  <a:lnTo>
                    <a:pt x="191535" y="332548"/>
                  </a:lnTo>
                  <a:lnTo>
                    <a:pt x="196750" y="331694"/>
                  </a:lnTo>
                  <a:lnTo>
                    <a:pt x="201936" y="330677"/>
                  </a:lnTo>
                  <a:lnTo>
                    <a:pt x="207087" y="329496"/>
                  </a:lnTo>
                  <a:lnTo>
                    <a:pt x="212198" y="328153"/>
                  </a:lnTo>
                  <a:lnTo>
                    <a:pt x="217264" y="326649"/>
                  </a:lnTo>
                  <a:lnTo>
                    <a:pt x="222280" y="324985"/>
                  </a:lnTo>
                  <a:lnTo>
                    <a:pt x="227241" y="323164"/>
                  </a:lnTo>
                  <a:lnTo>
                    <a:pt x="232142" y="321187"/>
                  </a:lnTo>
                  <a:lnTo>
                    <a:pt x="236978" y="319056"/>
                  </a:lnTo>
                  <a:lnTo>
                    <a:pt x="241745" y="316773"/>
                  </a:lnTo>
                  <a:lnTo>
                    <a:pt x="246436" y="314340"/>
                  </a:lnTo>
                  <a:lnTo>
                    <a:pt x="251049" y="311761"/>
                  </a:lnTo>
                  <a:lnTo>
                    <a:pt x="255577" y="309037"/>
                  </a:lnTo>
                  <a:lnTo>
                    <a:pt x="260018" y="306171"/>
                  </a:lnTo>
                  <a:lnTo>
                    <a:pt x="264365" y="303167"/>
                  </a:lnTo>
                  <a:lnTo>
                    <a:pt x="268615" y="300026"/>
                  </a:lnTo>
                  <a:lnTo>
                    <a:pt x="272764" y="296753"/>
                  </a:lnTo>
                  <a:lnTo>
                    <a:pt x="276808" y="293350"/>
                  </a:lnTo>
                  <a:lnTo>
                    <a:pt x="280741" y="289821"/>
                  </a:lnTo>
                  <a:lnTo>
                    <a:pt x="284562" y="286169"/>
                  </a:lnTo>
                  <a:lnTo>
                    <a:pt x="288265" y="282399"/>
                  </a:lnTo>
                  <a:lnTo>
                    <a:pt x="291846" y="278513"/>
                  </a:lnTo>
                  <a:lnTo>
                    <a:pt x="295304" y="274516"/>
                  </a:lnTo>
                  <a:lnTo>
                    <a:pt x="298633" y="270412"/>
                  </a:lnTo>
                  <a:lnTo>
                    <a:pt x="301831" y="266204"/>
                  </a:lnTo>
                  <a:lnTo>
                    <a:pt x="304894" y="261898"/>
                  </a:lnTo>
                  <a:lnTo>
                    <a:pt x="307820" y="257497"/>
                  </a:lnTo>
                  <a:lnTo>
                    <a:pt x="310605" y="253005"/>
                  </a:lnTo>
                  <a:lnTo>
                    <a:pt x="313246" y="248428"/>
                  </a:lnTo>
                  <a:lnTo>
                    <a:pt x="315742" y="243770"/>
                  </a:lnTo>
                  <a:lnTo>
                    <a:pt x="318089" y="239035"/>
                  </a:lnTo>
                  <a:lnTo>
                    <a:pt x="320285" y="234228"/>
                  </a:lnTo>
                  <a:lnTo>
                    <a:pt x="322328" y="229355"/>
                  </a:lnTo>
                  <a:lnTo>
                    <a:pt x="324217" y="224419"/>
                  </a:lnTo>
                  <a:lnTo>
                    <a:pt x="325948" y="219426"/>
                  </a:lnTo>
                  <a:lnTo>
                    <a:pt x="327520" y="214380"/>
                  </a:lnTo>
                  <a:lnTo>
                    <a:pt x="328933" y="209288"/>
                  </a:lnTo>
                  <a:lnTo>
                    <a:pt x="330183" y="204153"/>
                  </a:lnTo>
                  <a:lnTo>
                    <a:pt x="331271" y="198981"/>
                  </a:lnTo>
                  <a:lnTo>
                    <a:pt x="332194" y="193778"/>
                  </a:lnTo>
                  <a:lnTo>
                    <a:pt x="332953" y="188548"/>
                  </a:lnTo>
                  <a:lnTo>
                    <a:pt x="333546" y="183297"/>
                  </a:lnTo>
                  <a:lnTo>
                    <a:pt x="333973" y="178029"/>
                  </a:lnTo>
                  <a:lnTo>
                    <a:pt x="334233" y="172751"/>
                  </a:lnTo>
                  <a:lnTo>
                    <a:pt x="334326" y="167467"/>
                  </a:lnTo>
                  <a:lnTo>
                    <a:pt x="334252" y="162183"/>
                  </a:lnTo>
                  <a:lnTo>
                    <a:pt x="334011" y="156903"/>
                  </a:lnTo>
                  <a:lnTo>
                    <a:pt x="333603" y="151634"/>
                  </a:lnTo>
                  <a:lnTo>
                    <a:pt x="333029" y="146381"/>
                  </a:lnTo>
                  <a:lnTo>
                    <a:pt x="332289" y="141148"/>
                  </a:lnTo>
                  <a:lnTo>
                    <a:pt x="331384" y="135942"/>
                  </a:lnTo>
                  <a:lnTo>
                    <a:pt x="330315" y="130766"/>
                  </a:lnTo>
                  <a:lnTo>
                    <a:pt x="329083" y="125627"/>
                  </a:lnTo>
                  <a:lnTo>
                    <a:pt x="327689" y="120530"/>
                  </a:lnTo>
                  <a:lnTo>
                    <a:pt x="326134" y="115479"/>
                  </a:lnTo>
                  <a:lnTo>
                    <a:pt x="324421" y="110479"/>
                  </a:lnTo>
                  <a:lnTo>
                    <a:pt x="322551" y="105537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38601"/>
              <a:ext cx="155391" cy="61630"/>
            </a:xfrm>
            <a:custGeom>
              <a:avLst/>
              <a:pathLst>
                <a:path w="155391" h="61630">
                  <a:moveTo>
                    <a:pt x="155391" y="0"/>
                  </a:moveTo>
                  <a:lnTo>
                    <a:pt x="0" y="616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38601"/>
              <a:ext cx="155391" cy="61630"/>
            </a:xfrm>
            <a:custGeom>
              <a:avLst/>
              <a:pathLst>
                <a:path w="155391" h="61630">
                  <a:moveTo>
                    <a:pt x="155391" y="0"/>
                  </a:moveTo>
                  <a:lnTo>
                    <a:pt x="0" y="616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38601"/>
              <a:ext cx="155391" cy="61630"/>
            </a:xfrm>
            <a:custGeom>
              <a:avLst/>
              <a:pathLst>
                <a:path w="155391" h="61630">
                  <a:moveTo>
                    <a:pt x="155391" y="0"/>
                  </a:moveTo>
                  <a:lnTo>
                    <a:pt x="0" y="616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38601"/>
              <a:ext cx="155391" cy="61630"/>
            </a:xfrm>
            <a:custGeom>
              <a:avLst/>
              <a:pathLst>
                <a:path w="155391" h="61630">
                  <a:moveTo>
                    <a:pt x="155391" y="0"/>
                  </a:moveTo>
                  <a:lnTo>
                    <a:pt x="0" y="616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38601"/>
              <a:ext cx="155391" cy="61630"/>
            </a:xfrm>
            <a:custGeom>
              <a:avLst/>
              <a:pathLst>
                <a:path w="155391" h="61630">
                  <a:moveTo>
                    <a:pt x="155391" y="0"/>
                  </a:moveTo>
                  <a:lnTo>
                    <a:pt x="0" y="616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38601"/>
              <a:ext cx="155391" cy="61630"/>
            </a:xfrm>
            <a:custGeom>
              <a:avLst/>
              <a:pathLst>
                <a:path w="155391" h="61630">
                  <a:moveTo>
                    <a:pt x="155391" y="0"/>
                  </a:moveTo>
                  <a:lnTo>
                    <a:pt x="0" y="616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38601"/>
              <a:ext cx="155391" cy="61630"/>
            </a:xfrm>
            <a:custGeom>
              <a:avLst/>
              <a:pathLst>
                <a:path w="155391" h="61630">
                  <a:moveTo>
                    <a:pt x="155391" y="0"/>
                  </a:moveTo>
                  <a:lnTo>
                    <a:pt x="0" y="616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38601"/>
              <a:ext cx="155391" cy="61630"/>
            </a:xfrm>
            <a:custGeom>
              <a:avLst/>
              <a:pathLst>
                <a:path w="155391" h="61630">
                  <a:moveTo>
                    <a:pt x="155391" y="0"/>
                  </a:moveTo>
                  <a:lnTo>
                    <a:pt x="0" y="616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38601"/>
              <a:ext cx="155391" cy="61630"/>
            </a:xfrm>
            <a:custGeom>
              <a:avLst/>
              <a:pathLst>
                <a:path w="155391" h="61630">
                  <a:moveTo>
                    <a:pt x="155391" y="0"/>
                  </a:moveTo>
                  <a:lnTo>
                    <a:pt x="0" y="616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38601"/>
              <a:ext cx="155391" cy="61630"/>
            </a:xfrm>
            <a:custGeom>
              <a:avLst/>
              <a:pathLst>
                <a:path w="155391" h="61630">
                  <a:moveTo>
                    <a:pt x="155391" y="0"/>
                  </a:moveTo>
                  <a:lnTo>
                    <a:pt x="0" y="616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38601"/>
              <a:ext cx="155391" cy="61630"/>
            </a:xfrm>
            <a:custGeom>
              <a:avLst/>
              <a:pathLst>
                <a:path w="155391" h="61630">
                  <a:moveTo>
                    <a:pt x="155391" y="0"/>
                  </a:moveTo>
                  <a:lnTo>
                    <a:pt x="0" y="616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38601"/>
              <a:ext cx="155391" cy="61630"/>
            </a:xfrm>
            <a:custGeom>
              <a:avLst/>
              <a:pathLst>
                <a:path w="155391" h="61630">
                  <a:moveTo>
                    <a:pt x="155391" y="0"/>
                  </a:moveTo>
                  <a:lnTo>
                    <a:pt x="0" y="616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38601"/>
              <a:ext cx="155391" cy="61630"/>
            </a:xfrm>
            <a:custGeom>
              <a:avLst/>
              <a:pathLst>
                <a:path w="155391" h="61630">
                  <a:moveTo>
                    <a:pt x="155391" y="0"/>
                  </a:moveTo>
                  <a:lnTo>
                    <a:pt x="0" y="616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651828"/>
              <a:ext cx="155391" cy="148403"/>
            </a:xfrm>
            <a:custGeom>
              <a:avLst/>
              <a:pathLst>
                <a:path w="155391" h="148403">
                  <a:moveTo>
                    <a:pt x="155391" y="86772"/>
                  </a:moveTo>
                  <a:lnTo>
                    <a:pt x="153204" y="81519"/>
                  </a:lnTo>
                  <a:lnTo>
                    <a:pt x="150839" y="76344"/>
                  </a:lnTo>
                  <a:lnTo>
                    <a:pt x="148299" y="71252"/>
                  </a:lnTo>
                  <a:lnTo>
                    <a:pt x="145587" y="66249"/>
                  </a:lnTo>
                  <a:lnTo>
                    <a:pt x="142707" y="61342"/>
                  </a:lnTo>
                  <a:lnTo>
                    <a:pt x="139661" y="56536"/>
                  </a:lnTo>
                  <a:lnTo>
                    <a:pt x="136454" y="51836"/>
                  </a:lnTo>
                  <a:lnTo>
                    <a:pt x="133088" y="47247"/>
                  </a:lnTo>
                  <a:lnTo>
                    <a:pt x="129568" y="42776"/>
                  </a:lnTo>
                  <a:lnTo>
                    <a:pt x="125898" y="38428"/>
                  </a:lnTo>
                  <a:lnTo>
                    <a:pt x="122083" y="34207"/>
                  </a:lnTo>
                  <a:lnTo>
                    <a:pt x="118125" y="30118"/>
                  </a:lnTo>
                  <a:lnTo>
                    <a:pt x="114031" y="26166"/>
                  </a:lnTo>
                  <a:lnTo>
                    <a:pt x="109805" y="22356"/>
                  </a:lnTo>
                  <a:lnTo>
                    <a:pt x="105451" y="18692"/>
                  </a:lnTo>
                  <a:lnTo>
                    <a:pt x="100976" y="15178"/>
                  </a:lnTo>
                  <a:lnTo>
                    <a:pt x="96383" y="11819"/>
                  </a:lnTo>
                  <a:lnTo>
                    <a:pt x="91679" y="8617"/>
                  </a:lnTo>
                  <a:lnTo>
                    <a:pt x="86868" y="5578"/>
                  </a:lnTo>
                  <a:lnTo>
                    <a:pt x="81957" y="2704"/>
                  </a:lnTo>
                  <a:lnTo>
                    <a:pt x="76951" y="0"/>
                  </a:lnTo>
                  <a:lnTo>
                    <a:pt x="0" y="1484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633064"/>
              <a:ext cx="76951" cy="167167"/>
            </a:xfrm>
            <a:custGeom>
              <a:avLst/>
              <a:pathLst>
                <a:path w="76951" h="167167">
                  <a:moveTo>
                    <a:pt x="76951" y="18764"/>
                  </a:moveTo>
                  <a:lnTo>
                    <a:pt x="71836" y="16222"/>
                  </a:lnTo>
                  <a:lnTo>
                    <a:pt x="66638" y="13856"/>
                  </a:lnTo>
                  <a:lnTo>
                    <a:pt x="61361" y="11669"/>
                  </a:lnTo>
                  <a:lnTo>
                    <a:pt x="56013" y="9663"/>
                  </a:lnTo>
                  <a:lnTo>
                    <a:pt x="50600" y="7842"/>
                  </a:lnTo>
                  <a:lnTo>
                    <a:pt x="45128" y="6206"/>
                  </a:lnTo>
                  <a:lnTo>
                    <a:pt x="39603" y="4758"/>
                  </a:lnTo>
                  <a:lnTo>
                    <a:pt x="34031" y="3500"/>
                  </a:lnTo>
                  <a:lnTo>
                    <a:pt x="28420" y="2433"/>
                  </a:lnTo>
                  <a:lnTo>
                    <a:pt x="22776" y="1558"/>
                  </a:lnTo>
                  <a:lnTo>
                    <a:pt x="17105" y="877"/>
                  </a:lnTo>
                  <a:lnTo>
                    <a:pt x="11414" y="390"/>
                  </a:lnTo>
                  <a:lnTo>
                    <a:pt x="5710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358821" y="3170392"/>
              <a:ext cx="334326" cy="334323"/>
            </a:xfrm>
            <a:custGeom>
              <a:avLst/>
              <a:pathLst>
                <a:path w="334326" h="334323">
                  <a:moveTo>
                    <a:pt x="167159" y="0"/>
                  </a:moveTo>
                  <a:lnTo>
                    <a:pt x="161875" y="83"/>
                  </a:lnTo>
                  <a:lnTo>
                    <a:pt x="156596" y="334"/>
                  </a:lnTo>
                  <a:lnTo>
                    <a:pt x="151327" y="751"/>
                  </a:lnTo>
                  <a:lnTo>
                    <a:pt x="146075" y="1334"/>
                  </a:lnTo>
                  <a:lnTo>
                    <a:pt x="140844" y="2084"/>
                  </a:lnTo>
                  <a:lnTo>
                    <a:pt x="135639" y="2998"/>
                  </a:lnTo>
                  <a:lnTo>
                    <a:pt x="130465" y="4076"/>
                  </a:lnTo>
                  <a:lnTo>
                    <a:pt x="125328" y="5318"/>
                  </a:lnTo>
                  <a:lnTo>
                    <a:pt x="120233" y="6721"/>
                  </a:lnTo>
                  <a:lnTo>
                    <a:pt x="115185" y="8284"/>
                  </a:lnTo>
                  <a:lnTo>
                    <a:pt x="110189" y="10007"/>
                  </a:lnTo>
                  <a:lnTo>
                    <a:pt x="105249" y="11886"/>
                  </a:lnTo>
                  <a:lnTo>
                    <a:pt x="100372" y="13921"/>
                  </a:lnTo>
                  <a:lnTo>
                    <a:pt x="95561" y="16108"/>
                  </a:lnTo>
                  <a:lnTo>
                    <a:pt x="90822" y="18447"/>
                  </a:lnTo>
                  <a:lnTo>
                    <a:pt x="86159" y="20934"/>
                  </a:lnTo>
                  <a:lnTo>
                    <a:pt x="81577" y="23568"/>
                  </a:lnTo>
                  <a:lnTo>
                    <a:pt x="77081" y="26345"/>
                  </a:lnTo>
                  <a:lnTo>
                    <a:pt x="72675" y="29262"/>
                  </a:lnTo>
                  <a:lnTo>
                    <a:pt x="68363" y="32318"/>
                  </a:lnTo>
                  <a:lnTo>
                    <a:pt x="64149" y="35508"/>
                  </a:lnTo>
                  <a:lnTo>
                    <a:pt x="60039" y="38830"/>
                  </a:lnTo>
                  <a:lnTo>
                    <a:pt x="56036" y="42280"/>
                  </a:lnTo>
                  <a:lnTo>
                    <a:pt x="52144" y="45855"/>
                  </a:lnTo>
                  <a:lnTo>
                    <a:pt x="48367" y="49551"/>
                  </a:lnTo>
                  <a:lnTo>
                    <a:pt x="44708" y="53365"/>
                  </a:lnTo>
                  <a:lnTo>
                    <a:pt x="41172" y="57292"/>
                  </a:lnTo>
                  <a:lnTo>
                    <a:pt x="37762" y="61330"/>
                  </a:lnTo>
                  <a:lnTo>
                    <a:pt x="34481" y="65473"/>
                  </a:lnTo>
                  <a:lnTo>
                    <a:pt x="31333" y="69717"/>
                  </a:lnTo>
                  <a:lnTo>
                    <a:pt x="28321" y="74060"/>
                  </a:lnTo>
                  <a:lnTo>
                    <a:pt x="25447" y="78495"/>
                  </a:lnTo>
                  <a:lnTo>
                    <a:pt x="22715" y="83018"/>
                  </a:lnTo>
                  <a:lnTo>
                    <a:pt x="20127" y="87626"/>
                  </a:lnTo>
                  <a:lnTo>
                    <a:pt x="17686" y="92314"/>
                  </a:lnTo>
                  <a:lnTo>
                    <a:pt x="15395" y="97076"/>
                  </a:lnTo>
                  <a:lnTo>
                    <a:pt x="13255" y="101908"/>
                  </a:lnTo>
                  <a:lnTo>
                    <a:pt x="11269" y="106806"/>
                  </a:lnTo>
                  <a:lnTo>
                    <a:pt x="9439" y="111763"/>
                  </a:lnTo>
                  <a:lnTo>
                    <a:pt x="7767" y="116776"/>
                  </a:lnTo>
                  <a:lnTo>
                    <a:pt x="6254" y="121840"/>
                  </a:lnTo>
                  <a:lnTo>
                    <a:pt x="4901" y="126949"/>
                  </a:lnTo>
                  <a:lnTo>
                    <a:pt x="3711" y="132098"/>
                  </a:lnTo>
                  <a:lnTo>
                    <a:pt x="2684" y="137282"/>
                  </a:lnTo>
                  <a:lnTo>
                    <a:pt x="1822" y="142496"/>
                  </a:lnTo>
                  <a:lnTo>
                    <a:pt x="1125" y="147734"/>
                  </a:lnTo>
                  <a:lnTo>
                    <a:pt x="593" y="152992"/>
                  </a:lnTo>
                  <a:lnTo>
                    <a:pt x="228" y="158264"/>
                  </a:lnTo>
                  <a:lnTo>
                    <a:pt x="30" y="163545"/>
                  </a:lnTo>
                  <a:lnTo>
                    <a:pt x="0" y="168830"/>
                  </a:lnTo>
                  <a:lnTo>
                    <a:pt x="136" y="174113"/>
                  </a:lnTo>
                  <a:lnTo>
                    <a:pt x="439" y="179389"/>
                  </a:lnTo>
                  <a:lnTo>
                    <a:pt x="908" y="184653"/>
                  </a:lnTo>
                  <a:lnTo>
                    <a:pt x="1544" y="189899"/>
                  </a:lnTo>
                  <a:lnTo>
                    <a:pt x="2345" y="195123"/>
                  </a:lnTo>
                  <a:lnTo>
                    <a:pt x="3311" y="200319"/>
                  </a:lnTo>
                  <a:lnTo>
                    <a:pt x="4441" y="205481"/>
                  </a:lnTo>
                  <a:lnTo>
                    <a:pt x="5734" y="210606"/>
                  </a:lnTo>
                  <a:lnTo>
                    <a:pt x="7187" y="215687"/>
                  </a:lnTo>
                  <a:lnTo>
                    <a:pt x="8801" y="220719"/>
                  </a:lnTo>
                  <a:lnTo>
                    <a:pt x="10573" y="225698"/>
                  </a:lnTo>
                  <a:lnTo>
                    <a:pt x="12501" y="230618"/>
                  </a:lnTo>
                  <a:lnTo>
                    <a:pt x="14584" y="235475"/>
                  </a:lnTo>
                  <a:lnTo>
                    <a:pt x="16820" y="240264"/>
                  </a:lnTo>
                  <a:lnTo>
                    <a:pt x="19205" y="244980"/>
                  </a:lnTo>
                  <a:lnTo>
                    <a:pt x="21739" y="249617"/>
                  </a:lnTo>
                  <a:lnTo>
                    <a:pt x="24418" y="254173"/>
                  </a:lnTo>
                  <a:lnTo>
                    <a:pt x="27239" y="258641"/>
                  </a:lnTo>
                  <a:lnTo>
                    <a:pt x="30201" y="263018"/>
                  </a:lnTo>
                  <a:lnTo>
                    <a:pt x="33299" y="267300"/>
                  </a:lnTo>
                  <a:lnTo>
                    <a:pt x="36531" y="271481"/>
                  </a:lnTo>
                  <a:lnTo>
                    <a:pt x="39894" y="275558"/>
                  </a:lnTo>
                  <a:lnTo>
                    <a:pt x="43384" y="279527"/>
                  </a:lnTo>
                  <a:lnTo>
                    <a:pt x="46997" y="283383"/>
                  </a:lnTo>
                  <a:lnTo>
                    <a:pt x="50731" y="287123"/>
                  </a:lnTo>
                  <a:lnTo>
                    <a:pt x="54581" y="290743"/>
                  </a:lnTo>
                  <a:lnTo>
                    <a:pt x="58543" y="294240"/>
                  </a:lnTo>
                  <a:lnTo>
                    <a:pt x="62614" y="297610"/>
                  </a:lnTo>
                  <a:lnTo>
                    <a:pt x="66790" y="300849"/>
                  </a:lnTo>
                  <a:lnTo>
                    <a:pt x="71065" y="303955"/>
                  </a:lnTo>
                  <a:lnTo>
                    <a:pt x="75437" y="306924"/>
                  </a:lnTo>
                  <a:lnTo>
                    <a:pt x="79901" y="309754"/>
                  </a:lnTo>
                  <a:lnTo>
                    <a:pt x="84451" y="312441"/>
                  </a:lnTo>
                  <a:lnTo>
                    <a:pt x="89085" y="314982"/>
                  </a:lnTo>
                  <a:lnTo>
                    <a:pt x="93796" y="317377"/>
                  </a:lnTo>
                  <a:lnTo>
                    <a:pt x="98581" y="319620"/>
                  </a:lnTo>
                  <a:lnTo>
                    <a:pt x="103434" y="321712"/>
                  </a:lnTo>
                  <a:lnTo>
                    <a:pt x="108351" y="323649"/>
                  </a:lnTo>
                  <a:lnTo>
                    <a:pt x="113327" y="325430"/>
                  </a:lnTo>
                  <a:lnTo>
                    <a:pt x="118357" y="327052"/>
                  </a:lnTo>
                  <a:lnTo>
                    <a:pt x="123435" y="328515"/>
                  </a:lnTo>
                  <a:lnTo>
                    <a:pt x="128557" y="329816"/>
                  </a:lnTo>
                  <a:lnTo>
                    <a:pt x="133717" y="330955"/>
                  </a:lnTo>
                  <a:lnTo>
                    <a:pt x="138911" y="331931"/>
                  </a:lnTo>
                  <a:lnTo>
                    <a:pt x="144134" y="332741"/>
                  </a:lnTo>
                  <a:lnTo>
                    <a:pt x="149379" y="333386"/>
                  </a:lnTo>
                  <a:lnTo>
                    <a:pt x="154642" y="333865"/>
                  </a:lnTo>
                  <a:lnTo>
                    <a:pt x="159917" y="334177"/>
                  </a:lnTo>
                  <a:lnTo>
                    <a:pt x="165200" y="334323"/>
                  </a:lnTo>
                  <a:lnTo>
                    <a:pt x="170485" y="334301"/>
                  </a:lnTo>
                  <a:lnTo>
                    <a:pt x="175766" y="334113"/>
                  </a:lnTo>
                  <a:lnTo>
                    <a:pt x="181039" y="333757"/>
                  </a:lnTo>
                  <a:lnTo>
                    <a:pt x="186298" y="333235"/>
                  </a:lnTo>
                  <a:lnTo>
                    <a:pt x="191538" y="332547"/>
                  </a:lnTo>
                  <a:lnTo>
                    <a:pt x="196753" y="331694"/>
                  </a:lnTo>
                  <a:lnTo>
                    <a:pt x="201939" y="330676"/>
                  </a:lnTo>
                  <a:lnTo>
                    <a:pt x="207090" y="329495"/>
                  </a:lnTo>
                  <a:lnTo>
                    <a:pt x="212201" y="328152"/>
                  </a:lnTo>
                  <a:lnTo>
                    <a:pt x="217268" y="326648"/>
                  </a:lnTo>
                  <a:lnTo>
                    <a:pt x="222284" y="324984"/>
                  </a:lnTo>
                  <a:lnTo>
                    <a:pt x="227245" y="323163"/>
                  </a:lnTo>
                  <a:lnTo>
                    <a:pt x="232146" y="321185"/>
                  </a:lnTo>
                  <a:lnTo>
                    <a:pt x="236982" y="319054"/>
                  </a:lnTo>
                  <a:lnTo>
                    <a:pt x="241748" y="316771"/>
                  </a:lnTo>
                  <a:lnTo>
                    <a:pt x="246439" y="314339"/>
                  </a:lnTo>
                  <a:lnTo>
                    <a:pt x="251052" y="311759"/>
                  </a:lnTo>
                  <a:lnTo>
                    <a:pt x="255580" y="309035"/>
                  </a:lnTo>
                  <a:lnTo>
                    <a:pt x="260021" y="306169"/>
                  </a:lnTo>
                  <a:lnTo>
                    <a:pt x="264368" y="303164"/>
                  </a:lnTo>
                  <a:lnTo>
                    <a:pt x="268618" y="300024"/>
                  </a:lnTo>
                  <a:lnTo>
                    <a:pt x="272767" y="296750"/>
                  </a:lnTo>
                  <a:lnTo>
                    <a:pt x="276810" y="293347"/>
                  </a:lnTo>
                  <a:lnTo>
                    <a:pt x="280744" y="289818"/>
                  </a:lnTo>
                  <a:lnTo>
                    <a:pt x="284564" y="286166"/>
                  </a:lnTo>
                  <a:lnTo>
                    <a:pt x="288267" y="282396"/>
                  </a:lnTo>
                  <a:lnTo>
                    <a:pt x="291849" y="278510"/>
                  </a:lnTo>
                  <a:lnTo>
                    <a:pt x="295306" y="274513"/>
                  </a:lnTo>
                  <a:lnTo>
                    <a:pt x="298635" y="270409"/>
                  </a:lnTo>
                  <a:lnTo>
                    <a:pt x="301833" y="266201"/>
                  </a:lnTo>
                  <a:lnTo>
                    <a:pt x="304896" y="261895"/>
                  </a:lnTo>
                  <a:lnTo>
                    <a:pt x="307822" y="257493"/>
                  </a:lnTo>
                  <a:lnTo>
                    <a:pt x="310607" y="253002"/>
                  </a:lnTo>
                  <a:lnTo>
                    <a:pt x="313248" y="248425"/>
                  </a:lnTo>
                  <a:lnTo>
                    <a:pt x="315744" y="243766"/>
                  </a:lnTo>
                  <a:lnTo>
                    <a:pt x="318091" y="239031"/>
                  </a:lnTo>
                  <a:lnTo>
                    <a:pt x="320287" y="234224"/>
                  </a:lnTo>
                  <a:lnTo>
                    <a:pt x="322330" y="229351"/>
                  </a:lnTo>
                  <a:lnTo>
                    <a:pt x="324218" y="224415"/>
                  </a:lnTo>
                  <a:lnTo>
                    <a:pt x="325949" y="219421"/>
                  </a:lnTo>
                  <a:lnTo>
                    <a:pt x="327522" y="214376"/>
                  </a:lnTo>
                  <a:lnTo>
                    <a:pt x="328934" y="209283"/>
                  </a:lnTo>
                  <a:lnTo>
                    <a:pt x="330184" y="204149"/>
                  </a:lnTo>
                  <a:lnTo>
                    <a:pt x="331272" y="198977"/>
                  </a:lnTo>
                  <a:lnTo>
                    <a:pt x="332195" y="193774"/>
                  </a:lnTo>
                  <a:lnTo>
                    <a:pt x="332954" y="188543"/>
                  </a:lnTo>
                  <a:lnTo>
                    <a:pt x="333547" y="183292"/>
                  </a:lnTo>
                  <a:lnTo>
                    <a:pt x="333973" y="178025"/>
                  </a:lnTo>
                  <a:lnTo>
                    <a:pt x="334233" y="172746"/>
                  </a:lnTo>
                  <a:lnTo>
                    <a:pt x="334326" y="167462"/>
                  </a:lnTo>
                  <a:lnTo>
                    <a:pt x="334252" y="162178"/>
                  </a:lnTo>
                  <a:lnTo>
                    <a:pt x="334010" y="156899"/>
                  </a:lnTo>
                  <a:lnTo>
                    <a:pt x="333602" y="151630"/>
                  </a:lnTo>
                  <a:lnTo>
                    <a:pt x="333028" y="146376"/>
                  </a:lnTo>
                  <a:lnTo>
                    <a:pt x="332288" y="141144"/>
                  </a:lnTo>
                  <a:lnTo>
                    <a:pt x="331383" y="135937"/>
                  </a:lnTo>
                  <a:lnTo>
                    <a:pt x="330314" y="130761"/>
                  </a:lnTo>
                  <a:lnTo>
                    <a:pt x="329081" y="125622"/>
                  </a:lnTo>
                  <a:lnTo>
                    <a:pt x="327687" y="120525"/>
                  </a:lnTo>
                  <a:lnTo>
                    <a:pt x="326133" y="115474"/>
                  </a:lnTo>
                  <a:lnTo>
                    <a:pt x="324419" y="110475"/>
                  </a:lnTo>
                  <a:lnTo>
                    <a:pt x="322549" y="105532"/>
                  </a:lnTo>
                  <a:lnTo>
                    <a:pt x="320523" y="100651"/>
                  </a:lnTo>
                  <a:lnTo>
                    <a:pt x="318344" y="95836"/>
                  </a:lnTo>
                  <a:lnTo>
                    <a:pt x="316013" y="91093"/>
                  </a:lnTo>
                  <a:lnTo>
                    <a:pt x="313534" y="86426"/>
                  </a:lnTo>
                  <a:lnTo>
                    <a:pt x="310909" y="81839"/>
                  </a:lnTo>
                  <a:lnTo>
                    <a:pt x="308140" y="77338"/>
                  </a:lnTo>
                  <a:lnTo>
                    <a:pt x="305230" y="72927"/>
                  </a:lnTo>
                  <a:lnTo>
                    <a:pt x="302182" y="68609"/>
                  </a:lnTo>
                  <a:lnTo>
                    <a:pt x="298999" y="64390"/>
                  </a:lnTo>
                  <a:lnTo>
                    <a:pt x="295685" y="60274"/>
                  </a:lnTo>
                  <a:lnTo>
                    <a:pt x="292242" y="56265"/>
                  </a:lnTo>
                  <a:lnTo>
                    <a:pt x="288674" y="52367"/>
                  </a:lnTo>
                  <a:lnTo>
                    <a:pt x="284984" y="48583"/>
                  </a:lnTo>
                  <a:lnTo>
                    <a:pt x="281177" y="44918"/>
                  </a:lnTo>
                  <a:lnTo>
                    <a:pt x="277256" y="41375"/>
                  </a:lnTo>
                  <a:lnTo>
                    <a:pt x="273224" y="37958"/>
                  </a:lnTo>
                  <a:lnTo>
                    <a:pt x="269087" y="3467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205062"/>
              <a:ext cx="101928" cy="132497"/>
            </a:xfrm>
            <a:custGeom>
              <a:avLst/>
              <a:pathLst>
                <a:path w="101928" h="132497">
                  <a:moveTo>
                    <a:pt x="101928" y="0"/>
                  </a:moveTo>
                  <a:lnTo>
                    <a:pt x="0" y="1324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05062"/>
              <a:ext cx="101928" cy="132497"/>
            </a:xfrm>
            <a:custGeom>
              <a:avLst/>
              <a:pathLst>
                <a:path w="101928" h="132497">
                  <a:moveTo>
                    <a:pt x="101928" y="0"/>
                  </a:moveTo>
                  <a:lnTo>
                    <a:pt x="0" y="1324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05062"/>
              <a:ext cx="101928" cy="132497"/>
            </a:xfrm>
            <a:custGeom>
              <a:avLst/>
              <a:pathLst>
                <a:path w="101928" h="132497">
                  <a:moveTo>
                    <a:pt x="101928" y="0"/>
                  </a:moveTo>
                  <a:lnTo>
                    <a:pt x="0" y="13249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05062"/>
              <a:ext cx="101928" cy="132497"/>
            </a:xfrm>
            <a:custGeom>
              <a:avLst/>
              <a:pathLst>
                <a:path w="101928" h="132497">
                  <a:moveTo>
                    <a:pt x="101928" y="0"/>
                  </a:moveTo>
                  <a:lnTo>
                    <a:pt x="0" y="1324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05062"/>
              <a:ext cx="101928" cy="132497"/>
            </a:xfrm>
            <a:custGeom>
              <a:avLst/>
              <a:pathLst>
                <a:path w="101928" h="132497">
                  <a:moveTo>
                    <a:pt x="101928" y="0"/>
                  </a:moveTo>
                  <a:lnTo>
                    <a:pt x="0" y="1324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05062"/>
              <a:ext cx="101928" cy="132497"/>
            </a:xfrm>
            <a:custGeom>
              <a:avLst/>
              <a:pathLst>
                <a:path w="101928" h="132497">
                  <a:moveTo>
                    <a:pt x="101928" y="0"/>
                  </a:moveTo>
                  <a:lnTo>
                    <a:pt x="0" y="13249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05062"/>
              <a:ext cx="101928" cy="132497"/>
            </a:xfrm>
            <a:custGeom>
              <a:avLst/>
              <a:pathLst>
                <a:path w="101928" h="132497">
                  <a:moveTo>
                    <a:pt x="101928" y="0"/>
                  </a:moveTo>
                  <a:lnTo>
                    <a:pt x="0" y="1324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05062"/>
              <a:ext cx="101928" cy="132497"/>
            </a:xfrm>
            <a:custGeom>
              <a:avLst/>
              <a:pathLst>
                <a:path w="101928" h="132497">
                  <a:moveTo>
                    <a:pt x="101928" y="0"/>
                  </a:moveTo>
                  <a:lnTo>
                    <a:pt x="0" y="1324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05062"/>
              <a:ext cx="101928" cy="132497"/>
            </a:xfrm>
            <a:custGeom>
              <a:avLst/>
              <a:pathLst>
                <a:path w="101928" h="132497">
                  <a:moveTo>
                    <a:pt x="101928" y="0"/>
                  </a:moveTo>
                  <a:lnTo>
                    <a:pt x="0" y="1324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05062"/>
              <a:ext cx="101928" cy="132497"/>
            </a:xfrm>
            <a:custGeom>
              <a:avLst/>
              <a:pathLst>
                <a:path w="101928" h="132497">
                  <a:moveTo>
                    <a:pt x="101928" y="0"/>
                  </a:moveTo>
                  <a:lnTo>
                    <a:pt x="0" y="1324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05062"/>
              <a:ext cx="101928" cy="132497"/>
            </a:xfrm>
            <a:custGeom>
              <a:avLst/>
              <a:pathLst>
                <a:path w="101928" h="132497">
                  <a:moveTo>
                    <a:pt x="101928" y="0"/>
                  </a:moveTo>
                  <a:lnTo>
                    <a:pt x="0" y="1324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05062"/>
              <a:ext cx="101928" cy="132497"/>
            </a:xfrm>
            <a:custGeom>
              <a:avLst/>
              <a:pathLst>
                <a:path w="101928" h="132497">
                  <a:moveTo>
                    <a:pt x="101928" y="0"/>
                  </a:moveTo>
                  <a:lnTo>
                    <a:pt x="0" y="1324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200288"/>
              <a:ext cx="101928" cy="137271"/>
            </a:xfrm>
            <a:custGeom>
              <a:avLst/>
              <a:pathLst>
                <a:path w="101928" h="137271">
                  <a:moveTo>
                    <a:pt x="101928" y="4773"/>
                  </a:moveTo>
                  <a:lnTo>
                    <a:pt x="95402" y="0"/>
                  </a:lnTo>
                  <a:lnTo>
                    <a:pt x="0" y="1372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170392"/>
              <a:ext cx="95402" cy="167167"/>
            </a:xfrm>
            <a:custGeom>
              <a:avLst/>
              <a:pathLst>
                <a:path w="95402" h="167167">
                  <a:moveTo>
                    <a:pt x="95402" y="29896"/>
                  </a:moveTo>
                  <a:lnTo>
                    <a:pt x="90717" y="26755"/>
                  </a:lnTo>
                  <a:lnTo>
                    <a:pt x="85928" y="23775"/>
                  </a:lnTo>
                  <a:lnTo>
                    <a:pt x="81042" y="20958"/>
                  </a:lnTo>
                  <a:lnTo>
                    <a:pt x="76063" y="18307"/>
                  </a:lnTo>
                  <a:lnTo>
                    <a:pt x="70998" y="15826"/>
                  </a:lnTo>
                  <a:lnTo>
                    <a:pt x="65852" y="13517"/>
                  </a:lnTo>
                  <a:lnTo>
                    <a:pt x="60631" y="11383"/>
                  </a:lnTo>
                  <a:lnTo>
                    <a:pt x="55341" y="9426"/>
                  </a:lnTo>
                  <a:lnTo>
                    <a:pt x="49988" y="7649"/>
                  </a:lnTo>
                  <a:lnTo>
                    <a:pt x="44578" y="6053"/>
                  </a:lnTo>
                  <a:lnTo>
                    <a:pt x="39117" y="4641"/>
                  </a:lnTo>
                  <a:lnTo>
                    <a:pt x="33612" y="3414"/>
                  </a:lnTo>
                  <a:lnTo>
                    <a:pt x="28069" y="2373"/>
                  </a:lnTo>
                  <a:lnTo>
                    <a:pt x="22493" y="1520"/>
                  </a:lnTo>
                  <a:lnTo>
                    <a:pt x="16892" y="855"/>
                  </a:lnTo>
                  <a:lnTo>
                    <a:pt x="11272" y="380"/>
                  </a:lnTo>
                  <a:lnTo>
                    <a:pt x="5639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423592" y="3707720"/>
              <a:ext cx="334322" cy="334329"/>
            </a:xfrm>
            <a:custGeom>
              <a:avLst/>
              <a:pathLst>
                <a:path w="334322" h="334329">
                  <a:moveTo>
                    <a:pt x="167156" y="0"/>
                  </a:moveTo>
                  <a:lnTo>
                    <a:pt x="161866" y="83"/>
                  </a:lnTo>
                  <a:lnTo>
                    <a:pt x="156581" y="334"/>
                  </a:lnTo>
                  <a:lnTo>
                    <a:pt x="151308" y="752"/>
                  </a:lnTo>
                  <a:lnTo>
                    <a:pt x="146050" y="1337"/>
                  </a:lnTo>
                  <a:lnTo>
                    <a:pt x="140813" y="2088"/>
                  </a:lnTo>
                  <a:lnTo>
                    <a:pt x="135602" y="3004"/>
                  </a:lnTo>
                  <a:lnTo>
                    <a:pt x="130423" y="4085"/>
                  </a:lnTo>
                  <a:lnTo>
                    <a:pt x="125281" y="5329"/>
                  </a:lnTo>
                  <a:lnTo>
                    <a:pt x="120181" y="6735"/>
                  </a:lnTo>
                  <a:lnTo>
                    <a:pt x="115128" y="8302"/>
                  </a:lnTo>
                  <a:lnTo>
                    <a:pt x="110127" y="10028"/>
                  </a:lnTo>
                  <a:lnTo>
                    <a:pt x="105183" y="11911"/>
                  </a:lnTo>
                  <a:lnTo>
                    <a:pt x="100301" y="13950"/>
                  </a:lnTo>
                  <a:lnTo>
                    <a:pt x="95486" y="16142"/>
                  </a:lnTo>
                  <a:lnTo>
                    <a:pt x="90743" y="18486"/>
                  </a:lnTo>
                  <a:lnTo>
                    <a:pt x="86077" y="20978"/>
                  </a:lnTo>
                  <a:lnTo>
                    <a:pt x="81492" y="23617"/>
                  </a:lnTo>
                  <a:lnTo>
                    <a:pt x="76992" y="26399"/>
                  </a:lnTo>
                  <a:lnTo>
                    <a:pt x="72583" y="29323"/>
                  </a:lnTo>
                  <a:lnTo>
                    <a:pt x="68268" y="32385"/>
                  </a:lnTo>
                  <a:lnTo>
                    <a:pt x="64053" y="35581"/>
                  </a:lnTo>
                  <a:lnTo>
                    <a:pt x="59941" y="38910"/>
                  </a:lnTo>
                  <a:lnTo>
                    <a:pt x="55936" y="42367"/>
                  </a:lnTo>
                  <a:lnTo>
                    <a:pt x="52042" y="45949"/>
                  </a:lnTo>
                  <a:lnTo>
                    <a:pt x="48264" y="49652"/>
                  </a:lnTo>
                  <a:lnTo>
                    <a:pt x="44605" y="53473"/>
                  </a:lnTo>
                  <a:lnTo>
                    <a:pt x="41069" y="57408"/>
                  </a:lnTo>
                  <a:lnTo>
                    <a:pt x="37659" y="61452"/>
                  </a:lnTo>
                  <a:lnTo>
                    <a:pt x="34379" y="65603"/>
                  </a:lnTo>
                  <a:lnTo>
                    <a:pt x="31231" y="69856"/>
                  </a:lnTo>
                  <a:lnTo>
                    <a:pt x="28220" y="74205"/>
                  </a:lnTo>
                  <a:lnTo>
                    <a:pt x="25348" y="78648"/>
                  </a:lnTo>
                  <a:lnTo>
                    <a:pt x="22618" y="83180"/>
                  </a:lnTo>
                  <a:lnTo>
                    <a:pt x="20033" y="87796"/>
                  </a:lnTo>
                  <a:lnTo>
                    <a:pt x="17595" y="92491"/>
                  </a:lnTo>
                  <a:lnTo>
                    <a:pt x="15307" y="97261"/>
                  </a:lnTo>
                  <a:lnTo>
                    <a:pt x="13171" y="102101"/>
                  </a:lnTo>
                  <a:lnTo>
                    <a:pt x="11189" y="107006"/>
                  </a:lnTo>
                  <a:lnTo>
                    <a:pt x="9363" y="111972"/>
                  </a:lnTo>
                  <a:lnTo>
                    <a:pt x="7696" y="116992"/>
                  </a:lnTo>
                  <a:lnTo>
                    <a:pt x="6188" y="122063"/>
                  </a:lnTo>
                  <a:lnTo>
                    <a:pt x="4841" y="127180"/>
                  </a:lnTo>
                  <a:lnTo>
                    <a:pt x="3657" y="132336"/>
                  </a:lnTo>
                  <a:lnTo>
                    <a:pt x="2637" y="137527"/>
                  </a:lnTo>
                  <a:lnTo>
                    <a:pt x="1781" y="142748"/>
                  </a:lnTo>
                  <a:lnTo>
                    <a:pt x="1091" y="147993"/>
                  </a:lnTo>
                  <a:lnTo>
                    <a:pt x="568" y="153257"/>
                  </a:lnTo>
                  <a:lnTo>
                    <a:pt x="211" y="158536"/>
                  </a:lnTo>
                  <a:lnTo>
                    <a:pt x="22" y="163823"/>
                  </a:lnTo>
                  <a:lnTo>
                    <a:pt x="0" y="169113"/>
                  </a:lnTo>
                  <a:lnTo>
                    <a:pt x="145" y="174402"/>
                  </a:lnTo>
                  <a:lnTo>
                    <a:pt x="457" y="179683"/>
                  </a:lnTo>
                  <a:lnTo>
                    <a:pt x="937" y="184952"/>
                  </a:lnTo>
                  <a:lnTo>
                    <a:pt x="1583" y="190202"/>
                  </a:lnTo>
                  <a:lnTo>
                    <a:pt x="2395" y="195430"/>
                  </a:lnTo>
                  <a:lnTo>
                    <a:pt x="3372" y="200630"/>
                  </a:lnTo>
                  <a:lnTo>
                    <a:pt x="4512" y="205796"/>
                  </a:lnTo>
                  <a:lnTo>
                    <a:pt x="5816" y="210923"/>
                  </a:lnTo>
                  <a:lnTo>
                    <a:pt x="7282" y="216006"/>
                  </a:lnTo>
                  <a:lnTo>
                    <a:pt x="8907" y="221041"/>
                  </a:lnTo>
                  <a:lnTo>
                    <a:pt x="10691" y="226021"/>
                  </a:lnTo>
                  <a:lnTo>
                    <a:pt x="12632" y="230943"/>
                  </a:lnTo>
                  <a:lnTo>
                    <a:pt x="14727" y="235801"/>
                  </a:lnTo>
                  <a:lnTo>
                    <a:pt x="16976" y="240590"/>
                  </a:lnTo>
                  <a:lnTo>
                    <a:pt x="19374" y="245305"/>
                  </a:lnTo>
                  <a:lnTo>
                    <a:pt x="21921" y="249942"/>
                  </a:lnTo>
                  <a:lnTo>
                    <a:pt x="24613" y="254497"/>
                  </a:lnTo>
                  <a:lnTo>
                    <a:pt x="27447" y="258963"/>
                  </a:lnTo>
                  <a:lnTo>
                    <a:pt x="30422" y="263338"/>
                  </a:lnTo>
                  <a:lnTo>
                    <a:pt x="33534" y="267617"/>
                  </a:lnTo>
                  <a:lnTo>
                    <a:pt x="36779" y="271795"/>
                  </a:lnTo>
                  <a:lnTo>
                    <a:pt x="40155" y="275868"/>
                  </a:lnTo>
                  <a:lnTo>
                    <a:pt x="43659" y="279832"/>
                  </a:lnTo>
                  <a:lnTo>
                    <a:pt x="47286" y="283684"/>
                  </a:lnTo>
                  <a:lnTo>
                    <a:pt x="51033" y="287418"/>
                  </a:lnTo>
                  <a:lnTo>
                    <a:pt x="54896" y="291033"/>
                  </a:lnTo>
                  <a:lnTo>
                    <a:pt x="58872" y="294523"/>
                  </a:lnTo>
                  <a:lnTo>
                    <a:pt x="62956" y="297886"/>
                  </a:lnTo>
                  <a:lnTo>
                    <a:pt x="67145" y="301118"/>
                  </a:lnTo>
                  <a:lnTo>
                    <a:pt x="71433" y="304215"/>
                  </a:lnTo>
                  <a:lnTo>
                    <a:pt x="75818" y="307175"/>
                  </a:lnTo>
                  <a:lnTo>
                    <a:pt x="80294" y="309996"/>
                  </a:lnTo>
                  <a:lnTo>
                    <a:pt x="84857" y="312673"/>
                  </a:lnTo>
                  <a:lnTo>
                    <a:pt x="89503" y="315204"/>
                  </a:lnTo>
                  <a:lnTo>
                    <a:pt x="94226" y="317587"/>
                  </a:lnTo>
                  <a:lnTo>
                    <a:pt x="99022" y="319820"/>
                  </a:lnTo>
                  <a:lnTo>
                    <a:pt x="103887" y="321899"/>
                  </a:lnTo>
                  <a:lnTo>
                    <a:pt x="108815" y="323824"/>
                  </a:lnTo>
                  <a:lnTo>
                    <a:pt x="113801" y="325591"/>
                  </a:lnTo>
                  <a:lnTo>
                    <a:pt x="118841" y="327200"/>
                  </a:lnTo>
                  <a:lnTo>
                    <a:pt x="123929" y="328649"/>
                  </a:lnTo>
                  <a:lnTo>
                    <a:pt x="129061" y="329936"/>
                  </a:lnTo>
                  <a:lnTo>
                    <a:pt x="134230" y="331060"/>
                  </a:lnTo>
                  <a:lnTo>
                    <a:pt x="139433" y="332020"/>
                  </a:lnTo>
                  <a:lnTo>
                    <a:pt x="144664" y="332814"/>
                  </a:lnTo>
                  <a:lnTo>
                    <a:pt x="149916" y="333443"/>
                  </a:lnTo>
                  <a:lnTo>
                    <a:pt x="155187" y="333905"/>
                  </a:lnTo>
                  <a:lnTo>
                    <a:pt x="160469" y="334201"/>
                  </a:lnTo>
                  <a:lnTo>
                    <a:pt x="165758" y="334329"/>
                  </a:lnTo>
                  <a:lnTo>
                    <a:pt x="171048" y="334289"/>
                  </a:lnTo>
                  <a:lnTo>
                    <a:pt x="176334" y="334082"/>
                  </a:lnTo>
                  <a:lnTo>
                    <a:pt x="181612" y="333708"/>
                  </a:lnTo>
                  <a:lnTo>
                    <a:pt x="186874" y="333167"/>
                  </a:lnTo>
                  <a:lnTo>
                    <a:pt x="192117" y="332460"/>
                  </a:lnTo>
                  <a:lnTo>
                    <a:pt x="197335" y="331588"/>
                  </a:lnTo>
                  <a:lnTo>
                    <a:pt x="202523" y="330550"/>
                  </a:lnTo>
                  <a:lnTo>
                    <a:pt x="207675" y="329349"/>
                  </a:lnTo>
                  <a:lnTo>
                    <a:pt x="212787" y="327986"/>
                  </a:lnTo>
                  <a:lnTo>
                    <a:pt x="217853" y="326461"/>
                  </a:lnTo>
                  <a:lnTo>
                    <a:pt x="222868" y="324777"/>
                  </a:lnTo>
                  <a:lnTo>
                    <a:pt x="227828" y="322936"/>
                  </a:lnTo>
                  <a:lnTo>
                    <a:pt x="232726" y="320938"/>
                  </a:lnTo>
                  <a:lnTo>
                    <a:pt x="237559" y="318786"/>
                  </a:lnTo>
                  <a:lnTo>
                    <a:pt x="242322" y="316482"/>
                  </a:lnTo>
                  <a:lnTo>
                    <a:pt x="247009" y="314029"/>
                  </a:lnTo>
                  <a:lnTo>
                    <a:pt x="251616" y="311428"/>
                  </a:lnTo>
                  <a:lnTo>
                    <a:pt x="256139" y="308683"/>
                  </a:lnTo>
                  <a:lnTo>
                    <a:pt x="260572" y="305797"/>
                  </a:lnTo>
                  <a:lnTo>
                    <a:pt x="264912" y="302771"/>
                  </a:lnTo>
                  <a:lnTo>
                    <a:pt x="269154" y="299610"/>
                  </a:lnTo>
                  <a:lnTo>
                    <a:pt x="273294" y="296316"/>
                  </a:lnTo>
                  <a:lnTo>
                    <a:pt x="277328" y="292893"/>
                  </a:lnTo>
                  <a:lnTo>
                    <a:pt x="281251" y="289344"/>
                  </a:lnTo>
                  <a:lnTo>
                    <a:pt x="285060" y="285672"/>
                  </a:lnTo>
                  <a:lnTo>
                    <a:pt x="288751" y="281882"/>
                  </a:lnTo>
                  <a:lnTo>
                    <a:pt x="292320" y="277977"/>
                  </a:lnTo>
                  <a:lnTo>
                    <a:pt x="295764" y="273961"/>
                  </a:lnTo>
                  <a:lnTo>
                    <a:pt x="299079" y="269837"/>
                  </a:lnTo>
                  <a:lnTo>
                    <a:pt x="302262" y="265612"/>
                  </a:lnTo>
                  <a:lnTo>
                    <a:pt x="305309" y="261287"/>
                  </a:lnTo>
                  <a:lnTo>
                    <a:pt x="308218" y="256868"/>
                  </a:lnTo>
                  <a:lnTo>
                    <a:pt x="310986" y="252360"/>
                  </a:lnTo>
                  <a:lnTo>
                    <a:pt x="313610" y="247766"/>
                  </a:lnTo>
                  <a:lnTo>
                    <a:pt x="316087" y="243091"/>
                  </a:lnTo>
                  <a:lnTo>
                    <a:pt x="318415" y="238340"/>
                  </a:lnTo>
                  <a:lnTo>
                    <a:pt x="320591" y="233518"/>
                  </a:lnTo>
                  <a:lnTo>
                    <a:pt x="322614" y="228630"/>
                  </a:lnTo>
                  <a:lnTo>
                    <a:pt x="324481" y="223680"/>
                  </a:lnTo>
                  <a:lnTo>
                    <a:pt x="326190" y="218673"/>
                  </a:lnTo>
                  <a:lnTo>
                    <a:pt x="327741" y="213615"/>
                  </a:lnTo>
                  <a:lnTo>
                    <a:pt x="329130" y="208510"/>
                  </a:lnTo>
                  <a:lnTo>
                    <a:pt x="330357" y="203364"/>
                  </a:lnTo>
                  <a:lnTo>
                    <a:pt x="331421" y="198182"/>
                  </a:lnTo>
                  <a:lnTo>
                    <a:pt x="332320" y="192968"/>
                  </a:lnTo>
                  <a:lnTo>
                    <a:pt x="333054" y="187729"/>
                  </a:lnTo>
                  <a:lnTo>
                    <a:pt x="333621" y="182469"/>
                  </a:lnTo>
                  <a:lnTo>
                    <a:pt x="334022" y="177194"/>
                  </a:lnTo>
                  <a:lnTo>
                    <a:pt x="334256" y="171909"/>
                  </a:lnTo>
                  <a:lnTo>
                    <a:pt x="334322" y="166618"/>
                  </a:lnTo>
                  <a:lnTo>
                    <a:pt x="334221" y="161329"/>
                  </a:lnTo>
                  <a:lnTo>
                    <a:pt x="333953" y="156045"/>
                  </a:lnTo>
                  <a:lnTo>
                    <a:pt x="333517" y="150773"/>
                  </a:lnTo>
                  <a:lnTo>
                    <a:pt x="332915" y="145517"/>
                  </a:lnTo>
                  <a:lnTo>
                    <a:pt x="332147" y="140283"/>
                  </a:lnTo>
                  <a:lnTo>
                    <a:pt x="331214" y="135075"/>
                  </a:lnTo>
                  <a:lnTo>
                    <a:pt x="330116" y="129900"/>
                  </a:lnTo>
                  <a:lnTo>
                    <a:pt x="328855" y="124762"/>
                  </a:lnTo>
                  <a:lnTo>
                    <a:pt x="327432" y="119666"/>
                  </a:lnTo>
                  <a:lnTo>
                    <a:pt x="325849" y="114618"/>
                  </a:lnTo>
                  <a:lnTo>
                    <a:pt x="324107" y="109623"/>
                  </a:lnTo>
                  <a:lnTo>
                    <a:pt x="322207" y="104685"/>
                  </a:lnTo>
                  <a:lnTo>
                    <a:pt x="320152" y="99810"/>
                  </a:lnTo>
                  <a:lnTo>
                    <a:pt x="317944" y="95003"/>
                  </a:lnTo>
                  <a:lnTo>
                    <a:pt x="315585" y="90267"/>
                  </a:lnTo>
                  <a:lnTo>
                    <a:pt x="313078" y="85609"/>
                  </a:lnTo>
                  <a:lnTo>
                    <a:pt x="310424" y="81032"/>
                  </a:lnTo>
                  <a:lnTo>
                    <a:pt x="307626" y="76542"/>
                  </a:lnTo>
                  <a:lnTo>
                    <a:pt x="304688" y="72142"/>
                  </a:lnTo>
                  <a:lnTo>
                    <a:pt x="301613" y="67838"/>
                  </a:lnTo>
                  <a:lnTo>
                    <a:pt x="298402" y="63633"/>
                  </a:lnTo>
                  <a:lnTo>
                    <a:pt x="295060" y="59532"/>
                  </a:lnTo>
                  <a:lnTo>
                    <a:pt x="291590" y="55538"/>
                  </a:lnTo>
                  <a:lnTo>
                    <a:pt x="287996" y="51657"/>
                  </a:lnTo>
                  <a:lnTo>
                    <a:pt x="284280" y="47891"/>
                  </a:lnTo>
                  <a:lnTo>
                    <a:pt x="280447" y="44244"/>
                  </a:lnTo>
                  <a:lnTo>
                    <a:pt x="276501" y="40721"/>
                  </a:lnTo>
                  <a:lnTo>
                    <a:pt x="272445" y="37324"/>
                  </a:lnTo>
                  <a:lnTo>
                    <a:pt x="268283" y="34057"/>
                  </a:lnTo>
                  <a:lnTo>
                    <a:pt x="264021" y="30924"/>
                  </a:lnTo>
                  <a:lnTo>
                    <a:pt x="259661" y="27927"/>
                  </a:lnTo>
                  <a:lnTo>
                    <a:pt x="255208" y="25070"/>
                  </a:lnTo>
                  <a:lnTo>
                    <a:pt x="250668" y="22354"/>
                  </a:lnTo>
                  <a:lnTo>
                    <a:pt x="246044" y="19784"/>
                  </a:lnTo>
                  <a:lnTo>
                    <a:pt x="241340" y="17362"/>
                  </a:lnTo>
                  <a:lnTo>
                    <a:pt x="236563" y="15089"/>
                  </a:lnTo>
                  <a:lnTo>
                    <a:pt x="231716" y="12969"/>
                  </a:lnTo>
                  <a:lnTo>
                    <a:pt x="226804" y="11004"/>
                  </a:lnTo>
                  <a:lnTo>
                    <a:pt x="221833" y="9194"/>
                  </a:lnTo>
                  <a:lnTo>
                    <a:pt x="216807" y="7543"/>
                  </a:lnTo>
                  <a:lnTo>
                    <a:pt x="211731" y="6052"/>
                  </a:lnTo>
                  <a:lnTo>
                    <a:pt x="206610" y="4722"/>
                  </a:lnTo>
                  <a:lnTo>
                    <a:pt x="201450" y="3555"/>
                  </a:lnTo>
                  <a:lnTo>
                    <a:pt x="196256" y="2552"/>
                  </a:lnTo>
                  <a:lnTo>
                    <a:pt x="191032" y="1713"/>
                  </a:lnTo>
                  <a:lnTo>
                    <a:pt x="185785" y="1041"/>
                  </a:lnTo>
                  <a:lnTo>
                    <a:pt x="180518" y="534"/>
                  </a:lnTo>
                  <a:lnTo>
                    <a:pt x="175239" y="19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9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9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9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9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9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9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079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079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079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079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079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079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07720"/>
              <a:ext cx="8083" cy="167167"/>
            </a:xfrm>
            <a:custGeom>
              <a:avLst/>
              <a:pathLst>
                <a:path w="8083" h="167167">
                  <a:moveTo>
                    <a:pt x="8083" y="19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614131" y="4213821"/>
              <a:ext cx="334322" cy="334329"/>
            </a:xfrm>
            <a:custGeom>
              <a:avLst/>
              <a:pathLst>
                <a:path w="334322" h="334329">
                  <a:moveTo>
                    <a:pt x="167156" y="0"/>
                  </a:moveTo>
                  <a:lnTo>
                    <a:pt x="161866" y="83"/>
                  </a:lnTo>
                  <a:lnTo>
                    <a:pt x="156581" y="334"/>
                  </a:lnTo>
                  <a:lnTo>
                    <a:pt x="151308" y="752"/>
                  </a:lnTo>
                  <a:lnTo>
                    <a:pt x="146050" y="1337"/>
                  </a:lnTo>
                  <a:lnTo>
                    <a:pt x="140813" y="2088"/>
                  </a:lnTo>
                  <a:lnTo>
                    <a:pt x="135602" y="3004"/>
                  </a:lnTo>
                  <a:lnTo>
                    <a:pt x="130423" y="4085"/>
                  </a:lnTo>
                  <a:lnTo>
                    <a:pt x="125281" y="5329"/>
                  </a:lnTo>
                  <a:lnTo>
                    <a:pt x="120181" y="6735"/>
                  </a:lnTo>
                  <a:lnTo>
                    <a:pt x="115128" y="8302"/>
                  </a:lnTo>
                  <a:lnTo>
                    <a:pt x="110127" y="10028"/>
                  </a:lnTo>
                  <a:lnTo>
                    <a:pt x="105183" y="11911"/>
                  </a:lnTo>
                  <a:lnTo>
                    <a:pt x="100301" y="13950"/>
                  </a:lnTo>
                  <a:lnTo>
                    <a:pt x="95486" y="16142"/>
                  </a:lnTo>
                  <a:lnTo>
                    <a:pt x="90743" y="18486"/>
                  </a:lnTo>
                  <a:lnTo>
                    <a:pt x="86077" y="20978"/>
                  </a:lnTo>
                  <a:lnTo>
                    <a:pt x="81492" y="23617"/>
                  </a:lnTo>
                  <a:lnTo>
                    <a:pt x="76992" y="26399"/>
                  </a:lnTo>
                  <a:lnTo>
                    <a:pt x="72583" y="29323"/>
                  </a:lnTo>
                  <a:lnTo>
                    <a:pt x="68268" y="32385"/>
                  </a:lnTo>
                  <a:lnTo>
                    <a:pt x="64053" y="35581"/>
                  </a:lnTo>
                  <a:lnTo>
                    <a:pt x="59941" y="38910"/>
                  </a:lnTo>
                  <a:lnTo>
                    <a:pt x="55936" y="42367"/>
                  </a:lnTo>
                  <a:lnTo>
                    <a:pt x="52042" y="45949"/>
                  </a:lnTo>
                  <a:lnTo>
                    <a:pt x="48264" y="49652"/>
                  </a:lnTo>
                  <a:lnTo>
                    <a:pt x="44605" y="53473"/>
                  </a:lnTo>
                  <a:lnTo>
                    <a:pt x="41069" y="57408"/>
                  </a:lnTo>
                  <a:lnTo>
                    <a:pt x="37659" y="61452"/>
                  </a:lnTo>
                  <a:lnTo>
                    <a:pt x="34379" y="65603"/>
                  </a:lnTo>
                  <a:lnTo>
                    <a:pt x="31231" y="69856"/>
                  </a:lnTo>
                  <a:lnTo>
                    <a:pt x="28220" y="74205"/>
                  </a:lnTo>
                  <a:lnTo>
                    <a:pt x="25348" y="78648"/>
                  </a:lnTo>
                  <a:lnTo>
                    <a:pt x="22618" y="83180"/>
                  </a:lnTo>
                  <a:lnTo>
                    <a:pt x="20033" y="87796"/>
                  </a:lnTo>
                  <a:lnTo>
                    <a:pt x="17595" y="92491"/>
                  </a:lnTo>
                  <a:lnTo>
                    <a:pt x="15307" y="97261"/>
                  </a:lnTo>
                  <a:lnTo>
                    <a:pt x="13171" y="102101"/>
                  </a:lnTo>
                  <a:lnTo>
                    <a:pt x="11189" y="107006"/>
                  </a:lnTo>
                  <a:lnTo>
                    <a:pt x="9363" y="111972"/>
                  </a:lnTo>
                  <a:lnTo>
                    <a:pt x="7696" y="116992"/>
                  </a:lnTo>
                  <a:lnTo>
                    <a:pt x="6188" y="122063"/>
                  </a:lnTo>
                  <a:lnTo>
                    <a:pt x="4841" y="127180"/>
                  </a:lnTo>
                  <a:lnTo>
                    <a:pt x="3657" y="132336"/>
                  </a:lnTo>
                  <a:lnTo>
                    <a:pt x="2637" y="137527"/>
                  </a:lnTo>
                  <a:lnTo>
                    <a:pt x="1781" y="142748"/>
                  </a:lnTo>
                  <a:lnTo>
                    <a:pt x="1091" y="147993"/>
                  </a:lnTo>
                  <a:lnTo>
                    <a:pt x="568" y="153257"/>
                  </a:lnTo>
                  <a:lnTo>
                    <a:pt x="211" y="158536"/>
                  </a:lnTo>
                  <a:lnTo>
                    <a:pt x="22" y="163823"/>
                  </a:lnTo>
                  <a:lnTo>
                    <a:pt x="0" y="169113"/>
                  </a:lnTo>
                  <a:lnTo>
                    <a:pt x="145" y="174402"/>
                  </a:lnTo>
                  <a:lnTo>
                    <a:pt x="457" y="179683"/>
                  </a:lnTo>
                  <a:lnTo>
                    <a:pt x="937" y="184952"/>
                  </a:lnTo>
                  <a:lnTo>
                    <a:pt x="1583" y="190202"/>
                  </a:lnTo>
                  <a:lnTo>
                    <a:pt x="2395" y="195430"/>
                  </a:lnTo>
                  <a:lnTo>
                    <a:pt x="3372" y="200630"/>
                  </a:lnTo>
                  <a:lnTo>
                    <a:pt x="4512" y="205796"/>
                  </a:lnTo>
                  <a:lnTo>
                    <a:pt x="5816" y="210923"/>
                  </a:lnTo>
                  <a:lnTo>
                    <a:pt x="7282" y="216006"/>
                  </a:lnTo>
                  <a:lnTo>
                    <a:pt x="8907" y="221041"/>
                  </a:lnTo>
                  <a:lnTo>
                    <a:pt x="10691" y="226021"/>
                  </a:lnTo>
                  <a:lnTo>
                    <a:pt x="12632" y="230943"/>
                  </a:lnTo>
                  <a:lnTo>
                    <a:pt x="14727" y="235801"/>
                  </a:lnTo>
                  <a:lnTo>
                    <a:pt x="16976" y="240590"/>
                  </a:lnTo>
                  <a:lnTo>
                    <a:pt x="19374" y="245305"/>
                  </a:lnTo>
                  <a:lnTo>
                    <a:pt x="21921" y="249942"/>
                  </a:lnTo>
                  <a:lnTo>
                    <a:pt x="24613" y="254497"/>
                  </a:lnTo>
                  <a:lnTo>
                    <a:pt x="27447" y="258963"/>
                  </a:lnTo>
                  <a:lnTo>
                    <a:pt x="30422" y="263338"/>
                  </a:lnTo>
                  <a:lnTo>
                    <a:pt x="33534" y="267617"/>
                  </a:lnTo>
                  <a:lnTo>
                    <a:pt x="36779" y="271795"/>
                  </a:lnTo>
                  <a:lnTo>
                    <a:pt x="40155" y="275868"/>
                  </a:lnTo>
                  <a:lnTo>
                    <a:pt x="43659" y="279832"/>
                  </a:lnTo>
                  <a:lnTo>
                    <a:pt x="47286" y="283684"/>
                  </a:lnTo>
                  <a:lnTo>
                    <a:pt x="51033" y="287418"/>
                  </a:lnTo>
                  <a:lnTo>
                    <a:pt x="54896" y="291033"/>
                  </a:lnTo>
                  <a:lnTo>
                    <a:pt x="58872" y="294523"/>
                  </a:lnTo>
                  <a:lnTo>
                    <a:pt x="62956" y="297886"/>
                  </a:lnTo>
                  <a:lnTo>
                    <a:pt x="67145" y="301118"/>
                  </a:lnTo>
                  <a:lnTo>
                    <a:pt x="71433" y="304215"/>
                  </a:lnTo>
                  <a:lnTo>
                    <a:pt x="75818" y="307175"/>
                  </a:lnTo>
                  <a:lnTo>
                    <a:pt x="80294" y="309996"/>
                  </a:lnTo>
                  <a:lnTo>
                    <a:pt x="84857" y="312673"/>
                  </a:lnTo>
                  <a:lnTo>
                    <a:pt x="89503" y="315204"/>
                  </a:lnTo>
                  <a:lnTo>
                    <a:pt x="94226" y="317587"/>
                  </a:lnTo>
                  <a:lnTo>
                    <a:pt x="99022" y="319820"/>
                  </a:lnTo>
                  <a:lnTo>
                    <a:pt x="103887" y="321899"/>
                  </a:lnTo>
                  <a:lnTo>
                    <a:pt x="108815" y="323824"/>
                  </a:lnTo>
                  <a:lnTo>
                    <a:pt x="113801" y="325591"/>
                  </a:lnTo>
                  <a:lnTo>
                    <a:pt x="118841" y="327200"/>
                  </a:lnTo>
                  <a:lnTo>
                    <a:pt x="123929" y="328649"/>
                  </a:lnTo>
                  <a:lnTo>
                    <a:pt x="129061" y="329936"/>
                  </a:lnTo>
                  <a:lnTo>
                    <a:pt x="134230" y="331060"/>
                  </a:lnTo>
                  <a:lnTo>
                    <a:pt x="139433" y="332020"/>
                  </a:lnTo>
                  <a:lnTo>
                    <a:pt x="144664" y="332814"/>
                  </a:lnTo>
                  <a:lnTo>
                    <a:pt x="149916" y="333443"/>
                  </a:lnTo>
                  <a:lnTo>
                    <a:pt x="155187" y="333905"/>
                  </a:lnTo>
                  <a:lnTo>
                    <a:pt x="160469" y="334201"/>
                  </a:lnTo>
                  <a:lnTo>
                    <a:pt x="165758" y="334329"/>
                  </a:lnTo>
                  <a:lnTo>
                    <a:pt x="171048" y="334289"/>
                  </a:lnTo>
                  <a:lnTo>
                    <a:pt x="176334" y="334082"/>
                  </a:lnTo>
                  <a:lnTo>
                    <a:pt x="181612" y="333708"/>
                  </a:lnTo>
                  <a:lnTo>
                    <a:pt x="186874" y="333167"/>
                  </a:lnTo>
                  <a:lnTo>
                    <a:pt x="192117" y="332460"/>
                  </a:lnTo>
                  <a:lnTo>
                    <a:pt x="197335" y="331588"/>
                  </a:lnTo>
                  <a:lnTo>
                    <a:pt x="202523" y="330550"/>
                  </a:lnTo>
                  <a:lnTo>
                    <a:pt x="207675" y="329349"/>
                  </a:lnTo>
                  <a:lnTo>
                    <a:pt x="212787" y="327986"/>
                  </a:lnTo>
                  <a:lnTo>
                    <a:pt x="217853" y="326461"/>
                  </a:lnTo>
                  <a:lnTo>
                    <a:pt x="222868" y="324777"/>
                  </a:lnTo>
                  <a:lnTo>
                    <a:pt x="227828" y="322936"/>
                  </a:lnTo>
                  <a:lnTo>
                    <a:pt x="232726" y="320938"/>
                  </a:lnTo>
                  <a:lnTo>
                    <a:pt x="237559" y="318786"/>
                  </a:lnTo>
                  <a:lnTo>
                    <a:pt x="242322" y="316482"/>
                  </a:lnTo>
                  <a:lnTo>
                    <a:pt x="247009" y="314029"/>
                  </a:lnTo>
                  <a:lnTo>
                    <a:pt x="251616" y="311428"/>
                  </a:lnTo>
                  <a:lnTo>
                    <a:pt x="256139" y="308683"/>
                  </a:lnTo>
                  <a:lnTo>
                    <a:pt x="260572" y="305797"/>
                  </a:lnTo>
                  <a:lnTo>
                    <a:pt x="264912" y="302771"/>
                  </a:lnTo>
                  <a:lnTo>
                    <a:pt x="269154" y="299610"/>
                  </a:lnTo>
                  <a:lnTo>
                    <a:pt x="273294" y="296316"/>
                  </a:lnTo>
                  <a:lnTo>
                    <a:pt x="277328" y="292893"/>
                  </a:lnTo>
                  <a:lnTo>
                    <a:pt x="281251" y="289344"/>
                  </a:lnTo>
                  <a:lnTo>
                    <a:pt x="285060" y="285672"/>
                  </a:lnTo>
                  <a:lnTo>
                    <a:pt x="288751" y="281882"/>
                  </a:lnTo>
                  <a:lnTo>
                    <a:pt x="292320" y="277977"/>
                  </a:lnTo>
                  <a:lnTo>
                    <a:pt x="295764" y="273961"/>
                  </a:lnTo>
                  <a:lnTo>
                    <a:pt x="299079" y="269837"/>
                  </a:lnTo>
                  <a:lnTo>
                    <a:pt x="302262" y="265612"/>
                  </a:lnTo>
                  <a:lnTo>
                    <a:pt x="305309" y="261287"/>
                  </a:lnTo>
                  <a:lnTo>
                    <a:pt x="308218" y="256868"/>
                  </a:lnTo>
                  <a:lnTo>
                    <a:pt x="310986" y="252360"/>
                  </a:lnTo>
                  <a:lnTo>
                    <a:pt x="313610" y="247766"/>
                  </a:lnTo>
                  <a:lnTo>
                    <a:pt x="316087" y="243091"/>
                  </a:lnTo>
                  <a:lnTo>
                    <a:pt x="318415" y="238340"/>
                  </a:lnTo>
                  <a:lnTo>
                    <a:pt x="320591" y="233518"/>
                  </a:lnTo>
                  <a:lnTo>
                    <a:pt x="322614" y="228630"/>
                  </a:lnTo>
                  <a:lnTo>
                    <a:pt x="324481" y="223680"/>
                  </a:lnTo>
                  <a:lnTo>
                    <a:pt x="326190" y="218673"/>
                  </a:lnTo>
                  <a:lnTo>
                    <a:pt x="327741" y="213615"/>
                  </a:lnTo>
                  <a:lnTo>
                    <a:pt x="329130" y="208510"/>
                  </a:lnTo>
                  <a:lnTo>
                    <a:pt x="330357" y="203364"/>
                  </a:lnTo>
                  <a:lnTo>
                    <a:pt x="331421" y="198182"/>
                  </a:lnTo>
                  <a:lnTo>
                    <a:pt x="332320" y="192968"/>
                  </a:lnTo>
                  <a:lnTo>
                    <a:pt x="333054" y="187729"/>
                  </a:lnTo>
                  <a:lnTo>
                    <a:pt x="333621" y="182469"/>
                  </a:lnTo>
                  <a:lnTo>
                    <a:pt x="334022" y="177194"/>
                  </a:lnTo>
                  <a:lnTo>
                    <a:pt x="334256" y="171909"/>
                  </a:lnTo>
                  <a:lnTo>
                    <a:pt x="334322" y="166618"/>
                  </a:lnTo>
                  <a:lnTo>
                    <a:pt x="334221" y="161329"/>
                  </a:lnTo>
                  <a:lnTo>
                    <a:pt x="333953" y="156045"/>
                  </a:lnTo>
                  <a:lnTo>
                    <a:pt x="333517" y="150773"/>
                  </a:lnTo>
                  <a:lnTo>
                    <a:pt x="332915" y="145517"/>
                  </a:lnTo>
                  <a:lnTo>
                    <a:pt x="332147" y="140283"/>
                  </a:lnTo>
                  <a:lnTo>
                    <a:pt x="331214" y="135075"/>
                  </a:lnTo>
                  <a:lnTo>
                    <a:pt x="330116" y="129900"/>
                  </a:lnTo>
                  <a:lnTo>
                    <a:pt x="328855" y="124762"/>
                  </a:lnTo>
                  <a:lnTo>
                    <a:pt x="327432" y="119666"/>
                  </a:lnTo>
                  <a:lnTo>
                    <a:pt x="325849" y="114618"/>
                  </a:lnTo>
                  <a:lnTo>
                    <a:pt x="324107" y="109623"/>
                  </a:lnTo>
                  <a:lnTo>
                    <a:pt x="322207" y="104685"/>
                  </a:lnTo>
                  <a:lnTo>
                    <a:pt x="320152" y="99810"/>
                  </a:lnTo>
                  <a:lnTo>
                    <a:pt x="317944" y="95003"/>
                  </a:lnTo>
                  <a:lnTo>
                    <a:pt x="315585" y="90267"/>
                  </a:lnTo>
                  <a:lnTo>
                    <a:pt x="313078" y="85609"/>
                  </a:lnTo>
                  <a:lnTo>
                    <a:pt x="310424" y="81032"/>
                  </a:lnTo>
                  <a:lnTo>
                    <a:pt x="307626" y="76542"/>
                  </a:lnTo>
                  <a:lnTo>
                    <a:pt x="304688" y="72142"/>
                  </a:lnTo>
                  <a:lnTo>
                    <a:pt x="301613" y="67838"/>
                  </a:lnTo>
                  <a:lnTo>
                    <a:pt x="298402" y="63633"/>
                  </a:lnTo>
                  <a:lnTo>
                    <a:pt x="295060" y="59532"/>
                  </a:lnTo>
                  <a:lnTo>
                    <a:pt x="291590" y="55538"/>
                  </a:lnTo>
                  <a:lnTo>
                    <a:pt x="287996" y="51657"/>
                  </a:lnTo>
                  <a:lnTo>
                    <a:pt x="284280" y="47891"/>
                  </a:lnTo>
                  <a:lnTo>
                    <a:pt x="280447" y="44244"/>
                  </a:lnTo>
                  <a:lnTo>
                    <a:pt x="276501" y="40721"/>
                  </a:lnTo>
                  <a:lnTo>
                    <a:pt x="272445" y="37324"/>
                  </a:lnTo>
                  <a:lnTo>
                    <a:pt x="268283" y="34057"/>
                  </a:lnTo>
                  <a:lnTo>
                    <a:pt x="264021" y="30924"/>
                  </a:lnTo>
                  <a:lnTo>
                    <a:pt x="259661" y="27927"/>
                  </a:lnTo>
                  <a:lnTo>
                    <a:pt x="255208" y="25070"/>
                  </a:lnTo>
                  <a:lnTo>
                    <a:pt x="250668" y="22354"/>
                  </a:lnTo>
                  <a:lnTo>
                    <a:pt x="246044" y="19784"/>
                  </a:lnTo>
                  <a:lnTo>
                    <a:pt x="241340" y="17362"/>
                  </a:lnTo>
                  <a:lnTo>
                    <a:pt x="236563" y="15089"/>
                  </a:lnTo>
                  <a:lnTo>
                    <a:pt x="231716" y="12969"/>
                  </a:lnTo>
                  <a:lnTo>
                    <a:pt x="226804" y="11004"/>
                  </a:lnTo>
                  <a:lnTo>
                    <a:pt x="221833" y="9194"/>
                  </a:lnTo>
                  <a:lnTo>
                    <a:pt x="216807" y="7543"/>
                  </a:lnTo>
                  <a:lnTo>
                    <a:pt x="211731" y="6052"/>
                  </a:lnTo>
                  <a:lnTo>
                    <a:pt x="206610" y="4722"/>
                  </a:lnTo>
                  <a:lnTo>
                    <a:pt x="201450" y="3555"/>
                  </a:lnTo>
                  <a:lnTo>
                    <a:pt x="196256" y="2552"/>
                  </a:lnTo>
                  <a:lnTo>
                    <a:pt x="191032" y="1713"/>
                  </a:lnTo>
                  <a:lnTo>
                    <a:pt x="185785" y="1041"/>
                  </a:lnTo>
                  <a:lnTo>
                    <a:pt x="180518" y="534"/>
                  </a:lnTo>
                  <a:lnTo>
                    <a:pt x="175239" y="19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40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40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40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40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40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40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40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40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40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40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140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13821"/>
              <a:ext cx="8083" cy="167167"/>
            </a:xfrm>
            <a:custGeom>
              <a:avLst/>
              <a:pathLst>
                <a:path w="8083" h="167167">
                  <a:moveTo>
                    <a:pt x="8083" y="19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19357" y="4659281"/>
              <a:ext cx="167167" cy="235010"/>
            </a:xfrm>
            <a:custGeom>
              <a:avLst/>
              <a:pathLst>
                <a:path w="167167" h="235010">
                  <a:moveTo>
                    <a:pt x="167167" y="0"/>
                  </a:moveTo>
                  <a:lnTo>
                    <a:pt x="161806" y="85"/>
                  </a:lnTo>
                  <a:lnTo>
                    <a:pt x="156450" y="343"/>
                  </a:lnTo>
                  <a:lnTo>
                    <a:pt x="151106" y="773"/>
                  </a:lnTo>
                  <a:lnTo>
                    <a:pt x="145778" y="1374"/>
                  </a:lnTo>
                  <a:lnTo>
                    <a:pt x="140472" y="2145"/>
                  </a:lnTo>
                  <a:lnTo>
                    <a:pt x="135193" y="3086"/>
                  </a:lnTo>
                  <a:lnTo>
                    <a:pt x="129947" y="4196"/>
                  </a:lnTo>
                  <a:lnTo>
                    <a:pt x="124740" y="5473"/>
                  </a:lnTo>
                  <a:lnTo>
                    <a:pt x="119576" y="6917"/>
                  </a:lnTo>
                  <a:lnTo>
                    <a:pt x="114462" y="8526"/>
                  </a:lnTo>
                  <a:lnTo>
                    <a:pt x="109401" y="10297"/>
                  </a:lnTo>
                  <a:lnTo>
                    <a:pt x="104400" y="12231"/>
                  </a:lnTo>
                  <a:lnTo>
                    <a:pt x="99463" y="14323"/>
                  </a:lnTo>
                  <a:lnTo>
                    <a:pt x="94596" y="16573"/>
                  </a:lnTo>
                  <a:lnTo>
                    <a:pt x="89804" y="18978"/>
                  </a:lnTo>
                  <a:lnTo>
                    <a:pt x="85092" y="21535"/>
                  </a:lnTo>
                  <a:lnTo>
                    <a:pt x="80463" y="24242"/>
                  </a:lnTo>
                  <a:lnTo>
                    <a:pt x="75924" y="27096"/>
                  </a:lnTo>
                  <a:lnTo>
                    <a:pt x="71479" y="30095"/>
                  </a:lnTo>
                  <a:lnTo>
                    <a:pt x="67132" y="33234"/>
                  </a:lnTo>
                  <a:lnTo>
                    <a:pt x="62889" y="36511"/>
                  </a:lnTo>
                  <a:lnTo>
                    <a:pt x="58752" y="39922"/>
                  </a:lnTo>
                  <a:lnTo>
                    <a:pt x="54727" y="43465"/>
                  </a:lnTo>
                  <a:lnTo>
                    <a:pt x="50818" y="47134"/>
                  </a:lnTo>
                  <a:lnTo>
                    <a:pt x="47028" y="50927"/>
                  </a:lnTo>
                  <a:lnTo>
                    <a:pt x="43362" y="54840"/>
                  </a:lnTo>
                  <a:lnTo>
                    <a:pt x="39824" y="58868"/>
                  </a:lnTo>
                  <a:lnTo>
                    <a:pt x="36416" y="63008"/>
                  </a:lnTo>
                  <a:lnTo>
                    <a:pt x="33143" y="67255"/>
                  </a:lnTo>
                  <a:lnTo>
                    <a:pt x="30007" y="71604"/>
                  </a:lnTo>
                  <a:lnTo>
                    <a:pt x="27013" y="76052"/>
                  </a:lnTo>
                  <a:lnTo>
                    <a:pt x="24163" y="80594"/>
                  </a:lnTo>
                  <a:lnTo>
                    <a:pt x="21460" y="85224"/>
                  </a:lnTo>
                  <a:lnTo>
                    <a:pt x="18908" y="89939"/>
                  </a:lnTo>
                  <a:lnTo>
                    <a:pt x="16507" y="94734"/>
                  </a:lnTo>
                  <a:lnTo>
                    <a:pt x="14262" y="99603"/>
                  </a:lnTo>
                  <a:lnTo>
                    <a:pt x="12173" y="104541"/>
                  </a:lnTo>
                  <a:lnTo>
                    <a:pt x="10245" y="109544"/>
                  </a:lnTo>
                  <a:lnTo>
                    <a:pt x="8478" y="114606"/>
                  </a:lnTo>
                  <a:lnTo>
                    <a:pt x="6874" y="119722"/>
                  </a:lnTo>
                  <a:lnTo>
                    <a:pt x="5434" y="124887"/>
                  </a:lnTo>
                  <a:lnTo>
                    <a:pt x="4162" y="130096"/>
                  </a:lnTo>
                  <a:lnTo>
                    <a:pt x="3057" y="135343"/>
                  </a:lnTo>
                  <a:lnTo>
                    <a:pt x="2120" y="140622"/>
                  </a:lnTo>
                  <a:lnTo>
                    <a:pt x="1354" y="145929"/>
                  </a:lnTo>
                  <a:lnTo>
                    <a:pt x="758" y="151257"/>
                  </a:lnTo>
                  <a:lnTo>
                    <a:pt x="334" y="156602"/>
                  </a:lnTo>
                  <a:lnTo>
                    <a:pt x="81" y="161958"/>
                  </a:lnTo>
                  <a:lnTo>
                    <a:pt x="0" y="167319"/>
                  </a:lnTo>
                  <a:lnTo>
                    <a:pt x="90" y="172680"/>
                  </a:lnTo>
                  <a:lnTo>
                    <a:pt x="353" y="178035"/>
                  </a:lnTo>
                  <a:lnTo>
                    <a:pt x="787" y="183380"/>
                  </a:lnTo>
                  <a:lnTo>
                    <a:pt x="1393" y="188707"/>
                  </a:lnTo>
                  <a:lnTo>
                    <a:pt x="2169" y="194012"/>
                  </a:lnTo>
                  <a:lnTo>
                    <a:pt x="3115" y="199290"/>
                  </a:lnTo>
                  <a:lnTo>
                    <a:pt x="4229" y="204535"/>
                  </a:lnTo>
                  <a:lnTo>
                    <a:pt x="5512" y="209741"/>
                  </a:lnTo>
                  <a:lnTo>
                    <a:pt x="6960" y="214903"/>
                  </a:lnTo>
                  <a:lnTo>
                    <a:pt x="8573" y="220017"/>
                  </a:lnTo>
                  <a:lnTo>
                    <a:pt x="10350" y="225076"/>
                  </a:lnTo>
                  <a:lnTo>
                    <a:pt x="12288" y="230075"/>
                  </a:lnTo>
                  <a:lnTo>
                    <a:pt x="14385" y="23501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33742" y="4826449"/>
              <a:ext cx="152781" cy="67842"/>
            </a:xfrm>
            <a:custGeom>
              <a:avLst/>
              <a:pathLst>
                <a:path w="152781" h="67842">
                  <a:moveTo>
                    <a:pt x="0" y="67842"/>
                  </a:moveTo>
                  <a:lnTo>
                    <a:pt x="15278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33742" y="4826449"/>
              <a:ext cx="152781" cy="67842"/>
            </a:xfrm>
            <a:custGeom>
              <a:avLst/>
              <a:pathLst>
                <a:path w="152781" h="67842">
                  <a:moveTo>
                    <a:pt x="0" y="67842"/>
                  </a:moveTo>
                  <a:lnTo>
                    <a:pt x="15278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33742" y="4826449"/>
              <a:ext cx="152781" cy="67842"/>
            </a:xfrm>
            <a:custGeom>
              <a:avLst/>
              <a:pathLst>
                <a:path w="152781" h="67842">
                  <a:moveTo>
                    <a:pt x="0" y="67842"/>
                  </a:moveTo>
                  <a:lnTo>
                    <a:pt x="15278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33742" y="4826449"/>
              <a:ext cx="152781" cy="67842"/>
            </a:xfrm>
            <a:custGeom>
              <a:avLst/>
              <a:pathLst>
                <a:path w="152781" h="67842">
                  <a:moveTo>
                    <a:pt x="0" y="67842"/>
                  </a:moveTo>
                  <a:lnTo>
                    <a:pt x="1527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33742" y="4826449"/>
              <a:ext cx="152781" cy="67842"/>
            </a:xfrm>
            <a:custGeom>
              <a:avLst/>
              <a:pathLst>
                <a:path w="152781" h="67842">
                  <a:moveTo>
                    <a:pt x="0" y="67842"/>
                  </a:moveTo>
                  <a:lnTo>
                    <a:pt x="1527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33742" y="4826449"/>
              <a:ext cx="152781" cy="67842"/>
            </a:xfrm>
            <a:custGeom>
              <a:avLst/>
              <a:pathLst>
                <a:path w="152781" h="67842">
                  <a:moveTo>
                    <a:pt x="0" y="67842"/>
                  </a:moveTo>
                  <a:lnTo>
                    <a:pt x="1527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33742" y="4826449"/>
              <a:ext cx="152781" cy="67842"/>
            </a:xfrm>
            <a:custGeom>
              <a:avLst/>
              <a:pathLst>
                <a:path w="152781" h="67842">
                  <a:moveTo>
                    <a:pt x="0" y="67842"/>
                  </a:moveTo>
                  <a:lnTo>
                    <a:pt x="1527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33742" y="4826449"/>
              <a:ext cx="152781" cy="67842"/>
            </a:xfrm>
            <a:custGeom>
              <a:avLst/>
              <a:pathLst>
                <a:path w="152781" h="67842">
                  <a:moveTo>
                    <a:pt x="0" y="67842"/>
                  </a:moveTo>
                  <a:lnTo>
                    <a:pt x="15278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33742" y="4826449"/>
              <a:ext cx="152781" cy="67842"/>
            </a:xfrm>
            <a:custGeom>
              <a:avLst/>
              <a:pathLst>
                <a:path w="152781" h="67842">
                  <a:moveTo>
                    <a:pt x="0" y="67842"/>
                  </a:moveTo>
                  <a:lnTo>
                    <a:pt x="15278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33742" y="4826449"/>
              <a:ext cx="152781" cy="93735"/>
            </a:xfrm>
            <a:custGeom>
              <a:avLst/>
              <a:pathLst>
                <a:path w="152781" h="93735">
                  <a:moveTo>
                    <a:pt x="0" y="67842"/>
                  </a:moveTo>
                  <a:lnTo>
                    <a:pt x="3157" y="74548"/>
                  </a:lnTo>
                  <a:lnTo>
                    <a:pt x="6609" y="81107"/>
                  </a:lnTo>
                  <a:lnTo>
                    <a:pt x="10348" y="87507"/>
                  </a:lnTo>
                  <a:lnTo>
                    <a:pt x="14367" y="93735"/>
                  </a:lnTo>
                  <a:lnTo>
                    <a:pt x="15278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48110" y="4659281"/>
              <a:ext cx="305568" cy="334331"/>
            </a:xfrm>
            <a:custGeom>
              <a:avLst/>
              <a:pathLst>
                <a:path w="305568" h="334331">
                  <a:moveTo>
                    <a:pt x="0" y="260902"/>
                  </a:moveTo>
                  <a:lnTo>
                    <a:pt x="3037" y="265238"/>
                  </a:lnTo>
                  <a:lnTo>
                    <a:pt x="6210" y="269476"/>
                  </a:lnTo>
                  <a:lnTo>
                    <a:pt x="9516" y="273611"/>
                  </a:lnTo>
                  <a:lnTo>
                    <a:pt x="12951" y="277639"/>
                  </a:lnTo>
                  <a:lnTo>
                    <a:pt x="16512" y="281556"/>
                  </a:lnTo>
                  <a:lnTo>
                    <a:pt x="20196" y="285359"/>
                  </a:lnTo>
                  <a:lnTo>
                    <a:pt x="23997" y="289043"/>
                  </a:lnTo>
                  <a:lnTo>
                    <a:pt x="27914" y="292605"/>
                  </a:lnTo>
                  <a:lnTo>
                    <a:pt x="31941" y="296041"/>
                  </a:lnTo>
                  <a:lnTo>
                    <a:pt x="36076" y="299348"/>
                  </a:lnTo>
                  <a:lnTo>
                    <a:pt x="40312" y="302522"/>
                  </a:lnTo>
                  <a:lnTo>
                    <a:pt x="44648" y="305560"/>
                  </a:lnTo>
                  <a:lnTo>
                    <a:pt x="49077" y="308460"/>
                  </a:lnTo>
                  <a:lnTo>
                    <a:pt x="53596" y="311218"/>
                  </a:lnTo>
                  <a:lnTo>
                    <a:pt x="58200" y="313832"/>
                  </a:lnTo>
                  <a:lnTo>
                    <a:pt x="62884" y="316298"/>
                  </a:lnTo>
                  <a:lnTo>
                    <a:pt x="67644" y="318615"/>
                  </a:lnTo>
                  <a:lnTo>
                    <a:pt x="72475" y="320780"/>
                  </a:lnTo>
                  <a:lnTo>
                    <a:pt x="77372" y="322791"/>
                  </a:lnTo>
                  <a:lnTo>
                    <a:pt x="82331" y="324646"/>
                  </a:lnTo>
                  <a:lnTo>
                    <a:pt x="87345" y="326343"/>
                  </a:lnTo>
                  <a:lnTo>
                    <a:pt x="92411" y="327880"/>
                  </a:lnTo>
                  <a:lnTo>
                    <a:pt x="97523" y="329256"/>
                  </a:lnTo>
                  <a:lnTo>
                    <a:pt x="102676" y="330470"/>
                  </a:lnTo>
                  <a:lnTo>
                    <a:pt x="107865" y="331519"/>
                  </a:lnTo>
                  <a:lnTo>
                    <a:pt x="113085" y="332404"/>
                  </a:lnTo>
                  <a:lnTo>
                    <a:pt x="118330" y="333123"/>
                  </a:lnTo>
                  <a:lnTo>
                    <a:pt x="123595" y="333676"/>
                  </a:lnTo>
                  <a:lnTo>
                    <a:pt x="128875" y="334062"/>
                  </a:lnTo>
                  <a:lnTo>
                    <a:pt x="134164" y="334280"/>
                  </a:lnTo>
                  <a:lnTo>
                    <a:pt x="139458" y="334331"/>
                  </a:lnTo>
                  <a:lnTo>
                    <a:pt x="144751" y="334214"/>
                  </a:lnTo>
                  <a:lnTo>
                    <a:pt x="150037" y="333930"/>
                  </a:lnTo>
                  <a:lnTo>
                    <a:pt x="155312" y="333478"/>
                  </a:lnTo>
                  <a:lnTo>
                    <a:pt x="160569" y="332860"/>
                  </a:lnTo>
                  <a:lnTo>
                    <a:pt x="165805" y="332075"/>
                  </a:lnTo>
                  <a:lnTo>
                    <a:pt x="171013" y="331125"/>
                  </a:lnTo>
                  <a:lnTo>
                    <a:pt x="176188" y="330011"/>
                  </a:lnTo>
                  <a:lnTo>
                    <a:pt x="181326" y="328733"/>
                  </a:lnTo>
                  <a:lnTo>
                    <a:pt x="186420" y="327293"/>
                  </a:lnTo>
                  <a:lnTo>
                    <a:pt x="191467" y="325693"/>
                  </a:lnTo>
                  <a:lnTo>
                    <a:pt x="196460" y="323933"/>
                  </a:lnTo>
                  <a:lnTo>
                    <a:pt x="201395" y="322017"/>
                  </a:lnTo>
                  <a:lnTo>
                    <a:pt x="206266" y="319945"/>
                  </a:lnTo>
                  <a:lnTo>
                    <a:pt x="211070" y="317720"/>
                  </a:lnTo>
                  <a:lnTo>
                    <a:pt x="215801" y="315343"/>
                  </a:lnTo>
                  <a:lnTo>
                    <a:pt x="220454" y="312819"/>
                  </a:lnTo>
                  <a:lnTo>
                    <a:pt x="225025" y="310148"/>
                  </a:lnTo>
                  <a:lnTo>
                    <a:pt x="229509" y="307334"/>
                  </a:lnTo>
                  <a:lnTo>
                    <a:pt x="233902" y="304379"/>
                  </a:lnTo>
                  <a:lnTo>
                    <a:pt x="238199" y="301286"/>
                  </a:lnTo>
                  <a:lnTo>
                    <a:pt x="242395" y="298060"/>
                  </a:lnTo>
                  <a:lnTo>
                    <a:pt x="246488" y="294701"/>
                  </a:lnTo>
                  <a:lnTo>
                    <a:pt x="250472" y="291215"/>
                  </a:lnTo>
                  <a:lnTo>
                    <a:pt x="254344" y="287605"/>
                  </a:lnTo>
                  <a:lnTo>
                    <a:pt x="258099" y="283873"/>
                  </a:lnTo>
                  <a:lnTo>
                    <a:pt x="261735" y="280025"/>
                  </a:lnTo>
                  <a:lnTo>
                    <a:pt x="265247" y="276064"/>
                  </a:lnTo>
                  <a:lnTo>
                    <a:pt x="268631" y="271993"/>
                  </a:lnTo>
                  <a:lnTo>
                    <a:pt x="271885" y="267817"/>
                  </a:lnTo>
                  <a:lnTo>
                    <a:pt x="275006" y="263540"/>
                  </a:lnTo>
                  <a:lnTo>
                    <a:pt x="277989" y="259167"/>
                  </a:lnTo>
                  <a:lnTo>
                    <a:pt x="280832" y="254701"/>
                  </a:lnTo>
                  <a:lnTo>
                    <a:pt x="283532" y="250147"/>
                  </a:lnTo>
                  <a:lnTo>
                    <a:pt x="286087" y="245511"/>
                  </a:lnTo>
                  <a:lnTo>
                    <a:pt x="288494" y="240795"/>
                  </a:lnTo>
                  <a:lnTo>
                    <a:pt x="290750" y="236006"/>
                  </a:lnTo>
                  <a:lnTo>
                    <a:pt x="292853" y="231148"/>
                  </a:lnTo>
                  <a:lnTo>
                    <a:pt x="294802" y="226226"/>
                  </a:lnTo>
                  <a:lnTo>
                    <a:pt x="296593" y="221244"/>
                  </a:lnTo>
                  <a:lnTo>
                    <a:pt x="298226" y="216208"/>
                  </a:lnTo>
                  <a:lnTo>
                    <a:pt x="299699" y="211123"/>
                  </a:lnTo>
                  <a:lnTo>
                    <a:pt x="301010" y="205994"/>
                  </a:lnTo>
                  <a:lnTo>
                    <a:pt x="302158" y="200826"/>
                  </a:lnTo>
                  <a:lnTo>
                    <a:pt x="303142" y="195624"/>
                  </a:lnTo>
                  <a:lnTo>
                    <a:pt x="303960" y="190394"/>
                  </a:lnTo>
                  <a:lnTo>
                    <a:pt x="304613" y="185140"/>
                  </a:lnTo>
                  <a:lnTo>
                    <a:pt x="305099" y="179868"/>
                  </a:lnTo>
                  <a:lnTo>
                    <a:pt x="305417" y="174584"/>
                  </a:lnTo>
                  <a:lnTo>
                    <a:pt x="305568" y="169292"/>
                  </a:lnTo>
                  <a:lnTo>
                    <a:pt x="305552" y="163998"/>
                  </a:lnTo>
                  <a:lnTo>
                    <a:pt x="305368" y="158707"/>
                  </a:lnTo>
                  <a:lnTo>
                    <a:pt x="305016" y="153425"/>
                  </a:lnTo>
                  <a:lnTo>
                    <a:pt x="304497" y="148157"/>
                  </a:lnTo>
                  <a:lnTo>
                    <a:pt x="303812" y="142907"/>
                  </a:lnTo>
                  <a:lnTo>
                    <a:pt x="302961" y="137682"/>
                  </a:lnTo>
                  <a:lnTo>
                    <a:pt x="301945" y="132486"/>
                  </a:lnTo>
                  <a:lnTo>
                    <a:pt x="300765" y="127326"/>
                  </a:lnTo>
                  <a:lnTo>
                    <a:pt x="299422" y="122205"/>
                  </a:lnTo>
                  <a:lnTo>
                    <a:pt x="297917" y="117129"/>
                  </a:lnTo>
                  <a:lnTo>
                    <a:pt x="296253" y="112103"/>
                  </a:lnTo>
                  <a:lnTo>
                    <a:pt x="294430" y="107133"/>
                  </a:lnTo>
                  <a:lnTo>
                    <a:pt x="292451" y="102223"/>
                  </a:lnTo>
                  <a:lnTo>
                    <a:pt x="290317" y="97378"/>
                  </a:lnTo>
                  <a:lnTo>
                    <a:pt x="288031" y="92603"/>
                  </a:lnTo>
                  <a:lnTo>
                    <a:pt x="285595" y="87903"/>
                  </a:lnTo>
                  <a:lnTo>
                    <a:pt x="283011" y="83282"/>
                  </a:lnTo>
                  <a:lnTo>
                    <a:pt x="280283" y="78746"/>
                  </a:lnTo>
                  <a:lnTo>
                    <a:pt x="277412" y="74298"/>
                  </a:lnTo>
                  <a:lnTo>
                    <a:pt x="274401" y="69943"/>
                  </a:lnTo>
                  <a:lnTo>
                    <a:pt x="271254" y="65686"/>
                  </a:lnTo>
                  <a:lnTo>
                    <a:pt x="267974" y="61530"/>
                  </a:lnTo>
                  <a:lnTo>
                    <a:pt x="264564" y="57481"/>
                  </a:lnTo>
                  <a:lnTo>
                    <a:pt x="261028" y="53541"/>
                  </a:lnTo>
                  <a:lnTo>
                    <a:pt x="257369" y="49715"/>
                  </a:lnTo>
                  <a:lnTo>
                    <a:pt x="253590" y="46008"/>
                  </a:lnTo>
                  <a:lnTo>
                    <a:pt x="249696" y="42421"/>
                  </a:lnTo>
                  <a:lnTo>
                    <a:pt x="245690" y="38960"/>
                  </a:lnTo>
                  <a:lnTo>
                    <a:pt x="241576" y="35628"/>
                  </a:lnTo>
                  <a:lnTo>
                    <a:pt x="237359" y="32427"/>
                  </a:lnTo>
                  <a:lnTo>
                    <a:pt x="233043" y="29362"/>
                  </a:lnTo>
                  <a:lnTo>
                    <a:pt x="228632" y="26434"/>
                  </a:lnTo>
                  <a:lnTo>
                    <a:pt x="224131" y="23648"/>
                  </a:lnTo>
                  <a:lnTo>
                    <a:pt x="219543" y="21006"/>
                  </a:lnTo>
                  <a:lnTo>
                    <a:pt x="214874" y="18510"/>
                  </a:lnTo>
                  <a:lnTo>
                    <a:pt x="210129" y="16164"/>
                  </a:lnTo>
                  <a:lnTo>
                    <a:pt x="205311" y="13969"/>
                  </a:lnTo>
                  <a:lnTo>
                    <a:pt x="200427" y="11927"/>
                  </a:lnTo>
                  <a:lnTo>
                    <a:pt x="195480" y="10041"/>
                  </a:lnTo>
                  <a:lnTo>
                    <a:pt x="190476" y="8313"/>
                  </a:lnTo>
                  <a:lnTo>
                    <a:pt x="185420" y="6744"/>
                  </a:lnTo>
                  <a:lnTo>
                    <a:pt x="180316" y="5336"/>
                  </a:lnTo>
                  <a:lnTo>
                    <a:pt x="175171" y="4091"/>
                  </a:lnTo>
                  <a:lnTo>
                    <a:pt x="169989" y="3008"/>
                  </a:lnTo>
                  <a:lnTo>
                    <a:pt x="164775" y="2091"/>
                  </a:lnTo>
                  <a:lnTo>
                    <a:pt x="159535" y="1339"/>
                  </a:lnTo>
                  <a:lnTo>
                    <a:pt x="154273" y="753"/>
                  </a:lnTo>
                  <a:lnTo>
                    <a:pt x="148996" y="335"/>
                  </a:lnTo>
                  <a:lnTo>
                    <a:pt x="143708" y="83"/>
                  </a:lnTo>
                  <a:lnTo>
                    <a:pt x="138414" y="0"/>
                  </a:lnTo>
                  <a:lnTo>
                    <a:pt x="13841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7822" y="5018213"/>
              <a:ext cx="898" cy="167167"/>
            </a:xfrm>
            <a:custGeom>
              <a:avLst/>
              <a:pathLst>
                <a:path w="898" h="167167">
                  <a:moveTo>
                    <a:pt x="898" y="0"/>
                  </a:moveTo>
                  <a:lnTo>
                    <a:pt x="0" y="2"/>
                  </a:lnTo>
                  <a:lnTo>
                    <a:pt x="89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7822" y="5018215"/>
              <a:ext cx="898" cy="167165"/>
            </a:xfrm>
            <a:custGeom>
              <a:avLst/>
              <a:pathLst>
                <a:path w="898" h="167165">
                  <a:moveTo>
                    <a:pt x="0" y="0"/>
                  </a:moveTo>
                  <a:lnTo>
                    <a:pt x="898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7822" y="5018215"/>
              <a:ext cx="898" cy="167165"/>
            </a:xfrm>
            <a:custGeom>
              <a:avLst/>
              <a:pathLst>
                <a:path w="898" h="167165">
                  <a:moveTo>
                    <a:pt x="0" y="0"/>
                  </a:moveTo>
                  <a:lnTo>
                    <a:pt x="898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7822" y="5018215"/>
              <a:ext cx="898" cy="167165"/>
            </a:xfrm>
            <a:custGeom>
              <a:avLst/>
              <a:pathLst>
                <a:path w="898" h="167165">
                  <a:moveTo>
                    <a:pt x="0" y="0"/>
                  </a:moveTo>
                  <a:lnTo>
                    <a:pt x="898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7822" y="5018215"/>
              <a:ext cx="898" cy="167165"/>
            </a:xfrm>
            <a:custGeom>
              <a:avLst/>
              <a:pathLst>
                <a:path w="898" h="167165">
                  <a:moveTo>
                    <a:pt x="0" y="0"/>
                  </a:moveTo>
                  <a:lnTo>
                    <a:pt x="898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7822" y="5018215"/>
              <a:ext cx="898" cy="167165"/>
            </a:xfrm>
            <a:custGeom>
              <a:avLst/>
              <a:pathLst>
                <a:path w="898" h="167165">
                  <a:moveTo>
                    <a:pt x="0" y="0"/>
                  </a:moveTo>
                  <a:lnTo>
                    <a:pt x="898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7822" y="5018215"/>
              <a:ext cx="898" cy="167165"/>
            </a:xfrm>
            <a:custGeom>
              <a:avLst/>
              <a:pathLst>
                <a:path w="898" h="167165">
                  <a:moveTo>
                    <a:pt x="0" y="0"/>
                  </a:moveTo>
                  <a:lnTo>
                    <a:pt x="898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7822" y="5018215"/>
              <a:ext cx="898" cy="167165"/>
            </a:xfrm>
            <a:custGeom>
              <a:avLst/>
              <a:pathLst>
                <a:path w="898" h="167165">
                  <a:moveTo>
                    <a:pt x="0" y="0"/>
                  </a:moveTo>
                  <a:lnTo>
                    <a:pt x="898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7822" y="5018215"/>
              <a:ext cx="898" cy="167165"/>
            </a:xfrm>
            <a:custGeom>
              <a:avLst/>
              <a:pathLst>
                <a:path w="898" h="167165">
                  <a:moveTo>
                    <a:pt x="0" y="0"/>
                  </a:moveTo>
                  <a:lnTo>
                    <a:pt x="898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321562" y="5018215"/>
              <a:ext cx="334315" cy="334330"/>
            </a:xfrm>
            <a:custGeom>
              <a:avLst/>
              <a:pathLst>
                <a:path w="334315" h="334330">
                  <a:moveTo>
                    <a:pt x="166259" y="0"/>
                  </a:moveTo>
                  <a:lnTo>
                    <a:pt x="160956" y="112"/>
                  </a:lnTo>
                  <a:lnTo>
                    <a:pt x="155659" y="393"/>
                  </a:lnTo>
                  <a:lnTo>
                    <a:pt x="150374" y="842"/>
                  </a:lnTo>
                  <a:lnTo>
                    <a:pt x="145106" y="1458"/>
                  </a:lnTo>
                  <a:lnTo>
                    <a:pt x="139860" y="2241"/>
                  </a:lnTo>
                  <a:lnTo>
                    <a:pt x="134642" y="3190"/>
                  </a:lnTo>
                  <a:lnTo>
                    <a:pt x="129456" y="4304"/>
                  </a:lnTo>
                  <a:lnTo>
                    <a:pt x="124308" y="5582"/>
                  </a:lnTo>
                  <a:lnTo>
                    <a:pt x="119203" y="7023"/>
                  </a:lnTo>
                  <a:lnTo>
                    <a:pt x="114147" y="8625"/>
                  </a:lnTo>
                  <a:lnTo>
                    <a:pt x="109144" y="10386"/>
                  </a:lnTo>
                  <a:lnTo>
                    <a:pt x="104199" y="12306"/>
                  </a:lnTo>
                  <a:lnTo>
                    <a:pt x="99318" y="14381"/>
                  </a:lnTo>
                  <a:lnTo>
                    <a:pt x="94505" y="16610"/>
                  </a:lnTo>
                  <a:lnTo>
                    <a:pt x="89765" y="18991"/>
                  </a:lnTo>
                  <a:lnTo>
                    <a:pt x="85103" y="21521"/>
                  </a:lnTo>
                  <a:lnTo>
                    <a:pt x="80524" y="24197"/>
                  </a:lnTo>
                  <a:lnTo>
                    <a:pt x="76032" y="27018"/>
                  </a:lnTo>
                  <a:lnTo>
                    <a:pt x="71632" y="29979"/>
                  </a:lnTo>
                  <a:lnTo>
                    <a:pt x="67328" y="33079"/>
                  </a:lnTo>
                  <a:lnTo>
                    <a:pt x="63124" y="36314"/>
                  </a:lnTo>
                  <a:lnTo>
                    <a:pt x="59025" y="39680"/>
                  </a:lnTo>
                  <a:lnTo>
                    <a:pt x="55035" y="43175"/>
                  </a:lnTo>
                  <a:lnTo>
                    <a:pt x="51158" y="46794"/>
                  </a:lnTo>
                  <a:lnTo>
                    <a:pt x="47397" y="50535"/>
                  </a:lnTo>
                  <a:lnTo>
                    <a:pt x="43758" y="54393"/>
                  </a:lnTo>
                  <a:lnTo>
                    <a:pt x="40242" y="58365"/>
                  </a:lnTo>
                  <a:lnTo>
                    <a:pt x="36854" y="62446"/>
                  </a:lnTo>
                  <a:lnTo>
                    <a:pt x="33597" y="66633"/>
                  </a:lnTo>
                  <a:lnTo>
                    <a:pt x="30475" y="70920"/>
                  </a:lnTo>
                  <a:lnTo>
                    <a:pt x="27491" y="75305"/>
                  </a:lnTo>
                  <a:lnTo>
                    <a:pt x="24647" y="79782"/>
                  </a:lnTo>
                  <a:lnTo>
                    <a:pt x="21946" y="84348"/>
                  </a:lnTo>
                  <a:lnTo>
                    <a:pt x="19392" y="88996"/>
                  </a:lnTo>
                  <a:lnTo>
                    <a:pt x="16986" y="93723"/>
                  </a:lnTo>
                  <a:lnTo>
                    <a:pt x="14732" y="98525"/>
                  </a:lnTo>
                  <a:lnTo>
                    <a:pt x="12631" y="103395"/>
                  </a:lnTo>
                  <a:lnTo>
                    <a:pt x="10686" y="108329"/>
                  </a:lnTo>
                  <a:lnTo>
                    <a:pt x="8898" y="113323"/>
                  </a:lnTo>
                  <a:lnTo>
                    <a:pt x="7270" y="118371"/>
                  </a:lnTo>
                  <a:lnTo>
                    <a:pt x="5802" y="123468"/>
                  </a:lnTo>
                  <a:lnTo>
                    <a:pt x="4497" y="128609"/>
                  </a:lnTo>
                  <a:lnTo>
                    <a:pt x="3356" y="133789"/>
                  </a:lnTo>
                  <a:lnTo>
                    <a:pt x="2379" y="139002"/>
                  </a:lnTo>
                  <a:lnTo>
                    <a:pt x="1569" y="144244"/>
                  </a:lnTo>
                  <a:lnTo>
                    <a:pt x="925" y="149509"/>
                  </a:lnTo>
                  <a:lnTo>
                    <a:pt x="449" y="154792"/>
                  </a:lnTo>
                  <a:lnTo>
                    <a:pt x="140" y="160087"/>
                  </a:lnTo>
                  <a:lnTo>
                    <a:pt x="0" y="165389"/>
                  </a:lnTo>
                  <a:lnTo>
                    <a:pt x="27" y="170693"/>
                  </a:lnTo>
                  <a:lnTo>
                    <a:pt x="223" y="175994"/>
                  </a:lnTo>
                  <a:lnTo>
                    <a:pt x="588" y="181285"/>
                  </a:lnTo>
                  <a:lnTo>
                    <a:pt x="1119" y="186563"/>
                  </a:lnTo>
                  <a:lnTo>
                    <a:pt x="1818" y="191821"/>
                  </a:lnTo>
                  <a:lnTo>
                    <a:pt x="2684" y="197054"/>
                  </a:lnTo>
                  <a:lnTo>
                    <a:pt x="3715" y="202257"/>
                  </a:lnTo>
                  <a:lnTo>
                    <a:pt x="4910" y="207424"/>
                  </a:lnTo>
                  <a:lnTo>
                    <a:pt x="6269" y="212551"/>
                  </a:lnTo>
                  <a:lnTo>
                    <a:pt x="7790" y="217633"/>
                  </a:lnTo>
                  <a:lnTo>
                    <a:pt x="9472" y="222663"/>
                  </a:lnTo>
                  <a:lnTo>
                    <a:pt x="11312" y="227638"/>
                  </a:lnTo>
                  <a:lnTo>
                    <a:pt x="13309" y="232552"/>
                  </a:lnTo>
                  <a:lnTo>
                    <a:pt x="15461" y="237400"/>
                  </a:lnTo>
                  <a:lnTo>
                    <a:pt x="17765" y="242177"/>
                  </a:lnTo>
                  <a:lnTo>
                    <a:pt x="20220" y="246879"/>
                  </a:lnTo>
                  <a:lnTo>
                    <a:pt x="22823" y="251500"/>
                  </a:lnTo>
                  <a:lnTo>
                    <a:pt x="25571" y="256037"/>
                  </a:lnTo>
                  <a:lnTo>
                    <a:pt x="28462" y="260484"/>
                  </a:lnTo>
                  <a:lnTo>
                    <a:pt x="31492" y="264837"/>
                  </a:lnTo>
                  <a:lnTo>
                    <a:pt x="34659" y="269092"/>
                  </a:lnTo>
                  <a:lnTo>
                    <a:pt x="37960" y="273244"/>
                  </a:lnTo>
                  <a:lnTo>
                    <a:pt x="41390" y="277290"/>
                  </a:lnTo>
                  <a:lnTo>
                    <a:pt x="44947" y="281224"/>
                  </a:lnTo>
                  <a:lnTo>
                    <a:pt x="48627" y="285044"/>
                  </a:lnTo>
                  <a:lnTo>
                    <a:pt x="52427" y="288745"/>
                  </a:lnTo>
                  <a:lnTo>
                    <a:pt x="56342" y="292324"/>
                  </a:lnTo>
                  <a:lnTo>
                    <a:pt x="60368" y="295776"/>
                  </a:lnTo>
                  <a:lnTo>
                    <a:pt x="64502" y="299100"/>
                  </a:lnTo>
                  <a:lnTo>
                    <a:pt x="68740" y="302290"/>
                  </a:lnTo>
                  <a:lnTo>
                    <a:pt x="73076" y="305344"/>
                  </a:lnTo>
                  <a:lnTo>
                    <a:pt x="77507" y="308259"/>
                  </a:lnTo>
                  <a:lnTo>
                    <a:pt x="82029" y="311033"/>
                  </a:lnTo>
                  <a:lnTo>
                    <a:pt x="86636" y="313661"/>
                  </a:lnTo>
                  <a:lnTo>
                    <a:pt x="91324" y="316142"/>
                  </a:lnTo>
                  <a:lnTo>
                    <a:pt x="96088" y="318473"/>
                  </a:lnTo>
                  <a:lnTo>
                    <a:pt x="100925" y="320651"/>
                  </a:lnTo>
                  <a:lnTo>
                    <a:pt x="105827" y="322675"/>
                  </a:lnTo>
                  <a:lnTo>
                    <a:pt x="110792" y="324543"/>
                  </a:lnTo>
                  <a:lnTo>
                    <a:pt x="115813" y="326252"/>
                  </a:lnTo>
                  <a:lnTo>
                    <a:pt x="120886" y="327800"/>
                  </a:lnTo>
                  <a:lnTo>
                    <a:pt x="126005" y="329188"/>
                  </a:lnTo>
                  <a:lnTo>
                    <a:pt x="131166" y="330412"/>
                  </a:lnTo>
                  <a:lnTo>
                    <a:pt x="136364" y="331471"/>
                  </a:lnTo>
                  <a:lnTo>
                    <a:pt x="141592" y="332365"/>
                  </a:lnTo>
                  <a:lnTo>
                    <a:pt x="146846" y="333093"/>
                  </a:lnTo>
                  <a:lnTo>
                    <a:pt x="152120" y="333654"/>
                  </a:lnTo>
                  <a:lnTo>
                    <a:pt x="157410" y="334048"/>
                  </a:lnTo>
                  <a:lnTo>
                    <a:pt x="162709" y="334273"/>
                  </a:lnTo>
                  <a:lnTo>
                    <a:pt x="168013" y="334330"/>
                  </a:lnTo>
                  <a:lnTo>
                    <a:pt x="173316" y="334219"/>
                  </a:lnTo>
                  <a:lnTo>
                    <a:pt x="178612" y="333939"/>
                  </a:lnTo>
                  <a:lnTo>
                    <a:pt x="183898" y="333492"/>
                  </a:lnTo>
                  <a:lnTo>
                    <a:pt x="189166" y="332877"/>
                  </a:lnTo>
                  <a:lnTo>
                    <a:pt x="194412" y="332095"/>
                  </a:lnTo>
                  <a:lnTo>
                    <a:pt x="199631" y="331148"/>
                  </a:lnTo>
                  <a:lnTo>
                    <a:pt x="204817" y="330035"/>
                  </a:lnTo>
                  <a:lnTo>
                    <a:pt x="209965" y="328758"/>
                  </a:lnTo>
                  <a:lnTo>
                    <a:pt x="215070" y="327319"/>
                  </a:lnTo>
                  <a:lnTo>
                    <a:pt x="220127" y="325718"/>
                  </a:lnTo>
                  <a:lnTo>
                    <a:pt x="225130" y="323958"/>
                  </a:lnTo>
                  <a:lnTo>
                    <a:pt x="230076" y="322040"/>
                  </a:lnTo>
                  <a:lnTo>
                    <a:pt x="234957" y="319965"/>
                  </a:lnTo>
                  <a:lnTo>
                    <a:pt x="239771" y="317738"/>
                  </a:lnTo>
                  <a:lnTo>
                    <a:pt x="244511" y="315358"/>
                  </a:lnTo>
                  <a:lnTo>
                    <a:pt x="249174" y="312829"/>
                  </a:lnTo>
                  <a:lnTo>
                    <a:pt x="253754" y="310154"/>
                  </a:lnTo>
                  <a:lnTo>
                    <a:pt x="258247" y="307335"/>
                  </a:lnTo>
                  <a:lnTo>
                    <a:pt x="262648" y="304374"/>
                  </a:lnTo>
                  <a:lnTo>
                    <a:pt x="266953" y="301276"/>
                  </a:lnTo>
                  <a:lnTo>
                    <a:pt x="271157" y="298042"/>
                  </a:lnTo>
                  <a:lnTo>
                    <a:pt x="275257" y="294677"/>
                  </a:lnTo>
                  <a:lnTo>
                    <a:pt x="279248" y="291183"/>
                  </a:lnTo>
                  <a:lnTo>
                    <a:pt x="283126" y="287565"/>
                  </a:lnTo>
                  <a:lnTo>
                    <a:pt x="286887" y="283825"/>
                  </a:lnTo>
                  <a:lnTo>
                    <a:pt x="290528" y="279968"/>
                  </a:lnTo>
                  <a:lnTo>
                    <a:pt x="294045" y="275997"/>
                  </a:lnTo>
                  <a:lnTo>
                    <a:pt x="297434" y="271917"/>
                  </a:lnTo>
                  <a:lnTo>
                    <a:pt x="300692" y="267731"/>
                  </a:lnTo>
                  <a:lnTo>
                    <a:pt x="303815" y="263444"/>
                  </a:lnTo>
                  <a:lnTo>
                    <a:pt x="306801" y="259060"/>
                  </a:lnTo>
                  <a:lnTo>
                    <a:pt x="309646" y="254584"/>
                  </a:lnTo>
                  <a:lnTo>
                    <a:pt x="312347" y="250019"/>
                  </a:lnTo>
                  <a:lnTo>
                    <a:pt x="314903" y="245371"/>
                  </a:lnTo>
                  <a:lnTo>
                    <a:pt x="317310" y="240645"/>
                  </a:lnTo>
                  <a:lnTo>
                    <a:pt x="319565" y="235844"/>
                  </a:lnTo>
                  <a:lnTo>
                    <a:pt x="321667" y="230974"/>
                  </a:lnTo>
                  <a:lnTo>
                    <a:pt x="323614" y="226040"/>
                  </a:lnTo>
                  <a:lnTo>
                    <a:pt x="325403" y="221047"/>
                  </a:lnTo>
                  <a:lnTo>
                    <a:pt x="327033" y="215999"/>
                  </a:lnTo>
                  <a:lnTo>
                    <a:pt x="328502" y="210903"/>
                  </a:lnTo>
                  <a:lnTo>
                    <a:pt x="329808" y="205762"/>
                  </a:lnTo>
                  <a:lnTo>
                    <a:pt x="330951" y="200582"/>
                  </a:lnTo>
                  <a:lnTo>
                    <a:pt x="331928" y="195369"/>
                  </a:lnTo>
                  <a:lnTo>
                    <a:pt x="332740" y="190128"/>
                  </a:lnTo>
                  <a:lnTo>
                    <a:pt x="333385" y="184863"/>
                  </a:lnTo>
                  <a:lnTo>
                    <a:pt x="333863" y="179580"/>
                  </a:lnTo>
                  <a:lnTo>
                    <a:pt x="334173" y="174285"/>
                  </a:lnTo>
                  <a:lnTo>
                    <a:pt x="334315" y="168983"/>
                  </a:lnTo>
                  <a:lnTo>
                    <a:pt x="334289" y="163679"/>
                  </a:lnTo>
                  <a:lnTo>
                    <a:pt x="334094" y="158379"/>
                  </a:lnTo>
                  <a:lnTo>
                    <a:pt x="333731" y="153087"/>
                  </a:lnTo>
                  <a:lnTo>
                    <a:pt x="333201" y="147809"/>
                  </a:lnTo>
                  <a:lnTo>
                    <a:pt x="332503" y="142551"/>
                  </a:lnTo>
                  <a:lnTo>
                    <a:pt x="331639" y="137318"/>
                  </a:lnTo>
                  <a:lnTo>
                    <a:pt x="330609" y="132115"/>
                  </a:lnTo>
                  <a:lnTo>
                    <a:pt x="329415" y="126947"/>
                  </a:lnTo>
                  <a:lnTo>
                    <a:pt x="328057" y="121820"/>
                  </a:lnTo>
                  <a:lnTo>
                    <a:pt x="326538" y="116738"/>
                  </a:lnTo>
                  <a:lnTo>
                    <a:pt x="324858" y="111707"/>
                  </a:lnTo>
                  <a:lnTo>
                    <a:pt x="323019" y="106732"/>
                  </a:lnTo>
                  <a:lnTo>
                    <a:pt x="321023" y="101817"/>
                  </a:lnTo>
                  <a:lnTo>
                    <a:pt x="318873" y="96969"/>
                  </a:lnTo>
                  <a:lnTo>
                    <a:pt x="316569" y="92191"/>
                  </a:lnTo>
                  <a:lnTo>
                    <a:pt x="314116" y="87488"/>
                  </a:lnTo>
                  <a:lnTo>
                    <a:pt x="311514" y="82866"/>
                  </a:lnTo>
                  <a:lnTo>
                    <a:pt x="308767" y="78329"/>
                  </a:lnTo>
                  <a:lnTo>
                    <a:pt x="305877" y="73881"/>
                  </a:lnTo>
                  <a:lnTo>
                    <a:pt x="302848" y="69527"/>
                  </a:lnTo>
                  <a:lnTo>
                    <a:pt x="299682" y="65271"/>
                  </a:lnTo>
                  <a:lnTo>
                    <a:pt x="296383" y="61118"/>
                  </a:lnTo>
                  <a:lnTo>
                    <a:pt x="292953" y="57072"/>
                  </a:lnTo>
                  <a:lnTo>
                    <a:pt x="289397" y="53136"/>
                  </a:lnTo>
                  <a:lnTo>
                    <a:pt x="285718" y="49316"/>
                  </a:lnTo>
                  <a:lnTo>
                    <a:pt x="281920" y="45614"/>
                  </a:lnTo>
                  <a:lnTo>
                    <a:pt x="278006" y="42034"/>
                  </a:lnTo>
                  <a:lnTo>
                    <a:pt x="273980" y="38580"/>
                  </a:lnTo>
                  <a:lnTo>
                    <a:pt x="269847" y="35256"/>
                  </a:lnTo>
                  <a:lnTo>
                    <a:pt x="265610" y="32065"/>
                  </a:lnTo>
                  <a:lnTo>
                    <a:pt x="261275" y="29009"/>
                  </a:lnTo>
                  <a:lnTo>
                    <a:pt x="256844" y="26093"/>
                  </a:lnTo>
                  <a:lnTo>
                    <a:pt x="252324" y="23319"/>
                  </a:lnTo>
                  <a:lnTo>
                    <a:pt x="247717" y="20689"/>
                  </a:lnTo>
                  <a:lnTo>
                    <a:pt x="243030" y="18207"/>
                  </a:lnTo>
                  <a:lnTo>
                    <a:pt x="238266" y="15875"/>
                  </a:lnTo>
                  <a:lnTo>
                    <a:pt x="233430" y="13695"/>
                  </a:lnTo>
                  <a:lnTo>
                    <a:pt x="228528" y="11670"/>
                  </a:lnTo>
                  <a:lnTo>
                    <a:pt x="223564" y="9801"/>
                  </a:lnTo>
                  <a:lnTo>
                    <a:pt x="218543" y="8091"/>
                  </a:lnTo>
                  <a:lnTo>
                    <a:pt x="213471" y="6541"/>
                  </a:lnTo>
                  <a:lnTo>
                    <a:pt x="208352" y="5152"/>
                  </a:lnTo>
                  <a:lnTo>
                    <a:pt x="203191" y="3927"/>
                  </a:lnTo>
                  <a:lnTo>
                    <a:pt x="197994" y="2866"/>
                  </a:lnTo>
                  <a:lnTo>
                    <a:pt x="192766" y="1970"/>
                  </a:lnTo>
                  <a:lnTo>
                    <a:pt x="187512" y="1241"/>
                  </a:lnTo>
                  <a:lnTo>
                    <a:pt x="182238" y="679"/>
                  </a:lnTo>
                  <a:lnTo>
                    <a:pt x="176949" y="284"/>
                  </a:lnTo>
                  <a:lnTo>
                    <a:pt x="171649" y="57"/>
                  </a:lnTo>
                  <a:lnTo>
                    <a:pt x="167158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8720" y="5018213"/>
              <a:ext cx="4491" cy="167167"/>
            </a:xfrm>
            <a:custGeom>
              <a:avLst/>
              <a:pathLst>
                <a:path w="4491" h="167167">
                  <a:moveTo>
                    <a:pt x="4491" y="6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797336" y="5269756"/>
              <a:ext cx="167164" cy="259409"/>
            </a:xfrm>
            <a:custGeom>
              <a:avLst/>
              <a:pathLst>
                <a:path w="167164" h="259409">
                  <a:moveTo>
                    <a:pt x="167164" y="0"/>
                  </a:moveTo>
                  <a:lnTo>
                    <a:pt x="161788" y="86"/>
                  </a:lnTo>
                  <a:lnTo>
                    <a:pt x="156417" y="345"/>
                  </a:lnTo>
                  <a:lnTo>
                    <a:pt x="151057" y="777"/>
                  </a:lnTo>
                  <a:lnTo>
                    <a:pt x="145713" y="1382"/>
                  </a:lnTo>
                  <a:lnTo>
                    <a:pt x="140392" y="2157"/>
                  </a:lnTo>
                  <a:lnTo>
                    <a:pt x="135099" y="3104"/>
                  </a:lnTo>
                  <a:lnTo>
                    <a:pt x="129839" y="4220"/>
                  </a:lnTo>
                  <a:lnTo>
                    <a:pt x="124617" y="5505"/>
                  </a:lnTo>
                  <a:lnTo>
                    <a:pt x="119440" y="6957"/>
                  </a:lnTo>
                  <a:lnTo>
                    <a:pt x="114311" y="8575"/>
                  </a:lnTo>
                  <a:lnTo>
                    <a:pt x="109238" y="10357"/>
                  </a:lnTo>
                  <a:lnTo>
                    <a:pt x="104224" y="12301"/>
                  </a:lnTo>
                  <a:lnTo>
                    <a:pt x="99276" y="14405"/>
                  </a:lnTo>
                  <a:lnTo>
                    <a:pt x="94398" y="16668"/>
                  </a:lnTo>
                  <a:lnTo>
                    <a:pt x="89595" y="19086"/>
                  </a:lnTo>
                  <a:lnTo>
                    <a:pt x="84872" y="21658"/>
                  </a:lnTo>
                  <a:lnTo>
                    <a:pt x="80235" y="24380"/>
                  </a:lnTo>
                  <a:lnTo>
                    <a:pt x="75687" y="27250"/>
                  </a:lnTo>
                  <a:lnTo>
                    <a:pt x="71234" y="30264"/>
                  </a:lnTo>
                  <a:lnTo>
                    <a:pt x="66881" y="33420"/>
                  </a:lnTo>
                  <a:lnTo>
                    <a:pt x="62631" y="36715"/>
                  </a:lnTo>
                  <a:lnTo>
                    <a:pt x="58489" y="40145"/>
                  </a:lnTo>
                  <a:lnTo>
                    <a:pt x="54460" y="43706"/>
                  </a:lnTo>
                  <a:lnTo>
                    <a:pt x="50547" y="47395"/>
                  </a:lnTo>
                  <a:lnTo>
                    <a:pt x="46755" y="51207"/>
                  </a:lnTo>
                  <a:lnTo>
                    <a:pt x="43088" y="55140"/>
                  </a:lnTo>
                  <a:lnTo>
                    <a:pt x="39549" y="59189"/>
                  </a:lnTo>
                  <a:lnTo>
                    <a:pt x="36142" y="63349"/>
                  </a:lnTo>
                  <a:lnTo>
                    <a:pt x="32871" y="67617"/>
                  </a:lnTo>
                  <a:lnTo>
                    <a:pt x="29739" y="71988"/>
                  </a:lnTo>
                  <a:lnTo>
                    <a:pt x="26748" y="76457"/>
                  </a:lnTo>
                  <a:lnTo>
                    <a:pt x="23903" y="81020"/>
                  </a:lnTo>
                  <a:lnTo>
                    <a:pt x="21207" y="85673"/>
                  </a:lnTo>
                  <a:lnTo>
                    <a:pt x="18661" y="90409"/>
                  </a:lnTo>
                  <a:lnTo>
                    <a:pt x="16269" y="95225"/>
                  </a:lnTo>
                  <a:lnTo>
                    <a:pt x="14033" y="100116"/>
                  </a:lnTo>
                  <a:lnTo>
                    <a:pt x="11956" y="105076"/>
                  </a:lnTo>
                  <a:lnTo>
                    <a:pt x="10039" y="110100"/>
                  </a:lnTo>
                  <a:lnTo>
                    <a:pt x="8285" y="115183"/>
                  </a:lnTo>
                  <a:lnTo>
                    <a:pt x="6695" y="120320"/>
                  </a:lnTo>
                  <a:lnTo>
                    <a:pt x="5272" y="125505"/>
                  </a:lnTo>
                  <a:lnTo>
                    <a:pt x="4015" y="130734"/>
                  </a:lnTo>
                  <a:lnTo>
                    <a:pt x="2928" y="136000"/>
                  </a:lnTo>
                  <a:lnTo>
                    <a:pt x="2011" y="141299"/>
                  </a:lnTo>
                  <a:lnTo>
                    <a:pt x="1264" y="146624"/>
                  </a:lnTo>
                  <a:lnTo>
                    <a:pt x="689" y="151970"/>
                  </a:lnTo>
                  <a:lnTo>
                    <a:pt x="287" y="157333"/>
                  </a:lnTo>
                  <a:lnTo>
                    <a:pt x="57" y="162705"/>
                  </a:lnTo>
                  <a:lnTo>
                    <a:pt x="0" y="168082"/>
                  </a:lnTo>
                  <a:lnTo>
                    <a:pt x="115" y="173458"/>
                  </a:lnTo>
                  <a:lnTo>
                    <a:pt x="404" y="178828"/>
                  </a:lnTo>
                  <a:lnTo>
                    <a:pt x="866" y="184185"/>
                  </a:lnTo>
                  <a:lnTo>
                    <a:pt x="1499" y="189525"/>
                  </a:lnTo>
                  <a:lnTo>
                    <a:pt x="2304" y="194842"/>
                  </a:lnTo>
                  <a:lnTo>
                    <a:pt x="3279" y="200130"/>
                  </a:lnTo>
                  <a:lnTo>
                    <a:pt x="4424" y="205384"/>
                  </a:lnTo>
                  <a:lnTo>
                    <a:pt x="5738" y="210599"/>
                  </a:lnTo>
                  <a:lnTo>
                    <a:pt x="7218" y="215768"/>
                  </a:lnTo>
                  <a:lnTo>
                    <a:pt x="8864" y="220888"/>
                  </a:lnTo>
                  <a:lnTo>
                    <a:pt x="10674" y="225951"/>
                  </a:lnTo>
                  <a:lnTo>
                    <a:pt x="12645" y="230954"/>
                  </a:lnTo>
                  <a:lnTo>
                    <a:pt x="14777" y="235891"/>
                  </a:lnTo>
                  <a:lnTo>
                    <a:pt x="17066" y="240757"/>
                  </a:lnTo>
                  <a:lnTo>
                    <a:pt x="19511" y="245546"/>
                  </a:lnTo>
                  <a:lnTo>
                    <a:pt x="22108" y="250255"/>
                  </a:lnTo>
                  <a:lnTo>
                    <a:pt x="24855" y="254877"/>
                  </a:lnTo>
                  <a:lnTo>
                    <a:pt x="27750" y="259409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825087" y="5269756"/>
              <a:ext cx="306563" cy="334334"/>
            </a:xfrm>
            <a:custGeom>
              <a:avLst/>
              <a:pathLst>
                <a:path w="306563" h="334334">
                  <a:moveTo>
                    <a:pt x="0" y="259409"/>
                  </a:moveTo>
                  <a:lnTo>
                    <a:pt x="2998" y="263788"/>
                  </a:lnTo>
                  <a:lnTo>
                    <a:pt x="6134" y="268071"/>
                  </a:lnTo>
                  <a:lnTo>
                    <a:pt x="9405" y="272251"/>
                  </a:lnTo>
                  <a:lnTo>
                    <a:pt x="12807" y="276326"/>
                  </a:lnTo>
                  <a:lnTo>
                    <a:pt x="16336" y="280290"/>
                  </a:lnTo>
                  <a:lnTo>
                    <a:pt x="19990" y="284140"/>
                  </a:lnTo>
                  <a:lnTo>
                    <a:pt x="23763" y="287873"/>
                  </a:lnTo>
                  <a:lnTo>
                    <a:pt x="27654" y="291484"/>
                  </a:lnTo>
                  <a:lnTo>
                    <a:pt x="31657" y="294969"/>
                  </a:lnTo>
                  <a:lnTo>
                    <a:pt x="35769" y="298326"/>
                  </a:lnTo>
                  <a:lnTo>
                    <a:pt x="39985" y="301550"/>
                  </a:lnTo>
                  <a:lnTo>
                    <a:pt x="44301" y="304639"/>
                  </a:lnTo>
                  <a:lnTo>
                    <a:pt x="48714" y="307589"/>
                  </a:lnTo>
                  <a:lnTo>
                    <a:pt x="53217" y="310398"/>
                  </a:lnTo>
                  <a:lnTo>
                    <a:pt x="57808" y="313062"/>
                  </a:lnTo>
                  <a:lnTo>
                    <a:pt x="62481" y="315580"/>
                  </a:lnTo>
                  <a:lnTo>
                    <a:pt x="67232" y="317947"/>
                  </a:lnTo>
                  <a:lnTo>
                    <a:pt x="72055" y="320163"/>
                  </a:lnTo>
                  <a:lnTo>
                    <a:pt x="76946" y="322224"/>
                  </a:lnTo>
                  <a:lnTo>
                    <a:pt x="81900" y="324129"/>
                  </a:lnTo>
                  <a:lnTo>
                    <a:pt x="86912" y="325876"/>
                  </a:lnTo>
                  <a:lnTo>
                    <a:pt x="91977" y="327463"/>
                  </a:lnTo>
                  <a:lnTo>
                    <a:pt x="97090" y="328888"/>
                  </a:lnTo>
                  <a:lnTo>
                    <a:pt x="102246" y="330150"/>
                  </a:lnTo>
                  <a:lnTo>
                    <a:pt x="107439" y="331248"/>
                  </a:lnTo>
                  <a:lnTo>
                    <a:pt x="112664" y="332180"/>
                  </a:lnTo>
                  <a:lnTo>
                    <a:pt x="117917" y="332946"/>
                  </a:lnTo>
                  <a:lnTo>
                    <a:pt x="123190" y="333545"/>
                  </a:lnTo>
                  <a:lnTo>
                    <a:pt x="128481" y="333976"/>
                  </a:lnTo>
                  <a:lnTo>
                    <a:pt x="133782" y="334239"/>
                  </a:lnTo>
                  <a:lnTo>
                    <a:pt x="139089" y="334334"/>
                  </a:lnTo>
                  <a:lnTo>
                    <a:pt x="144396" y="334260"/>
                  </a:lnTo>
                  <a:lnTo>
                    <a:pt x="149699" y="334018"/>
                  </a:lnTo>
                  <a:lnTo>
                    <a:pt x="154991" y="333607"/>
                  </a:lnTo>
                  <a:lnTo>
                    <a:pt x="160267" y="333029"/>
                  </a:lnTo>
                  <a:lnTo>
                    <a:pt x="165522" y="332283"/>
                  </a:lnTo>
                  <a:lnTo>
                    <a:pt x="170751" y="331371"/>
                  </a:lnTo>
                  <a:lnTo>
                    <a:pt x="175948" y="330293"/>
                  </a:lnTo>
                  <a:lnTo>
                    <a:pt x="181109" y="329051"/>
                  </a:lnTo>
                  <a:lnTo>
                    <a:pt x="186227" y="327646"/>
                  </a:lnTo>
                  <a:lnTo>
                    <a:pt x="191298" y="326079"/>
                  </a:lnTo>
                  <a:lnTo>
                    <a:pt x="196317" y="324351"/>
                  </a:lnTo>
                  <a:lnTo>
                    <a:pt x="201279" y="322466"/>
                  </a:lnTo>
                  <a:lnTo>
                    <a:pt x="206178" y="320423"/>
                  </a:lnTo>
                  <a:lnTo>
                    <a:pt x="211010" y="318227"/>
                  </a:lnTo>
                  <a:lnTo>
                    <a:pt x="215769" y="315877"/>
                  </a:lnTo>
                  <a:lnTo>
                    <a:pt x="220452" y="313378"/>
                  </a:lnTo>
                  <a:lnTo>
                    <a:pt x="225053" y="310732"/>
                  </a:lnTo>
                  <a:lnTo>
                    <a:pt x="229568" y="307941"/>
                  </a:lnTo>
                  <a:lnTo>
                    <a:pt x="233992" y="305008"/>
                  </a:lnTo>
                  <a:lnTo>
                    <a:pt x="238320" y="301935"/>
                  </a:lnTo>
                  <a:lnTo>
                    <a:pt x="242549" y="298727"/>
                  </a:lnTo>
                  <a:lnTo>
                    <a:pt x="246673" y="295387"/>
                  </a:lnTo>
                  <a:lnTo>
                    <a:pt x="250690" y="291917"/>
                  </a:lnTo>
                  <a:lnTo>
                    <a:pt x="254594" y="288321"/>
                  </a:lnTo>
                  <a:lnTo>
                    <a:pt x="258383" y="284604"/>
                  </a:lnTo>
                  <a:lnTo>
                    <a:pt x="262051" y="280767"/>
                  </a:lnTo>
                  <a:lnTo>
                    <a:pt x="265596" y="276817"/>
                  </a:lnTo>
                  <a:lnTo>
                    <a:pt x="269013" y="272756"/>
                  </a:lnTo>
                  <a:lnTo>
                    <a:pt x="272300" y="268588"/>
                  </a:lnTo>
                  <a:lnTo>
                    <a:pt x="275453" y="264318"/>
                  </a:lnTo>
                  <a:lnTo>
                    <a:pt x="278469" y="259950"/>
                  </a:lnTo>
                  <a:lnTo>
                    <a:pt x="281344" y="255489"/>
                  </a:lnTo>
                  <a:lnTo>
                    <a:pt x="284077" y="250938"/>
                  </a:lnTo>
                  <a:lnTo>
                    <a:pt x="286663" y="246303"/>
                  </a:lnTo>
                  <a:lnTo>
                    <a:pt x="289102" y="241589"/>
                  </a:lnTo>
                  <a:lnTo>
                    <a:pt x="291389" y="236799"/>
                  </a:lnTo>
                  <a:lnTo>
                    <a:pt x="293523" y="231939"/>
                  </a:lnTo>
                  <a:lnTo>
                    <a:pt x="295501" y="227014"/>
                  </a:lnTo>
                  <a:lnTo>
                    <a:pt x="297323" y="222028"/>
                  </a:lnTo>
                  <a:lnTo>
                    <a:pt x="298985" y="216987"/>
                  </a:lnTo>
                  <a:lnTo>
                    <a:pt x="300486" y="211896"/>
                  </a:lnTo>
                  <a:lnTo>
                    <a:pt x="301825" y="206760"/>
                  </a:lnTo>
                  <a:lnTo>
                    <a:pt x="303000" y="201584"/>
                  </a:lnTo>
                  <a:lnTo>
                    <a:pt x="304010" y="196373"/>
                  </a:lnTo>
                  <a:lnTo>
                    <a:pt x="304855" y="191133"/>
                  </a:lnTo>
                  <a:lnTo>
                    <a:pt x="305532" y="185868"/>
                  </a:lnTo>
                  <a:lnTo>
                    <a:pt x="306042" y="180585"/>
                  </a:lnTo>
                  <a:lnTo>
                    <a:pt x="306384" y="175288"/>
                  </a:lnTo>
                  <a:lnTo>
                    <a:pt x="306558" y="169983"/>
                  </a:lnTo>
                  <a:lnTo>
                    <a:pt x="306563" y="164675"/>
                  </a:lnTo>
                  <a:lnTo>
                    <a:pt x="306399" y="159370"/>
                  </a:lnTo>
                  <a:lnTo>
                    <a:pt x="306068" y="154073"/>
                  </a:lnTo>
                  <a:lnTo>
                    <a:pt x="305568" y="148788"/>
                  </a:lnTo>
                  <a:lnTo>
                    <a:pt x="304901" y="143523"/>
                  </a:lnTo>
                  <a:lnTo>
                    <a:pt x="304067" y="138281"/>
                  </a:lnTo>
                  <a:lnTo>
                    <a:pt x="303067" y="133068"/>
                  </a:lnTo>
                  <a:lnTo>
                    <a:pt x="301902" y="127890"/>
                  </a:lnTo>
                  <a:lnTo>
                    <a:pt x="300573" y="122751"/>
                  </a:lnTo>
                  <a:lnTo>
                    <a:pt x="299081" y="117657"/>
                  </a:lnTo>
                  <a:lnTo>
                    <a:pt x="297429" y="112613"/>
                  </a:lnTo>
                  <a:lnTo>
                    <a:pt x="295617" y="107624"/>
                  </a:lnTo>
                  <a:lnTo>
                    <a:pt x="293648" y="102695"/>
                  </a:lnTo>
                  <a:lnTo>
                    <a:pt x="291524" y="97831"/>
                  </a:lnTo>
                  <a:lnTo>
                    <a:pt x="289246" y="93036"/>
                  </a:lnTo>
                  <a:lnTo>
                    <a:pt x="286817" y="88317"/>
                  </a:lnTo>
                  <a:lnTo>
                    <a:pt x="284239" y="83677"/>
                  </a:lnTo>
                  <a:lnTo>
                    <a:pt x="281516" y="79121"/>
                  </a:lnTo>
                  <a:lnTo>
                    <a:pt x="278649" y="74654"/>
                  </a:lnTo>
                  <a:lnTo>
                    <a:pt x="275642" y="70281"/>
                  </a:lnTo>
                  <a:lnTo>
                    <a:pt x="272497" y="66004"/>
                  </a:lnTo>
                  <a:lnTo>
                    <a:pt x="269218" y="61830"/>
                  </a:lnTo>
                  <a:lnTo>
                    <a:pt x="265809" y="57763"/>
                  </a:lnTo>
                  <a:lnTo>
                    <a:pt x="262272" y="53805"/>
                  </a:lnTo>
                  <a:lnTo>
                    <a:pt x="258611" y="49962"/>
                  </a:lnTo>
                  <a:lnTo>
                    <a:pt x="254830" y="46237"/>
                  </a:lnTo>
                  <a:lnTo>
                    <a:pt x="250932" y="42633"/>
                  </a:lnTo>
                  <a:lnTo>
                    <a:pt x="246922" y="39156"/>
                  </a:lnTo>
                  <a:lnTo>
                    <a:pt x="242804" y="35807"/>
                  </a:lnTo>
                  <a:lnTo>
                    <a:pt x="238582" y="32591"/>
                  </a:lnTo>
                  <a:lnTo>
                    <a:pt x="234259" y="29510"/>
                  </a:lnTo>
                  <a:lnTo>
                    <a:pt x="229841" y="26569"/>
                  </a:lnTo>
                  <a:lnTo>
                    <a:pt x="225332" y="23769"/>
                  </a:lnTo>
                  <a:lnTo>
                    <a:pt x="220736" y="21113"/>
                  </a:lnTo>
                  <a:lnTo>
                    <a:pt x="216058" y="18605"/>
                  </a:lnTo>
                  <a:lnTo>
                    <a:pt x="211303" y="16247"/>
                  </a:lnTo>
                  <a:lnTo>
                    <a:pt x="206476" y="14041"/>
                  </a:lnTo>
                  <a:lnTo>
                    <a:pt x="201580" y="11989"/>
                  </a:lnTo>
                  <a:lnTo>
                    <a:pt x="196622" y="10093"/>
                  </a:lnTo>
                  <a:lnTo>
                    <a:pt x="191607" y="8356"/>
                  </a:lnTo>
                  <a:lnTo>
                    <a:pt x="186539" y="6779"/>
                  </a:lnTo>
                  <a:lnTo>
                    <a:pt x="181423" y="5364"/>
                  </a:lnTo>
                  <a:lnTo>
                    <a:pt x="176265" y="4112"/>
                  </a:lnTo>
                  <a:lnTo>
                    <a:pt x="171070" y="3024"/>
                  </a:lnTo>
                  <a:lnTo>
                    <a:pt x="165843" y="2102"/>
                  </a:lnTo>
                  <a:lnTo>
                    <a:pt x="160589" y="1346"/>
                  </a:lnTo>
                  <a:lnTo>
                    <a:pt x="155314" y="757"/>
                  </a:lnTo>
                  <a:lnTo>
                    <a:pt x="150023" y="336"/>
                  </a:lnTo>
                  <a:lnTo>
                    <a:pt x="144721" y="84"/>
                  </a:lnTo>
                  <a:lnTo>
                    <a:pt x="139414" y="0"/>
                  </a:lnTo>
                  <a:lnTo>
                    <a:pt x="13941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60264" y="5399291"/>
              <a:ext cx="25951" cy="167167"/>
            </a:xfrm>
            <a:custGeom>
              <a:avLst/>
              <a:pathLst>
                <a:path w="25951" h="167167">
                  <a:moveTo>
                    <a:pt x="25951" y="0"/>
                  </a:moveTo>
                  <a:lnTo>
                    <a:pt x="17269" y="225"/>
                  </a:lnTo>
                  <a:lnTo>
                    <a:pt x="8611" y="901"/>
                  </a:lnTo>
                  <a:lnTo>
                    <a:pt x="0" y="2026"/>
                  </a:lnTo>
                  <a:lnTo>
                    <a:pt x="2595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60264" y="5401318"/>
              <a:ext cx="25951" cy="165140"/>
            </a:xfrm>
            <a:custGeom>
              <a:avLst/>
              <a:pathLst>
                <a:path w="25951" h="165140">
                  <a:moveTo>
                    <a:pt x="0" y="0"/>
                  </a:moveTo>
                  <a:lnTo>
                    <a:pt x="25951" y="165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60264" y="5401318"/>
              <a:ext cx="25951" cy="165140"/>
            </a:xfrm>
            <a:custGeom>
              <a:avLst/>
              <a:pathLst>
                <a:path w="25951" h="165140">
                  <a:moveTo>
                    <a:pt x="0" y="0"/>
                  </a:moveTo>
                  <a:lnTo>
                    <a:pt x="25951" y="165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60264" y="5401318"/>
              <a:ext cx="25951" cy="165140"/>
            </a:xfrm>
            <a:custGeom>
              <a:avLst/>
              <a:pathLst>
                <a:path w="25951" h="165140">
                  <a:moveTo>
                    <a:pt x="0" y="0"/>
                  </a:moveTo>
                  <a:lnTo>
                    <a:pt x="25951" y="165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60264" y="5401318"/>
              <a:ext cx="25951" cy="165140"/>
            </a:xfrm>
            <a:custGeom>
              <a:avLst/>
              <a:pathLst>
                <a:path w="25951" h="165140">
                  <a:moveTo>
                    <a:pt x="0" y="0"/>
                  </a:moveTo>
                  <a:lnTo>
                    <a:pt x="25951" y="165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60264" y="5401318"/>
              <a:ext cx="25951" cy="165140"/>
            </a:xfrm>
            <a:custGeom>
              <a:avLst/>
              <a:pathLst>
                <a:path w="25951" h="165140">
                  <a:moveTo>
                    <a:pt x="0" y="0"/>
                  </a:moveTo>
                  <a:lnTo>
                    <a:pt x="25951" y="1651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60264" y="5401318"/>
              <a:ext cx="25951" cy="165140"/>
            </a:xfrm>
            <a:custGeom>
              <a:avLst/>
              <a:pathLst>
                <a:path w="25951" h="165140">
                  <a:moveTo>
                    <a:pt x="0" y="0"/>
                  </a:moveTo>
                  <a:lnTo>
                    <a:pt x="25951" y="1651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319060" y="5400162"/>
              <a:ext cx="334314" cy="333462"/>
            </a:xfrm>
            <a:custGeom>
              <a:avLst/>
              <a:pathLst>
                <a:path w="334314" h="333462">
                  <a:moveTo>
                    <a:pt x="141204" y="1155"/>
                  </a:moveTo>
                  <a:lnTo>
                    <a:pt x="135981" y="2061"/>
                  </a:lnTo>
                  <a:lnTo>
                    <a:pt x="130789" y="3132"/>
                  </a:lnTo>
                  <a:lnTo>
                    <a:pt x="125634" y="4367"/>
                  </a:lnTo>
                  <a:lnTo>
                    <a:pt x="120521" y="5765"/>
                  </a:lnTo>
                  <a:lnTo>
                    <a:pt x="115454" y="7324"/>
                  </a:lnTo>
                  <a:lnTo>
                    <a:pt x="110440" y="9043"/>
                  </a:lnTo>
                  <a:lnTo>
                    <a:pt x="105483" y="10921"/>
                  </a:lnTo>
                  <a:lnTo>
                    <a:pt x="100587" y="12954"/>
                  </a:lnTo>
                  <a:lnTo>
                    <a:pt x="95759" y="15142"/>
                  </a:lnTo>
                  <a:lnTo>
                    <a:pt x="91002" y="17482"/>
                  </a:lnTo>
                  <a:lnTo>
                    <a:pt x="86322" y="19971"/>
                  </a:lnTo>
                  <a:lnTo>
                    <a:pt x="81723" y="22607"/>
                  </a:lnTo>
                  <a:lnTo>
                    <a:pt x="77211" y="25388"/>
                  </a:lnTo>
                  <a:lnTo>
                    <a:pt x="72788" y="28311"/>
                  </a:lnTo>
                  <a:lnTo>
                    <a:pt x="68461" y="31372"/>
                  </a:lnTo>
                  <a:lnTo>
                    <a:pt x="64232" y="34569"/>
                  </a:lnTo>
                  <a:lnTo>
                    <a:pt x="60107" y="37899"/>
                  </a:lnTo>
                  <a:lnTo>
                    <a:pt x="56090" y="41357"/>
                  </a:lnTo>
                  <a:lnTo>
                    <a:pt x="52185" y="44942"/>
                  </a:lnTo>
                  <a:lnTo>
                    <a:pt x="48395" y="48648"/>
                  </a:lnTo>
                  <a:lnTo>
                    <a:pt x="44724" y="52473"/>
                  </a:lnTo>
                  <a:lnTo>
                    <a:pt x="41177" y="56412"/>
                  </a:lnTo>
                  <a:lnTo>
                    <a:pt x="37756" y="60461"/>
                  </a:lnTo>
                  <a:lnTo>
                    <a:pt x="34466" y="64617"/>
                  </a:lnTo>
                  <a:lnTo>
                    <a:pt x="31309" y="68875"/>
                  </a:lnTo>
                  <a:lnTo>
                    <a:pt x="28288" y="73231"/>
                  </a:lnTo>
                  <a:lnTo>
                    <a:pt x="25407" y="77681"/>
                  </a:lnTo>
                  <a:lnTo>
                    <a:pt x="22669" y="82220"/>
                  </a:lnTo>
                  <a:lnTo>
                    <a:pt x="20076" y="86843"/>
                  </a:lnTo>
                  <a:lnTo>
                    <a:pt x="17631" y="91547"/>
                  </a:lnTo>
                  <a:lnTo>
                    <a:pt x="15336" y="96325"/>
                  </a:lnTo>
                  <a:lnTo>
                    <a:pt x="13194" y="101174"/>
                  </a:lnTo>
                  <a:lnTo>
                    <a:pt x="11206" y="106088"/>
                  </a:lnTo>
                  <a:lnTo>
                    <a:pt x="9376" y="111063"/>
                  </a:lnTo>
                  <a:lnTo>
                    <a:pt x="7704" y="116093"/>
                  </a:lnTo>
                  <a:lnTo>
                    <a:pt x="6192" y="121174"/>
                  </a:lnTo>
                  <a:lnTo>
                    <a:pt x="4842" y="126300"/>
                  </a:lnTo>
                  <a:lnTo>
                    <a:pt x="3656" y="131467"/>
                  </a:lnTo>
                  <a:lnTo>
                    <a:pt x="2634" y="136668"/>
                  </a:lnTo>
                  <a:lnTo>
                    <a:pt x="1777" y="141899"/>
                  </a:lnTo>
                  <a:lnTo>
                    <a:pt x="1087" y="147155"/>
                  </a:lnTo>
                  <a:lnTo>
                    <a:pt x="563" y="152430"/>
                  </a:lnTo>
                  <a:lnTo>
                    <a:pt x="207" y="157719"/>
                  </a:lnTo>
                  <a:lnTo>
                    <a:pt x="19" y="163017"/>
                  </a:lnTo>
                  <a:lnTo>
                    <a:pt x="0" y="168318"/>
                  </a:lnTo>
                  <a:lnTo>
                    <a:pt x="148" y="173616"/>
                  </a:lnTo>
                  <a:lnTo>
                    <a:pt x="464" y="178908"/>
                  </a:lnTo>
                  <a:lnTo>
                    <a:pt x="947" y="184187"/>
                  </a:lnTo>
                  <a:lnTo>
                    <a:pt x="1598" y="189448"/>
                  </a:lnTo>
                  <a:lnTo>
                    <a:pt x="2415" y="194685"/>
                  </a:lnTo>
                  <a:lnTo>
                    <a:pt x="3398" y="199894"/>
                  </a:lnTo>
                  <a:lnTo>
                    <a:pt x="4546" y="205069"/>
                  </a:lnTo>
                  <a:lnTo>
                    <a:pt x="5857" y="210205"/>
                  </a:lnTo>
                  <a:lnTo>
                    <a:pt x="7330" y="215298"/>
                  </a:lnTo>
                  <a:lnTo>
                    <a:pt x="8964" y="220340"/>
                  </a:lnTo>
                  <a:lnTo>
                    <a:pt x="10758" y="225329"/>
                  </a:lnTo>
                  <a:lnTo>
                    <a:pt x="12708" y="230258"/>
                  </a:lnTo>
                  <a:lnTo>
                    <a:pt x="14813" y="235123"/>
                  </a:lnTo>
                  <a:lnTo>
                    <a:pt x="17072" y="239918"/>
                  </a:lnTo>
                  <a:lnTo>
                    <a:pt x="19482" y="244640"/>
                  </a:lnTo>
                  <a:lnTo>
                    <a:pt x="22040" y="249282"/>
                  </a:lnTo>
                  <a:lnTo>
                    <a:pt x="24744" y="253842"/>
                  </a:lnTo>
                  <a:lnTo>
                    <a:pt x="27592" y="258313"/>
                  </a:lnTo>
                  <a:lnTo>
                    <a:pt x="30579" y="262692"/>
                  </a:lnTo>
                  <a:lnTo>
                    <a:pt x="33704" y="266974"/>
                  </a:lnTo>
                  <a:lnTo>
                    <a:pt x="36964" y="271154"/>
                  </a:lnTo>
                  <a:lnTo>
                    <a:pt x="40354" y="275229"/>
                  </a:lnTo>
                  <a:lnTo>
                    <a:pt x="43871" y="279195"/>
                  </a:lnTo>
                  <a:lnTo>
                    <a:pt x="47513" y="283047"/>
                  </a:lnTo>
                  <a:lnTo>
                    <a:pt x="51275" y="286782"/>
                  </a:lnTo>
                  <a:lnTo>
                    <a:pt x="55153" y="290395"/>
                  </a:lnTo>
                  <a:lnTo>
                    <a:pt x="59144" y="293884"/>
                  </a:lnTo>
                  <a:lnTo>
                    <a:pt x="63244" y="297244"/>
                  </a:lnTo>
                  <a:lnTo>
                    <a:pt x="67448" y="300473"/>
                  </a:lnTo>
                  <a:lnTo>
                    <a:pt x="71752" y="303567"/>
                  </a:lnTo>
                  <a:lnTo>
                    <a:pt x="76153" y="306523"/>
                  </a:lnTo>
                  <a:lnTo>
                    <a:pt x="80645" y="309338"/>
                  </a:lnTo>
                  <a:lnTo>
                    <a:pt x="85223" y="312009"/>
                  </a:lnTo>
                  <a:lnTo>
                    <a:pt x="89885" y="314533"/>
                  </a:lnTo>
                  <a:lnTo>
                    <a:pt x="94623" y="316909"/>
                  </a:lnTo>
                  <a:lnTo>
                    <a:pt x="99435" y="319133"/>
                  </a:lnTo>
                  <a:lnTo>
                    <a:pt x="104315" y="321203"/>
                  </a:lnTo>
                  <a:lnTo>
                    <a:pt x="109258" y="323117"/>
                  </a:lnTo>
                  <a:lnTo>
                    <a:pt x="114260" y="324874"/>
                  </a:lnTo>
                  <a:lnTo>
                    <a:pt x="119314" y="326472"/>
                  </a:lnTo>
                  <a:lnTo>
                    <a:pt x="124417" y="327908"/>
                  </a:lnTo>
                  <a:lnTo>
                    <a:pt x="129562" y="329182"/>
                  </a:lnTo>
                  <a:lnTo>
                    <a:pt x="134746" y="330292"/>
                  </a:lnTo>
                  <a:lnTo>
                    <a:pt x="139962" y="331237"/>
                  </a:lnTo>
                  <a:lnTo>
                    <a:pt x="145205" y="332016"/>
                  </a:lnTo>
                  <a:lnTo>
                    <a:pt x="150470" y="332629"/>
                  </a:lnTo>
                  <a:lnTo>
                    <a:pt x="155753" y="333074"/>
                  </a:lnTo>
                  <a:lnTo>
                    <a:pt x="161046" y="333352"/>
                  </a:lnTo>
                  <a:lnTo>
                    <a:pt x="166346" y="333462"/>
                  </a:lnTo>
                  <a:lnTo>
                    <a:pt x="171647" y="333403"/>
                  </a:lnTo>
                  <a:lnTo>
                    <a:pt x="176943" y="333177"/>
                  </a:lnTo>
                  <a:lnTo>
                    <a:pt x="182229" y="332782"/>
                  </a:lnTo>
                  <a:lnTo>
                    <a:pt x="187500" y="332221"/>
                  </a:lnTo>
                  <a:lnTo>
                    <a:pt x="192751" y="331492"/>
                  </a:lnTo>
                  <a:lnTo>
                    <a:pt x="197976" y="330598"/>
                  </a:lnTo>
                  <a:lnTo>
                    <a:pt x="203169" y="329538"/>
                  </a:lnTo>
                  <a:lnTo>
                    <a:pt x="208327" y="328314"/>
                  </a:lnTo>
                  <a:lnTo>
                    <a:pt x="213443" y="326927"/>
                  </a:lnTo>
                  <a:lnTo>
                    <a:pt x="218513" y="325379"/>
                  </a:lnTo>
                  <a:lnTo>
                    <a:pt x="223531" y="323670"/>
                  </a:lnTo>
                  <a:lnTo>
                    <a:pt x="228493" y="321804"/>
                  </a:lnTo>
                  <a:lnTo>
                    <a:pt x="233392" y="319781"/>
                  </a:lnTo>
                  <a:lnTo>
                    <a:pt x="238225" y="317603"/>
                  </a:lnTo>
                  <a:lnTo>
                    <a:pt x="242987" y="315274"/>
                  </a:lnTo>
                  <a:lnTo>
                    <a:pt x="247672" y="312795"/>
                  </a:lnTo>
                  <a:lnTo>
                    <a:pt x="252277" y="310168"/>
                  </a:lnTo>
                  <a:lnTo>
                    <a:pt x="256796" y="307397"/>
                  </a:lnTo>
                  <a:lnTo>
                    <a:pt x="261224" y="304484"/>
                  </a:lnTo>
                  <a:lnTo>
                    <a:pt x="265559" y="301432"/>
                  </a:lnTo>
                  <a:lnTo>
                    <a:pt x="269794" y="298244"/>
                  </a:lnTo>
                  <a:lnTo>
                    <a:pt x="273926" y="294923"/>
                  </a:lnTo>
                  <a:lnTo>
                    <a:pt x="277950" y="291473"/>
                  </a:lnTo>
                  <a:lnTo>
                    <a:pt x="281864" y="287897"/>
                  </a:lnTo>
                  <a:lnTo>
                    <a:pt x="285661" y="284199"/>
                  </a:lnTo>
                  <a:lnTo>
                    <a:pt x="289340" y="280382"/>
                  </a:lnTo>
                  <a:lnTo>
                    <a:pt x="292896" y="276451"/>
                  </a:lnTo>
                  <a:lnTo>
                    <a:pt x="296325" y="272409"/>
                  </a:lnTo>
                  <a:lnTo>
                    <a:pt x="299625" y="268260"/>
                  </a:lnTo>
                  <a:lnTo>
                    <a:pt x="302791" y="264009"/>
                  </a:lnTo>
                  <a:lnTo>
                    <a:pt x="305821" y="259659"/>
                  </a:lnTo>
                  <a:lnTo>
                    <a:pt x="308711" y="255215"/>
                  </a:lnTo>
                  <a:lnTo>
                    <a:pt x="311460" y="250683"/>
                  </a:lnTo>
                  <a:lnTo>
                    <a:pt x="314063" y="246065"/>
                  </a:lnTo>
                  <a:lnTo>
                    <a:pt x="316518" y="241367"/>
                  </a:lnTo>
                  <a:lnTo>
                    <a:pt x="318823" y="236593"/>
                  </a:lnTo>
                  <a:lnTo>
                    <a:pt x="320976" y="231749"/>
                  </a:lnTo>
                  <a:lnTo>
                    <a:pt x="322973" y="226839"/>
                  </a:lnTo>
                  <a:lnTo>
                    <a:pt x="324815" y="221868"/>
                  </a:lnTo>
                  <a:lnTo>
                    <a:pt x="326497" y="216841"/>
                  </a:lnTo>
                  <a:lnTo>
                    <a:pt x="328020" y="211764"/>
                  </a:lnTo>
                  <a:lnTo>
                    <a:pt x="329381" y="206641"/>
                  </a:lnTo>
                  <a:lnTo>
                    <a:pt x="330578" y="201477"/>
                  </a:lnTo>
                  <a:lnTo>
                    <a:pt x="331612" y="196278"/>
                  </a:lnTo>
                  <a:lnTo>
                    <a:pt x="332480" y="191048"/>
                  </a:lnTo>
                  <a:lnTo>
                    <a:pt x="333181" y="185794"/>
                  </a:lnTo>
                  <a:lnTo>
                    <a:pt x="333716" y="180520"/>
                  </a:lnTo>
                  <a:lnTo>
                    <a:pt x="334083" y="175232"/>
                  </a:lnTo>
                  <a:lnTo>
                    <a:pt x="334283" y="169935"/>
                  </a:lnTo>
                  <a:lnTo>
                    <a:pt x="334314" y="164634"/>
                  </a:lnTo>
                  <a:lnTo>
                    <a:pt x="334177" y="159335"/>
                  </a:lnTo>
                  <a:lnTo>
                    <a:pt x="333872" y="154043"/>
                  </a:lnTo>
                  <a:lnTo>
                    <a:pt x="333400" y="148763"/>
                  </a:lnTo>
                  <a:lnTo>
                    <a:pt x="332761" y="143500"/>
                  </a:lnTo>
                  <a:lnTo>
                    <a:pt x="331955" y="138261"/>
                  </a:lnTo>
                  <a:lnTo>
                    <a:pt x="330983" y="133050"/>
                  </a:lnTo>
                  <a:lnTo>
                    <a:pt x="329846" y="127872"/>
                  </a:lnTo>
                  <a:lnTo>
                    <a:pt x="328546" y="122733"/>
                  </a:lnTo>
                  <a:lnTo>
                    <a:pt x="327084" y="117638"/>
                  </a:lnTo>
                  <a:lnTo>
                    <a:pt x="325461" y="112592"/>
                  </a:lnTo>
                  <a:lnTo>
                    <a:pt x="323678" y="107600"/>
                  </a:lnTo>
                  <a:lnTo>
                    <a:pt x="321739" y="102666"/>
                  </a:lnTo>
                  <a:lnTo>
                    <a:pt x="319644" y="97797"/>
                  </a:lnTo>
                  <a:lnTo>
                    <a:pt x="317395" y="92997"/>
                  </a:lnTo>
                  <a:lnTo>
                    <a:pt x="314995" y="88270"/>
                  </a:lnTo>
                  <a:lnTo>
                    <a:pt x="312447" y="83622"/>
                  </a:lnTo>
                  <a:lnTo>
                    <a:pt x="309753" y="79057"/>
                  </a:lnTo>
                  <a:lnTo>
                    <a:pt x="306915" y="74579"/>
                  </a:lnTo>
                  <a:lnTo>
                    <a:pt x="303937" y="70194"/>
                  </a:lnTo>
                  <a:lnTo>
                    <a:pt x="300821" y="65906"/>
                  </a:lnTo>
                  <a:lnTo>
                    <a:pt x="297571" y="61718"/>
                  </a:lnTo>
                  <a:lnTo>
                    <a:pt x="294190" y="57636"/>
                  </a:lnTo>
                  <a:lnTo>
                    <a:pt x="290680" y="53662"/>
                  </a:lnTo>
                  <a:lnTo>
                    <a:pt x="287047" y="49802"/>
                  </a:lnTo>
                  <a:lnTo>
                    <a:pt x="283293" y="46060"/>
                  </a:lnTo>
                  <a:lnTo>
                    <a:pt x="279423" y="42438"/>
                  </a:lnTo>
                  <a:lnTo>
                    <a:pt x="275439" y="38941"/>
                  </a:lnTo>
                  <a:lnTo>
                    <a:pt x="271347" y="35571"/>
                  </a:lnTo>
                  <a:lnTo>
                    <a:pt x="267150" y="32333"/>
                  </a:lnTo>
                  <a:lnTo>
                    <a:pt x="262852" y="29230"/>
                  </a:lnTo>
                  <a:lnTo>
                    <a:pt x="258458" y="26265"/>
                  </a:lnTo>
                  <a:lnTo>
                    <a:pt x="253972" y="23441"/>
                  </a:lnTo>
                  <a:lnTo>
                    <a:pt x="249399" y="20760"/>
                  </a:lnTo>
                  <a:lnTo>
                    <a:pt x="244743" y="18225"/>
                  </a:lnTo>
                  <a:lnTo>
                    <a:pt x="240010" y="15840"/>
                  </a:lnTo>
                  <a:lnTo>
                    <a:pt x="235203" y="13605"/>
                  </a:lnTo>
                  <a:lnTo>
                    <a:pt x="230327" y="11525"/>
                  </a:lnTo>
                  <a:lnTo>
                    <a:pt x="225388" y="9599"/>
                  </a:lnTo>
                  <a:lnTo>
                    <a:pt x="220391" y="7832"/>
                  </a:lnTo>
                  <a:lnTo>
                    <a:pt x="215340" y="6224"/>
                  </a:lnTo>
                  <a:lnTo>
                    <a:pt x="210240" y="4776"/>
                  </a:lnTo>
                  <a:lnTo>
                    <a:pt x="205097" y="3491"/>
                  </a:lnTo>
                  <a:lnTo>
                    <a:pt x="199916" y="2370"/>
                  </a:lnTo>
                  <a:lnTo>
                    <a:pt x="194702" y="1414"/>
                  </a:lnTo>
                  <a:lnTo>
                    <a:pt x="189461" y="623"/>
                  </a:lnTo>
                  <a:lnTo>
                    <a:pt x="184197" y="0"/>
                  </a:lnTo>
                  <a:lnTo>
                    <a:pt x="167155" y="1662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86215" y="5399291"/>
              <a:ext cx="17041" cy="167167"/>
            </a:xfrm>
            <a:custGeom>
              <a:avLst/>
              <a:pathLst>
                <a:path w="17041" h="167167">
                  <a:moveTo>
                    <a:pt x="17041" y="870"/>
                  </a:moveTo>
                  <a:lnTo>
                    <a:pt x="8532" y="2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856377" y="5399291"/>
              <a:ext cx="167166" cy="325574"/>
            </a:xfrm>
            <a:custGeom>
              <a:avLst/>
              <a:pathLst>
                <a:path w="167166" h="325574">
                  <a:moveTo>
                    <a:pt x="167166" y="0"/>
                  </a:moveTo>
                  <a:lnTo>
                    <a:pt x="161817" y="85"/>
                  </a:lnTo>
                  <a:lnTo>
                    <a:pt x="156473" y="342"/>
                  </a:lnTo>
                  <a:lnTo>
                    <a:pt x="151141" y="769"/>
                  </a:lnTo>
                  <a:lnTo>
                    <a:pt x="145824" y="1367"/>
                  </a:lnTo>
                  <a:lnTo>
                    <a:pt x="140530" y="2135"/>
                  </a:lnTo>
                  <a:lnTo>
                    <a:pt x="135262" y="3072"/>
                  </a:lnTo>
                  <a:lnTo>
                    <a:pt x="130028" y="4177"/>
                  </a:lnTo>
                  <a:lnTo>
                    <a:pt x="124831" y="5449"/>
                  </a:lnTo>
                  <a:lnTo>
                    <a:pt x="119678" y="6886"/>
                  </a:lnTo>
                  <a:lnTo>
                    <a:pt x="114574" y="8488"/>
                  </a:lnTo>
                  <a:lnTo>
                    <a:pt x="109523" y="10252"/>
                  </a:lnTo>
                  <a:lnTo>
                    <a:pt x="104531" y="12177"/>
                  </a:lnTo>
                  <a:lnTo>
                    <a:pt x="99604" y="14261"/>
                  </a:lnTo>
                  <a:lnTo>
                    <a:pt x="94746" y="16501"/>
                  </a:lnTo>
                  <a:lnTo>
                    <a:pt x="89961" y="18896"/>
                  </a:lnTo>
                  <a:lnTo>
                    <a:pt x="85256" y="21442"/>
                  </a:lnTo>
                  <a:lnTo>
                    <a:pt x="80635" y="24138"/>
                  </a:lnTo>
                  <a:lnTo>
                    <a:pt x="76103" y="26980"/>
                  </a:lnTo>
                  <a:lnTo>
                    <a:pt x="71664" y="29966"/>
                  </a:lnTo>
                  <a:lnTo>
                    <a:pt x="67322" y="33092"/>
                  </a:lnTo>
                  <a:lnTo>
                    <a:pt x="63083" y="36356"/>
                  </a:lnTo>
                  <a:lnTo>
                    <a:pt x="58950" y="39753"/>
                  </a:lnTo>
                  <a:lnTo>
                    <a:pt x="54929" y="43281"/>
                  </a:lnTo>
                  <a:lnTo>
                    <a:pt x="51022" y="46936"/>
                  </a:lnTo>
                  <a:lnTo>
                    <a:pt x="47234" y="50714"/>
                  </a:lnTo>
                  <a:lnTo>
                    <a:pt x="43569" y="54612"/>
                  </a:lnTo>
                  <a:lnTo>
                    <a:pt x="40031" y="58624"/>
                  </a:lnTo>
                  <a:lnTo>
                    <a:pt x="36623" y="62748"/>
                  </a:lnTo>
                  <a:lnTo>
                    <a:pt x="33348" y="66979"/>
                  </a:lnTo>
                  <a:lnTo>
                    <a:pt x="30211" y="71312"/>
                  </a:lnTo>
                  <a:lnTo>
                    <a:pt x="27214" y="75744"/>
                  </a:lnTo>
                  <a:lnTo>
                    <a:pt x="24360" y="80269"/>
                  </a:lnTo>
                  <a:lnTo>
                    <a:pt x="21652" y="84883"/>
                  </a:lnTo>
                  <a:lnTo>
                    <a:pt x="19094" y="89582"/>
                  </a:lnTo>
                  <a:lnTo>
                    <a:pt x="16687" y="94360"/>
                  </a:lnTo>
                  <a:lnTo>
                    <a:pt x="14434" y="99212"/>
                  </a:lnTo>
                  <a:lnTo>
                    <a:pt x="12338" y="104134"/>
                  </a:lnTo>
                  <a:lnTo>
                    <a:pt x="10400" y="109121"/>
                  </a:lnTo>
                  <a:lnTo>
                    <a:pt x="8623" y="114167"/>
                  </a:lnTo>
                  <a:lnTo>
                    <a:pt x="7008" y="119268"/>
                  </a:lnTo>
                  <a:lnTo>
                    <a:pt x="5558" y="124417"/>
                  </a:lnTo>
                  <a:lnTo>
                    <a:pt x="4272" y="129610"/>
                  </a:lnTo>
                  <a:lnTo>
                    <a:pt x="3154" y="134842"/>
                  </a:lnTo>
                  <a:lnTo>
                    <a:pt x="2204" y="140107"/>
                  </a:lnTo>
                  <a:lnTo>
                    <a:pt x="1422" y="145400"/>
                  </a:lnTo>
                  <a:lnTo>
                    <a:pt x="811" y="150714"/>
                  </a:lnTo>
                  <a:lnTo>
                    <a:pt x="369" y="156046"/>
                  </a:lnTo>
                  <a:lnTo>
                    <a:pt x="99" y="161389"/>
                  </a:lnTo>
                  <a:lnTo>
                    <a:pt x="0" y="166738"/>
                  </a:lnTo>
                  <a:lnTo>
                    <a:pt x="71" y="172088"/>
                  </a:lnTo>
                  <a:lnTo>
                    <a:pt x="314" y="177432"/>
                  </a:lnTo>
                  <a:lnTo>
                    <a:pt x="728" y="182766"/>
                  </a:lnTo>
                  <a:lnTo>
                    <a:pt x="1313" y="188084"/>
                  </a:lnTo>
                  <a:lnTo>
                    <a:pt x="2067" y="193380"/>
                  </a:lnTo>
                  <a:lnTo>
                    <a:pt x="2990" y="198650"/>
                  </a:lnTo>
                  <a:lnTo>
                    <a:pt x="4082" y="203887"/>
                  </a:lnTo>
                  <a:lnTo>
                    <a:pt x="5340" y="209087"/>
                  </a:lnTo>
                  <a:lnTo>
                    <a:pt x="6765" y="214244"/>
                  </a:lnTo>
                  <a:lnTo>
                    <a:pt x="8353" y="219352"/>
                  </a:lnTo>
                  <a:lnTo>
                    <a:pt x="10104" y="224408"/>
                  </a:lnTo>
                  <a:lnTo>
                    <a:pt x="12017" y="229404"/>
                  </a:lnTo>
                  <a:lnTo>
                    <a:pt x="14088" y="234337"/>
                  </a:lnTo>
                  <a:lnTo>
                    <a:pt x="16315" y="239201"/>
                  </a:lnTo>
                  <a:lnTo>
                    <a:pt x="18698" y="243991"/>
                  </a:lnTo>
                  <a:lnTo>
                    <a:pt x="21232" y="248703"/>
                  </a:lnTo>
                  <a:lnTo>
                    <a:pt x="23916" y="253331"/>
                  </a:lnTo>
                  <a:lnTo>
                    <a:pt x="26746" y="257871"/>
                  </a:lnTo>
                  <a:lnTo>
                    <a:pt x="29721" y="262318"/>
                  </a:lnTo>
                  <a:lnTo>
                    <a:pt x="32836" y="266667"/>
                  </a:lnTo>
                  <a:lnTo>
                    <a:pt x="36089" y="270914"/>
                  </a:lnTo>
                  <a:lnTo>
                    <a:pt x="39476" y="275056"/>
                  </a:lnTo>
                  <a:lnTo>
                    <a:pt x="42993" y="279087"/>
                  </a:lnTo>
                  <a:lnTo>
                    <a:pt x="46638" y="283003"/>
                  </a:lnTo>
                  <a:lnTo>
                    <a:pt x="50407" y="286800"/>
                  </a:lnTo>
                  <a:lnTo>
                    <a:pt x="54295" y="290475"/>
                  </a:lnTo>
                  <a:lnTo>
                    <a:pt x="58298" y="294024"/>
                  </a:lnTo>
                  <a:lnTo>
                    <a:pt x="62413" y="297442"/>
                  </a:lnTo>
                  <a:lnTo>
                    <a:pt x="66636" y="300728"/>
                  </a:lnTo>
                  <a:lnTo>
                    <a:pt x="70961" y="303876"/>
                  </a:lnTo>
                  <a:lnTo>
                    <a:pt x="75385" y="306885"/>
                  </a:lnTo>
                  <a:lnTo>
                    <a:pt x="79903" y="309750"/>
                  </a:lnTo>
                  <a:lnTo>
                    <a:pt x="84510" y="312470"/>
                  </a:lnTo>
                  <a:lnTo>
                    <a:pt x="89202" y="315040"/>
                  </a:lnTo>
                  <a:lnTo>
                    <a:pt x="93974" y="317459"/>
                  </a:lnTo>
                  <a:lnTo>
                    <a:pt x="98820" y="319724"/>
                  </a:lnTo>
                  <a:lnTo>
                    <a:pt x="103737" y="321833"/>
                  </a:lnTo>
                  <a:lnTo>
                    <a:pt x="108719" y="323784"/>
                  </a:lnTo>
                  <a:lnTo>
                    <a:pt x="113760" y="325574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970137" y="5566459"/>
              <a:ext cx="53406" cy="158406"/>
            </a:xfrm>
            <a:custGeom>
              <a:avLst/>
              <a:pathLst>
                <a:path w="53406" h="158406">
                  <a:moveTo>
                    <a:pt x="0" y="158406"/>
                  </a:moveTo>
                  <a:lnTo>
                    <a:pt x="534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970137" y="5566459"/>
              <a:ext cx="53406" cy="158406"/>
            </a:xfrm>
            <a:custGeom>
              <a:avLst/>
              <a:pathLst>
                <a:path w="53406" h="158406">
                  <a:moveTo>
                    <a:pt x="0" y="158406"/>
                  </a:moveTo>
                  <a:lnTo>
                    <a:pt x="534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970137" y="5566459"/>
              <a:ext cx="53406" cy="158406"/>
            </a:xfrm>
            <a:custGeom>
              <a:avLst/>
              <a:pathLst>
                <a:path w="53406" h="158406">
                  <a:moveTo>
                    <a:pt x="0" y="158406"/>
                  </a:moveTo>
                  <a:lnTo>
                    <a:pt x="534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970137" y="5566459"/>
              <a:ext cx="53406" cy="158406"/>
            </a:xfrm>
            <a:custGeom>
              <a:avLst/>
              <a:pathLst>
                <a:path w="53406" h="158406">
                  <a:moveTo>
                    <a:pt x="0" y="158406"/>
                  </a:moveTo>
                  <a:lnTo>
                    <a:pt x="5340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970137" y="5566459"/>
              <a:ext cx="53406" cy="158406"/>
            </a:xfrm>
            <a:custGeom>
              <a:avLst/>
              <a:pathLst>
                <a:path w="53406" h="158406">
                  <a:moveTo>
                    <a:pt x="0" y="158406"/>
                  </a:moveTo>
                  <a:lnTo>
                    <a:pt x="5340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970137" y="5566459"/>
              <a:ext cx="149177" cy="167160"/>
            </a:xfrm>
            <a:custGeom>
              <a:avLst/>
              <a:pathLst>
                <a:path w="149177" h="167160">
                  <a:moveTo>
                    <a:pt x="0" y="158406"/>
                  </a:moveTo>
                  <a:lnTo>
                    <a:pt x="5319" y="160101"/>
                  </a:lnTo>
                  <a:lnTo>
                    <a:pt x="10693" y="161618"/>
                  </a:lnTo>
                  <a:lnTo>
                    <a:pt x="16114" y="162954"/>
                  </a:lnTo>
                  <a:lnTo>
                    <a:pt x="21576" y="164109"/>
                  </a:lnTo>
                  <a:lnTo>
                    <a:pt x="27074" y="165080"/>
                  </a:lnTo>
                  <a:lnTo>
                    <a:pt x="32602" y="165867"/>
                  </a:lnTo>
                  <a:lnTo>
                    <a:pt x="38152" y="166470"/>
                  </a:lnTo>
                  <a:lnTo>
                    <a:pt x="43720" y="166886"/>
                  </a:lnTo>
                  <a:lnTo>
                    <a:pt x="49299" y="167116"/>
                  </a:lnTo>
                  <a:lnTo>
                    <a:pt x="54882" y="167160"/>
                  </a:lnTo>
                  <a:lnTo>
                    <a:pt x="60463" y="167018"/>
                  </a:lnTo>
                  <a:lnTo>
                    <a:pt x="66037" y="166689"/>
                  </a:lnTo>
                  <a:lnTo>
                    <a:pt x="71596" y="166174"/>
                  </a:lnTo>
                  <a:lnTo>
                    <a:pt x="77135" y="165474"/>
                  </a:lnTo>
                  <a:lnTo>
                    <a:pt x="82648" y="164589"/>
                  </a:lnTo>
                  <a:lnTo>
                    <a:pt x="88128" y="163521"/>
                  </a:lnTo>
                  <a:lnTo>
                    <a:pt x="93570" y="162270"/>
                  </a:lnTo>
                  <a:lnTo>
                    <a:pt x="98966" y="160839"/>
                  </a:lnTo>
                  <a:lnTo>
                    <a:pt x="104312" y="159227"/>
                  </a:lnTo>
                  <a:lnTo>
                    <a:pt x="109601" y="157439"/>
                  </a:lnTo>
                  <a:lnTo>
                    <a:pt x="114827" y="155474"/>
                  </a:lnTo>
                  <a:lnTo>
                    <a:pt x="119985" y="153336"/>
                  </a:lnTo>
                  <a:lnTo>
                    <a:pt x="125068" y="151027"/>
                  </a:lnTo>
                  <a:lnTo>
                    <a:pt x="130072" y="148550"/>
                  </a:lnTo>
                  <a:lnTo>
                    <a:pt x="134990" y="145907"/>
                  </a:lnTo>
                  <a:lnTo>
                    <a:pt x="139817" y="143101"/>
                  </a:lnTo>
                  <a:lnTo>
                    <a:pt x="144548" y="140136"/>
                  </a:lnTo>
                  <a:lnTo>
                    <a:pt x="149177" y="137014"/>
                  </a:lnTo>
                  <a:lnTo>
                    <a:pt x="5340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023544" y="5399291"/>
              <a:ext cx="167167" cy="304181"/>
            </a:xfrm>
            <a:custGeom>
              <a:avLst/>
              <a:pathLst>
                <a:path w="167167" h="304181">
                  <a:moveTo>
                    <a:pt x="95770" y="304181"/>
                  </a:moveTo>
                  <a:lnTo>
                    <a:pt x="100111" y="301042"/>
                  </a:lnTo>
                  <a:lnTo>
                    <a:pt x="104349" y="297766"/>
                  </a:lnTo>
                  <a:lnTo>
                    <a:pt x="108480" y="294356"/>
                  </a:lnTo>
                  <a:lnTo>
                    <a:pt x="112499" y="290815"/>
                  </a:lnTo>
                  <a:lnTo>
                    <a:pt x="116403" y="287147"/>
                  </a:lnTo>
                  <a:lnTo>
                    <a:pt x="120187" y="283356"/>
                  </a:lnTo>
                  <a:lnTo>
                    <a:pt x="123848" y="279445"/>
                  </a:lnTo>
                  <a:lnTo>
                    <a:pt x="127382" y="275420"/>
                  </a:lnTo>
                  <a:lnTo>
                    <a:pt x="130785" y="271283"/>
                  </a:lnTo>
                  <a:lnTo>
                    <a:pt x="134054" y="267039"/>
                  </a:lnTo>
                  <a:lnTo>
                    <a:pt x="137185" y="262693"/>
                  </a:lnTo>
                  <a:lnTo>
                    <a:pt x="140175" y="258249"/>
                  </a:lnTo>
                  <a:lnTo>
                    <a:pt x="143021" y="253711"/>
                  </a:lnTo>
                  <a:lnTo>
                    <a:pt x="145720" y="249084"/>
                  </a:lnTo>
                  <a:lnTo>
                    <a:pt x="148270" y="244373"/>
                  </a:lnTo>
                  <a:lnTo>
                    <a:pt x="150668" y="239583"/>
                  </a:lnTo>
                  <a:lnTo>
                    <a:pt x="152910" y="234718"/>
                  </a:lnTo>
                  <a:lnTo>
                    <a:pt x="154996" y="229785"/>
                  </a:lnTo>
                  <a:lnTo>
                    <a:pt x="156923" y="224786"/>
                  </a:lnTo>
                  <a:lnTo>
                    <a:pt x="158688" y="219729"/>
                  </a:lnTo>
                  <a:lnTo>
                    <a:pt x="160291" y="214618"/>
                  </a:lnTo>
                  <a:lnTo>
                    <a:pt x="161729" y="209458"/>
                  </a:lnTo>
                  <a:lnTo>
                    <a:pt x="163001" y="204254"/>
                  </a:lnTo>
                  <a:lnTo>
                    <a:pt x="164106" y="199013"/>
                  </a:lnTo>
                  <a:lnTo>
                    <a:pt x="165042" y="193739"/>
                  </a:lnTo>
                  <a:lnTo>
                    <a:pt x="165808" y="188437"/>
                  </a:lnTo>
                  <a:lnTo>
                    <a:pt x="166405" y="183114"/>
                  </a:lnTo>
                  <a:lnTo>
                    <a:pt x="166830" y="177774"/>
                  </a:lnTo>
                  <a:lnTo>
                    <a:pt x="167084" y="172423"/>
                  </a:lnTo>
                  <a:lnTo>
                    <a:pt x="167167" y="167067"/>
                  </a:lnTo>
                  <a:lnTo>
                    <a:pt x="167078" y="161712"/>
                  </a:lnTo>
                  <a:lnTo>
                    <a:pt x="166817" y="156361"/>
                  </a:lnTo>
                  <a:lnTo>
                    <a:pt x="166385" y="151022"/>
                  </a:lnTo>
                  <a:lnTo>
                    <a:pt x="165783" y="145699"/>
                  </a:lnTo>
                  <a:lnTo>
                    <a:pt x="165010" y="140399"/>
                  </a:lnTo>
                  <a:lnTo>
                    <a:pt x="164068" y="135126"/>
                  </a:lnTo>
                  <a:lnTo>
                    <a:pt x="162957" y="129886"/>
                  </a:lnTo>
                  <a:lnTo>
                    <a:pt x="161679" y="124684"/>
                  </a:lnTo>
                  <a:lnTo>
                    <a:pt x="160234" y="119525"/>
                  </a:lnTo>
                  <a:lnTo>
                    <a:pt x="158626" y="114416"/>
                  </a:lnTo>
                  <a:lnTo>
                    <a:pt x="156854" y="109361"/>
                  </a:lnTo>
                  <a:lnTo>
                    <a:pt x="154922" y="104365"/>
                  </a:lnTo>
                  <a:lnTo>
                    <a:pt x="152830" y="99433"/>
                  </a:lnTo>
                  <a:lnTo>
                    <a:pt x="150581" y="94572"/>
                  </a:lnTo>
                  <a:lnTo>
                    <a:pt x="148178" y="89784"/>
                  </a:lnTo>
                  <a:lnTo>
                    <a:pt x="145623" y="85077"/>
                  </a:lnTo>
                  <a:lnTo>
                    <a:pt x="142918" y="80453"/>
                  </a:lnTo>
                  <a:lnTo>
                    <a:pt x="140066" y="75919"/>
                  </a:lnTo>
                  <a:lnTo>
                    <a:pt x="137071" y="71478"/>
                  </a:lnTo>
                  <a:lnTo>
                    <a:pt x="133935" y="67135"/>
                  </a:lnTo>
                  <a:lnTo>
                    <a:pt x="130661" y="62895"/>
                  </a:lnTo>
                  <a:lnTo>
                    <a:pt x="127253" y="58763"/>
                  </a:lnTo>
                  <a:lnTo>
                    <a:pt x="123714" y="54741"/>
                  </a:lnTo>
                  <a:lnTo>
                    <a:pt x="120049" y="50835"/>
                  </a:lnTo>
                  <a:lnTo>
                    <a:pt x="116260" y="47048"/>
                  </a:lnTo>
                  <a:lnTo>
                    <a:pt x="112352" y="43385"/>
                  </a:lnTo>
                  <a:lnTo>
                    <a:pt x="108328" y="39849"/>
                  </a:lnTo>
                  <a:lnTo>
                    <a:pt x="104193" y="36444"/>
                  </a:lnTo>
                  <a:lnTo>
                    <a:pt x="99952" y="33172"/>
                  </a:lnTo>
                  <a:lnTo>
                    <a:pt x="95607" y="30039"/>
                  </a:lnTo>
                  <a:lnTo>
                    <a:pt x="91165" y="27046"/>
                  </a:lnTo>
                  <a:lnTo>
                    <a:pt x="86628" y="24197"/>
                  </a:lnTo>
                  <a:lnTo>
                    <a:pt x="82003" y="21495"/>
                  </a:lnTo>
                  <a:lnTo>
                    <a:pt x="77294" y="18942"/>
                  </a:lnTo>
                  <a:lnTo>
                    <a:pt x="72505" y="16542"/>
                  </a:lnTo>
                  <a:lnTo>
                    <a:pt x="67642" y="14296"/>
                  </a:lnTo>
                  <a:lnTo>
                    <a:pt x="62709" y="12207"/>
                  </a:lnTo>
                  <a:lnTo>
                    <a:pt x="57712" y="10278"/>
                  </a:lnTo>
                  <a:lnTo>
                    <a:pt x="52656" y="8509"/>
                  </a:lnTo>
                  <a:lnTo>
                    <a:pt x="47546" y="6904"/>
                  </a:lnTo>
                  <a:lnTo>
                    <a:pt x="42387" y="5463"/>
                  </a:lnTo>
                  <a:lnTo>
                    <a:pt x="37184" y="4188"/>
                  </a:lnTo>
                  <a:lnTo>
                    <a:pt x="31943" y="3080"/>
                  </a:lnTo>
                  <a:lnTo>
                    <a:pt x="26669" y="2141"/>
                  </a:lnTo>
                  <a:lnTo>
                    <a:pt x="21368" y="1371"/>
                  </a:lnTo>
                  <a:lnTo>
                    <a:pt x="16045" y="771"/>
                  </a:lnTo>
                  <a:lnTo>
                    <a:pt x="10706" y="343"/>
                  </a:lnTo>
                  <a:lnTo>
                    <a:pt x="5355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401317" y="5269756"/>
              <a:ext cx="143940" cy="167167"/>
            </a:xfrm>
            <a:custGeom>
              <a:avLst/>
              <a:pathLst>
                <a:path w="143940" h="167167">
                  <a:moveTo>
                    <a:pt x="143940" y="0"/>
                  </a:moveTo>
                  <a:lnTo>
                    <a:pt x="138522" y="87"/>
                  </a:lnTo>
                  <a:lnTo>
                    <a:pt x="133110" y="351"/>
                  </a:lnTo>
                  <a:lnTo>
                    <a:pt x="127709" y="789"/>
                  </a:lnTo>
                  <a:lnTo>
                    <a:pt x="122325" y="1403"/>
                  </a:lnTo>
                  <a:lnTo>
                    <a:pt x="116963" y="2191"/>
                  </a:lnTo>
                  <a:lnTo>
                    <a:pt x="111630" y="3152"/>
                  </a:lnTo>
                  <a:lnTo>
                    <a:pt x="106331" y="4285"/>
                  </a:lnTo>
                  <a:lnTo>
                    <a:pt x="101072" y="5589"/>
                  </a:lnTo>
                  <a:lnTo>
                    <a:pt x="95857" y="7064"/>
                  </a:lnTo>
                  <a:lnTo>
                    <a:pt x="90694" y="8706"/>
                  </a:lnTo>
                  <a:lnTo>
                    <a:pt x="85586" y="10515"/>
                  </a:lnTo>
                  <a:lnTo>
                    <a:pt x="80539" y="12489"/>
                  </a:lnTo>
                  <a:lnTo>
                    <a:pt x="75559" y="14625"/>
                  </a:lnTo>
                  <a:lnTo>
                    <a:pt x="70651" y="16922"/>
                  </a:lnTo>
                  <a:lnTo>
                    <a:pt x="65820" y="19376"/>
                  </a:lnTo>
                  <a:lnTo>
                    <a:pt x="61071" y="21986"/>
                  </a:lnTo>
                  <a:lnTo>
                    <a:pt x="56409" y="24748"/>
                  </a:lnTo>
                  <a:lnTo>
                    <a:pt x="51839" y="27660"/>
                  </a:lnTo>
                  <a:lnTo>
                    <a:pt x="47365" y="30718"/>
                  </a:lnTo>
                  <a:lnTo>
                    <a:pt x="42994" y="33920"/>
                  </a:lnTo>
                  <a:lnTo>
                    <a:pt x="38728" y="37262"/>
                  </a:lnTo>
                  <a:lnTo>
                    <a:pt x="34573" y="40740"/>
                  </a:lnTo>
                  <a:lnTo>
                    <a:pt x="30533" y="44351"/>
                  </a:lnTo>
                  <a:lnTo>
                    <a:pt x="26612" y="48091"/>
                  </a:lnTo>
                  <a:lnTo>
                    <a:pt x="22814" y="51957"/>
                  </a:lnTo>
                  <a:lnTo>
                    <a:pt x="19143" y="55943"/>
                  </a:lnTo>
                  <a:lnTo>
                    <a:pt x="15604" y="60046"/>
                  </a:lnTo>
                  <a:lnTo>
                    <a:pt x="12200" y="64262"/>
                  </a:lnTo>
                  <a:lnTo>
                    <a:pt x="8934" y="68586"/>
                  </a:lnTo>
                  <a:lnTo>
                    <a:pt x="5809" y="73014"/>
                  </a:lnTo>
                  <a:lnTo>
                    <a:pt x="2830" y="77540"/>
                  </a:lnTo>
                  <a:lnTo>
                    <a:pt x="0" y="82161"/>
                  </a:lnTo>
                  <a:lnTo>
                    <a:pt x="1439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401317" y="5351917"/>
              <a:ext cx="143940" cy="85006"/>
            </a:xfrm>
            <a:custGeom>
              <a:avLst/>
              <a:pathLst>
                <a:path w="143940" h="85006">
                  <a:moveTo>
                    <a:pt x="0" y="0"/>
                  </a:moveTo>
                  <a:lnTo>
                    <a:pt x="143940" y="850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401317" y="5351917"/>
              <a:ext cx="143940" cy="85006"/>
            </a:xfrm>
            <a:custGeom>
              <a:avLst/>
              <a:pathLst>
                <a:path w="143940" h="85006">
                  <a:moveTo>
                    <a:pt x="0" y="0"/>
                  </a:moveTo>
                  <a:lnTo>
                    <a:pt x="143940" y="850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401317" y="5351917"/>
              <a:ext cx="143940" cy="85006"/>
            </a:xfrm>
            <a:custGeom>
              <a:avLst/>
              <a:pathLst>
                <a:path w="143940" h="85006">
                  <a:moveTo>
                    <a:pt x="0" y="0"/>
                  </a:moveTo>
                  <a:lnTo>
                    <a:pt x="143940" y="850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401317" y="5351917"/>
              <a:ext cx="143940" cy="85006"/>
            </a:xfrm>
            <a:custGeom>
              <a:avLst/>
              <a:pathLst>
                <a:path w="143940" h="85006">
                  <a:moveTo>
                    <a:pt x="0" y="0"/>
                  </a:moveTo>
                  <a:lnTo>
                    <a:pt x="143940" y="850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380295" y="5351917"/>
              <a:ext cx="164962" cy="85006"/>
            </a:xfrm>
            <a:custGeom>
              <a:avLst/>
              <a:pathLst>
                <a:path w="164962" h="85006">
                  <a:moveTo>
                    <a:pt x="21022" y="0"/>
                  </a:moveTo>
                  <a:lnTo>
                    <a:pt x="17969" y="5395"/>
                  </a:lnTo>
                  <a:lnTo>
                    <a:pt x="15118" y="10900"/>
                  </a:lnTo>
                  <a:lnTo>
                    <a:pt x="12473" y="16507"/>
                  </a:lnTo>
                  <a:lnTo>
                    <a:pt x="10038" y="22208"/>
                  </a:lnTo>
                  <a:lnTo>
                    <a:pt x="7817" y="27995"/>
                  </a:lnTo>
                  <a:lnTo>
                    <a:pt x="5811" y="33861"/>
                  </a:lnTo>
                  <a:lnTo>
                    <a:pt x="4024" y="39797"/>
                  </a:lnTo>
                  <a:lnTo>
                    <a:pt x="2458" y="45796"/>
                  </a:lnTo>
                  <a:lnTo>
                    <a:pt x="1116" y="51848"/>
                  </a:lnTo>
                  <a:lnTo>
                    <a:pt x="0" y="57946"/>
                  </a:lnTo>
                  <a:lnTo>
                    <a:pt x="164962" y="850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378092" y="5269756"/>
              <a:ext cx="334321" cy="334329"/>
            </a:xfrm>
            <a:custGeom>
              <a:avLst/>
              <a:pathLst>
                <a:path w="334321" h="334329">
                  <a:moveTo>
                    <a:pt x="2203" y="140107"/>
                  </a:moveTo>
                  <a:lnTo>
                    <a:pt x="1429" y="145342"/>
                  </a:lnTo>
                  <a:lnTo>
                    <a:pt x="821" y="150598"/>
                  </a:lnTo>
                  <a:lnTo>
                    <a:pt x="380" y="155871"/>
                  </a:lnTo>
                  <a:lnTo>
                    <a:pt x="106" y="161156"/>
                  </a:lnTo>
                  <a:lnTo>
                    <a:pt x="0" y="166446"/>
                  </a:lnTo>
                  <a:lnTo>
                    <a:pt x="60" y="171738"/>
                  </a:lnTo>
                  <a:lnTo>
                    <a:pt x="289" y="177024"/>
                  </a:lnTo>
                  <a:lnTo>
                    <a:pt x="684" y="182301"/>
                  </a:lnTo>
                  <a:lnTo>
                    <a:pt x="1247" y="187563"/>
                  </a:lnTo>
                  <a:lnTo>
                    <a:pt x="1975" y="192804"/>
                  </a:lnTo>
                  <a:lnTo>
                    <a:pt x="2870" y="198019"/>
                  </a:lnTo>
                  <a:lnTo>
                    <a:pt x="3928" y="203204"/>
                  </a:lnTo>
                  <a:lnTo>
                    <a:pt x="5151" y="208352"/>
                  </a:lnTo>
                  <a:lnTo>
                    <a:pt x="6536" y="213460"/>
                  </a:lnTo>
                  <a:lnTo>
                    <a:pt x="8081" y="218520"/>
                  </a:lnTo>
                  <a:lnTo>
                    <a:pt x="9786" y="223530"/>
                  </a:lnTo>
                  <a:lnTo>
                    <a:pt x="11649" y="228483"/>
                  </a:lnTo>
                  <a:lnTo>
                    <a:pt x="13668" y="233374"/>
                  </a:lnTo>
                  <a:lnTo>
                    <a:pt x="15840" y="238199"/>
                  </a:lnTo>
                  <a:lnTo>
                    <a:pt x="18164" y="242953"/>
                  </a:lnTo>
                  <a:lnTo>
                    <a:pt x="20637" y="247631"/>
                  </a:lnTo>
                  <a:lnTo>
                    <a:pt x="23257" y="252228"/>
                  </a:lnTo>
                  <a:lnTo>
                    <a:pt x="26022" y="256741"/>
                  </a:lnTo>
                  <a:lnTo>
                    <a:pt x="28928" y="261163"/>
                  </a:lnTo>
                  <a:lnTo>
                    <a:pt x="31972" y="265491"/>
                  </a:lnTo>
                  <a:lnTo>
                    <a:pt x="35152" y="269721"/>
                  </a:lnTo>
                  <a:lnTo>
                    <a:pt x="38464" y="273848"/>
                  </a:lnTo>
                  <a:lnTo>
                    <a:pt x="41904" y="277868"/>
                  </a:lnTo>
                  <a:lnTo>
                    <a:pt x="45471" y="281777"/>
                  </a:lnTo>
                  <a:lnTo>
                    <a:pt x="49159" y="285571"/>
                  </a:lnTo>
                  <a:lnTo>
                    <a:pt x="52966" y="289247"/>
                  </a:lnTo>
                  <a:lnTo>
                    <a:pt x="56887" y="292800"/>
                  </a:lnTo>
                  <a:lnTo>
                    <a:pt x="60919" y="296227"/>
                  </a:lnTo>
                  <a:lnTo>
                    <a:pt x="65057" y="299525"/>
                  </a:lnTo>
                  <a:lnTo>
                    <a:pt x="69297" y="302691"/>
                  </a:lnTo>
                  <a:lnTo>
                    <a:pt x="73636" y="305721"/>
                  </a:lnTo>
                  <a:lnTo>
                    <a:pt x="78068" y="308611"/>
                  </a:lnTo>
                  <a:lnTo>
                    <a:pt x="82589" y="311361"/>
                  </a:lnTo>
                  <a:lnTo>
                    <a:pt x="87195" y="313965"/>
                  </a:lnTo>
                  <a:lnTo>
                    <a:pt x="91882" y="316423"/>
                  </a:lnTo>
                  <a:lnTo>
                    <a:pt x="96643" y="318731"/>
                  </a:lnTo>
                  <a:lnTo>
                    <a:pt x="101476" y="320887"/>
                  </a:lnTo>
                  <a:lnTo>
                    <a:pt x="106374" y="322889"/>
                  </a:lnTo>
                  <a:lnTo>
                    <a:pt x="111333" y="324735"/>
                  </a:lnTo>
                  <a:lnTo>
                    <a:pt x="116348" y="326423"/>
                  </a:lnTo>
                  <a:lnTo>
                    <a:pt x="121414" y="327952"/>
                  </a:lnTo>
                  <a:lnTo>
                    <a:pt x="126526" y="329319"/>
                  </a:lnTo>
                  <a:lnTo>
                    <a:pt x="131678" y="330524"/>
                  </a:lnTo>
                  <a:lnTo>
                    <a:pt x="136867" y="331566"/>
                  </a:lnTo>
                  <a:lnTo>
                    <a:pt x="142085" y="332442"/>
                  </a:lnTo>
                  <a:lnTo>
                    <a:pt x="147329" y="333153"/>
                  </a:lnTo>
                  <a:lnTo>
                    <a:pt x="152592" y="333698"/>
                  </a:lnTo>
                  <a:lnTo>
                    <a:pt x="157870" y="334076"/>
                  </a:lnTo>
                  <a:lnTo>
                    <a:pt x="163158" y="334286"/>
                  </a:lnTo>
                  <a:lnTo>
                    <a:pt x="168449" y="334329"/>
                  </a:lnTo>
                  <a:lnTo>
                    <a:pt x="173739" y="334205"/>
                  </a:lnTo>
                  <a:lnTo>
                    <a:pt x="179023" y="333913"/>
                  </a:lnTo>
                  <a:lnTo>
                    <a:pt x="184294" y="333455"/>
                  </a:lnTo>
                  <a:lnTo>
                    <a:pt x="189549" y="332829"/>
                  </a:lnTo>
                  <a:lnTo>
                    <a:pt x="194781" y="332038"/>
                  </a:lnTo>
                  <a:lnTo>
                    <a:pt x="199985" y="331081"/>
                  </a:lnTo>
                  <a:lnTo>
                    <a:pt x="205157" y="329960"/>
                  </a:lnTo>
                  <a:lnTo>
                    <a:pt x="210290" y="328676"/>
                  </a:lnTo>
                  <a:lnTo>
                    <a:pt x="215380" y="327230"/>
                  </a:lnTo>
                  <a:lnTo>
                    <a:pt x="220422" y="325624"/>
                  </a:lnTo>
                  <a:lnTo>
                    <a:pt x="225411" y="323859"/>
                  </a:lnTo>
                  <a:lnTo>
                    <a:pt x="230341" y="321937"/>
                  </a:lnTo>
                  <a:lnTo>
                    <a:pt x="235208" y="319860"/>
                  </a:lnTo>
                  <a:lnTo>
                    <a:pt x="240007" y="317630"/>
                  </a:lnTo>
                  <a:lnTo>
                    <a:pt x="244732" y="315249"/>
                  </a:lnTo>
                  <a:lnTo>
                    <a:pt x="249380" y="312720"/>
                  </a:lnTo>
                  <a:lnTo>
                    <a:pt x="253946" y="310045"/>
                  </a:lnTo>
                  <a:lnTo>
                    <a:pt x="258425" y="307227"/>
                  </a:lnTo>
                  <a:lnTo>
                    <a:pt x="262812" y="304268"/>
                  </a:lnTo>
                  <a:lnTo>
                    <a:pt x="267103" y="301172"/>
                  </a:lnTo>
                  <a:lnTo>
                    <a:pt x="271294" y="297942"/>
                  </a:lnTo>
                  <a:lnTo>
                    <a:pt x="275381" y="294581"/>
                  </a:lnTo>
                  <a:lnTo>
                    <a:pt x="279360" y="291092"/>
                  </a:lnTo>
                  <a:lnTo>
                    <a:pt x="283226" y="287479"/>
                  </a:lnTo>
                  <a:lnTo>
                    <a:pt x="286976" y="283745"/>
                  </a:lnTo>
                  <a:lnTo>
                    <a:pt x="290605" y="279895"/>
                  </a:lnTo>
                  <a:lnTo>
                    <a:pt x="294111" y="275931"/>
                  </a:lnTo>
                  <a:lnTo>
                    <a:pt x="297490" y="271859"/>
                  </a:lnTo>
                  <a:lnTo>
                    <a:pt x="300739" y="267681"/>
                  </a:lnTo>
                  <a:lnTo>
                    <a:pt x="303853" y="263403"/>
                  </a:lnTo>
                  <a:lnTo>
                    <a:pt x="306830" y="259029"/>
                  </a:lnTo>
                  <a:lnTo>
                    <a:pt x="309668" y="254563"/>
                  </a:lnTo>
                  <a:lnTo>
                    <a:pt x="312363" y="250009"/>
                  </a:lnTo>
                  <a:lnTo>
                    <a:pt x="314912" y="245371"/>
                  </a:lnTo>
                  <a:lnTo>
                    <a:pt x="317313" y="240656"/>
                  </a:lnTo>
                  <a:lnTo>
                    <a:pt x="319564" y="235867"/>
                  </a:lnTo>
                  <a:lnTo>
                    <a:pt x="321662" y="231009"/>
                  </a:lnTo>
                  <a:lnTo>
                    <a:pt x="323605" y="226087"/>
                  </a:lnTo>
                  <a:lnTo>
                    <a:pt x="325391" y="221106"/>
                  </a:lnTo>
                  <a:lnTo>
                    <a:pt x="327019" y="216071"/>
                  </a:lnTo>
                  <a:lnTo>
                    <a:pt x="328487" y="210987"/>
                  </a:lnTo>
                  <a:lnTo>
                    <a:pt x="329793" y="205860"/>
                  </a:lnTo>
                  <a:lnTo>
                    <a:pt x="330936" y="200693"/>
                  </a:lnTo>
                  <a:lnTo>
                    <a:pt x="331916" y="195493"/>
                  </a:lnTo>
                  <a:lnTo>
                    <a:pt x="332729" y="190264"/>
                  </a:lnTo>
                  <a:lnTo>
                    <a:pt x="333378" y="185012"/>
                  </a:lnTo>
                  <a:lnTo>
                    <a:pt x="333859" y="179743"/>
                  </a:lnTo>
                  <a:lnTo>
                    <a:pt x="334174" y="174461"/>
                  </a:lnTo>
                  <a:lnTo>
                    <a:pt x="334321" y="169171"/>
                  </a:lnTo>
                  <a:lnTo>
                    <a:pt x="334301" y="163879"/>
                  </a:lnTo>
                  <a:lnTo>
                    <a:pt x="334113" y="158591"/>
                  </a:lnTo>
                  <a:lnTo>
                    <a:pt x="333758" y="153312"/>
                  </a:lnTo>
                  <a:lnTo>
                    <a:pt x="333236" y="148046"/>
                  </a:lnTo>
                  <a:lnTo>
                    <a:pt x="332547" y="142799"/>
                  </a:lnTo>
                  <a:lnTo>
                    <a:pt x="331693" y="137577"/>
                  </a:lnTo>
                  <a:lnTo>
                    <a:pt x="330674" y="132384"/>
                  </a:lnTo>
                  <a:lnTo>
                    <a:pt x="329491" y="127227"/>
                  </a:lnTo>
                  <a:lnTo>
                    <a:pt x="328146" y="122109"/>
                  </a:lnTo>
                  <a:lnTo>
                    <a:pt x="326639" y="117037"/>
                  </a:lnTo>
                  <a:lnTo>
                    <a:pt x="324973" y="112014"/>
                  </a:lnTo>
                  <a:lnTo>
                    <a:pt x="323148" y="107047"/>
                  </a:lnTo>
                  <a:lnTo>
                    <a:pt x="321167" y="102140"/>
                  </a:lnTo>
                  <a:lnTo>
                    <a:pt x="319032" y="97299"/>
                  </a:lnTo>
                  <a:lnTo>
                    <a:pt x="316744" y="92527"/>
                  </a:lnTo>
                  <a:lnTo>
                    <a:pt x="314307" y="87830"/>
                  </a:lnTo>
                  <a:lnTo>
                    <a:pt x="311722" y="83213"/>
                  </a:lnTo>
                  <a:lnTo>
                    <a:pt x="308993" y="78680"/>
                  </a:lnTo>
                  <a:lnTo>
                    <a:pt x="306121" y="74235"/>
                  </a:lnTo>
                  <a:lnTo>
                    <a:pt x="303110" y="69884"/>
                  </a:lnTo>
                  <a:lnTo>
                    <a:pt x="299963" y="65630"/>
                  </a:lnTo>
                  <a:lnTo>
                    <a:pt x="296683" y="61478"/>
                  </a:lnTo>
                  <a:lnTo>
                    <a:pt x="293273" y="57431"/>
                  </a:lnTo>
                  <a:lnTo>
                    <a:pt x="289736" y="53495"/>
                  </a:lnTo>
                  <a:lnTo>
                    <a:pt x="286077" y="49672"/>
                  </a:lnTo>
                  <a:lnTo>
                    <a:pt x="282299" y="45968"/>
                  </a:lnTo>
                  <a:lnTo>
                    <a:pt x="278405" y="42384"/>
                  </a:lnTo>
                  <a:lnTo>
                    <a:pt x="274400" y="38926"/>
                  </a:lnTo>
                  <a:lnTo>
                    <a:pt x="270287" y="35596"/>
                  </a:lnTo>
                  <a:lnTo>
                    <a:pt x="266071" y="32398"/>
                  </a:lnTo>
                  <a:lnTo>
                    <a:pt x="261756" y="29335"/>
                  </a:lnTo>
                  <a:lnTo>
                    <a:pt x="257347" y="26411"/>
                  </a:lnTo>
                  <a:lnTo>
                    <a:pt x="252846" y="23627"/>
                  </a:lnTo>
                  <a:lnTo>
                    <a:pt x="248260" y="20987"/>
                  </a:lnTo>
                  <a:lnTo>
                    <a:pt x="243593" y="18494"/>
                  </a:lnTo>
                  <a:lnTo>
                    <a:pt x="238849" y="16149"/>
                  </a:lnTo>
                  <a:lnTo>
                    <a:pt x="234033" y="13956"/>
                  </a:lnTo>
                  <a:lnTo>
                    <a:pt x="229151" y="11916"/>
                  </a:lnTo>
                  <a:lnTo>
                    <a:pt x="224206" y="10032"/>
                  </a:lnTo>
                  <a:lnTo>
                    <a:pt x="219204" y="8306"/>
                  </a:lnTo>
                  <a:lnTo>
                    <a:pt x="214150" y="6738"/>
                  </a:lnTo>
                  <a:lnTo>
                    <a:pt x="209049" y="5331"/>
                  </a:lnTo>
                  <a:lnTo>
                    <a:pt x="203906" y="4087"/>
                  </a:lnTo>
                  <a:lnTo>
                    <a:pt x="198726" y="3006"/>
                  </a:lnTo>
                  <a:lnTo>
                    <a:pt x="193514" y="2089"/>
                  </a:lnTo>
                  <a:lnTo>
                    <a:pt x="188276" y="1338"/>
                  </a:lnTo>
                  <a:lnTo>
                    <a:pt x="183017" y="753"/>
                  </a:lnTo>
                  <a:lnTo>
                    <a:pt x="177742" y="334"/>
                  </a:lnTo>
                  <a:lnTo>
                    <a:pt x="172456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854860" y="5018213"/>
              <a:ext cx="166178" cy="167167"/>
            </a:xfrm>
            <a:custGeom>
              <a:avLst/>
              <a:pathLst>
                <a:path w="166178" h="167167">
                  <a:moveTo>
                    <a:pt x="166178" y="0"/>
                  </a:moveTo>
                  <a:lnTo>
                    <a:pt x="160748" y="88"/>
                  </a:lnTo>
                  <a:lnTo>
                    <a:pt x="155324" y="352"/>
                  </a:lnTo>
                  <a:lnTo>
                    <a:pt x="149911" y="793"/>
                  </a:lnTo>
                  <a:lnTo>
                    <a:pt x="144515" y="1409"/>
                  </a:lnTo>
                  <a:lnTo>
                    <a:pt x="139142" y="2200"/>
                  </a:lnTo>
                  <a:lnTo>
                    <a:pt x="133798" y="3165"/>
                  </a:lnTo>
                  <a:lnTo>
                    <a:pt x="128488" y="4304"/>
                  </a:lnTo>
                  <a:lnTo>
                    <a:pt x="123218" y="5614"/>
                  </a:lnTo>
                  <a:lnTo>
                    <a:pt x="117993" y="7095"/>
                  </a:lnTo>
                  <a:lnTo>
                    <a:pt x="112819" y="8744"/>
                  </a:lnTo>
                  <a:lnTo>
                    <a:pt x="107701" y="10561"/>
                  </a:lnTo>
                  <a:lnTo>
                    <a:pt x="102645" y="12543"/>
                  </a:lnTo>
                  <a:lnTo>
                    <a:pt x="97656" y="14688"/>
                  </a:lnTo>
                  <a:lnTo>
                    <a:pt x="92739" y="16995"/>
                  </a:lnTo>
                  <a:lnTo>
                    <a:pt x="87900" y="19459"/>
                  </a:lnTo>
                  <a:lnTo>
                    <a:pt x="83144" y="22080"/>
                  </a:lnTo>
                  <a:lnTo>
                    <a:pt x="78475" y="24853"/>
                  </a:lnTo>
                  <a:lnTo>
                    <a:pt x="73898" y="27777"/>
                  </a:lnTo>
                  <a:lnTo>
                    <a:pt x="69419" y="30848"/>
                  </a:lnTo>
                  <a:lnTo>
                    <a:pt x="65042" y="34063"/>
                  </a:lnTo>
                  <a:lnTo>
                    <a:pt x="60772" y="37419"/>
                  </a:lnTo>
                  <a:lnTo>
                    <a:pt x="56613" y="40911"/>
                  </a:lnTo>
                  <a:lnTo>
                    <a:pt x="52570" y="44536"/>
                  </a:lnTo>
                  <a:lnTo>
                    <a:pt x="48647" y="48291"/>
                  </a:lnTo>
                  <a:lnTo>
                    <a:pt x="44848" y="52172"/>
                  </a:lnTo>
                  <a:lnTo>
                    <a:pt x="41176" y="56173"/>
                  </a:lnTo>
                  <a:lnTo>
                    <a:pt x="37637" y="60292"/>
                  </a:lnTo>
                  <a:lnTo>
                    <a:pt x="34233" y="64524"/>
                  </a:lnTo>
                  <a:lnTo>
                    <a:pt x="30969" y="68864"/>
                  </a:lnTo>
                  <a:lnTo>
                    <a:pt x="27847" y="73308"/>
                  </a:lnTo>
                  <a:lnTo>
                    <a:pt x="24871" y="77851"/>
                  </a:lnTo>
                  <a:lnTo>
                    <a:pt x="22045" y="82488"/>
                  </a:lnTo>
                  <a:lnTo>
                    <a:pt x="19370" y="87214"/>
                  </a:lnTo>
                  <a:lnTo>
                    <a:pt x="16851" y="92025"/>
                  </a:lnTo>
                  <a:lnTo>
                    <a:pt x="14489" y="96915"/>
                  </a:lnTo>
                  <a:lnTo>
                    <a:pt x="12287" y="101879"/>
                  </a:lnTo>
                  <a:lnTo>
                    <a:pt x="10247" y="106912"/>
                  </a:lnTo>
                  <a:lnTo>
                    <a:pt x="8372" y="112009"/>
                  </a:lnTo>
                  <a:lnTo>
                    <a:pt x="6664" y="117164"/>
                  </a:lnTo>
                  <a:lnTo>
                    <a:pt x="5124" y="122372"/>
                  </a:lnTo>
                  <a:lnTo>
                    <a:pt x="3754" y="127627"/>
                  </a:lnTo>
                  <a:lnTo>
                    <a:pt x="2555" y="132924"/>
                  </a:lnTo>
                  <a:lnTo>
                    <a:pt x="1529" y="138257"/>
                  </a:lnTo>
                  <a:lnTo>
                    <a:pt x="677" y="143620"/>
                  </a:lnTo>
                  <a:lnTo>
                    <a:pt x="0" y="149008"/>
                  </a:lnTo>
                  <a:lnTo>
                    <a:pt x="16617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54860" y="5167222"/>
              <a:ext cx="166178" cy="18158"/>
            </a:xfrm>
            <a:custGeom>
              <a:avLst/>
              <a:pathLst>
                <a:path w="166178" h="18158">
                  <a:moveTo>
                    <a:pt x="0" y="0"/>
                  </a:moveTo>
                  <a:lnTo>
                    <a:pt x="166178" y="18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54860" y="5167222"/>
              <a:ext cx="166178" cy="18158"/>
            </a:xfrm>
            <a:custGeom>
              <a:avLst/>
              <a:pathLst>
                <a:path w="166178" h="18158">
                  <a:moveTo>
                    <a:pt x="0" y="0"/>
                  </a:moveTo>
                  <a:lnTo>
                    <a:pt x="166178" y="18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854860" y="5167222"/>
              <a:ext cx="166178" cy="18158"/>
            </a:xfrm>
            <a:custGeom>
              <a:avLst/>
              <a:pathLst>
                <a:path w="166178" h="18158">
                  <a:moveTo>
                    <a:pt x="0" y="0"/>
                  </a:moveTo>
                  <a:lnTo>
                    <a:pt x="166178" y="18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5853873" y="5167222"/>
              <a:ext cx="167165" cy="90082"/>
            </a:xfrm>
            <a:custGeom>
              <a:avLst/>
              <a:pathLst>
                <a:path w="167165" h="90082">
                  <a:moveTo>
                    <a:pt x="987" y="0"/>
                  </a:moveTo>
                  <a:lnTo>
                    <a:pt x="458" y="5759"/>
                  </a:lnTo>
                  <a:lnTo>
                    <a:pt x="129" y="11533"/>
                  </a:lnTo>
                  <a:lnTo>
                    <a:pt x="0" y="17316"/>
                  </a:lnTo>
                  <a:lnTo>
                    <a:pt x="70" y="23099"/>
                  </a:lnTo>
                  <a:lnTo>
                    <a:pt x="341" y="28877"/>
                  </a:lnTo>
                  <a:lnTo>
                    <a:pt x="812" y="34641"/>
                  </a:lnTo>
                  <a:lnTo>
                    <a:pt x="1482" y="40386"/>
                  </a:lnTo>
                  <a:lnTo>
                    <a:pt x="2350" y="46104"/>
                  </a:lnTo>
                  <a:lnTo>
                    <a:pt x="3415" y="51789"/>
                  </a:lnTo>
                  <a:lnTo>
                    <a:pt x="4677" y="57434"/>
                  </a:lnTo>
                  <a:lnTo>
                    <a:pt x="6133" y="63031"/>
                  </a:lnTo>
                  <a:lnTo>
                    <a:pt x="7781" y="68575"/>
                  </a:lnTo>
                  <a:lnTo>
                    <a:pt x="9621" y="74059"/>
                  </a:lnTo>
                  <a:lnTo>
                    <a:pt x="11649" y="79475"/>
                  </a:lnTo>
                  <a:lnTo>
                    <a:pt x="13863" y="84818"/>
                  </a:lnTo>
                  <a:lnTo>
                    <a:pt x="16261" y="90082"/>
                  </a:lnTo>
                  <a:lnTo>
                    <a:pt x="167165" y="181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870135" y="5018213"/>
              <a:ext cx="318062" cy="334324"/>
            </a:xfrm>
            <a:custGeom>
              <a:avLst/>
              <a:pathLst>
                <a:path w="318062" h="334324">
                  <a:moveTo>
                    <a:pt x="0" y="239090"/>
                  </a:moveTo>
                  <a:lnTo>
                    <a:pt x="2366" y="243859"/>
                  </a:lnTo>
                  <a:lnTo>
                    <a:pt x="4884" y="248550"/>
                  </a:lnTo>
                  <a:lnTo>
                    <a:pt x="7549" y="253158"/>
                  </a:lnTo>
                  <a:lnTo>
                    <a:pt x="10360" y="257680"/>
                  </a:lnTo>
                  <a:lnTo>
                    <a:pt x="13313" y="262109"/>
                  </a:lnTo>
                  <a:lnTo>
                    <a:pt x="16406" y="266442"/>
                  </a:lnTo>
                  <a:lnTo>
                    <a:pt x="19636" y="270674"/>
                  </a:lnTo>
                  <a:lnTo>
                    <a:pt x="22998" y="274802"/>
                  </a:lnTo>
                  <a:lnTo>
                    <a:pt x="26491" y="278820"/>
                  </a:lnTo>
                  <a:lnTo>
                    <a:pt x="30109" y="282725"/>
                  </a:lnTo>
                  <a:lnTo>
                    <a:pt x="33850" y="286513"/>
                  </a:lnTo>
                  <a:lnTo>
                    <a:pt x="37709" y="290180"/>
                  </a:lnTo>
                  <a:lnTo>
                    <a:pt x="41684" y="293722"/>
                  </a:lnTo>
                  <a:lnTo>
                    <a:pt x="45769" y="297135"/>
                  </a:lnTo>
                  <a:lnTo>
                    <a:pt x="49961" y="300417"/>
                  </a:lnTo>
                  <a:lnTo>
                    <a:pt x="54255" y="303564"/>
                  </a:lnTo>
                  <a:lnTo>
                    <a:pt x="58647" y="306572"/>
                  </a:lnTo>
                  <a:lnTo>
                    <a:pt x="63133" y="309439"/>
                  </a:lnTo>
                  <a:lnTo>
                    <a:pt x="67708" y="312162"/>
                  </a:lnTo>
                  <a:lnTo>
                    <a:pt x="72367" y="314737"/>
                  </a:lnTo>
                  <a:lnTo>
                    <a:pt x="77106" y="317163"/>
                  </a:lnTo>
                  <a:lnTo>
                    <a:pt x="81920" y="319437"/>
                  </a:lnTo>
                  <a:lnTo>
                    <a:pt x="86803" y="321557"/>
                  </a:lnTo>
                  <a:lnTo>
                    <a:pt x="91752" y="323519"/>
                  </a:lnTo>
                  <a:lnTo>
                    <a:pt x="96761" y="325324"/>
                  </a:lnTo>
                  <a:lnTo>
                    <a:pt x="101824" y="326967"/>
                  </a:lnTo>
                  <a:lnTo>
                    <a:pt x="106938" y="328449"/>
                  </a:lnTo>
                  <a:lnTo>
                    <a:pt x="112096" y="329767"/>
                  </a:lnTo>
                  <a:lnTo>
                    <a:pt x="117293" y="330921"/>
                  </a:lnTo>
                  <a:lnTo>
                    <a:pt x="122524" y="331908"/>
                  </a:lnTo>
                  <a:lnTo>
                    <a:pt x="127784" y="332728"/>
                  </a:lnTo>
                  <a:lnTo>
                    <a:pt x="133068" y="333380"/>
                  </a:lnTo>
                  <a:lnTo>
                    <a:pt x="138370" y="333864"/>
                  </a:lnTo>
                  <a:lnTo>
                    <a:pt x="143684" y="334178"/>
                  </a:lnTo>
                  <a:lnTo>
                    <a:pt x="149006" y="334324"/>
                  </a:lnTo>
                  <a:lnTo>
                    <a:pt x="154329" y="334299"/>
                  </a:lnTo>
                  <a:lnTo>
                    <a:pt x="159650" y="334105"/>
                  </a:lnTo>
                  <a:lnTo>
                    <a:pt x="164961" y="333742"/>
                  </a:lnTo>
                  <a:lnTo>
                    <a:pt x="170258" y="333210"/>
                  </a:lnTo>
                  <a:lnTo>
                    <a:pt x="175535" y="332510"/>
                  </a:lnTo>
                  <a:lnTo>
                    <a:pt x="180788" y="331641"/>
                  </a:lnTo>
                  <a:lnTo>
                    <a:pt x="186010" y="330606"/>
                  </a:lnTo>
                  <a:lnTo>
                    <a:pt x="191197" y="329406"/>
                  </a:lnTo>
                  <a:lnTo>
                    <a:pt x="196342" y="328040"/>
                  </a:lnTo>
                  <a:lnTo>
                    <a:pt x="201442" y="326512"/>
                  </a:lnTo>
                  <a:lnTo>
                    <a:pt x="206490" y="324822"/>
                  </a:lnTo>
                  <a:lnTo>
                    <a:pt x="211482" y="322972"/>
                  </a:lnTo>
                  <a:lnTo>
                    <a:pt x="216413" y="320964"/>
                  </a:lnTo>
                  <a:lnTo>
                    <a:pt x="221277" y="318800"/>
                  </a:lnTo>
                  <a:lnTo>
                    <a:pt x="226069" y="316482"/>
                  </a:lnTo>
                  <a:lnTo>
                    <a:pt x="230786" y="314013"/>
                  </a:lnTo>
                  <a:lnTo>
                    <a:pt x="235421" y="311395"/>
                  </a:lnTo>
                  <a:lnTo>
                    <a:pt x="239971" y="308630"/>
                  </a:lnTo>
                  <a:lnTo>
                    <a:pt x="244430" y="305723"/>
                  </a:lnTo>
                  <a:lnTo>
                    <a:pt x="248795" y="302674"/>
                  </a:lnTo>
                  <a:lnTo>
                    <a:pt x="253060" y="299488"/>
                  </a:lnTo>
                  <a:lnTo>
                    <a:pt x="257222" y="296168"/>
                  </a:lnTo>
                  <a:lnTo>
                    <a:pt x="261276" y="292717"/>
                  </a:lnTo>
                  <a:lnTo>
                    <a:pt x="265217" y="289139"/>
                  </a:lnTo>
                  <a:lnTo>
                    <a:pt x="269043" y="285437"/>
                  </a:lnTo>
                  <a:lnTo>
                    <a:pt x="272749" y="281615"/>
                  </a:lnTo>
                  <a:lnTo>
                    <a:pt x="276332" y="277678"/>
                  </a:lnTo>
                  <a:lnTo>
                    <a:pt x="279787" y="273628"/>
                  </a:lnTo>
                  <a:lnTo>
                    <a:pt x="283112" y="269470"/>
                  </a:lnTo>
                  <a:lnTo>
                    <a:pt x="286302" y="265208"/>
                  </a:lnTo>
                  <a:lnTo>
                    <a:pt x="289356" y="260847"/>
                  </a:lnTo>
                  <a:lnTo>
                    <a:pt x="292268" y="256390"/>
                  </a:lnTo>
                  <a:lnTo>
                    <a:pt x="295038" y="251844"/>
                  </a:lnTo>
                  <a:lnTo>
                    <a:pt x="297661" y="247211"/>
                  </a:lnTo>
                  <a:lnTo>
                    <a:pt x="300136" y="242498"/>
                  </a:lnTo>
                  <a:lnTo>
                    <a:pt x="302459" y="237707"/>
                  </a:lnTo>
                  <a:lnTo>
                    <a:pt x="304628" y="232846"/>
                  </a:lnTo>
                  <a:lnTo>
                    <a:pt x="306641" y="227917"/>
                  </a:lnTo>
                  <a:lnTo>
                    <a:pt x="308497" y="222928"/>
                  </a:lnTo>
                  <a:lnTo>
                    <a:pt x="310192" y="217881"/>
                  </a:lnTo>
                  <a:lnTo>
                    <a:pt x="311727" y="212783"/>
                  </a:lnTo>
                  <a:lnTo>
                    <a:pt x="313098" y="207639"/>
                  </a:lnTo>
                  <a:lnTo>
                    <a:pt x="314304" y="202454"/>
                  </a:lnTo>
                  <a:lnTo>
                    <a:pt x="315345" y="197233"/>
                  </a:lnTo>
                  <a:lnTo>
                    <a:pt x="316219" y="191981"/>
                  </a:lnTo>
                  <a:lnTo>
                    <a:pt x="316925" y="186705"/>
                  </a:lnTo>
                  <a:lnTo>
                    <a:pt x="317463" y="181408"/>
                  </a:lnTo>
                  <a:lnTo>
                    <a:pt x="317832" y="176097"/>
                  </a:lnTo>
                  <a:lnTo>
                    <a:pt x="318032" y="170777"/>
                  </a:lnTo>
                  <a:lnTo>
                    <a:pt x="318062" y="165454"/>
                  </a:lnTo>
                  <a:lnTo>
                    <a:pt x="317923" y="160132"/>
                  </a:lnTo>
                  <a:lnTo>
                    <a:pt x="317614" y="154817"/>
                  </a:lnTo>
                  <a:lnTo>
                    <a:pt x="317136" y="149515"/>
                  </a:lnTo>
                  <a:lnTo>
                    <a:pt x="316490" y="144231"/>
                  </a:lnTo>
                  <a:lnTo>
                    <a:pt x="315675" y="138970"/>
                  </a:lnTo>
                  <a:lnTo>
                    <a:pt x="314694" y="133737"/>
                  </a:lnTo>
                  <a:lnTo>
                    <a:pt x="313546" y="128539"/>
                  </a:lnTo>
                  <a:lnTo>
                    <a:pt x="312234" y="123379"/>
                  </a:lnTo>
                  <a:lnTo>
                    <a:pt x="310758" y="118264"/>
                  </a:lnTo>
                  <a:lnTo>
                    <a:pt x="309120" y="113199"/>
                  </a:lnTo>
                  <a:lnTo>
                    <a:pt x="307321" y="108188"/>
                  </a:lnTo>
                  <a:lnTo>
                    <a:pt x="305364" y="103237"/>
                  </a:lnTo>
                  <a:lnTo>
                    <a:pt x="303250" y="98351"/>
                  </a:lnTo>
                  <a:lnTo>
                    <a:pt x="300981" y="93535"/>
                  </a:lnTo>
                  <a:lnTo>
                    <a:pt x="298560" y="88794"/>
                  </a:lnTo>
                  <a:lnTo>
                    <a:pt x="295990" y="84132"/>
                  </a:lnTo>
                  <a:lnTo>
                    <a:pt x="293272" y="79554"/>
                  </a:lnTo>
                  <a:lnTo>
                    <a:pt x="290410" y="75065"/>
                  </a:lnTo>
                  <a:lnTo>
                    <a:pt x="287407" y="70669"/>
                  </a:lnTo>
                  <a:lnTo>
                    <a:pt x="284265" y="66372"/>
                  </a:lnTo>
                  <a:lnTo>
                    <a:pt x="280987" y="62176"/>
                  </a:lnTo>
                  <a:lnTo>
                    <a:pt x="277578" y="58087"/>
                  </a:lnTo>
                  <a:lnTo>
                    <a:pt x="274041" y="54109"/>
                  </a:lnTo>
                  <a:lnTo>
                    <a:pt x="270378" y="50245"/>
                  </a:lnTo>
                  <a:lnTo>
                    <a:pt x="266595" y="46500"/>
                  </a:lnTo>
                  <a:lnTo>
                    <a:pt x="262694" y="42877"/>
                  </a:lnTo>
                  <a:lnTo>
                    <a:pt x="258679" y="39381"/>
                  </a:lnTo>
                  <a:lnTo>
                    <a:pt x="254555" y="36014"/>
                  </a:lnTo>
                  <a:lnTo>
                    <a:pt x="250327" y="32780"/>
                  </a:lnTo>
                  <a:lnTo>
                    <a:pt x="245997" y="29682"/>
                  </a:lnTo>
                  <a:lnTo>
                    <a:pt x="241571" y="26724"/>
                  </a:lnTo>
                  <a:lnTo>
                    <a:pt x="237053" y="23908"/>
                  </a:lnTo>
                  <a:lnTo>
                    <a:pt x="232447" y="21237"/>
                  </a:lnTo>
                  <a:lnTo>
                    <a:pt x="227759" y="18715"/>
                  </a:lnTo>
                  <a:lnTo>
                    <a:pt x="222993" y="16343"/>
                  </a:lnTo>
                  <a:lnTo>
                    <a:pt x="218154" y="14124"/>
                  </a:lnTo>
                  <a:lnTo>
                    <a:pt x="213247" y="12060"/>
                  </a:lnTo>
                  <a:lnTo>
                    <a:pt x="208276" y="10153"/>
                  </a:lnTo>
                  <a:lnTo>
                    <a:pt x="203247" y="8406"/>
                  </a:lnTo>
                  <a:lnTo>
                    <a:pt x="198165" y="6820"/>
                  </a:lnTo>
                  <a:lnTo>
                    <a:pt x="193035" y="5396"/>
                  </a:lnTo>
                  <a:lnTo>
                    <a:pt x="187863" y="4136"/>
                  </a:lnTo>
                  <a:lnTo>
                    <a:pt x="182653" y="3042"/>
                  </a:lnTo>
                  <a:lnTo>
                    <a:pt x="177411" y="2114"/>
                  </a:lnTo>
                  <a:lnTo>
                    <a:pt x="172142" y="1354"/>
                  </a:lnTo>
                  <a:lnTo>
                    <a:pt x="166851" y="762"/>
                  </a:lnTo>
                  <a:lnTo>
                    <a:pt x="161544" y="338"/>
                  </a:lnTo>
                  <a:lnTo>
                    <a:pt x="156226" y="84"/>
                  </a:lnTo>
                  <a:lnTo>
                    <a:pt x="150903" y="0"/>
                  </a:lnTo>
                  <a:lnTo>
                    <a:pt x="15090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256085" y="4659281"/>
              <a:ext cx="167149" cy="334261"/>
            </a:xfrm>
            <a:custGeom>
              <a:avLst/>
              <a:pathLst>
                <a:path w="167149" h="334261">
                  <a:moveTo>
                    <a:pt x="167149" y="0"/>
                  </a:moveTo>
                  <a:lnTo>
                    <a:pt x="161841" y="84"/>
                  </a:lnTo>
                  <a:lnTo>
                    <a:pt x="156539" y="337"/>
                  </a:lnTo>
                  <a:lnTo>
                    <a:pt x="151247" y="758"/>
                  </a:lnTo>
                  <a:lnTo>
                    <a:pt x="145972" y="1346"/>
                  </a:lnTo>
                  <a:lnTo>
                    <a:pt x="140718" y="2102"/>
                  </a:lnTo>
                  <a:lnTo>
                    <a:pt x="135490" y="3025"/>
                  </a:lnTo>
                  <a:lnTo>
                    <a:pt x="130295" y="4113"/>
                  </a:lnTo>
                  <a:lnTo>
                    <a:pt x="125136" y="5365"/>
                  </a:lnTo>
                  <a:lnTo>
                    <a:pt x="120020" y="6780"/>
                  </a:lnTo>
                  <a:lnTo>
                    <a:pt x="114952" y="8358"/>
                  </a:lnTo>
                  <a:lnTo>
                    <a:pt x="109936" y="10095"/>
                  </a:lnTo>
                  <a:lnTo>
                    <a:pt x="104978" y="11991"/>
                  </a:lnTo>
                  <a:lnTo>
                    <a:pt x="100082" y="14043"/>
                  </a:lnTo>
                  <a:lnTo>
                    <a:pt x="95254" y="16249"/>
                  </a:lnTo>
                  <a:lnTo>
                    <a:pt x="90499" y="18608"/>
                  </a:lnTo>
                  <a:lnTo>
                    <a:pt x="85821" y="21117"/>
                  </a:lnTo>
                  <a:lnTo>
                    <a:pt x="81225" y="23772"/>
                  </a:lnTo>
                  <a:lnTo>
                    <a:pt x="76715" y="26573"/>
                  </a:lnTo>
                  <a:lnTo>
                    <a:pt x="72297" y="29515"/>
                  </a:lnTo>
                  <a:lnTo>
                    <a:pt x="67974" y="32596"/>
                  </a:lnTo>
                  <a:lnTo>
                    <a:pt x="63751" y="35813"/>
                  </a:lnTo>
                  <a:lnTo>
                    <a:pt x="59633" y="39162"/>
                  </a:lnTo>
                  <a:lnTo>
                    <a:pt x="55623" y="42640"/>
                  </a:lnTo>
                  <a:lnTo>
                    <a:pt x="51726" y="46244"/>
                  </a:lnTo>
                  <a:lnTo>
                    <a:pt x="47944" y="49969"/>
                  </a:lnTo>
                  <a:lnTo>
                    <a:pt x="44284" y="53813"/>
                  </a:lnTo>
                  <a:lnTo>
                    <a:pt x="40746" y="57771"/>
                  </a:lnTo>
                  <a:lnTo>
                    <a:pt x="37337" y="61840"/>
                  </a:lnTo>
                  <a:lnTo>
                    <a:pt x="34058" y="66014"/>
                  </a:lnTo>
                  <a:lnTo>
                    <a:pt x="30914" y="70291"/>
                  </a:lnTo>
                  <a:lnTo>
                    <a:pt x="27907" y="74665"/>
                  </a:lnTo>
                  <a:lnTo>
                    <a:pt x="25040" y="79133"/>
                  </a:lnTo>
                  <a:lnTo>
                    <a:pt x="22316" y="83689"/>
                  </a:lnTo>
                  <a:lnTo>
                    <a:pt x="19739" y="88330"/>
                  </a:lnTo>
                  <a:lnTo>
                    <a:pt x="17310" y="93050"/>
                  </a:lnTo>
                  <a:lnTo>
                    <a:pt x="15032" y="97844"/>
                  </a:lnTo>
                  <a:lnTo>
                    <a:pt x="12908" y="102709"/>
                  </a:lnTo>
                  <a:lnTo>
                    <a:pt x="10939" y="107639"/>
                  </a:lnTo>
                  <a:lnTo>
                    <a:pt x="9128" y="112628"/>
                  </a:lnTo>
                  <a:lnTo>
                    <a:pt x="7476" y="117673"/>
                  </a:lnTo>
                  <a:lnTo>
                    <a:pt x="5985" y="122768"/>
                  </a:lnTo>
                  <a:lnTo>
                    <a:pt x="4657" y="127907"/>
                  </a:lnTo>
                  <a:lnTo>
                    <a:pt x="3492" y="133086"/>
                  </a:lnTo>
                  <a:lnTo>
                    <a:pt x="2493" y="138299"/>
                  </a:lnTo>
                  <a:lnTo>
                    <a:pt x="1659" y="143542"/>
                  </a:lnTo>
                  <a:lnTo>
                    <a:pt x="992" y="148808"/>
                  </a:lnTo>
                  <a:lnTo>
                    <a:pt x="493" y="154092"/>
                  </a:lnTo>
                  <a:lnTo>
                    <a:pt x="162" y="159390"/>
                  </a:lnTo>
                  <a:lnTo>
                    <a:pt x="0" y="164696"/>
                  </a:lnTo>
                  <a:lnTo>
                    <a:pt x="5" y="170004"/>
                  </a:lnTo>
                  <a:lnTo>
                    <a:pt x="180" y="175310"/>
                  </a:lnTo>
                  <a:lnTo>
                    <a:pt x="522" y="180607"/>
                  </a:lnTo>
                  <a:lnTo>
                    <a:pt x="1033" y="185891"/>
                  </a:lnTo>
                  <a:lnTo>
                    <a:pt x="1711" y="191155"/>
                  </a:lnTo>
                  <a:lnTo>
                    <a:pt x="2556" y="196396"/>
                  </a:lnTo>
                  <a:lnTo>
                    <a:pt x="3567" y="201607"/>
                  </a:lnTo>
                  <a:lnTo>
                    <a:pt x="4743" y="206783"/>
                  </a:lnTo>
                  <a:lnTo>
                    <a:pt x="6083" y="211920"/>
                  </a:lnTo>
                  <a:lnTo>
                    <a:pt x="7585" y="217011"/>
                  </a:lnTo>
                  <a:lnTo>
                    <a:pt x="9248" y="222052"/>
                  </a:lnTo>
                  <a:lnTo>
                    <a:pt x="11070" y="227038"/>
                  </a:lnTo>
                  <a:lnTo>
                    <a:pt x="13050" y="231963"/>
                  </a:lnTo>
                  <a:lnTo>
                    <a:pt x="15185" y="236823"/>
                  </a:lnTo>
                  <a:lnTo>
                    <a:pt x="17473" y="241613"/>
                  </a:lnTo>
                  <a:lnTo>
                    <a:pt x="19912" y="246327"/>
                  </a:lnTo>
                  <a:lnTo>
                    <a:pt x="22500" y="250962"/>
                  </a:lnTo>
                  <a:lnTo>
                    <a:pt x="25233" y="255513"/>
                  </a:lnTo>
                  <a:lnTo>
                    <a:pt x="28110" y="259974"/>
                  </a:lnTo>
                  <a:lnTo>
                    <a:pt x="31127" y="264342"/>
                  </a:lnTo>
                  <a:lnTo>
                    <a:pt x="34280" y="268611"/>
                  </a:lnTo>
                  <a:lnTo>
                    <a:pt x="37568" y="272779"/>
                  </a:lnTo>
                  <a:lnTo>
                    <a:pt x="40987" y="276840"/>
                  </a:lnTo>
                  <a:lnTo>
                    <a:pt x="44533" y="280790"/>
                  </a:lnTo>
                  <a:lnTo>
                    <a:pt x="48202" y="284626"/>
                  </a:lnTo>
                  <a:lnTo>
                    <a:pt x="51991" y="288343"/>
                  </a:lnTo>
                  <a:lnTo>
                    <a:pt x="55897" y="291938"/>
                  </a:lnTo>
                  <a:lnTo>
                    <a:pt x="59914" y="295408"/>
                  </a:lnTo>
                  <a:lnTo>
                    <a:pt x="64040" y="298748"/>
                  </a:lnTo>
                  <a:lnTo>
                    <a:pt x="68270" y="301955"/>
                  </a:lnTo>
                  <a:lnTo>
                    <a:pt x="72599" y="305027"/>
                  </a:lnTo>
                  <a:lnTo>
                    <a:pt x="77024" y="307959"/>
                  </a:lnTo>
                  <a:lnTo>
                    <a:pt x="81539" y="310750"/>
                  </a:lnTo>
                  <a:lnTo>
                    <a:pt x="86141" y="313395"/>
                  </a:lnTo>
                  <a:lnTo>
                    <a:pt x="90825" y="315894"/>
                  </a:lnTo>
                  <a:lnTo>
                    <a:pt x="95585" y="318242"/>
                  </a:lnTo>
                  <a:lnTo>
                    <a:pt x="100418" y="320438"/>
                  </a:lnTo>
                  <a:lnTo>
                    <a:pt x="105318" y="322479"/>
                  </a:lnTo>
                  <a:lnTo>
                    <a:pt x="110280" y="324364"/>
                  </a:lnTo>
                  <a:lnTo>
                    <a:pt x="115300" y="326090"/>
                  </a:lnTo>
                  <a:lnTo>
                    <a:pt x="120372" y="327657"/>
                  </a:lnTo>
                  <a:lnTo>
                    <a:pt x="125491" y="329061"/>
                  </a:lnTo>
                  <a:lnTo>
                    <a:pt x="130652" y="330302"/>
                  </a:lnTo>
                  <a:lnTo>
                    <a:pt x="135850" y="331378"/>
                  </a:lnTo>
                  <a:lnTo>
                    <a:pt x="141080" y="332289"/>
                  </a:lnTo>
                  <a:lnTo>
                    <a:pt x="146336" y="333034"/>
                  </a:lnTo>
                  <a:lnTo>
                    <a:pt x="151612" y="333611"/>
                  </a:lnTo>
                  <a:lnTo>
                    <a:pt x="156905" y="334020"/>
                  </a:lnTo>
                  <a:lnTo>
                    <a:pt x="162208" y="334261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18294" y="4826449"/>
              <a:ext cx="4941" cy="167094"/>
            </a:xfrm>
            <a:custGeom>
              <a:avLst/>
              <a:pathLst>
                <a:path w="4941" h="167094">
                  <a:moveTo>
                    <a:pt x="0" y="167094"/>
                  </a:moveTo>
                  <a:lnTo>
                    <a:pt x="494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18294" y="4826449"/>
              <a:ext cx="4941" cy="167094"/>
            </a:xfrm>
            <a:custGeom>
              <a:avLst/>
              <a:pathLst>
                <a:path w="4941" h="167094">
                  <a:moveTo>
                    <a:pt x="0" y="167094"/>
                  </a:moveTo>
                  <a:lnTo>
                    <a:pt x="494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18294" y="4826449"/>
              <a:ext cx="105797" cy="167165"/>
            </a:xfrm>
            <a:custGeom>
              <a:avLst/>
              <a:pathLst>
                <a:path w="105797" h="167165">
                  <a:moveTo>
                    <a:pt x="0" y="167094"/>
                  </a:moveTo>
                  <a:lnTo>
                    <a:pt x="5659" y="167165"/>
                  </a:lnTo>
                  <a:lnTo>
                    <a:pt x="11318" y="167045"/>
                  </a:lnTo>
                  <a:lnTo>
                    <a:pt x="16970" y="166734"/>
                  </a:lnTo>
                  <a:lnTo>
                    <a:pt x="22608" y="166231"/>
                  </a:lnTo>
                  <a:lnTo>
                    <a:pt x="28226" y="165537"/>
                  </a:lnTo>
                  <a:lnTo>
                    <a:pt x="33816" y="164654"/>
                  </a:lnTo>
                  <a:lnTo>
                    <a:pt x="39374" y="163582"/>
                  </a:lnTo>
                  <a:lnTo>
                    <a:pt x="44893" y="162323"/>
                  </a:lnTo>
                  <a:lnTo>
                    <a:pt x="50365" y="160877"/>
                  </a:lnTo>
                  <a:lnTo>
                    <a:pt x="55786" y="159247"/>
                  </a:lnTo>
                  <a:lnTo>
                    <a:pt x="61148" y="157434"/>
                  </a:lnTo>
                  <a:lnTo>
                    <a:pt x="66446" y="155441"/>
                  </a:lnTo>
                  <a:lnTo>
                    <a:pt x="71673" y="153270"/>
                  </a:lnTo>
                  <a:lnTo>
                    <a:pt x="76823" y="150923"/>
                  </a:lnTo>
                  <a:lnTo>
                    <a:pt x="81892" y="148403"/>
                  </a:lnTo>
                  <a:lnTo>
                    <a:pt x="86872" y="145712"/>
                  </a:lnTo>
                  <a:lnTo>
                    <a:pt x="91758" y="142855"/>
                  </a:lnTo>
                  <a:lnTo>
                    <a:pt x="96545" y="139834"/>
                  </a:lnTo>
                  <a:lnTo>
                    <a:pt x="101226" y="136652"/>
                  </a:lnTo>
                  <a:lnTo>
                    <a:pt x="105797" y="133314"/>
                  </a:lnTo>
                  <a:lnTo>
                    <a:pt x="494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659281"/>
              <a:ext cx="167166" cy="300482"/>
            </a:xfrm>
            <a:custGeom>
              <a:avLst/>
              <a:pathLst>
                <a:path w="167166" h="300482">
                  <a:moveTo>
                    <a:pt x="100856" y="300482"/>
                  </a:moveTo>
                  <a:lnTo>
                    <a:pt x="105067" y="297189"/>
                  </a:lnTo>
                  <a:lnTo>
                    <a:pt x="109169" y="293764"/>
                  </a:lnTo>
                  <a:lnTo>
                    <a:pt x="113161" y="290210"/>
                  </a:lnTo>
                  <a:lnTo>
                    <a:pt x="117036" y="286529"/>
                  </a:lnTo>
                  <a:lnTo>
                    <a:pt x="120792" y="282727"/>
                  </a:lnTo>
                  <a:lnTo>
                    <a:pt x="124425" y="278806"/>
                  </a:lnTo>
                  <a:lnTo>
                    <a:pt x="127930" y="274772"/>
                  </a:lnTo>
                  <a:lnTo>
                    <a:pt x="131305" y="270627"/>
                  </a:lnTo>
                  <a:lnTo>
                    <a:pt x="134545" y="266376"/>
                  </a:lnTo>
                  <a:lnTo>
                    <a:pt x="137648" y="262025"/>
                  </a:lnTo>
                  <a:lnTo>
                    <a:pt x="140610" y="257576"/>
                  </a:lnTo>
                  <a:lnTo>
                    <a:pt x="143428" y="253035"/>
                  </a:lnTo>
                  <a:lnTo>
                    <a:pt x="146100" y="248406"/>
                  </a:lnTo>
                  <a:lnTo>
                    <a:pt x="148622" y="243693"/>
                  </a:lnTo>
                  <a:lnTo>
                    <a:pt x="150992" y="238903"/>
                  </a:lnTo>
                  <a:lnTo>
                    <a:pt x="153209" y="234040"/>
                  </a:lnTo>
                  <a:lnTo>
                    <a:pt x="155268" y="229108"/>
                  </a:lnTo>
                  <a:lnTo>
                    <a:pt x="157169" y="224112"/>
                  </a:lnTo>
                  <a:lnTo>
                    <a:pt x="158909" y="219059"/>
                  </a:lnTo>
                  <a:lnTo>
                    <a:pt x="160486" y="213952"/>
                  </a:lnTo>
                  <a:lnTo>
                    <a:pt x="161900" y="208798"/>
                  </a:lnTo>
                  <a:lnTo>
                    <a:pt x="163148" y="203601"/>
                  </a:lnTo>
                  <a:lnTo>
                    <a:pt x="164230" y="198367"/>
                  </a:lnTo>
                  <a:lnTo>
                    <a:pt x="165143" y="193101"/>
                  </a:lnTo>
                  <a:lnTo>
                    <a:pt x="165888" y="187808"/>
                  </a:lnTo>
                  <a:lnTo>
                    <a:pt x="166463" y="182495"/>
                  </a:lnTo>
                  <a:lnTo>
                    <a:pt x="166868" y="177165"/>
                  </a:lnTo>
                  <a:lnTo>
                    <a:pt x="167102" y="171826"/>
                  </a:lnTo>
                  <a:lnTo>
                    <a:pt x="167166" y="166482"/>
                  </a:lnTo>
                  <a:lnTo>
                    <a:pt x="167058" y="161138"/>
                  </a:lnTo>
                  <a:lnTo>
                    <a:pt x="166780" y="155801"/>
                  </a:lnTo>
                  <a:lnTo>
                    <a:pt x="166331" y="150475"/>
                  </a:lnTo>
                  <a:lnTo>
                    <a:pt x="165713" y="145166"/>
                  </a:lnTo>
                  <a:lnTo>
                    <a:pt x="164925" y="139880"/>
                  </a:lnTo>
                  <a:lnTo>
                    <a:pt x="163968" y="134621"/>
                  </a:lnTo>
                  <a:lnTo>
                    <a:pt x="162844" y="129396"/>
                  </a:lnTo>
                  <a:lnTo>
                    <a:pt x="161553" y="124210"/>
                  </a:lnTo>
                  <a:lnTo>
                    <a:pt x="160097" y="119067"/>
                  </a:lnTo>
                  <a:lnTo>
                    <a:pt x="158478" y="113974"/>
                  </a:lnTo>
                  <a:lnTo>
                    <a:pt x="156697" y="108935"/>
                  </a:lnTo>
                  <a:lnTo>
                    <a:pt x="154755" y="103955"/>
                  </a:lnTo>
                  <a:lnTo>
                    <a:pt x="152655" y="99040"/>
                  </a:lnTo>
                  <a:lnTo>
                    <a:pt x="150399" y="94195"/>
                  </a:lnTo>
                  <a:lnTo>
                    <a:pt x="147989" y="89424"/>
                  </a:lnTo>
                  <a:lnTo>
                    <a:pt x="145429" y="84733"/>
                  </a:lnTo>
                  <a:lnTo>
                    <a:pt x="142719" y="80126"/>
                  </a:lnTo>
                  <a:lnTo>
                    <a:pt x="139864" y="75608"/>
                  </a:lnTo>
                  <a:lnTo>
                    <a:pt x="136865" y="71184"/>
                  </a:lnTo>
                  <a:lnTo>
                    <a:pt x="133727" y="66858"/>
                  </a:lnTo>
                  <a:lnTo>
                    <a:pt x="130452" y="62634"/>
                  </a:lnTo>
                  <a:lnTo>
                    <a:pt x="127043" y="58517"/>
                  </a:lnTo>
                  <a:lnTo>
                    <a:pt x="123505" y="54511"/>
                  </a:lnTo>
                  <a:lnTo>
                    <a:pt x="119841" y="50621"/>
                  </a:lnTo>
                  <a:lnTo>
                    <a:pt x="116054" y="46849"/>
                  </a:lnTo>
                  <a:lnTo>
                    <a:pt x="112148" y="43201"/>
                  </a:lnTo>
                  <a:lnTo>
                    <a:pt x="108128" y="39679"/>
                  </a:lnTo>
                  <a:lnTo>
                    <a:pt x="103997" y="36287"/>
                  </a:lnTo>
                  <a:lnTo>
                    <a:pt x="99760" y="33030"/>
                  </a:lnTo>
                  <a:lnTo>
                    <a:pt x="95421" y="29909"/>
                  </a:lnTo>
                  <a:lnTo>
                    <a:pt x="90984" y="26929"/>
                  </a:lnTo>
                  <a:lnTo>
                    <a:pt x="86454" y="24092"/>
                  </a:lnTo>
                  <a:lnTo>
                    <a:pt x="81836" y="21401"/>
                  </a:lnTo>
                  <a:lnTo>
                    <a:pt x="77135" y="18859"/>
                  </a:lnTo>
                  <a:lnTo>
                    <a:pt x="72354" y="16469"/>
                  </a:lnTo>
                  <a:lnTo>
                    <a:pt x="67500" y="14233"/>
                  </a:lnTo>
                  <a:lnTo>
                    <a:pt x="62576" y="12154"/>
                  </a:lnTo>
                  <a:lnTo>
                    <a:pt x="57589" y="10233"/>
                  </a:lnTo>
                  <a:lnTo>
                    <a:pt x="52543" y="8472"/>
                  </a:lnTo>
                  <a:lnTo>
                    <a:pt x="47443" y="6873"/>
                  </a:lnTo>
                  <a:lnTo>
                    <a:pt x="42294" y="5438"/>
                  </a:lnTo>
                  <a:lnTo>
                    <a:pt x="37102" y="4169"/>
                  </a:lnTo>
                  <a:lnTo>
                    <a:pt x="31873" y="3066"/>
                  </a:lnTo>
                  <a:lnTo>
                    <a:pt x="26610" y="2131"/>
                  </a:lnTo>
                  <a:lnTo>
                    <a:pt x="21321" y="1365"/>
                  </a:lnTo>
                  <a:lnTo>
                    <a:pt x="16010" y="768"/>
                  </a:lnTo>
                  <a:lnTo>
                    <a:pt x="10682" y="341"/>
                  </a:lnTo>
                  <a:lnTo>
                    <a:pt x="5343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561320" y="4213821"/>
              <a:ext cx="252350" cy="334333"/>
            </a:xfrm>
            <a:custGeom>
              <a:avLst/>
              <a:pathLst>
                <a:path w="252350" h="334333">
                  <a:moveTo>
                    <a:pt x="167151" y="0"/>
                  </a:moveTo>
                  <a:lnTo>
                    <a:pt x="161854" y="83"/>
                  </a:lnTo>
                  <a:lnTo>
                    <a:pt x="156562" y="335"/>
                  </a:lnTo>
                  <a:lnTo>
                    <a:pt x="151281" y="755"/>
                  </a:lnTo>
                  <a:lnTo>
                    <a:pt x="146015" y="1341"/>
                  </a:lnTo>
                  <a:lnTo>
                    <a:pt x="140771" y="2094"/>
                  </a:lnTo>
                  <a:lnTo>
                    <a:pt x="135554" y="3013"/>
                  </a:lnTo>
                  <a:lnTo>
                    <a:pt x="130368" y="4096"/>
                  </a:lnTo>
                  <a:lnTo>
                    <a:pt x="125219" y="5344"/>
                  </a:lnTo>
                  <a:lnTo>
                    <a:pt x="120112" y="6754"/>
                  </a:lnTo>
                  <a:lnTo>
                    <a:pt x="115053" y="8325"/>
                  </a:lnTo>
                  <a:lnTo>
                    <a:pt x="110046" y="10056"/>
                  </a:lnTo>
                  <a:lnTo>
                    <a:pt x="105096" y="11944"/>
                  </a:lnTo>
                  <a:lnTo>
                    <a:pt x="100209" y="13988"/>
                  </a:lnTo>
                  <a:lnTo>
                    <a:pt x="95388" y="16187"/>
                  </a:lnTo>
                  <a:lnTo>
                    <a:pt x="90640" y="18536"/>
                  </a:lnTo>
                  <a:lnTo>
                    <a:pt x="85969" y="21035"/>
                  </a:lnTo>
                  <a:lnTo>
                    <a:pt x="81379" y="23681"/>
                  </a:lnTo>
                  <a:lnTo>
                    <a:pt x="76875" y="26471"/>
                  </a:lnTo>
                  <a:lnTo>
                    <a:pt x="72462" y="29403"/>
                  </a:lnTo>
                  <a:lnTo>
                    <a:pt x="68144" y="32472"/>
                  </a:lnTo>
                  <a:lnTo>
                    <a:pt x="63926" y="35677"/>
                  </a:lnTo>
                  <a:lnTo>
                    <a:pt x="59811" y="39014"/>
                  </a:lnTo>
                  <a:lnTo>
                    <a:pt x="55804" y="42480"/>
                  </a:lnTo>
                  <a:lnTo>
                    <a:pt x="51909" y="46071"/>
                  </a:lnTo>
                  <a:lnTo>
                    <a:pt x="48130" y="49783"/>
                  </a:lnTo>
                  <a:lnTo>
                    <a:pt x="44470" y="53614"/>
                  </a:lnTo>
                  <a:lnTo>
                    <a:pt x="40933" y="57558"/>
                  </a:lnTo>
                  <a:lnTo>
                    <a:pt x="37523" y="61613"/>
                  </a:lnTo>
                  <a:lnTo>
                    <a:pt x="34244" y="65774"/>
                  </a:lnTo>
                  <a:lnTo>
                    <a:pt x="31098" y="70036"/>
                  </a:lnTo>
                  <a:lnTo>
                    <a:pt x="28088" y="74396"/>
                  </a:lnTo>
                  <a:lnTo>
                    <a:pt x="25218" y="78849"/>
                  </a:lnTo>
                  <a:lnTo>
                    <a:pt x="22491" y="83391"/>
                  </a:lnTo>
                  <a:lnTo>
                    <a:pt x="19909" y="88017"/>
                  </a:lnTo>
                  <a:lnTo>
                    <a:pt x="17475" y="92723"/>
                  </a:lnTo>
                  <a:lnTo>
                    <a:pt x="15191" y="97503"/>
                  </a:lnTo>
                  <a:lnTo>
                    <a:pt x="13060" y="102353"/>
                  </a:lnTo>
                  <a:lnTo>
                    <a:pt x="11083" y="107268"/>
                  </a:lnTo>
                  <a:lnTo>
                    <a:pt x="9264" y="112244"/>
                  </a:lnTo>
                  <a:lnTo>
                    <a:pt x="7602" y="117275"/>
                  </a:lnTo>
                  <a:lnTo>
                    <a:pt x="6102" y="122355"/>
                  </a:lnTo>
                  <a:lnTo>
                    <a:pt x="4763" y="127481"/>
                  </a:lnTo>
                  <a:lnTo>
                    <a:pt x="3586" y="132647"/>
                  </a:lnTo>
                  <a:lnTo>
                    <a:pt x="2575" y="137847"/>
                  </a:lnTo>
                  <a:lnTo>
                    <a:pt x="1728" y="143077"/>
                  </a:lnTo>
                  <a:lnTo>
                    <a:pt x="1048" y="148331"/>
                  </a:lnTo>
                  <a:lnTo>
                    <a:pt x="535" y="153604"/>
                  </a:lnTo>
                  <a:lnTo>
                    <a:pt x="188" y="158890"/>
                  </a:lnTo>
                  <a:lnTo>
                    <a:pt x="10" y="164185"/>
                  </a:lnTo>
                  <a:lnTo>
                    <a:pt x="0" y="169483"/>
                  </a:lnTo>
                  <a:lnTo>
                    <a:pt x="157" y="174778"/>
                  </a:lnTo>
                  <a:lnTo>
                    <a:pt x="482" y="180066"/>
                  </a:lnTo>
                  <a:lnTo>
                    <a:pt x="974" y="185341"/>
                  </a:lnTo>
                  <a:lnTo>
                    <a:pt x="1634" y="190598"/>
                  </a:lnTo>
                  <a:lnTo>
                    <a:pt x="2459" y="195831"/>
                  </a:lnTo>
                  <a:lnTo>
                    <a:pt x="3450" y="201035"/>
                  </a:lnTo>
                  <a:lnTo>
                    <a:pt x="4606" y="206205"/>
                  </a:lnTo>
                  <a:lnTo>
                    <a:pt x="5924" y="211336"/>
                  </a:lnTo>
                  <a:lnTo>
                    <a:pt x="7405" y="216423"/>
                  </a:lnTo>
                  <a:lnTo>
                    <a:pt x="9046" y="221460"/>
                  </a:lnTo>
                  <a:lnTo>
                    <a:pt x="10846" y="226443"/>
                  </a:lnTo>
                  <a:lnTo>
                    <a:pt x="12803" y="231366"/>
                  </a:lnTo>
                  <a:lnTo>
                    <a:pt x="14914" y="236225"/>
                  </a:lnTo>
                  <a:lnTo>
                    <a:pt x="17179" y="241014"/>
                  </a:lnTo>
                  <a:lnTo>
                    <a:pt x="19595" y="245730"/>
                  </a:lnTo>
                  <a:lnTo>
                    <a:pt x="22158" y="250366"/>
                  </a:lnTo>
                  <a:lnTo>
                    <a:pt x="24867" y="254918"/>
                  </a:lnTo>
                  <a:lnTo>
                    <a:pt x="27719" y="259383"/>
                  </a:lnTo>
                  <a:lnTo>
                    <a:pt x="30712" y="263755"/>
                  </a:lnTo>
                  <a:lnTo>
                    <a:pt x="33841" y="268030"/>
                  </a:lnTo>
                  <a:lnTo>
                    <a:pt x="37104" y="272204"/>
                  </a:lnTo>
                  <a:lnTo>
                    <a:pt x="40497" y="276272"/>
                  </a:lnTo>
                  <a:lnTo>
                    <a:pt x="44018" y="280230"/>
                  </a:lnTo>
                  <a:lnTo>
                    <a:pt x="47663" y="284075"/>
                  </a:lnTo>
                  <a:lnTo>
                    <a:pt x="51427" y="287803"/>
                  </a:lnTo>
                  <a:lnTo>
                    <a:pt x="55308" y="291409"/>
                  </a:lnTo>
                  <a:lnTo>
                    <a:pt x="59301" y="294891"/>
                  </a:lnTo>
                  <a:lnTo>
                    <a:pt x="63403" y="298244"/>
                  </a:lnTo>
                  <a:lnTo>
                    <a:pt x="67608" y="301466"/>
                  </a:lnTo>
                  <a:lnTo>
                    <a:pt x="71914" y="304553"/>
                  </a:lnTo>
                  <a:lnTo>
                    <a:pt x="76315" y="307502"/>
                  </a:lnTo>
                  <a:lnTo>
                    <a:pt x="80808" y="310310"/>
                  </a:lnTo>
                  <a:lnTo>
                    <a:pt x="85387" y="312974"/>
                  </a:lnTo>
                  <a:lnTo>
                    <a:pt x="90048" y="315491"/>
                  </a:lnTo>
                  <a:lnTo>
                    <a:pt x="94787" y="317860"/>
                  </a:lnTo>
                  <a:lnTo>
                    <a:pt x="99599" y="320078"/>
                  </a:lnTo>
                  <a:lnTo>
                    <a:pt x="104478" y="322141"/>
                  </a:lnTo>
                  <a:lnTo>
                    <a:pt x="109420" y="324049"/>
                  </a:lnTo>
                  <a:lnTo>
                    <a:pt x="114420" y="325800"/>
                  </a:lnTo>
                  <a:lnTo>
                    <a:pt x="119474" y="327391"/>
                  </a:lnTo>
                  <a:lnTo>
                    <a:pt x="124575" y="328822"/>
                  </a:lnTo>
                  <a:lnTo>
                    <a:pt x="129719" y="330090"/>
                  </a:lnTo>
                  <a:lnTo>
                    <a:pt x="134900" y="331194"/>
                  </a:lnTo>
                  <a:lnTo>
                    <a:pt x="140114" y="332133"/>
                  </a:lnTo>
                  <a:lnTo>
                    <a:pt x="145355" y="332907"/>
                  </a:lnTo>
                  <a:lnTo>
                    <a:pt x="150618" y="333515"/>
                  </a:lnTo>
                  <a:lnTo>
                    <a:pt x="155897" y="333955"/>
                  </a:lnTo>
                  <a:lnTo>
                    <a:pt x="161188" y="334228"/>
                  </a:lnTo>
                  <a:lnTo>
                    <a:pt x="166485" y="334333"/>
                  </a:lnTo>
                  <a:lnTo>
                    <a:pt x="171782" y="334270"/>
                  </a:lnTo>
                  <a:lnTo>
                    <a:pt x="177075" y="334040"/>
                  </a:lnTo>
                  <a:lnTo>
                    <a:pt x="182358" y="333641"/>
                  </a:lnTo>
                  <a:lnTo>
                    <a:pt x="187625" y="333076"/>
                  </a:lnTo>
                  <a:lnTo>
                    <a:pt x="192872" y="332344"/>
                  </a:lnTo>
                  <a:lnTo>
                    <a:pt x="198094" y="331446"/>
                  </a:lnTo>
                  <a:lnTo>
                    <a:pt x="203284" y="330383"/>
                  </a:lnTo>
                  <a:lnTo>
                    <a:pt x="208437" y="329156"/>
                  </a:lnTo>
                  <a:lnTo>
                    <a:pt x="213550" y="327766"/>
                  </a:lnTo>
                  <a:lnTo>
                    <a:pt x="218615" y="326215"/>
                  </a:lnTo>
                  <a:lnTo>
                    <a:pt x="223629" y="324505"/>
                  </a:lnTo>
                  <a:lnTo>
                    <a:pt x="228587" y="322636"/>
                  </a:lnTo>
                  <a:lnTo>
                    <a:pt x="233482" y="320611"/>
                  </a:lnTo>
                  <a:lnTo>
                    <a:pt x="238311" y="318432"/>
                  </a:lnTo>
                  <a:lnTo>
                    <a:pt x="243069" y="316101"/>
                  </a:lnTo>
                  <a:lnTo>
                    <a:pt x="247750" y="313621"/>
                  </a:lnTo>
                  <a:lnTo>
                    <a:pt x="252350" y="310993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380988"/>
              <a:ext cx="85199" cy="143826"/>
            </a:xfrm>
            <a:custGeom>
              <a:avLst/>
              <a:pathLst>
                <a:path w="85199" h="143826">
                  <a:moveTo>
                    <a:pt x="85199" y="14382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380988"/>
              <a:ext cx="159718" cy="143826"/>
            </a:xfrm>
            <a:custGeom>
              <a:avLst/>
              <a:pathLst>
                <a:path w="159718" h="143826">
                  <a:moveTo>
                    <a:pt x="85199" y="143826"/>
                  </a:moveTo>
                  <a:lnTo>
                    <a:pt x="89964" y="140894"/>
                  </a:lnTo>
                  <a:lnTo>
                    <a:pt x="94629" y="137805"/>
                  </a:lnTo>
                  <a:lnTo>
                    <a:pt x="99187" y="134561"/>
                  </a:lnTo>
                  <a:lnTo>
                    <a:pt x="103635" y="131166"/>
                  </a:lnTo>
                  <a:lnTo>
                    <a:pt x="107966" y="127624"/>
                  </a:lnTo>
                  <a:lnTo>
                    <a:pt x="112177" y="123940"/>
                  </a:lnTo>
                  <a:lnTo>
                    <a:pt x="116261" y="120117"/>
                  </a:lnTo>
                  <a:lnTo>
                    <a:pt x="120216" y="116159"/>
                  </a:lnTo>
                  <a:lnTo>
                    <a:pt x="124036" y="112071"/>
                  </a:lnTo>
                  <a:lnTo>
                    <a:pt x="127717" y="107857"/>
                  </a:lnTo>
                  <a:lnTo>
                    <a:pt x="131255" y="103523"/>
                  </a:lnTo>
                  <a:lnTo>
                    <a:pt x="134645" y="99072"/>
                  </a:lnTo>
                  <a:lnTo>
                    <a:pt x="137885" y="94511"/>
                  </a:lnTo>
                  <a:lnTo>
                    <a:pt x="140971" y="89844"/>
                  </a:lnTo>
                  <a:lnTo>
                    <a:pt x="143899" y="85076"/>
                  </a:lnTo>
                  <a:lnTo>
                    <a:pt x="146665" y="80213"/>
                  </a:lnTo>
                  <a:lnTo>
                    <a:pt x="149267" y="75260"/>
                  </a:lnTo>
                  <a:lnTo>
                    <a:pt x="151702" y="70223"/>
                  </a:lnTo>
                  <a:lnTo>
                    <a:pt x="153967" y="65107"/>
                  </a:lnTo>
                  <a:lnTo>
                    <a:pt x="156060" y="59918"/>
                  </a:lnTo>
                  <a:lnTo>
                    <a:pt x="157977" y="54662"/>
                  </a:lnTo>
                  <a:lnTo>
                    <a:pt x="159718" y="49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213821"/>
              <a:ext cx="167160" cy="216512"/>
            </a:xfrm>
            <a:custGeom>
              <a:avLst/>
              <a:pathLst>
                <a:path w="167160" h="216512">
                  <a:moveTo>
                    <a:pt x="159718" y="216512"/>
                  </a:moveTo>
                  <a:lnTo>
                    <a:pt x="161226" y="211336"/>
                  </a:lnTo>
                  <a:lnTo>
                    <a:pt x="162566" y="206115"/>
                  </a:lnTo>
                  <a:lnTo>
                    <a:pt x="163738" y="200853"/>
                  </a:lnTo>
                  <a:lnTo>
                    <a:pt x="164739" y="195556"/>
                  </a:lnTo>
                  <a:lnTo>
                    <a:pt x="165568" y="190229"/>
                  </a:lnTo>
                  <a:lnTo>
                    <a:pt x="166226" y="184879"/>
                  </a:lnTo>
                  <a:lnTo>
                    <a:pt x="166711" y="179510"/>
                  </a:lnTo>
                  <a:lnTo>
                    <a:pt x="167022" y="174128"/>
                  </a:lnTo>
                  <a:lnTo>
                    <a:pt x="167160" y="168739"/>
                  </a:lnTo>
                  <a:lnTo>
                    <a:pt x="167123" y="163349"/>
                  </a:lnTo>
                  <a:lnTo>
                    <a:pt x="166913" y="157962"/>
                  </a:lnTo>
                  <a:lnTo>
                    <a:pt x="166530" y="152585"/>
                  </a:lnTo>
                  <a:lnTo>
                    <a:pt x="165973" y="147223"/>
                  </a:lnTo>
                  <a:lnTo>
                    <a:pt x="165244" y="141882"/>
                  </a:lnTo>
                  <a:lnTo>
                    <a:pt x="164342" y="136567"/>
                  </a:lnTo>
                  <a:lnTo>
                    <a:pt x="163270" y="131284"/>
                  </a:lnTo>
                  <a:lnTo>
                    <a:pt x="162028" y="126038"/>
                  </a:lnTo>
                  <a:lnTo>
                    <a:pt x="160618" y="120835"/>
                  </a:lnTo>
                  <a:lnTo>
                    <a:pt x="159041" y="115680"/>
                  </a:lnTo>
                  <a:lnTo>
                    <a:pt x="157298" y="110579"/>
                  </a:lnTo>
                  <a:lnTo>
                    <a:pt x="155391" y="105537"/>
                  </a:lnTo>
                  <a:lnTo>
                    <a:pt x="153323" y="100558"/>
                  </a:lnTo>
                  <a:lnTo>
                    <a:pt x="151096" y="95649"/>
                  </a:lnTo>
                  <a:lnTo>
                    <a:pt x="148712" y="90815"/>
                  </a:lnTo>
                  <a:lnTo>
                    <a:pt x="146172" y="86059"/>
                  </a:lnTo>
                  <a:lnTo>
                    <a:pt x="143481" y="81388"/>
                  </a:lnTo>
                  <a:lnTo>
                    <a:pt x="140641" y="76807"/>
                  </a:lnTo>
                  <a:lnTo>
                    <a:pt x="137654" y="72319"/>
                  </a:lnTo>
                  <a:lnTo>
                    <a:pt x="134524" y="67930"/>
                  </a:lnTo>
                  <a:lnTo>
                    <a:pt x="131255" y="63644"/>
                  </a:lnTo>
                  <a:lnTo>
                    <a:pt x="127848" y="59465"/>
                  </a:lnTo>
                  <a:lnTo>
                    <a:pt x="124309" y="55399"/>
                  </a:lnTo>
                  <a:lnTo>
                    <a:pt x="120641" y="51449"/>
                  </a:lnTo>
                  <a:lnTo>
                    <a:pt x="116847" y="47619"/>
                  </a:lnTo>
                  <a:lnTo>
                    <a:pt x="112932" y="43914"/>
                  </a:lnTo>
                  <a:lnTo>
                    <a:pt x="108899" y="40337"/>
                  </a:lnTo>
                  <a:lnTo>
                    <a:pt x="104753" y="36891"/>
                  </a:lnTo>
                  <a:lnTo>
                    <a:pt x="100498" y="33582"/>
                  </a:lnTo>
                  <a:lnTo>
                    <a:pt x="96138" y="30411"/>
                  </a:lnTo>
                  <a:lnTo>
                    <a:pt x="91679" y="27382"/>
                  </a:lnTo>
                  <a:lnTo>
                    <a:pt x="87124" y="24498"/>
                  </a:lnTo>
                  <a:lnTo>
                    <a:pt x="82478" y="21763"/>
                  </a:lnTo>
                  <a:lnTo>
                    <a:pt x="77747" y="19180"/>
                  </a:lnTo>
                  <a:lnTo>
                    <a:pt x="72935" y="16750"/>
                  </a:lnTo>
                  <a:lnTo>
                    <a:pt x="68047" y="14476"/>
                  </a:lnTo>
                  <a:lnTo>
                    <a:pt x="63089" y="12362"/>
                  </a:lnTo>
                  <a:lnTo>
                    <a:pt x="58064" y="10408"/>
                  </a:lnTo>
                  <a:lnTo>
                    <a:pt x="52980" y="8617"/>
                  </a:lnTo>
                  <a:lnTo>
                    <a:pt x="47840" y="6991"/>
                  </a:lnTo>
                  <a:lnTo>
                    <a:pt x="42651" y="5532"/>
                  </a:lnTo>
                  <a:lnTo>
                    <a:pt x="37417" y="4241"/>
                  </a:lnTo>
                  <a:lnTo>
                    <a:pt x="32144" y="3119"/>
                  </a:lnTo>
                  <a:lnTo>
                    <a:pt x="26838" y="2168"/>
                  </a:lnTo>
                  <a:lnTo>
                    <a:pt x="21504" y="1388"/>
                  </a:lnTo>
                  <a:lnTo>
                    <a:pt x="16147" y="781"/>
                  </a:lnTo>
                  <a:lnTo>
                    <a:pt x="10774" y="347"/>
                  </a:lnTo>
                  <a:lnTo>
                    <a:pt x="5390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751864" y="3707720"/>
              <a:ext cx="198850" cy="334334"/>
            </a:xfrm>
            <a:custGeom>
              <a:avLst/>
              <a:pathLst>
                <a:path w="198850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3" y="336"/>
                  </a:lnTo>
                  <a:lnTo>
                    <a:pt x="151254" y="757"/>
                  </a:lnTo>
                  <a:lnTo>
                    <a:pt x="145982" y="1345"/>
                  </a:lnTo>
                  <a:lnTo>
                    <a:pt x="140731" y="2100"/>
                  </a:lnTo>
                  <a:lnTo>
                    <a:pt x="135506" y="3021"/>
                  </a:lnTo>
                  <a:lnTo>
                    <a:pt x="130313" y="4108"/>
                  </a:lnTo>
                  <a:lnTo>
                    <a:pt x="125158" y="5359"/>
                  </a:lnTo>
                  <a:lnTo>
                    <a:pt x="120044" y="6773"/>
                  </a:lnTo>
                  <a:lnTo>
                    <a:pt x="114978" y="8348"/>
                  </a:lnTo>
                  <a:lnTo>
                    <a:pt x="109965" y="10083"/>
                  </a:lnTo>
                  <a:lnTo>
                    <a:pt x="105009" y="11977"/>
                  </a:lnTo>
                  <a:lnTo>
                    <a:pt x="100116" y="14027"/>
                  </a:lnTo>
                  <a:lnTo>
                    <a:pt x="95290" y="16231"/>
                  </a:lnTo>
                  <a:lnTo>
                    <a:pt x="90537" y="18587"/>
                  </a:lnTo>
                  <a:lnTo>
                    <a:pt x="85861" y="21093"/>
                  </a:lnTo>
                  <a:lnTo>
                    <a:pt x="81267" y="23746"/>
                  </a:lnTo>
                  <a:lnTo>
                    <a:pt x="76759" y="26543"/>
                  </a:lnTo>
                  <a:lnTo>
                    <a:pt x="72342" y="29482"/>
                  </a:lnTo>
                  <a:lnTo>
                    <a:pt x="68021" y="32560"/>
                  </a:lnTo>
                  <a:lnTo>
                    <a:pt x="63800" y="35773"/>
                  </a:lnTo>
                  <a:lnTo>
                    <a:pt x="59682" y="39118"/>
                  </a:lnTo>
                  <a:lnTo>
                    <a:pt x="55673" y="42593"/>
                  </a:lnTo>
                  <a:lnTo>
                    <a:pt x="51776" y="46193"/>
                  </a:lnTo>
                  <a:lnTo>
                    <a:pt x="47996" y="49915"/>
                  </a:lnTo>
                  <a:lnTo>
                    <a:pt x="44335" y="53755"/>
                  </a:lnTo>
                  <a:lnTo>
                    <a:pt x="40798" y="57709"/>
                  </a:lnTo>
                  <a:lnTo>
                    <a:pt x="37389" y="61773"/>
                  </a:lnTo>
                  <a:lnTo>
                    <a:pt x="34110" y="65944"/>
                  </a:lnTo>
                  <a:lnTo>
                    <a:pt x="30965" y="70216"/>
                  </a:lnTo>
                  <a:lnTo>
                    <a:pt x="27957" y="74586"/>
                  </a:lnTo>
                  <a:lnTo>
                    <a:pt x="25089" y="79050"/>
                  </a:lnTo>
                  <a:lnTo>
                    <a:pt x="22364" y="83602"/>
                  </a:lnTo>
                  <a:lnTo>
                    <a:pt x="19786" y="88238"/>
                  </a:lnTo>
                  <a:lnTo>
                    <a:pt x="17355" y="92954"/>
                  </a:lnTo>
                  <a:lnTo>
                    <a:pt x="15076" y="97744"/>
                  </a:lnTo>
                  <a:lnTo>
                    <a:pt x="12950" y="102605"/>
                  </a:lnTo>
                  <a:lnTo>
                    <a:pt x="10979" y="107530"/>
                  </a:lnTo>
                  <a:lnTo>
                    <a:pt x="9165" y="112516"/>
                  </a:lnTo>
                  <a:lnTo>
                    <a:pt x="7510" y="117556"/>
                  </a:lnTo>
                  <a:lnTo>
                    <a:pt x="6016" y="122647"/>
                  </a:lnTo>
                  <a:lnTo>
                    <a:pt x="4685" y="127782"/>
                  </a:lnTo>
                  <a:lnTo>
                    <a:pt x="3517" y="132957"/>
                  </a:lnTo>
                  <a:lnTo>
                    <a:pt x="2514" y="138167"/>
                  </a:lnTo>
                  <a:lnTo>
                    <a:pt x="1676" y="143405"/>
                  </a:lnTo>
                  <a:lnTo>
                    <a:pt x="1006" y="148668"/>
                  </a:lnTo>
                  <a:lnTo>
                    <a:pt x="502" y="153949"/>
                  </a:lnTo>
                  <a:lnTo>
                    <a:pt x="167" y="159244"/>
                  </a:lnTo>
                  <a:lnTo>
                    <a:pt x="0" y="164546"/>
                  </a:lnTo>
                  <a:lnTo>
                    <a:pt x="1" y="169852"/>
                  </a:lnTo>
                  <a:lnTo>
                    <a:pt x="170" y="175154"/>
                  </a:lnTo>
                  <a:lnTo>
                    <a:pt x="507" y="180449"/>
                  </a:lnTo>
                  <a:lnTo>
                    <a:pt x="1013" y="185730"/>
                  </a:lnTo>
                  <a:lnTo>
                    <a:pt x="1685" y="190992"/>
                  </a:lnTo>
                  <a:lnTo>
                    <a:pt x="2525" y="196230"/>
                  </a:lnTo>
                  <a:lnTo>
                    <a:pt x="3530" y="201439"/>
                  </a:lnTo>
                  <a:lnTo>
                    <a:pt x="4700" y="206614"/>
                  </a:lnTo>
                  <a:lnTo>
                    <a:pt x="6033" y="211749"/>
                  </a:lnTo>
                  <a:lnTo>
                    <a:pt x="7529" y="216839"/>
                  </a:lnTo>
                  <a:lnTo>
                    <a:pt x="9186" y="221879"/>
                  </a:lnTo>
                  <a:lnTo>
                    <a:pt x="11001" y="226864"/>
                  </a:lnTo>
                  <a:lnTo>
                    <a:pt x="12974" y="231788"/>
                  </a:lnTo>
                  <a:lnTo>
                    <a:pt x="15103" y="236648"/>
                  </a:lnTo>
                  <a:lnTo>
                    <a:pt x="17384" y="241438"/>
                  </a:lnTo>
                  <a:lnTo>
                    <a:pt x="19816" y="246152"/>
                  </a:lnTo>
                  <a:lnTo>
                    <a:pt x="22397" y="250788"/>
                  </a:lnTo>
                  <a:lnTo>
                    <a:pt x="25123" y="255339"/>
                  </a:lnTo>
                  <a:lnTo>
                    <a:pt x="27992" y="259801"/>
                  </a:lnTo>
                  <a:lnTo>
                    <a:pt x="31002" y="264170"/>
                  </a:lnTo>
                  <a:lnTo>
                    <a:pt x="34148" y="268441"/>
                  </a:lnTo>
                  <a:lnTo>
                    <a:pt x="37429" y="272611"/>
                  </a:lnTo>
                  <a:lnTo>
                    <a:pt x="40840" y="276674"/>
                  </a:lnTo>
                  <a:lnTo>
                    <a:pt x="44379" y="280626"/>
                  </a:lnTo>
                  <a:lnTo>
                    <a:pt x="48041" y="284465"/>
                  </a:lnTo>
                  <a:lnTo>
                    <a:pt x="51823" y="288185"/>
                  </a:lnTo>
                  <a:lnTo>
                    <a:pt x="55721" y="291784"/>
                  </a:lnTo>
                  <a:lnTo>
                    <a:pt x="59731" y="295257"/>
                  </a:lnTo>
                  <a:lnTo>
                    <a:pt x="63850" y="298601"/>
                  </a:lnTo>
                  <a:lnTo>
                    <a:pt x="68073" y="301812"/>
                  </a:lnTo>
                  <a:lnTo>
                    <a:pt x="72395" y="304888"/>
                  </a:lnTo>
                  <a:lnTo>
                    <a:pt x="76813" y="307826"/>
                  </a:lnTo>
                  <a:lnTo>
                    <a:pt x="81322" y="310621"/>
                  </a:lnTo>
                  <a:lnTo>
                    <a:pt x="85917" y="313272"/>
                  </a:lnTo>
                  <a:lnTo>
                    <a:pt x="90594" y="315776"/>
                  </a:lnTo>
                  <a:lnTo>
                    <a:pt x="95348" y="318131"/>
                  </a:lnTo>
                  <a:lnTo>
                    <a:pt x="100175" y="320333"/>
                  </a:lnTo>
                  <a:lnTo>
                    <a:pt x="105069" y="322381"/>
                  </a:lnTo>
                  <a:lnTo>
                    <a:pt x="110025" y="324272"/>
                  </a:lnTo>
                  <a:lnTo>
                    <a:pt x="115039" y="326006"/>
                  </a:lnTo>
                  <a:lnTo>
                    <a:pt x="120106" y="327579"/>
                  </a:lnTo>
                  <a:lnTo>
                    <a:pt x="125220" y="328991"/>
                  </a:lnTo>
                  <a:lnTo>
                    <a:pt x="130376" y="330240"/>
                  </a:lnTo>
                  <a:lnTo>
                    <a:pt x="135569" y="331325"/>
                  </a:lnTo>
                  <a:lnTo>
                    <a:pt x="140794" y="332244"/>
                  </a:lnTo>
                  <a:lnTo>
                    <a:pt x="146045" y="332997"/>
                  </a:lnTo>
                  <a:lnTo>
                    <a:pt x="151318" y="333583"/>
                  </a:lnTo>
                  <a:lnTo>
                    <a:pt x="156607" y="334002"/>
                  </a:lnTo>
                  <a:lnTo>
                    <a:pt x="161906" y="334252"/>
                  </a:lnTo>
                  <a:lnTo>
                    <a:pt x="167211" y="334334"/>
                  </a:lnTo>
                  <a:lnTo>
                    <a:pt x="172515" y="334248"/>
                  </a:lnTo>
                  <a:lnTo>
                    <a:pt x="177814" y="333994"/>
                  </a:lnTo>
                  <a:lnTo>
                    <a:pt x="183102" y="333571"/>
                  </a:lnTo>
                  <a:lnTo>
                    <a:pt x="188375" y="332981"/>
                  </a:lnTo>
                  <a:lnTo>
                    <a:pt x="193626" y="332224"/>
                  </a:lnTo>
                  <a:lnTo>
                    <a:pt x="198850" y="331301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10670"/>
              <a:ext cx="167167" cy="328351"/>
            </a:xfrm>
            <a:custGeom>
              <a:avLst/>
              <a:pathLst>
                <a:path w="167167" h="328351">
                  <a:moveTo>
                    <a:pt x="31703" y="328351"/>
                  </a:moveTo>
                  <a:lnTo>
                    <a:pt x="36958" y="327248"/>
                  </a:lnTo>
                  <a:lnTo>
                    <a:pt x="42176" y="325977"/>
                  </a:lnTo>
                  <a:lnTo>
                    <a:pt x="47349" y="324539"/>
                  </a:lnTo>
                  <a:lnTo>
                    <a:pt x="52474" y="322936"/>
                  </a:lnTo>
                  <a:lnTo>
                    <a:pt x="57545" y="321168"/>
                  </a:lnTo>
                  <a:lnTo>
                    <a:pt x="62556" y="319239"/>
                  </a:lnTo>
                  <a:lnTo>
                    <a:pt x="67503" y="317150"/>
                  </a:lnTo>
                  <a:lnTo>
                    <a:pt x="72380" y="314903"/>
                  </a:lnTo>
                  <a:lnTo>
                    <a:pt x="77183" y="312500"/>
                  </a:lnTo>
                  <a:lnTo>
                    <a:pt x="81905" y="309945"/>
                  </a:lnTo>
                  <a:lnTo>
                    <a:pt x="86544" y="307239"/>
                  </a:lnTo>
                  <a:lnTo>
                    <a:pt x="91093" y="304385"/>
                  </a:lnTo>
                  <a:lnTo>
                    <a:pt x="95548" y="301387"/>
                  </a:lnTo>
                  <a:lnTo>
                    <a:pt x="99904" y="298248"/>
                  </a:lnTo>
                  <a:lnTo>
                    <a:pt x="104157" y="294970"/>
                  </a:lnTo>
                  <a:lnTo>
                    <a:pt x="108303" y="291557"/>
                  </a:lnTo>
                  <a:lnTo>
                    <a:pt x="112337" y="288013"/>
                  </a:lnTo>
                  <a:lnTo>
                    <a:pt x="116255" y="284341"/>
                  </a:lnTo>
                  <a:lnTo>
                    <a:pt x="120053" y="280545"/>
                  </a:lnTo>
                  <a:lnTo>
                    <a:pt x="123728" y="276629"/>
                  </a:lnTo>
                  <a:lnTo>
                    <a:pt x="127274" y="272597"/>
                  </a:lnTo>
                  <a:lnTo>
                    <a:pt x="130690" y="268453"/>
                  </a:lnTo>
                  <a:lnTo>
                    <a:pt x="133970" y="264202"/>
                  </a:lnTo>
                  <a:lnTo>
                    <a:pt x="137112" y="259847"/>
                  </a:lnTo>
                  <a:lnTo>
                    <a:pt x="140113" y="255394"/>
                  </a:lnTo>
                  <a:lnTo>
                    <a:pt x="142969" y="250847"/>
                  </a:lnTo>
                  <a:lnTo>
                    <a:pt x="145678" y="246210"/>
                  </a:lnTo>
                  <a:lnTo>
                    <a:pt x="148236" y="241489"/>
                  </a:lnTo>
                  <a:lnTo>
                    <a:pt x="150642" y="236688"/>
                  </a:lnTo>
                  <a:lnTo>
                    <a:pt x="152892" y="231812"/>
                  </a:lnTo>
                  <a:lnTo>
                    <a:pt x="154984" y="226866"/>
                  </a:lnTo>
                  <a:lnTo>
                    <a:pt x="156916" y="221856"/>
                  </a:lnTo>
                  <a:lnTo>
                    <a:pt x="158686" y="216787"/>
                  </a:lnTo>
                  <a:lnTo>
                    <a:pt x="160293" y="211663"/>
                  </a:lnTo>
                  <a:lnTo>
                    <a:pt x="161734" y="206490"/>
                  </a:lnTo>
                  <a:lnTo>
                    <a:pt x="163008" y="201273"/>
                  </a:lnTo>
                  <a:lnTo>
                    <a:pt x="164114" y="196019"/>
                  </a:lnTo>
                  <a:lnTo>
                    <a:pt x="165051" y="190731"/>
                  </a:lnTo>
                  <a:lnTo>
                    <a:pt x="165817" y="185416"/>
                  </a:lnTo>
                  <a:lnTo>
                    <a:pt x="166413" y="180079"/>
                  </a:lnTo>
                  <a:lnTo>
                    <a:pt x="166836" y="174726"/>
                  </a:lnTo>
                  <a:lnTo>
                    <a:pt x="167088" y="169362"/>
                  </a:lnTo>
                  <a:lnTo>
                    <a:pt x="167167" y="163993"/>
                  </a:lnTo>
                  <a:lnTo>
                    <a:pt x="167073" y="158624"/>
                  </a:lnTo>
                  <a:lnTo>
                    <a:pt x="166807" y="153261"/>
                  </a:lnTo>
                  <a:lnTo>
                    <a:pt x="166369" y="147909"/>
                  </a:lnTo>
                  <a:lnTo>
                    <a:pt x="165760" y="142574"/>
                  </a:lnTo>
                  <a:lnTo>
                    <a:pt x="164979" y="137261"/>
                  </a:lnTo>
                  <a:lnTo>
                    <a:pt x="164028" y="131976"/>
                  </a:lnTo>
                  <a:lnTo>
                    <a:pt x="162908" y="126724"/>
                  </a:lnTo>
                  <a:lnTo>
                    <a:pt x="161620" y="121511"/>
                  </a:lnTo>
                  <a:lnTo>
                    <a:pt x="160165" y="116342"/>
                  </a:lnTo>
                  <a:lnTo>
                    <a:pt x="158544" y="111223"/>
                  </a:lnTo>
                  <a:lnTo>
                    <a:pt x="156760" y="106158"/>
                  </a:lnTo>
                  <a:lnTo>
                    <a:pt x="154815" y="101153"/>
                  </a:lnTo>
                  <a:lnTo>
                    <a:pt x="152709" y="96213"/>
                  </a:lnTo>
                  <a:lnTo>
                    <a:pt x="150446" y="91343"/>
                  </a:lnTo>
                  <a:lnTo>
                    <a:pt x="148028" y="86549"/>
                  </a:lnTo>
                  <a:lnTo>
                    <a:pt x="145457" y="81834"/>
                  </a:lnTo>
                  <a:lnTo>
                    <a:pt x="142736" y="77205"/>
                  </a:lnTo>
                  <a:lnTo>
                    <a:pt x="139868" y="72665"/>
                  </a:lnTo>
                  <a:lnTo>
                    <a:pt x="136855" y="68220"/>
                  </a:lnTo>
                  <a:lnTo>
                    <a:pt x="133701" y="63874"/>
                  </a:lnTo>
                  <a:lnTo>
                    <a:pt x="130409" y="59632"/>
                  </a:lnTo>
                  <a:lnTo>
                    <a:pt x="126983" y="55497"/>
                  </a:lnTo>
                  <a:lnTo>
                    <a:pt x="123425" y="51474"/>
                  </a:lnTo>
                  <a:lnTo>
                    <a:pt x="119740" y="47568"/>
                  </a:lnTo>
                  <a:lnTo>
                    <a:pt x="115932" y="43783"/>
                  </a:lnTo>
                  <a:lnTo>
                    <a:pt x="112004" y="40121"/>
                  </a:lnTo>
                  <a:lnTo>
                    <a:pt x="107960" y="36588"/>
                  </a:lnTo>
                  <a:lnTo>
                    <a:pt x="103805" y="33186"/>
                  </a:lnTo>
                  <a:lnTo>
                    <a:pt x="99543" y="29920"/>
                  </a:lnTo>
                  <a:lnTo>
                    <a:pt x="95179" y="26792"/>
                  </a:lnTo>
                  <a:lnTo>
                    <a:pt x="90716" y="23806"/>
                  </a:lnTo>
                  <a:lnTo>
                    <a:pt x="86159" y="20964"/>
                  </a:lnTo>
                  <a:lnTo>
                    <a:pt x="81513" y="18271"/>
                  </a:lnTo>
                  <a:lnTo>
                    <a:pt x="76784" y="15728"/>
                  </a:lnTo>
                  <a:lnTo>
                    <a:pt x="71975" y="13339"/>
                  </a:lnTo>
                  <a:lnTo>
                    <a:pt x="67092" y="11105"/>
                  </a:lnTo>
                  <a:lnTo>
                    <a:pt x="62139" y="9029"/>
                  </a:lnTo>
                  <a:lnTo>
                    <a:pt x="57123" y="7113"/>
                  </a:lnTo>
                  <a:lnTo>
                    <a:pt x="52047" y="5359"/>
                  </a:lnTo>
                  <a:lnTo>
                    <a:pt x="46918" y="3770"/>
                  </a:lnTo>
                  <a:lnTo>
                    <a:pt x="41741" y="2345"/>
                  </a:lnTo>
                  <a:lnTo>
                    <a:pt x="36520" y="1088"/>
                  </a:lnTo>
                  <a:lnTo>
                    <a:pt x="31262" y="0"/>
                  </a:lnTo>
                  <a:lnTo>
                    <a:pt x="0" y="1642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20"/>
              <a:ext cx="31262" cy="167167"/>
            </a:xfrm>
            <a:custGeom>
              <a:avLst/>
              <a:pathLst>
                <a:path w="31262" h="167167">
                  <a:moveTo>
                    <a:pt x="31262" y="2949"/>
                  </a:moveTo>
                  <a:lnTo>
                    <a:pt x="23507" y="1661"/>
                  </a:lnTo>
                  <a:lnTo>
                    <a:pt x="15700" y="738"/>
                  </a:lnTo>
                  <a:lnTo>
                    <a:pt x="7858" y="1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tx815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2025-06-06T04:10:04Z</dcterms:modified>
  <cp:category/>
</cp:coreProperties>
</file>