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66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5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93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9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9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87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98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0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35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2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4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253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340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297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536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150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59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50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5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57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70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325" y="3170392"/>
              <a:ext cx="1453" cy="167167"/>
            </a:xfrm>
            <a:custGeom>
              <a:avLst/>
              <a:pathLst>
                <a:path w="1453" h="167167">
                  <a:moveTo>
                    <a:pt x="1453" y="0"/>
                  </a:moveTo>
                  <a:lnTo>
                    <a:pt x="0" y="6"/>
                  </a:lnTo>
                  <a:lnTo>
                    <a:pt x="14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325" y="3170398"/>
              <a:ext cx="1453" cy="167161"/>
            </a:xfrm>
            <a:custGeom>
              <a:avLst/>
              <a:pathLst>
                <a:path w="1453" h="167161">
                  <a:moveTo>
                    <a:pt x="0" y="0"/>
                  </a:moveTo>
                  <a:lnTo>
                    <a:pt x="1453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16616" y="3170398"/>
              <a:ext cx="334325" cy="334322"/>
            </a:xfrm>
            <a:custGeom>
              <a:avLst/>
              <a:pathLst>
                <a:path w="334325" h="334322">
                  <a:moveTo>
                    <a:pt x="165709" y="0"/>
                  </a:moveTo>
                  <a:lnTo>
                    <a:pt x="160407" y="130"/>
                  </a:lnTo>
                  <a:lnTo>
                    <a:pt x="155111" y="428"/>
                  </a:lnTo>
                  <a:lnTo>
                    <a:pt x="149828" y="894"/>
                  </a:lnTo>
                  <a:lnTo>
                    <a:pt x="144562" y="1528"/>
                  </a:lnTo>
                  <a:lnTo>
                    <a:pt x="139318" y="2328"/>
                  </a:lnTo>
                  <a:lnTo>
                    <a:pt x="134103" y="3295"/>
                  </a:lnTo>
                  <a:lnTo>
                    <a:pt x="128921" y="4426"/>
                  </a:lnTo>
                  <a:lnTo>
                    <a:pt x="123778" y="5721"/>
                  </a:lnTo>
                  <a:lnTo>
                    <a:pt x="118678" y="7179"/>
                  </a:lnTo>
                  <a:lnTo>
                    <a:pt x="113627" y="8797"/>
                  </a:lnTo>
                  <a:lnTo>
                    <a:pt x="108630" y="10575"/>
                  </a:lnTo>
                  <a:lnTo>
                    <a:pt x="103692" y="12511"/>
                  </a:lnTo>
                  <a:lnTo>
                    <a:pt x="98818" y="14603"/>
                  </a:lnTo>
                  <a:lnTo>
                    <a:pt x="94012" y="16848"/>
                  </a:lnTo>
                  <a:lnTo>
                    <a:pt x="89281" y="19244"/>
                  </a:lnTo>
                  <a:lnTo>
                    <a:pt x="84627" y="21789"/>
                  </a:lnTo>
                  <a:lnTo>
                    <a:pt x="80057" y="24481"/>
                  </a:lnTo>
                  <a:lnTo>
                    <a:pt x="75574" y="27316"/>
                  </a:lnTo>
                  <a:lnTo>
                    <a:pt x="71184" y="30292"/>
                  </a:lnTo>
                  <a:lnTo>
                    <a:pt x="66890" y="33405"/>
                  </a:lnTo>
                  <a:lnTo>
                    <a:pt x="62697" y="36654"/>
                  </a:lnTo>
                  <a:lnTo>
                    <a:pt x="58610" y="40034"/>
                  </a:lnTo>
                  <a:lnTo>
                    <a:pt x="54631" y="43541"/>
                  </a:lnTo>
                  <a:lnTo>
                    <a:pt x="50766" y="47174"/>
                  </a:lnTo>
                  <a:lnTo>
                    <a:pt x="47018" y="50927"/>
                  </a:lnTo>
                  <a:lnTo>
                    <a:pt x="43391" y="54797"/>
                  </a:lnTo>
                  <a:lnTo>
                    <a:pt x="39889" y="58780"/>
                  </a:lnTo>
                  <a:lnTo>
                    <a:pt x="36515" y="62872"/>
                  </a:lnTo>
                  <a:lnTo>
                    <a:pt x="33272" y="67069"/>
                  </a:lnTo>
                  <a:lnTo>
                    <a:pt x="30164" y="71367"/>
                  </a:lnTo>
                  <a:lnTo>
                    <a:pt x="27194" y="75762"/>
                  </a:lnTo>
                  <a:lnTo>
                    <a:pt x="24365" y="80248"/>
                  </a:lnTo>
                  <a:lnTo>
                    <a:pt x="21679" y="84822"/>
                  </a:lnTo>
                  <a:lnTo>
                    <a:pt x="19141" y="89479"/>
                  </a:lnTo>
                  <a:lnTo>
                    <a:pt x="16751" y="94214"/>
                  </a:lnTo>
                  <a:lnTo>
                    <a:pt x="14512" y="99022"/>
                  </a:lnTo>
                  <a:lnTo>
                    <a:pt x="12427" y="103899"/>
                  </a:lnTo>
                  <a:lnTo>
                    <a:pt x="10498" y="108840"/>
                  </a:lnTo>
                  <a:lnTo>
                    <a:pt x="8727" y="113839"/>
                  </a:lnTo>
                  <a:lnTo>
                    <a:pt x="7115" y="118893"/>
                  </a:lnTo>
                  <a:lnTo>
                    <a:pt x="5664" y="123994"/>
                  </a:lnTo>
                  <a:lnTo>
                    <a:pt x="4376" y="129139"/>
                  </a:lnTo>
                  <a:lnTo>
                    <a:pt x="3252" y="134323"/>
                  </a:lnTo>
                  <a:lnTo>
                    <a:pt x="2293" y="139539"/>
                  </a:lnTo>
                  <a:lnTo>
                    <a:pt x="1499" y="144784"/>
                  </a:lnTo>
                  <a:lnTo>
                    <a:pt x="873" y="150051"/>
                  </a:lnTo>
                  <a:lnTo>
                    <a:pt x="414" y="155335"/>
                  </a:lnTo>
                  <a:lnTo>
                    <a:pt x="123" y="160631"/>
                  </a:lnTo>
                  <a:lnTo>
                    <a:pt x="0" y="165933"/>
                  </a:lnTo>
                  <a:lnTo>
                    <a:pt x="45" y="171237"/>
                  </a:lnTo>
                  <a:lnTo>
                    <a:pt x="258" y="176537"/>
                  </a:lnTo>
                  <a:lnTo>
                    <a:pt x="640" y="181827"/>
                  </a:lnTo>
                  <a:lnTo>
                    <a:pt x="1189" y="187102"/>
                  </a:lnTo>
                  <a:lnTo>
                    <a:pt x="1905" y="192358"/>
                  </a:lnTo>
                  <a:lnTo>
                    <a:pt x="2787" y="197588"/>
                  </a:lnTo>
                  <a:lnTo>
                    <a:pt x="3835" y="202787"/>
                  </a:lnTo>
                  <a:lnTo>
                    <a:pt x="5048" y="207951"/>
                  </a:lnTo>
                  <a:lnTo>
                    <a:pt x="6423" y="213073"/>
                  </a:lnTo>
                  <a:lnTo>
                    <a:pt x="7961" y="218149"/>
                  </a:lnTo>
                  <a:lnTo>
                    <a:pt x="9659" y="223174"/>
                  </a:lnTo>
                  <a:lnTo>
                    <a:pt x="11515" y="228143"/>
                  </a:lnTo>
                  <a:lnTo>
                    <a:pt x="13528" y="233050"/>
                  </a:lnTo>
                  <a:lnTo>
                    <a:pt x="15696" y="237891"/>
                  </a:lnTo>
                  <a:lnTo>
                    <a:pt x="18016" y="242660"/>
                  </a:lnTo>
                  <a:lnTo>
                    <a:pt x="20486" y="247354"/>
                  </a:lnTo>
                  <a:lnTo>
                    <a:pt x="23104" y="251967"/>
                  </a:lnTo>
                  <a:lnTo>
                    <a:pt x="25867" y="256494"/>
                  </a:lnTo>
                  <a:lnTo>
                    <a:pt x="28772" y="260932"/>
                  </a:lnTo>
                  <a:lnTo>
                    <a:pt x="31816" y="265275"/>
                  </a:lnTo>
                  <a:lnTo>
                    <a:pt x="34997" y="269519"/>
                  </a:lnTo>
                  <a:lnTo>
                    <a:pt x="38311" y="273661"/>
                  </a:lnTo>
                  <a:lnTo>
                    <a:pt x="41754" y="277695"/>
                  </a:lnTo>
                  <a:lnTo>
                    <a:pt x="45324" y="281618"/>
                  </a:lnTo>
                  <a:lnTo>
                    <a:pt x="49017" y="285425"/>
                  </a:lnTo>
                  <a:lnTo>
                    <a:pt x="52828" y="289114"/>
                  </a:lnTo>
                  <a:lnTo>
                    <a:pt x="56754" y="292680"/>
                  </a:lnTo>
                  <a:lnTo>
                    <a:pt x="60792" y="296119"/>
                  </a:lnTo>
                  <a:lnTo>
                    <a:pt x="64937" y="299429"/>
                  </a:lnTo>
                  <a:lnTo>
                    <a:pt x="69184" y="302605"/>
                  </a:lnTo>
                  <a:lnTo>
                    <a:pt x="73531" y="305645"/>
                  </a:lnTo>
                  <a:lnTo>
                    <a:pt x="77971" y="308546"/>
                  </a:lnTo>
                  <a:lnTo>
                    <a:pt x="82501" y="311304"/>
                  </a:lnTo>
                  <a:lnTo>
                    <a:pt x="87117" y="313918"/>
                  </a:lnTo>
                  <a:lnTo>
                    <a:pt x="91813" y="316383"/>
                  </a:lnTo>
                  <a:lnTo>
                    <a:pt x="96585" y="318699"/>
                  </a:lnTo>
                  <a:lnTo>
                    <a:pt x="101428" y="320861"/>
                  </a:lnTo>
                  <a:lnTo>
                    <a:pt x="106337" y="322869"/>
                  </a:lnTo>
                  <a:lnTo>
                    <a:pt x="111307" y="324721"/>
                  </a:lnTo>
                  <a:lnTo>
                    <a:pt x="116334" y="326413"/>
                  </a:lnTo>
                  <a:lnTo>
                    <a:pt x="121412" y="327946"/>
                  </a:lnTo>
                  <a:lnTo>
                    <a:pt x="126536" y="329316"/>
                  </a:lnTo>
                  <a:lnTo>
                    <a:pt x="131700" y="330523"/>
                  </a:lnTo>
                  <a:lnTo>
                    <a:pt x="136901" y="331566"/>
                  </a:lnTo>
                  <a:lnTo>
                    <a:pt x="142132" y="332443"/>
                  </a:lnTo>
                  <a:lnTo>
                    <a:pt x="147388" y="333154"/>
                  </a:lnTo>
                  <a:lnTo>
                    <a:pt x="152664" y="333698"/>
                  </a:lnTo>
                  <a:lnTo>
                    <a:pt x="157954" y="334074"/>
                  </a:lnTo>
                  <a:lnTo>
                    <a:pt x="163254" y="334282"/>
                  </a:lnTo>
                  <a:lnTo>
                    <a:pt x="168558" y="334322"/>
                  </a:lnTo>
                  <a:lnTo>
                    <a:pt x="173860" y="334194"/>
                  </a:lnTo>
                  <a:lnTo>
                    <a:pt x="179156" y="333897"/>
                  </a:lnTo>
                  <a:lnTo>
                    <a:pt x="184440" y="333433"/>
                  </a:lnTo>
                  <a:lnTo>
                    <a:pt x="189706" y="332801"/>
                  </a:lnTo>
                  <a:lnTo>
                    <a:pt x="194949" y="332002"/>
                  </a:lnTo>
                  <a:lnTo>
                    <a:pt x="200165" y="331038"/>
                  </a:lnTo>
                  <a:lnTo>
                    <a:pt x="205347" y="329908"/>
                  </a:lnTo>
                  <a:lnTo>
                    <a:pt x="210491" y="328615"/>
                  </a:lnTo>
                  <a:lnTo>
                    <a:pt x="215591" y="327159"/>
                  </a:lnTo>
                  <a:lnTo>
                    <a:pt x="220643" y="325542"/>
                  </a:lnTo>
                  <a:lnTo>
                    <a:pt x="225641" y="323766"/>
                  </a:lnTo>
                  <a:lnTo>
                    <a:pt x="230579" y="321832"/>
                  </a:lnTo>
                  <a:lnTo>
                    <a:pt x="235454" y="319742"/>
                  </a:lnTo>
                  <a:lnTo>
                    <a:pt x="240260" y="317499"/>
                  </a:lnTo>
                  <a:lnTo>
                    <a:pt x="244993" y="315104"/>
                  </a:lnTo>
                  <a:lnTo>
                    <a:pt x="249647" y="312561"/>
                  </a:lnTo>
                  <a:lnTo>
                    <a:pt x="254219" y="309871"/>
                  </a:lnTo>
                  <a:lnTo>
                    <a:pt x="258702" y="307037"/>
                  </a:lnTo>
                  <a:lnTo>
                    <a:pt x="263094" y="304063"/>
                  </a:lnTo>
                  <a:lnTo>
                    <a:pt x="267388" y="300950"/>
                  </a:lnTo>
                  <a:lnTo>
                    <a:pt x="271582" y="297703"/>
                  </a:lnTo>
                  <a:lnTo>
                    <a:pt x="275671" y="294325"/>
                  </a:lnTo>
                  <a:lnTo>
                    <a:pt x="279651" y="290819"/>
                  </a:lnTo>
                  <a:lnTo>
                    <a:pt x="283517" y="287188"/>
                  </a:lnTo>
                  <a:lnTo>
                    <a:pt x="287266" y="283436"/>
                  </a:lnTo>
                  <a:lnTo>
                    <a:pt x="290895" y="279567"/>
                  </a:lnTo>
                  <a:lnTo>
                    <a:pt x="294398" y="275585"/>
                  </a:lnTo>
                  <a:lnTo>
                    <a:pt x="297774" y="271494"/>
                  </a:lnTo>
                  <a:lnTo>
                    <a:pt x="301018" y="267298"/>
                  </a:lnTo>
                  <a:lnTo>
                    <a:pt x="304128" y="263001"/>
                  </a:lnTo>
                  <a:lnTo>
                    <a:pt x="307099" y="258608"/>
                  </a:lnTo>
                  <a:lnTo>
                    <a:pt x="309930" y="254123"/>
                  </a:lnTo>
                  <a:lnTo>
                    <a:pt x="312617" y="249550"/>
                  </a:lnTo>
                  <a:lnTo>
                    <a:pt x="315158" y="244894"/>
                  </a:lnTo>
                  <a:lnTo>
                    <a:pt x="317549" y="240159"/>
                  </a:lnTo>
                  <a:lnTo>
                    <a:pt x="319789" y="235352"/>
                  </a:lnTo>
                  <a:lnTo>
                    <a:pt x="321876" y="230475"/>
                  </a:lnTo>
                  <a:lnTo>
                    <a:pt x="323806" y="225535"/>
                  </a:lnTo>
                  <a:lnTo>
                    <a:pt x="325580" y="220537"/>
                  </a:lnTo>
                  <a:lnTo>
                    <a:pt x="327193" y="215484"/>
                  </a:lnTo>
                  <a:lnTo>
                    <a:pt x="328646" y="210383"/>
                  </a:lnTo>
                  <a:lnTo>
                    <a:pt x="329935" y="205238"/>
                  </a:lnTo>
                  <a:lnTo>
                    <a:pt x="331062" y="200055"/>
                  </a:lnTo>
                  <a:lnTo>
                    <a:pt x="332023" y="194839"/>
                  </a:lnTo>
                  <a:lnTo>
                    <a:pt x="332818" y="189595"/>
                  </a:lnTo>
                  <a:lnTo>
                    <a:pt x="333446" y="184328"/>
                  </a:lnTo>
                  <a:lnTo>
                    <a:pt x="333907" y="179044"/>
                  </a:lnTo>
                  <a:lnTo>
                    <a:pt x="334200" y="173748"/>
                  </a:lnTo>
                  <a:lnTo>
                    <a:pt x="334325" y="168446"/>
                  </a:lnTo>
                  <a:lnTo>
                    <a:pt x="334282" y="163142"/>
                  </a:lnTo>
                  <a:lnTo>
                    <a:pt x="334070" y="157842"/>
                  </a:lnTo>
                  <a:lnTo>
                    <a:pt x="333690" y="152552"/>
                  </a:lnTo>
                  <a:lnTo>
                    <a:pt x="333143" y="147276"/>
                  </a:lnTo>
                  <a:lnTo>
                    <a:pt x="332429" y="142021"/>
                  </a:lnTo>
                  <a:lnTo>
                    <a:pt x="331548" y="136790"/>
                  </a:lnTo>
                  <a:lnTo>
                    <a:pt x="330502" y="131591"/>
                  </a:lnTo>
                  <a:lnTo>
                    <a:pt x="329291" y="126427"/>
                  </a:lnTo>
                  <a:lnTo>
                    <a:pt x="327917" y="121304"/>
                  </a:lnTo>
                  <a:lnTo>
                    <a:pt x="326382" y="116227"/>
                  </a:lnTo>
                  <a:lnTo>
                    <a:pt x="324686" y="111202"/>
                  </a:lnTo>
                  <a:lnTo>
                    <a:pt x="322831" y="106232"/>
                  </a:lnTo>
                  <a:lnTo>
                    <a:pt x="320820" y="101325"/>
                  </a:lnTo>
                  <a:lnTo>
                    <a:pt x="318654" y="96483"/>
                  </a:lnTo>
                  <a:lnTo>
                    <a:pt x="316335" y="91713"/>
                  </a:lnTo>
                  <a:lnTo>
                    <a:pt x="313867" y="87018"/>
                  </a:lnTo>
                  <a:lnTo>
                    <a:pt x="311250" y="82404"/>
                  </a:lnTo>
                  <a:lnTo>
                    <a:pt x="308489" y="77876"/>
                  </a:lnTo>
                  <a:lnTo>
                    <a:pt x="305585" y="73437"/>
                  </a:lnTo>
                  <a:lnTo>
                    <a:pt x="302542" y="69093"/>
                  </a:lnTo>
                  <a:lnTo>
                    <a:pt x="299363" y="64848"/>
                  </a:lnTo>
                  <a:lnTo>
                    <a:pt x="296051" y="60705"/>
                  </a:lnTo>
                  <a:lnTo>
                    <a:pt x="292609" y="56670"/>
                  </a:lnTo>
                  <a:lnTo>
                    <a:pt x="289040" y="52746"/>
                  </a:lnTo>
                  <a:lnTo>
                    <a:pt x="285349" y="48937"/>
                  </a:lnTo>
                  <a:lnTo>
                    <a:pt x="281539" y="45247"/>
                  </a:lnTo>
                  <a:lnTo>
                    <a:pt x="277614" y="41680"/>
                  </a:lnTo>
                  <a:lnTo>
                    <a:pt x="273577" y="38239"/>
                  </a:lnTo>
                  <a:lnTo>
                    <a:pt x="269434" y="34928"/>
                  </a:lnTo>
                  <a:lnTo>
                    <a:pt x="265187" y="31750"/>
                  </a:lnTo>
                  <a:lnTo>
                    <a:pt x="260842" y="28708"/>
                  </a:lnTo>
                  <a:lnTo>
                    <a:pt x="256403" y="25806"/>
                  </a:lnTo>
                  <a:lnTo>
                    <a:pt x="251873" y="23046"/>
                  </a:lnTo>
                  <a:lnTo>
                    <a:pt x="247259" y="20431"/>
                  </a:lnTo>
                  <a:lnTo>
                    <a:pt x="242564" y="17964"/>
                  </a:lnTo>
                  <a:lnTo>
                    <a:pt x="237792" y="15647"/>
                  </a:lnTo>
                  <a:lnTo>
                    <a:pt x="232950" y="13483"/>
                  </a:lnTo>
                  <a:lnTo>
                    <a:pt x="228042" y="11473"/>
                  </a:lnTo>
                  <a:lnTo>
                    <a:pt x="223072" y="9620"/>
                  </a:lnTo>
                  <a:lnTo>
                    <a:pt x="218046" y="7926"/>
                  </a:lnTo>
                  <a:lnTo>
                    <a:pt x="212969" y="6391"/>
                  </a:lnTo>
                  <a:lnTo>
                    <a:pt x="207845" y="5019"/>
                  </a:lnTo>
                  <a:lnTo>
                    <a:pt x="202681" y="3810"/>
                  </a:lnTo>
                  <a:lnTo>
                    <a:pt x="197481" y="2766"/>
                  </a:lnTo>
                  <a:lnTo>
                    <a:pt x="192250" y="1886"/>
                  </a:lnTo>
                  <a:lnTo>
                    <a:pt x="186994" y="1174"/>
                  </a:lnTo>
                  <a:lnTo>
                    <a:pt x="181719" y="628"/>
                  </a:lnTo>
                  <a:lnTo>
                    <a:pt x="167162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3779" y="3170392"/>
              <a:ext cx="14556" cy="167167"/>
            </a:xfrm>
            <a:custGeom>
              <a:avLst/>
              <a:pathLst>
                <a:path w="14556" h="167167">
                  <a:moveTo>
                    <a:pt x="14556" y="63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1083" y="2633064"/>
              <a:ext cx="27927" cy="167167"/>
            </a:xfrm>
            <a:custGeom>
              <a:avLst/>
              <a:pathLst>
                <a:path w="27927" h="167167">
                  <a:moveTo>
                    <a:pt x="27927" y="0"/>
                  </a:moveTo>
                  <a:lnTo>
                    <a:pt x="20914" y="147"/>
                  </a:lnTo>
                  <a:lnTo>
                    <a:pt x="13914" y="588"/>
                  </a:lnTo>
                  <a:lnTo>
                    <a:pt x="6938" y="1322"/>
                  </a:lnTo>
                  <a:lnTo>
                    <a:pt x="0" y="2349"/>
                  </a:lnTo>
                  <a:lnTo>
                    <a:pt x="2792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51849" y="2635413"/>
              <a:ext cx="334319" cy="331982"/>
            </a:xfrm>
            <a:custGeom>
              <a:avLst/>
              <a:pathLst>
                <a:path w="334319" h="331982">
                  <a:moveTo>
                    <a:pt x="139234" y="0"/>
                  </a:moveTo>
                  <a:lnTo>
                    <a:pt x="134024" y="968"/>
                  </a:lnTo>
                  <a:lnTo>
                    <a:pt x="128847" y="2100"/>
                  </a:lnTo>
                  <a:lnTo>
                    <a:pt x="123709" y="3396"/>
                  </a:lnTo>
                  <a:lnTo>
                    <a:pt x="118614" y="4855"/>
                  </a:lnTo>
                  <a:lnTo>
                    <a:pt x="113568" y="6474"/>
                  </a:lnTo>
                  <a:lnTo>
                    <a:pt x="108576" y="8252"/>
                  </a:lnTo>
                  <a:lnTo>
                    <a:pt x="103643" y="10188"/>
                  </a:lnTo>
                  <a:lnTo>
                    <a:pt x="98773" y="12279"/>
                  </a:lnTo>
                  <a:lnTo>
                    <a:pt x="93973" y="14523"/>
                  </a:lnTo>
                  <a:lnTo>
                    <a:pt x="89246" y="16919"/>
                  </a:lnTo>
                  <a:lnTo>
                    <a:pt x="84597" y="19463"/>
                  </a:lnTo>
                  <a:lnTo>
                    <a:pt x="80031" y="22153"/>
                  </a:lnTo>
                  <a:lnTo>
                    <a:pt x="75553" y="24986"/>
                  </a:lnTo>
                  <a:lnTo>
                    <a:pt x="71167" y="27960"/>
                  </a:lnTo>
                  <a:lnTo>
                    <a:pt x="66877" y="31072"/>
                  </a:lnTo>
                  <a:lnTo>
                    <a:pt x="62688" y="34317"/>
                  </a:lnTo>
                  <a:lnTo>
                    <a:pt x="58604" y="37694"/>
                  </a:lnTo>
                  <a:lnTo>
                    <a:pt x="54629" y="41199"/>
                  </a:lnTo>
                  <a:lnTo>
                    <a:pt x="50768" y="44828"/>
                  </a:lnTo>
                  <a:lnTo>
                    <a:pt x="47023" y="48578"/>
                  </a:lnTo>
                  <a:lnTo>
                    <a:pt x="43399" y="52444"/>
                  </a:lnTo>
                  <a:lnTo>
                    <a:pt x="39899" y="56424"/>
                  </a:lnTo>
                  <a:lnTo>
                    <a:pt x="36527" y="60512"/>
                  </a:lnTo>
                  <a:lnTo>
                    <a:pt x="33287" y="64705"/>
                  </a:lnTo>
                  <a:lnTo>
                    <a:pt x="30181" y="68999"/>
                  </a:lnTo>
                  <a:lnTo>
                    <a:pt x="27213" y="73388"/>
                  </a:lnTo>
                  <a:lnTo>
                    <a:pt x="24385" y="77870"/>
                  </a:lnTo>
                  <a:lnTo>
                    <a:pt x="21701" y="82440"/>
                  </a:lnTo>
                  <a:lnTo>
                    <a:pt x="19163" y="87092"/>
                  </a:lnTo>
                  <a:lnTo>
                    <a:pt x="16773" y="91822"/>
                  </a:lnTo>
                  <a:lnTo>
                    <a:pt x="14535" y="96625"/>
                  </a:lnTo>
                  <a:lnTo>
                    <a:pt x="12451" y="101497"/>
                  </a:lnTo>
                  <a:lnTo>
                    <a:pt x="10521" y="106433"/>
                  </a:lnTo>
                  <a:lnTo>
                    <a:pt x="8749" y="111427"/>
                  </a:lnTo>
                  <a:lnTo>
                    <a:pt x="7137" y="116475"/>
                  </a:lnTo>
                  <a:lnTo>
                    <a:pt x="5685" y="121572"/>
                  </a:lnTo>
                  <a:lnTo>
                    <a:pt x="4395" y="126712"/>
                  </a:lnTo>
                  <a:lnTo>
                    <a:pt x="3269" y="131890"/>
                  </a:lnTo>
                  <a:lnTo>
                    <a:pt x="2308" y="137101"/>
                  </a:lnTo>
                  <a:lnTo>
                    <a:pt x="1512" y="142341"/>
                  </a:lnTo>
                  <a:lnTo>
                    <a:pt x="883" y="147602"/>
                  </a:lnTo>
                  <a:lnTo>
                    <a:pt x="421" y="152882"/>
                  </a:lnTo>
                  <a:lnTo>
                    <a:pt x="126" y="158173"/>
                  </a:lnTo>
                  <a:lnTo>
                    <a:pt x="0" y="163470"/>
                  </a:lnTo>
                  <a:lnTo>
                    <a:pt x="41" y="168770"/>
                  </a:lnTo>
                  <a:lnTo>
                    <a:pt x="250" y="174065"/>
                  </a:lnTo>
                  <a:lnTo>
                    <a:pt x="627" y="179351"/>
                  </a:lnTo>
                  <a:lnTo>
                    <a:pt x="1171" y="184622"/>
                  </a:lnTo>
                  <a:lnTo>
                    <a:pt x="1882" y="189873"/>
                  </a:lnTo>
                  <a:lnTo>
                    <a:pt x="2760" y="195100"/>
                  </a:lnTo>
                  <a:lnTo>
                    <a:pt x="3802" y="200295"/>
                  </a:lnTo>
                  <a:lnTo>
                    <a:pt x="5009" y="205455"/>
                  </a:lnTo>
                  <a:lnTo>
                    <a:pt x="6378" y="210575"/>
                  </a:lnTo>
                  <a:lnTo>
                    <a:pt x="7909" y="215648"/>
                  </a:lnTo>
                  <a:lnTo>
                    <a:pt x="9601" y="220670"/>
                  </a:lnTo>
                  <a:lnTo>
                    <a:pt x="11450" y="225636"/>
                  </a:lnTo>
                  <a:lnTo>
                    <a:pt x="13456" y="230541"/>
                  </a:lnTo>
                  <a:lnTo>
                    <a:pt x="15617" y="235380"/>
                  </a:lnTo>
                  <a:lnTo>
                    <a:pt x="17929" y="240148"/>
                  </a:lnTo>
                  <a:lnTo>
                    <a:pt x="20392" y="244841"/>
                  </a:lnTo>
                  <a:lnTo>
                    <a:pt x="23002" y="249452"/>
                  </a:lnTo>
                  <a:lnTo>
                    <a:pt x="25757" y="253979"/>
                  </a:lnTo>
                  <a:lnTo>
                    <a:pt x="28654" y="258417"/>
                  </a:lnTo>
                  <a:lnTo>
                    <a:pt x="31691" y="262760"/>
                  </a:lnTo>
                  <a:lnTo>
                    <a:pt x="34863" y="267004"/>
                  </a:lnTo>
                  <a:lnTo>
                    <a:pt x="38169" y="271146"/>
                  </a:lnTo>
                  <a:lnTo>
                    <a:pt x="41604" y="275182"/>
                  </a:lnTo>
                  <a:lnTo>
                    <a:pt x="45165" y="279106"/>
                  </a:lnTo>
                  <a:lnTo>
                    <a:pt x="48849" y="282915"/>
                  </a:lnTo>
                  <a:lnTo>
                    <a:pt x="52652" y="286606"/>
                  </a:lnTo>
                  <a:lnTo>
                    <a:pt x="56570" y="290175"/>
                  </a:lnTo>
                  <a:lnTo>
                    <a:pt x="60599" y="293617"/>
                  </a:lnTo>
                  <a:lnTo>
                    <a:pt x="64735" y="296930"/>
                  </a:lnTo>
                  <a:lnTo>
                    <a:pt x="68974" y="300110"/>
                  </a:lnTo>
                  <a:lnTo>
                    <a:pt x="73311" y="303154"/>
                  </a:lnTo>
                  <a:lnTo>
                    <a:pt x="77743" y="306060"/>
                  </a:lnTo>
                  <a:lnTo>
                    <a:pt x="82265" y="308823"/>
                  </a:lnTo>
                  <a:lnTo>
                    <a:pt x="86872" y="311442"/>
                  </a:lnTo>
                  <a:lnTo>
                    <a:pt x="91560" y="313913"/>
                  </a:lnTo>
                  <a:lnTo>
                    <a:pt x="96324" y="316234"/>
                  </a:lnTo>
                  <a:lnTo>
                    <a:pt x="101159" y="318403"/>
                  </a:lnTo>
                  <a:lnTo>
                    <a:pt x="106060" y="320418"/>
                  </a:lnTo>
                  <a:lnTo>
                    <a:pt x="111023" y="322277"/>
                  </a:lnTo>
                  <a:lnTo>
                    <a:pt x="116042" y="323977"/>
                  </a:lnTo>
                  <a:lnTo>
                    <a:pt x="121113" y="325517"/>
                  </a:lnTo>
                  <a:lnTo>
                    <a:pt x="126229" y="326896"/>
                  </a:lnTo>
                  <a:lnTo>
                    <a:pt x="131387" y="328112"/>
                  </a:lnTo>
                  <a:lnTo>
                    <a:pt x="136581" y="329164"/>
                  </a:lnTo>
                  <a:lnTo>
                    <a:pt x="141806" y="330051"/>
                  </a:lnTo>
                  <a:lnTo>
                    <a:pt x="147056" y="330772"/>
                  </a:lnTo>
                  <a:lnTo>
                    <a:pt x="152326" y="331325"/>
                  </a:lnTo>
                  <a:lnTo>
                    <a:pt x="157611" y="331712"/>
                  </a:lnTo>
                  <a:lnTo>
                    <a:pt x="162906" y="331931"/>
                  </a:lnTo>
                  <a:lnTo>
                    <a:pt x="168205" y="331982"/>
                  </a:lnTo>
                  <a:lnTo>
                    <a:pt x="173503" y="331865"/>
                  </a:lnTo>
                  <a:lnTo>
                    <a:pt x="178795" y="331580"/>
                  </a:lnTo>
                  <a:lnTo>
                    <a:pt x="184075" y="331127"/>
                  </a:lnTo>
                  <a:lnTo>
                    <a:pt x="189338" y="330508"/>
                  </a:lnTo>
                  <a:lnTo>
                    <a:pt x="194578" y="329721"/>
                  </a:lnTo>
                  <a:lnTo>
                    <a:pt x="199792" y="328770"/>
                  </a:lnTo>
                  <a:lnTo>
                    <a:pt x="204972" y="327653"/>
                  </a:lnTo>
                  <a:lnTo>
                    <a:pt x="210114" y="326373"/>
                  </a:lnTo>
                  <a:lnTo>
                    <a:pt x="215213" y="324930"/>
                  </a:lnTo>
                  <a:lnTo>
                    <a:pt x="220264" y="323326"/>
                  </a:lnTo>
                  <a:lnTo>
                    <a:pt x="225262" y="321564"/>
                  </a:lnTo>
                  <a:lnTo>
                    <a:pt x="230201" y="319643"/>
                  </a:lnTo>
                  <a:lnTo>
                    <a:pt x="235077" y="317567"/>
                  </a:lnTo>
                  <a:lnTo>
                    <a:pt x="239884" y="315338"/>
                  </a:lnTo>
                  <a:lnTo>
                    <a:pt x="244619" y="312957"/>
                  </a:lnTo>
                  <a:lnTo>
                    <a:pt x="249275" y="310428"/>
                  </a:lnTo>
                  <a:lnTo>
                    <a:pt x="253849" y="307752"/>
                  </a:lnTo>
                  <a:lnTo>
                    <a:pt x="258336" y="304932"/>
                  </a:lnTo>
                  <a:lnTo>
                    <a:pt x="262732" y="301972"/>
                  </a:lnTo>
                  <a:lnTo>
                    <a:pt x="267031" y="298874"/>
                  </a:lnTo>
                  <a:lnTo>
                    <a:pt x="271230" y="295641"/>
                  </a:lnTo>
                  <a:lnTo>
                    <a:pt x="275324" y="292276"/>
                  </a:lnTo>
                  <a:lnTo>
                    <a:pt x="279310" y="288784"/>
                  </a:lnTo>
                  <a:lnTo>
                    <a:pt x="283183" y="285167"/>
                  </a:lnTo>
                  <a:lnTo>
                    <a:pt x="286939" y="281429"/>
                  </a:lnTo>
                  <a:lnTo>
                    <a:pt x="290575" y="277574"/>
                  </a:lnTo>
                  <a:lnTo>
                    <a:pt x="294087" y="273605"/>
                  </a:lnTo>
                  <a:lnTo>
                    <a:pt x="297472" y="269528"/>
                  </a:lnTo>
                  <a:lnTo>
                    <a:pt x="300725" y="265345"/>
                  </a:lnTo>
                  <a:lnTo>
                    <a:pt x="303845" y="261061"/>
                  </a:lnTo>
                  <a:lnTo>
                    <a:pt x="306826" y="256680"/>
                  </a:lnTo>
                  <a:lnTo>
                    <a:pt x="309668" y="252207"/>
                  </a:lnTo>
                  <a:lnTo>
                    <a:pt x="312366" y="247646"/>
                  </a:lnTo>
                  <a:lnTo>
                    <a:pt x="314919" y="243002"/>
                  </a:lnTo>
                  <a:lnTo>
                    <a:pt x="317323" y="238279"/>
                  </a:lnTo>
                  <a:lnTo>
                    <a:pt x="319576" y="233482"/>
                  </a:lnTo>
                  <a:lnTo>
                    <a:pt x="321676" y="228617"/>
                  </a:lnTo>
                  <a:lnTo>
                    <a:pt x="323620" y="223687"/>
                  </a:lnTo>
                  <a:lnTo>
                    <a:pt x="325408" y="218699"/>
                  </a:lnTo>
                  <a:lnTo>
                    <a:pt x="327036" y="213656"/>
                  </a:lnTo>
                  <a:lnTo>
                    <a:pt x="328504" y="208564"/>
                  </a:lnTo>
                  <a:lnTo>
                    <a:pt x="329809" y="203428"/>
                  </a:lnTo>
                  <a:lnTo>
                    <a:pt x="330951" y="198253"/>
                  </a:lnTo>
                  <a:lnTo>
                    <a:pt x="331929" y="193044"/>
                  </a:lnTo>
                  <a:lnTo>
                    <a:pt x="332741" y="187808"/>
                  </a:lnTo>
                  <a:lnTo>
                    <a:pt x="333386" y="182548"/>
                  </a:lnTo>
                  <a:lnTo>
                    <a:pt x="333865" y="177270"/>
                  </a:lnTo>
                  <a:lnTo>
                    <a:pt x="334175" y="171980"/>
                  </a:lnTo>
                  <a:lnTo>
                    <a:pt x="334319" y="166683"/>
                  </a:lnTo>
                  <a:lnTo>
                    <a:pt x="334294" y="161383"/>
                  </a:lnTo>
                  <a:lnTo>
                    <a:pt x="334101" y="156088"/>
                  </a:lnTo>
                  <a:lnTo>
                    <a:pt x="333740" y="150800"/>
                  </a:lnTo>
                  <a:lnTo>
                    <a:pt x="333212" y="145528"/>
                  </a:lnTo>
                  <a:lnTo>
                    <a:pt x="332517" y="140274"/>
                  </a:lnTo>
                  <a:lnTo>
                    <a:pt x="331656" y="135045"/>
                  </a:lnTo>
                  <a:lnTo>
                    <a:pt x="330630" y="129846"/>
                  </a:lnTo>
                  <a:lnTo>
                    <a:pt x="329439" y="124682"/>
                  </a:lnTo>
                  <a:lnTo>
                    <a:pt x="328086" y="119559"/>
                  </a:lnTo>
                  <a:lnTo>
                    <a:pt x="326570" y="114481"/>
                  </a:lnTo>
                  <a:lnTo>
                    <a:pt x="324895" y="109453"/>
                  </a:lnTo>
                  <a:lnTo>
                    <a:pt x="323061" y="104482"/>
                  </a:lnTo>
                  <a:lnTo>
                    <a:pt x="321070" y="99570"/>
                  </a:lnTo>
                  <a:lnTo>
                    <a:pt x="318924" y="94725"/>
                  </a:lnTo>
                  <a:lnTo>
                    <a:pt x="316626" y="89950"/>
                  </a:lnTo>
                  <a:lnTo>
                    <a:pt x="314178" y="85250"/>
                  </a:lnTo>
                  <a:lnTo>
                    <a:pt x="311582" y="80630"/>
                  </a:lnTo>
                  <a:lnTo>
                    <a:pt x="308841" y="76094"/>
                  </a:lnTo>
                  <a:lnTo>
                    <a:pt x="305958" y="71648"/>
                  </a:lnTo>
                  <a:lnTo>
                    <a:pt x="302935" y="67296"/>
                  </a:lnTo>
                  <a:lnTo>
                    <a:pt x="299776" y="63041"/>
                  </a:lnTo>
                  <a:lnTo>
                    <a:pt x="296483" y="58889"/>
                  </a:lnTo>
                  <a:lnTo>
                    <a:pt x="293060" y="54843"/>
                  </a:lnTo>
                  <a:lnTo>
                    <a:pt x="289511" y="50908"/>
                  </a:lnTo>
                  <a:lnTo>
                    <a:pt x="285839" y="47087"/>
                  </a:lnTo>
                  <a:lnTo>
                    <a:pt x="282048" y="43384"/>
                  </a:lnTo>
                  <a:lnTo>
                    <a:pt x="278141" y="39804"/>
                  </a:lnTo>
                  <a:lnTo>
                    <a:pt x="274123" y="36349"/>
                  </a:lnTo>
                  <a:lnTo>
                    <a:pt x="269997" y="33023"/>
                  </a:lnTo>
                  <a:lnTo>
                    <a:pt x="265768" y="29830"/>
                  </a:lnTo>
                  <a:lnTo>
                    <a:pt x="261440" y="26772"/>
                  </a:lnTo>
                  <a:lnTo>
                    <a:pt x="167162" y="1648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9011" y="2633064"/>
              <a:ext cx="94278" cy="167167"/>
            </a:xfrm>
            <a:custGeom>
              <a:avLst/>
              <a:pathLst>
                <a:path w="94278" h="167167">
                  <a:moveTo>
                    <a:pt x="94278" y="29121"/>
                  </a:moveTo>
                  <a:lnTo>
                    <a:pt x="89631" y="26060"/>
                  </a:lnTo>
                  <a:lnTo>
                    <a:pt x="84885" y="23155"/>
                  </a:lnTo>
                  <a:lnTo>
                    <a:pt x="80045" y="20410"/>
                  </a:lnTo>
                  <a:lnTo>
                    <a:pt x="75116" y="17827"/>
                  </a:lnTo>
                  <a:lnTo>
                    <a:pt x="70104" y="15410"/>
                  </a:lnTo>
                  <a:lnTo>
                    <a:pt x="65015" y="13160"/>
                  </a:lnTo>
                  <a:lnTo>
                    <a:pt x="59853" y="11082"/>
                  </a:lnTo>
                  <a:lnTo>
                    <a:pt x="54625" y="9176"/>
                  </a:lnTo>
                  <a:lnTo>
                    <a:pt x="49336" y="7446"/>
                  </a:lnTo>
                  <a:lnTo>
                    <a:pt x="43993" y="5892"/>
                  </a:lnTo>
                  <a:lnTo>
                    <a:pt x="38601" y="4517"/>
                  </a:lnTo>
                  <a:lnTo>
                    <a:pt x="33166" y="3323"/>
                  </a:lnTo>
                  <a:lnTo>
                    <a:pt x="27695" y="2310"/>
                  </a:lnTo>
                  <a:lnTo>
                    <a:pt x="22193" y="1479"/>
                  </a:lnTo>
                  <a:lnTo>
                    <a:pt x="16666" y="832"/>
                  </a:lnTo>
                  <a:lnTo>
                    <a:pt x="11121" y="370"/>
                  </a:lnTo>
                  <a:lnTo>
                    <a:pt x="556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2377" y="2126963"/>
              <a:ext cx="6094" cy="167167"/>
            </a:xfrm>
            <a:custGeom>
              <a:avLst/>
              <a:pathLst>
                <a:path w="6094" h="167167">
                  <a:moveTo>
                    <a:pt x="6094" y="0"/>
                  </a:moveTo>
                  <a:lnTo>
                    <a:pt x="0" y="111"/>
                  </a:lnTo>
                  <a:lnTo>
                    <a:pt x="609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377" y="2127074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561308" y="2127074"/>
              <a:ext cx="333616" cy="334207"/>
            </a:xfrm>
            <a:custGeom>
              <a:avLst/>
              <a:pathLst>
                <a:path w="333616" h="334207">
                  <a:moveTo>
                    <a:pt x="161068" y="0"/>
                  </a:moveTo>
                  <a:lnTo>
                    <a:pt x="155755" y="278"/>
                  </a:lnTo>
                  <a:lnTo>
                    <a:pt x="150453" y="726"/>
                  </a:lnTo>
                  <a:lnTo>
                    <a:pt x="145169" y="1342"/>
                  </a:lnTo>
                  <a:lnTo>
                    <a:pt x="139906" y="2126"/>
                  </a:lnTo>
                  <a:lnTo>
                    <a:pt x="134671" y="3077"/>
                  </a:lnTo>
                  <a:lnTo>
                    <a:pt x="129469" y="4194"/>
                  </a:lnTo>
                  <a:lnTo>
                    <a:pt x="124305" y="5476"/>
                  </a:lnTo>
                  <a:lnTo>
                    <a:pt x="119185" y="6921"/>
                  </a:lnTo>
                  <a:lnTo>
                    <a:pt x="114113" y="8529"/>
                  </a:lnTo>
                  <a:lnTo>
                    <a:pt x="109095" y="10298"/>
                  </a:lnTo>
                  <a:lnTo>
                    <a:pt x="104136" y="12225"/>
                  </a:lnTo>
                  <a:lnTo>
                    <a:pt x="99240" y="14310"/>
                  </a:lnTo>
                  <a:lnTo>
                    <a:pt x="94414" y="16548"/>
                  </a:lnTo>
                  <a:lnTo>
                    <a:pt x="89661" y="18940"/>
                  </a:lnTo>
                  <a:lnTo>
                    <a:pt x="84987" y="21481"/>
                  </a:lnTo>
                  <a:lnTo>
                    <a:pt x="80395" y="24170"/>
                  </a:lnTo>
                  <a:lnTo>
                    <a:pt x="75892" y="27004"/>
                  </a:lnTo>
                  <a:lnTo>
                    <a:pt x="71481" y="29980"/>
                  </a:lnTo>
                  <a:lnTo>
                    <a:pt x="67168" y="33094"/>
                  </a:lnTo>
                  <a:lnTo>
                    <a:pt x="62955" y="36344"/>
                  </a:lnTo>
                  <a:lnTo>
                    <a:pt x="58848" y="39727"/>
                  </a:lnTo>
                  <a:lnTo>
                    <a:pt x="54851" y="43238"/>
                  </a:lnTo>
                  <a:lnTo>
                    <a:pt x="50967" y="46875"/>
                  </a:lnTo>
                  <a:lnTo>
                    <a:pt x="47201" y="50634"/>
                  </a:lnTo>
                  <a:lnTo>
                    <a:pt x="43557" y="54510"/>
                  </a:lnTo>
                  <a:lnTo>
                    <a:pt x="40038" y="58501"/>
                  </a:lnTo>
                  <a:lnTo>
                    <a:pt x="36648" y="62602"/>
                  </a:lnTo>
                  <a:lnTo>
                    <a:pt x="33390" y="66808"/>
                  </a:lnTo>
                  <a:lnTo>
                    <a:pt x="30267" y="71116"/>
                  </a:lnTo>
                  <a:lnTo>
                    <a:pt x="27284" y="75521"/>
                  </a:lnTo>
                  <a:lnTo>
                    <a:pt x="24441" y="80019"/>
                  </a:lnTo>
                  <a:lnTo>
                    <a:pt x="21744" y="84605"/>
                  </a:lnTo>
                  <a:lnTo>
                    <a:pt x="19194" y="89275"/>
                  </a:lnTo>
                  <a:lnTo>
                    <a:pt x="16793" y="94023"/>
                  </a:lnTo>
                  <a:lnTo>
                    <a:pt x="14545" y="98845"/>
                  </a:lnTo>
                  <a:lnTo>
                    <a:pt x="12452" y="103737"/>
                  </a:lnTo>
                  <a:lnTo>
                    <a:pt x="10515" y="108693"/>
                  </a:lnTo>
                  <a:lnTo>
                    <a:pt x="8737" y="113707"/>
                  </a:lnTo>
                  <a:lnTo>
                    <a:pt x="7120" y="118776"/>
                  </a:lnTo>
                  <a:lnTo>
                    <a:pt x="5664" y="123894"/>
                  </a:lnTo>
                  <a:lnTo>
                    <a:pt x="4372" y="129055"/>
                  </a:lnTo>
                  <a:lnTo>
                    <a:pt x="3246" y="134255"/>
                  </a:lnTo>
                  <a:lnTo>
                    <a:pt x="2285" y="139488"/>
                  </a:lnTo>
                  <a:lnTo>
                    <a:pt x="1491" y="144749"/>
                  </a:lnTo>
                  <a:lnTo>
                    <a:pt x="865" y="150033"/>
                  </a:lnTo>
                  <a:lnTo>
                    <a:pt x="407" y="155334"/>
                  </a:lnTo>
                  <a:lnTo>
                    <a:pt x="119" y="160646"/>
                  </a:lnTo>
                  <a:lnTo>
                    <a:pt x="0" y="165966"/>
                  </a:lnTo>
                  <a:lnTo>
                    <a:pt x="49" y="171286"/>
                  </a:lnTo>
                  <a:lnTo>
                    <a:pt x="269" y="176602"/>
                  </a:lnTo>
                  <a:lnTo>
                    <a:pt x="657" y="181909"/>
                  </a:lnTo>
                  <a:lnTo>
                    <a:pt x="1214" y="187200"/>
                  </a:lnTo>
                  <a:lnTo>
                    <a:pt x="1939" y="192471"/>
                  </a:lnTo>
                  <a:lnTo>
                    <a:pt x="2832" y="197716"/>
                  </a:lnTo>
                  <a:lnTo>
                    <a:pt x="3891" y="202930"/>
                  </a:lnTo>
                  <a:lnTo>
                    <a:pt x="5115" y="208108"/>
                  </a:lnTo>
                  <a:lnTo>
                    <a:pt x="6504" y="213244"/>
                  </a:lnTo>
                  <a:lnTo>
                    <a:pt x="8055" y="218334"/>
                  </a:lnTo>
                  <a:lnTo>
                    <a:pt x="9767" y="223371"/>
                  </a:lnTo>
                  <a:lnTo>
                    <a:pt x="11639" y="228352"/>
                  </a:lnTo>
                  <a:lnTo>
                    <a:pt x="13669" y="233270"/>
                  </a:lnTo>
                  <a:lnTo>
                    <a:pt x="15854" y="238121"/>
                  </a:lnTo>
                  <a:lnTo>
                    <a:pt x="18192" y="242901"/>
                  </a:lnTo>
                  <a:lnTo>
                    <a:pt x="20681" y="247603"/>
                  </a:lnTo>
                  <a:lnTo>
                    <a:pt x="23318" y="252224"/>
                  </a:lnTo>
                  <a:lnTo>
                    <a:pt x="26102" y="256758"/>
                  </a:lnTo>
                  <a:lnTo>
                    <a:pt x="29028" y="261202"/>
                  </a:lnTo>
                  <a:lnTo>
                    <a:pt x="32094" y="265550"/>
                  </a:lnTo>
                  <a:lnTo>
                    <a:pt x="35297" y="269799"/>
                  </a:lnTo>
                  <a:lnTo>
                    <a:pt x="38633" y="273943"/>
                  </a:lnTo>
                  <a:lnTo>
                    <a:pt x="42100" y="277980"/>
                  </a:lnTo>
                  <a:lnTo>
                    <a:pt x="45693" y="281904"/>
                  </a:lnTo>
                  <a:lnTo>
                    <a:pt x="49410" y="285711"/>
                  </a:lnTo>
                  <a:lnTo>
                    <a:pt x="53246" y="289398"/>
                  </a:lnTo>
                  <a:lnTo>
                    <a:pt x="57197" y="292962"/>
                  </a:lnTo>
                  <a:lnTo>
                    <a:pt x="61259" y="296397"/>
                  </a:lnTo>
                  <a:lnTo>
                    <a:pt x="65429" y="299702"/>
                  </a:lnTo>
                  <a:lnTo>
                    <a:pt x="69702" y="302873"/>
                  </a:lnTo>
                  <a:lnTo>
                    <a:pt x="74073" y="305905"/>
                  </a:lnTo>
                  <a:lnTo>
                    <a:pt x="78539" y="308798"/>
                  </a:lnTo>
                  <a:lnTo>
                    <a:pt x="83095" y="311546"/>
                  </a:lnTo>
                  <a:lnTo>
                    <a:pt x="87736" y="314148"/>
                  </a:lnTo>
                  <a:lnTo>
                    <a:pt x="92457" y="316602"/>
                  </a:lnTo>
                  <a:lnTo>
                    <a:pt x="97254" y="318903"/>
                  </a:lnTo>
                  <a:lnTo>
                    <a:pt x="102122" y="321051"/>
                  </a:lnTo>
                  <a:lnTo>
                    <a:pt x="107056" y="323043"/>
                  </a:lnTo>
                  <a:lnTo>
                    <a:pt x="112050" y="324877"/>
                  </a:lnTo>
                  <a:lnTo>
                    <a:pt x="117101" y="326551"/>
                  </a:lnTo>
                  <a:lnTo>
                    <a:pt x="122202" y="328063"/>
                  </a:lnTo>
                  <a:lnTo>
                    <a:pt x="127348" y="329413"/>
                  </a:lnTo>
                  <a:lnTo>
                    <a:pt x="132535" y="330597"/>
                  </a:lnTo>
                  <a:lnTo>
                    <a:pt x="137757" y="331617"/>
                  </a:lnTo>
                  <a:lnTo>
                    <a:pt x="143009" y="332469"/>
                  </a:lnTo>
                  <a:lnTo>
                    <a:pt x="148286" y="333154"/>
                  </a:lnTo>
                  <a:lnTo>
                    <a:pt x="153581" y="333671"/>
                  </a:lnTo>
                  <a:lnTo>
                    <a:pt x="158890" y="334018"/>
                  </a:lnTo>
                  <a:lnTo>
                    <a:pt x="164208" y="334197"/>
                  </a:lnTo>
                  <a:lnTo>
                    <a:pt x="169528" y="334207"/>
                  </a:lnTo>
                  <a:lnTo>
                    <a:pt x="174847" y="334047"/>
                  </a:lnTo>
                  <a:lnTo>
                    <a:pt x="180157" y="333717"/>
                  </a:lnTo>
                  <a:lnTo>
                    <a:pt x="185454" y="333220"/>
                  </a:lnTo>
                  <a:lnTo>
                    <a:pt x="190733" y="332553"/>
                  </a:lnTo>
                  <a:lnTo>
                    <a:pt x="195988" y="331719"/>
                  </a:lnTo>
                  <a:lnTo>
                    <a:pt x="201214" y="330719"/>
                  </a:lnTo>
                  <a:lnTo>
                    <a:pt x="206405" y="329552"/>
                  </a:lnTo>
                  <a:lnTo>
                    <a:pt x="211556" y="328221"/>
                  </a:lnTo>
                  <a:lnTo>
                    <a:pt x="216663" y="326727"/>
                  </a:lnTo>
                  <a:lnTo>
                    <a:pt x="221719" y="325071"/>
                  </a:lnTo>
                  <a:lnTo>
                    <a:pt x="226720" y="323254"/>
                  </a:lnTo>
                  <a:lnTo>
                    <a:pt x="231661" y="321280"/>
                  </a:lnTo>
                  <a:lnTo>
                    <a:pt x="236536" y="319149"/>
                  </a:lnTo>
                  <a:lnTo>
                    <a:pt x="241341" y="316864"/>
                  </a:lnTo>
                  <a:lnTo>
                    <a:pt x="246071" y="314428"/>
                  </a:lnTo>
                  <a:lnTo>
                    <a:pt x="250721" y="311842"/>
                  </a:lnTo>
                  <a:lnTo>
                    <a:pt x="255286" y="309110"/>
                  </a:lnTo>
                  <a:lnTo>
                    <a:pt x="259762" y="306233"/>
                  </a:lnTo>
                  <a:lnTo>
                    <a:pt x="264145" y="303216"/>
                  </a:lnTo>
                  <a:lnTo>
                    <a:pt x="268429" y="300061"/>
                  </a:lnTo>
                  <a:lnTo>
                    <a:pt x="272610" y="296771"/>
                  </a:lnTo>
                  <a:lnTo>
                    <a:pt x="276685" y="293349"/>
                  </a:lnTo>
                  <a:lnTo>
                    <a:pt x="280648" y="289800"/>
                  </a:lnTo>
                  <a:lnTo>
                    <a:pt x="284497" y="286126"/>
                  </a:lnTo>
                  <a:lnTo>
                    <a:pt x="288227" y="282332"/>
                  </a:lnTo>
                  <a:lnTo>
                    <a:pt x="291834" y="278421"/>
                  </a:lnTo>
                  <a:lnTo>
                    <a:pt x="295315" y="274397"/>
                  </a:lnTo>
                  <a:lnTo>
                    <a:pt x="298666" y="270264"/>
                  </a:lnTo>
                  <a:lnTo>
                    <a:pt x="301884" y="266027"/>
                  </a:lnTo>
                  <a:lnTo>
                    <a:pt x="304966" y="261689"/>
                  </a:lnTo>
                  <a:lnTo>
                    <a:pt x="307907" y="257256"/>
                  </a:lnTo>
                  <a:lnTo>
                    <a:pt x="310707" y="252731"/>
                  </a:lnTo>
                  <a:lnTo>
                    <a:pt x="313360" y="248120"/>
                  </a:lnTo>
                  <a:lnTo>
                    <a:pt x="315866" y="243426"/>
                  </a:lnTo>
                  <a:lnTo>
                    <a:pt x="318221" y="238655"/>
                  </a:lnTo>
                  <a:lnTo>
                    <a:pt x="320423" y="233812"/>
                  </a:lnTo>
                  <a:lnTo>
                    <a:pt x="322470" y="228901"/>
                  </a:lnTo>
                  <a:lnTo>
                    <a:pt x="324360" y="223927"/>
                  </a:lnTo>
                  <a:lnTo>
                    <a:pt x="326090" y="218895"/>
                  </a:lnTo>
                  <a:lnTo>
                    <a:pt x="327659" y="213811"/>
                  </a:lnTo>
                  <a:lnTo>
                    <a:pt x="329066" y="208680"/>
                  </a:lnTo>
                  <a:lnTo>
                    <a:pt x="330308" y="203507"/>
                  </a:lnTo>
                  <a:lnTo>
                    <a:pt x="331386" y="198296"/>
                  </a:lnTo>
                  <a:lnTo>
                    <a:pt x="332297" y="193054"/>
                  </a:lnTo>
                  <a:lnTo>
                    <a:pt x="333040" y="187786"/>
                  </a:lnTo>
                  <a:lnTo>
                    <a:pt x="333616" y="182497"/>
                  </a:lnTo>
                  <a:lnTo>
                    <a:pt x="167163" y="1670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8472" y="2126963"/>
              <a:ext cx="167165" cy="182608"/>
            </a:xfrm>
            <a:custGeom>
              <a:avLst/>
              <a:pathLst>
                <a:path w="167165" h="182608">
                  <a:moveTo>
                    <a:pt x="166452" y="182608"/>
                  </a:moveTo>
                  <a:lnTo>
                    <a:pt x="166867" y="177172"/>
                  </a:lnTo>
                  <a:lnTo>
                    <a:pt x="167105" y="171725"/>
                  </a:lnTo>
                  <a:lnTo>
                    <a:pt x="167165" y="166274"/>
                  </a:lnTo>
                  <a:lnTo>
                    <a:pt x="167047" y="160824"/>
                  </a:lnTo>
                  <a:lnTo>
                    <a:pt x="166751" y="155380"/>
                  </a:lnTo>
                  <a:lnTo>
                    <a:pt x="166278" y="149949"/>
                  </a:lnTo>
                  <a:lnTo>
                    <a:pt x="165628" y="144536"/>
                  </a:lnTo>
                  <a:lnTo>
                    <a:pt x="164802" y="139147"/>
                  </a:lnTo>
                  <a:lnTo>
                    <a:pt x="163801" y="133788"/>
                  </a:lnTo>
                  <a:lnTo>
                    <a:pt x="162625" y="128465"/>
                  </a:lnTo>
                  <a:lnTo>
                    <a:pt x="161277" y="123182"/>
                  </a:lnTo>
                  <a:lnTo>
                    <a:pt x="159757" y="117947"/>
                  </a:lnTo>
                  <a:lnTo>
                    <a:pt x="158067" y="112764"/>
                  </a:lnTo>
                  <a:lnTo>
                    <a:pt x="156209" y="107639"/>
                  </a:lnTo>
                  <a:lnTo>
                    <a:pt x="154185" y="102577"/>
                  </a:lnTo>
                  <a:lnTo>
                    <a:pt x="151996" y="97583"/>
                  </a:lnTo>
                  <a:lnTo>
                    <a:pt x="149647" y="92664"/>
                  </a:lnTo>
                  <a:lnTo>
                    <a:pt x="147138" y="87824"/>
                  </a:lnTo>
                  <a:lnTo>
                    <a:pt x="144472" y="83068"/>
                  </a:lnTo>
                  <a:lnTo>
                    <a:pt x="141653" y="78402"/>
                  </a:lnTo>
                  <a:lnTo>
                    <a:pt x="138683" y="73830"/>
                  </a:lnTo>
                  <a:lnTo>
                    <a:pt x="135566" y="69358"/>
                  </a:lnTo>
                  <a:lnTo>
                    <a:pt x="132305" y="64989"/>
                  </a:lnTo>
                  <a:lnTo>
                    <a:pt x="128902" y="60729"/>
                  </a:lnTo>
                  <a:lnTo>
                    <a:pt x="125363" y="56583"/>
                  </a:lnTo>
                  <a:lnTo>
                    <a:pt x="121691" y="52554"/>
                  </a:lnTo>
                  <a:lnTo>
                    <a:pt x="117889" y="48646"/>
                  </a:lnTo>
                  <a:lnTo>
                    <a:pt x="113961" y="44865"/>
                  </a:lnTo>
                  <a:lnTo>
                    <a:pt x="109913" y="41214"/>
                  </a:lnTo>
                  <a:lnTo>
                    <a:pt x="105747" y="37697"/>
                  </a:lnTo>
                  <a:lnTo>
                    <a:pt x="101469" y="34318"/>
                  </a:lnTo>
                  <a:lnTo>
                    <a:pt x="97083" y="31080"/>
                  </a:lnTo>
                  <a:lnTo>
                    <a:pt x="92594" y="27987"/>
                  </a:lnTo>
                  <a:lnTo>
                    <a:pt x="88007" y="25041"/>
                  </a:lnTo>
                  <a:lnTo>
                    <a:pt x="83325" y="22247"/>
                  </a:lnTo>
                  <a:lnTo>
                    <a:pt x="78555" y="19607"/>
                  </a:lnTo>
                  <a:lnTo>
                    <a:pt x="73702" y="17124"/>
                  </a:lnTo>
                  <a:lnTo>
                    <a:pt x="68770" y="14801"/>
                  </a:lnTo>
                  <a:lnTo>
                    <a:pt x="63765" y="12639"/>
                  </a:lnTo>
                  <a:lnTo>
                    <a:pt x="58693" y="10642"/>
                  </a:lnTo>
                  <a:lnTo>
                    <a:pt x="53558" y="8811"/>
                  </a:lnTo>
                  <a:lnTo>
                    <a:pt x="48365" y="7149"/>
                  </a:lnTo>
                  <a:lnTo>
                    <a:pt x="43122" y="5657"/>
                  </a:lnTo>
                  <a:lnTo>
                    <a:pt x="37832" y="4337"/>
                  </a:lnTo>
                  <a:lnTo>
                    <a:pt x="32503" y="3190"/>
                  </a:lnTo>
                  <a:lnTo>
                    <a:pt x="27139" y="2217"/>
                  </a:lnTo>
                  <a:lnTo>
                    <a:pt x="21745" y="1420"/>
                  </a:lnTo>
                  <a:lnTo>
                    <a:pt x="16329" y="799"/>
                  </a:lnTo>
                  <a:lnTo>
                    <a:pt x="10896" y="355"/>
                  </a:lnTo>
                  <a:lnTo>
                    <a:pt x="545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2583" y="1681503"/>
              <a:ext cx="10651" cy="167167"/>
            </a:xfrm>
            <a:custGeom>
              <a:avLst/>
              <a:pathLst>
                <a:path w="10651" h="167167">
                  <a:moveTo>
                    <a:pt x="10651" y="0"/>
                  </a:moveTo>
                  <a:lnTo>
                    <a:pt x="0" y="339"/>
                  </a:lnTo>
                  <a:lnTo>
                    <a:pt x="106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2583" y="1681842"/>
              <a:ext cx="10651" cy="166827"/>
            </a:xfrm>
            <a:custGeom>
              <a:avLst/>
              <a:pathLst>
                <a:path w="10651" h="166827">
                  <a:moveTo>
                    <a:pt x="0" y="0"/>
                  </a:moveTo>
                  <a:lnTo>
                    <a:pt x="10651" y="1668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256077" y="1681842"/>
              <a:ext cx="334324" cy="333986"/>
            </a:xfrm>
            <a:custGeom>
              <a:avLst/>
              <a:pathLst>
                <a:path w="334324" h="333986">
                  <a:moveTo>
                    <a:pt x="156506" y="0"/>
                  </a:moveTo>
                  <a:lnTo>
                    <a:pt x="151236" y="420"/>
                  </a:lnTo>
                  <a:lnTo>
                    <a:pt x="145982" y="1006"/>
                  </a:lnTo>
                  <a:lnTo>
                    <a:pt x="140749" y="1759"/>
                  </a:lnTo>
                  <a:lnTo>
                    <a:pt x="135543" y="2676"/>
                  </a:lnTo>
                  <a:lnTo>
                    <a:pt x="130368" y="3758"/>
                  </a:lnTo>
                  <a:lnTo>
                    <a:pt x="125230" y="5003"/>
                  </a:lnTo>
                  <a:lnTo>
                    <a:pt x="120134" y="6410"/>
                  </a:lnTo>
                  <a:lnTo>
                    <a:pt x="115086" y="7977"/>
                  </a:lnTo>
                  <a:lnTo>
                    <a:pt x="110089" y="9703"/>
                  </a:lnTo>
                  <a:lnTo>
                    <a:pt x="105149" y="11586"/>
                  </a:lnTo>
                  <a:lnTo>
                    <a:pt x="100271" y="13624"/>
                  </a:lnTo>
                  <a:lnTo>
                    <a:pt x="95460" y="15815"/>
                  </a:lnTo>
                  <a:lnTo>
                    <a:pt x="90721" y="18158"/>
                  </a:lnTo>
                  <a:lnTo>
                    <a:pt x="86058" y="20649"/>
                  </a:lnTo>
                  <a:lnTo>
                    <a:pt x="81477" y="23287"/>
                  </a:lnTo>
                  <a:lnTo>
                    <a:pt x="76981" y="26068"/>
                  </a:lnTo>
                  <a:lnTo>
                    <a:pt x="72575" y="28989"/>
                  </a:lnTo>
                  <a:lnTo>
                    <a:pt x="68264" y="32049"/>
                  </a:lnTo>
                  <a:lnTo>
                    <a:pt x="64052" y="35243"/>
                  </a:lnTo>
                  <a:lnTo>
                    <a:pt x="59943" y="38569"/>
                  </a:lnTo>
                  <a:lnTo>
                    <a:pt x="55941" y="42024"/>
                  </a:lnTo>
                  <a:lnTo>
                    <a:pt x="52050" y="45603"/>
                  </a:lnTo>
                  <a:lnTo>
                    <a:pt x="48274" y="49303"/>
                  </a:lnTo>
                  <a:lnTo>
                    <a:pt x="44618" y="53121"/>
                  </a:lnTo>
                  <a:lnTo>
                    <a:pt x="41084" y="57053"/>
                  </a:lnTo>
                  <a:lnTo>
                    <a:pt x="37676" y="61094"/>
                  </a:lnTo>
                  <a:lnTo>
                    <a:pt x="34397" y="65241"/>
                  </a:lnTo>
                  <a:lnTo>
                    <a:pt x="31251" y="69490"/>
                  </a:lnTo>
                  <a:lnTo>
                    <a:pt x="28241" y="73836"/>
                  </a:lnTo>
                  <a:lnTo>
                    <a:pt x="25370" y="78275"/>
                  </a:lnTo>
                  <a:lnTo>
                    <a:pt x="22641" y="82802"/>
                  </a:lnTo>
                  <a:lnTo>
                    <a:pt x="20057" y="87414"/>
                  </a:lnTo>
                  <a:lnTo>
                    <a:pt x="17619" y="92105"/>
                  </a:lnTo>
                  <a:lnTo>
                    <a:pt x="15331" y="96871"/>
                  </a:lnTo>
                  <a:lnTo>
                    <a:pt x="13195" y="101706"/>
                  </a:lnTo>
                  <a:lnTo>
                    <a:pt x="11213" y="106607"/>
                  </a:lnTo>
                  <a:lnTo>
                    <a:pt x="9387" y="111568"/>
                  </a:lnTo>
                  <a:lnTo>
                    <a:pt x="7718" y="116585"/>
                  </a:lnTo>
                  <a:lnTo>
                    <a:pt x="6209" y="121651"/>
                  </a:lnTo>
                  <a:lnTo>
                    <a:pt x="4861" y="126763"/>
                  </a:lnTo>
                  <a:lnTo>
                    <a:pt x="3676" y="131915"/>
                  </a:lnTo>
                  <a:lnTo>
                    <a:pt x="2654" y="137102"/>
                  </a:lnTo>
                  <a:lnTo>
                    <a:pt x="1796" y="142318"/>
                  </a:lnTo>
                  <a:lnTo>
                    <a:pt x="1104" y="147559"/>
                  </a:lnTo>
                  <a:lnTo>
                    <a:pt x="577" y="152819"/>
                  </a:lnTo>
                  <a:lnTo>
                    <a:pt x="218" y="158094"/>
                  </a:lnTo>
                  <a:lnTo>
                    <a:pt x="25" y="163377"/>
                  </a:lnTo>
                  <a:lnTo>
                    <a:pt x="0" y="168663"/>
                  </a:lnTo>
                  <a:lnTo>
                    <a:pt x="141" y="173948"/>
                  </a:lnTo>
                  <a:lnTo>
                    <a:pt x="450" y="179225"/>
                  </a:lnTo>
                  <a:lnTo>
                    <a:pt x="925" y="184490"/>
                  </a:lnTo>
                  <a:lnTo>
                    <a:pt x="1567" y="189738"/>
                  </a:lnTo>
                  <a:lnTo>
                    <a:pt x="2374" y="194962"/>
                  </a:lnTo>
                  <a:lnTo>
                    <a:pt x="3346" y="200159"/>
                  </a:lnTo>
                  <a:lnTo>
                    <a:pt x="4482" y="205322"/>
                  </a:lnTo>
                  <a:lnTo>
                    <a:pt x="5780" y="210446"/>
                  </a:lnTo>
                  <a:lnTo>
                    <a:pt x="7240" y="215527"/>
                  </a:lnTo>
                  <a:lnTo>
                    <a:pt x="8860" y="220559"/>
                  </a:lnTo>
                  <a:lnTo>
                    <a:pt x="10638" y="225538"/>
                  </a:lnTo>
                  <a:lnTo>
                    <a:pt x="12573" y="230458"/>
                  </a:lnTo>
                  <a:lnTo>
                    <a:pt x="14662" y="235314"/>
                  </a:lnTo>
                  <a:lnTo>
                    <a:pt x="16904" y="240102"/>
                  </a:lnTo>
                  <a:lnTo>
                    <a:pt x="19296" y="244816"/>
                  </a:lnTo>
                  <a:lnTo>
                    <a:pt x="21836" y="249452"/>
                  </a:lnTo>
                  <a:lnTo>
                    <a:pt x="24522" y="254006"/>
                  </a:lnTo>
                  <a:lnTo>
                    <a:pt x="27350" y="258473"/>
                  </a:lnTo>
                  <a:lnTo>
                    <a:pt x="30317" y="262847"/>
                  </a:lnTo>
                  <a:lnTo>
                    <a:pt x="33422" y="267126"/>
                  </a:lnTo>
                  <a:lnTo>
                    <a:pt x="36660" y="271305"/>
                  </a:lnTo>
                  <a:lnTo>
                    <a:pt x="40029" y="275379"/>
                  </a:lnTo>
                  <a:lnTo>
                    <a:pt x="43525" y="279344"/>
                  </a:lnTo>
                  <a:lnTo>
                    <a:pt x="47145" y="283197"/>
                  </a:lnTo>
                  <a:lnTo>
                    <a:pt x="50884" y="286934"/>
                  </a:lnTo>
                  <a:lnTo>
                    <a:pt x="54740" y="290551"/>
                  </a:lnTo>
                  <a:lnTo>
                    <a:pt x="58709" y="294043"/>
                  </a:lnTo>
                  <a:lnTo>
                    <a:pt x="62785" y="297409"/>
                  </a:lnTo>
                  <a:lnTo>
                    <a:pt x="66967" y="300644"/>
                  </a:lnTo>
                  <a:lnTo>
                    <a:pt x="71248" y="303745"/>
                  </a:lnTo>
                  <a:lnTo>
                    <a:pt x="75625" y="306709"/>
                  </a:lnTo>
                  <a:lnTo>
                    <a:pt x="80094" y="309533"/>
                  </a:lnTo>
                  <a:lnTo>
                    <a:pt x="84650" y="312215"/>
                  </a:lnTo>
                  <a:lnTo>
                    <a:pt x="89289" y="314751"/>
                  </a:lnTo>
                  <a:lnTo>
                    <a:pt x="94005" y="317139"/>
                  </a:lnTo>
                  <a:lnTo>
                    <a:pt x="98794" y="319377"/>
                  </a:lnTo>
                  <a:lnTo>
                    <a:pt x="103652" y="321463"/>
                  </a:lnTo>
                  <a:lnTo>
                    <a:pt x="108574" y="323393"/>
                  </a:lnTo>
                  <a:lnTo>
                    <a:pt x="113553" y="325167"/>
                  </a:lnTo>
                  <a:lnTo>
                    <a:pt x="118587" y="326783"/>
                  </a:lnTo>
                  <a:lnTo>
                    <a:pt x="123669" y="328239"/>
                  </a:lnTo>
                  <a:lnTo>
                    <a:pt x="128795" y="329533"/>
                  </a:lnTo>
                  <a:lnTo>
                    <a:pt x="133959" y="330665"/>
                  </a:lnTo>
                  <a:lnTo>
                    <a:pt x="139156" y="331633"/>
                  </a:lnTo>
                  <a:lnTo>
                    <a:pt x="144381" y="332436"/>
                  </a:lnTo>
                  <a:lnTo>
                    <a:pt x="149629" y="333073"/>
                  </a:lnTo>
                  <a:lnTo>
                    <a:pt x="154894" y="333544"/>
                  </a:lnTo>
                  <a:lnTo>
                    <a:pt x="160172" y="333849"/>
                  </a:lnTo>
                  <a:lnTo>
                    <a:pt x="165457" y="333986"/>
                  </a:lnTo>
                  <a:lnTo>
                    <a:pt x="170743" y="333956"/>
                  </a:lnTo>
                  <a:lnTo>
                    <a:pt x="176026" y="333759"/>
                  </a:lnTo>
                  <a:lnTo>
                    <a:pt x="181300" y="333395"/>
                  </a:lnTo>
                  <a:lnTo>
                    <a:pt x="186560" y="332865"/>
                  </a:lnTo>
                  <a:lnTo>
                    <a:pt x="191800" y="332168"/>
                  </a:lnTo>
                  <a:lnTo>
                    <a:pt x="197016" y="331306"/>
                  </a:lnTo>
                  <a:lnTo>
                    <a:pt x="202202" y="330280"/>
                  </a:lnTo>
                  <a:lnTo>
                    <a:pt x="207353" y="329090"/>
                  </a:lnTo>
                  <a:lnTo>
                    <a:pt x="212464" y="327738"/>
                  </a:lnTo>
                  <a:lnTo>
                    <a:pt x="217529" y="326225"/>
                  </a:lnTo>
                  <a:lnTo>
                    <a:pt x="222544" y="324552"/>
                  </a:lnTo>
                  <a:lnTo>
                    <a:pt x="227504" y="322722"/>
                  </a:lnTo>
                  <a:lnTo>
                    <a:pt x="232403" y="320736"/>
                  </a:lnTo>
                  <a:lnTo>
                    <a:pt x="237237" y="318596"/>
                  </a:lnTo>
                  <a:lnTo>
                    <a:pt x="242001" y="316304"/>
                  </a:lnTo>
                  <a:lnTo>
                    <a:pt x="246690" y="313863"/>
                  </a:lnTo>
                  <a:lnTo>
                    <a:pt x="251299" y="311274"/>
                  </a:lnTo>
                  <a:lnTo>
                    <a:pt x="255825" y="308542"/>
                  </a:lnTo>
                  <a:lnTo>
                    <a:pt x="260261" y="305667"/>
                  </a:lnTo>
                  <a:lnTo>
                    <a:pt x="264605" y="302654"/>
                  </a:lnTo>
                  <a:lnTo>
                    <a:pt x="268851" y="299504"/>
                  </a:lnTo>
                  <a:lnTo>
                    <a:pt x="272996" y="296222"/>
                  </a:lnTo>
                  <a:lnTo>
                    <a:pt x="277034" y="292811"/>
                  </a:lnTo>
                  <a:lnTo>
                    <a:pt x="280963" y="289274"/>
                  </a:lnTo>
                  <a:lnTo>
                    <a:pt x="284778" y="285614"/>
                  </a:lnTo>
                  <a:lnTo>
                    <a:pt x="288475" y="281835"/>
                  </a:lnTo>
                  <a:lnTo>
                    <a:pt x="292051" y="277942"/>
                  </a:lnTo>
                  <a:lnTo>
                    <a:pt x="295502" y="273937"/>
                  </a:lnTo>
                  <a:lnTo>
                    <a:pt x="298824" y="269825"/>
                  </a:lnTo>
                  <a:lnTo>
                    <a:pt x="302015" y="265610"/>
                  </a:lnTo>
                  <a:lnTo>
                    <a:pt x="305072" y="261297"/>
                  </a:lnTo>
                  <a:lnTo>
                    <a:pt x="307990" y="256889"/>
                  </a:lnTo>
                  <a:lnTo>
                    <a:pt x="310767" y="252390"/>
                  </a:lnTo>
                  <a:lnTo>
                    <a:pt x="313401" y="247807"/>
                  </a:lnTo>
                  <a:lnTo>
                    <a:pt x="315888" y="243142"/>
                  </a:lnTo>
                  <a:lnTo>
                    <a:pt x="318227" y="238401"/>
                  </a:lnTo>
                  <a:lnTo>
                    <a:pt x="320415" y="233588"/>
                  </a:lnTo>
                  <a:lnTo>
                    <a:pt x="322449" y="228709"/>
                  </a:lnTo>
                  <a:lnTo>
                    <a:pt x="324328" y="223768"/>
                  </a:lnTo>
                  <a:lnTo>
                    <a:pt x="326050" y="218769"/>
                  </a:lnTo>
                  <a:lnTo>
                    <a:pt x="327613" y="213719"/>
                  </a:lnTo>
                  <a:lnTo>
                    <a:pt x="329015" y="208622"/>
                  </a:lnTo>
                  <a:lnTo>
                    <a:pt x="330256" y="203483"/>
                  </a:lnTo>
                  <a:lnTo>
                    <a:pt x="331333" y="198308"/>
                  </a:lnTo>
                  <a:lnTo>
                    <a:pt x="332247" y="193101"/>
                  </a:lnTo>
                  <a:lnTo>
                    <a:pt x="332995" y="187867"/>
                  </a:lnTo>
                  <a:lnTo>
                    <a:pt x="333577" y="182613"/>
                  </a:lnTo>
                  <a:lnTo>
                    <a:pt x="333993" y="177343"/>
                  </a:lnTo>
                  <a:lnTo>
                    <a:pt x="334242" y="172062"/>
                  </a:lnTo>
                  <a:lnTo>
                    <a:pt x="334324" y="166776"/>
                  </a:lnTo>
                  <a:lnTo>
                    <a:pt x="334239" y="161490"/>
                  </a:lnTo>
                  <a:lnTo>
                    <a:pt x="333987" y="156210"/>
                  </a:lnTo>
                  <a:lnTo>
                    <a:pt x="333568" y="150940"/>
                  </a:lnTo>
                  <a:lnTo>
                    <a:pt x="332982" y="145686"/>
                  </a:lnTo>
                  <a:lnTo>
                    <a:pt x="332231" y="140453"/>
                  </a:lnTo>
                  <a:lnTo>
                    <a:pt x="331314" y="135247"/>
                  </a:lnTo>
                  <a:lnTo>
                    <a:pt x="330234" y="130072"/>
                  </a:lnTo>
                  <a:lnTo>
                    <a:pt x="328990" y="124934"/>
                  </a:lnTo>
                  <a:lnTo>
                    <a:pt x="327584" y="119838"/>
                  </a:lnTo>
                  <a:lnTo>
                    <a:pt x="326018" y="114788"/>
                  </a:lnTo>
                  <a:lnTo>
                    <a:pt x="324293" y="109791"/>
                  </a:lnTo>
                  <a:lnTo>
                    <a:pt x="322411" y="104851"/>
                  </a:lnTo>
                  <a:lnTo>
                    <a:pt x="320374" y="99973"/>
                  </a:lnTo>
                  <a:lnTo>
                    <a:pt x="318183" y="95161"/>
                  </a:lnTo>
                  <a:lnTo>
                    <a:pt x="315842" y="90422"/>
                  </a:lnTo>
                  <a:lnTo>
                    <a:pt x="313351" y="85759"/>
                  </a:lnTo>
                  <a:lnTo>
                    <a:pt x="310715" y="81176"/>
                  </a:lnTo>
                  <a:lnTo>
                    <a:pt x="307935" y="76680"/>
                  </a:lnTo>
                  <a:lnTo>
                    <a:pt x="305014" y="72274"/>
                  </a:lnTo>
                  <a:lnTo>
                    <a:pt x="301955" y="67962"/>
                  </a:lnTo>
                  <a:lnTo>
                    <a:pt x="298762" y="63749"/>
                  </a:lnTo>
                  <a:lnTo>
                    <a:pt x="295436" y="59639"/>
                  </a:lnTo>
                  <a:lnTo>
                    <a:pt x="291983" y="55637"/>
                  </a:lnTo>
                  <a:lnTo>
                    <a:pt x="288405" y="51745"/>
                  </a:lnTo>
                  <a:lnTo>
                    <a:pt x="284705" y="47969"/>
                  </a:lnTo>
                  <a:lnTo>
                    <a:pt x="280888" y="44311"/>
                  </a:lnTo>
                  <a:lnTo>
                    <a:pt x="276957" y="40776"/>
                  </a:lnTo>
                  <a:lnTo>
                    <a:pt x="272917" y="37367"/>
                  </a:lnTo>
                  <a:lnTo>
                    <a:pt x="268770" y="34088"/>
                  </a:lnTo>
                  <a:lnTo>
                    <a:pt x="264522" y="30941"/>
                  </a:lnTo>
                  <a:lnTo>
                    <a:pt x="260177" y="27931"/>
                  </a:lnTo>
                  <a:lnTo>
                    <a:pt x="255738" y="25059"/>
                  </a:lnTo>
                  <a:lnTo>
                    <a:pt x="251211" y="22329"/>
                  </a:lnTo>
                  <a:lnTo>
                    <a:pt x="246600" y="19743"/>
                  </a:lnTo>
                  <a:lnTo>
                    <a:pt x="241910" y="17305"/>
                  </a:lnTo>
                  <a:lnTo>
                    <a:pt x="237144" y="15016"/>
                  </a:lnTo>
                  <a:lnTo>
                    <a:pt x="232309" y="12879"/>
                  </a:lnTo>
                  <a:lnTo>
                    <a:pt x="227409" y="10896"/>
                  </a:lnTo>
                  <a:lnTo>
                    <a:pt x="222448" y="9068"/>
                  </a:lnTo>
                  <a:lnTo>
                    <a:pt x="217432" y="7399"/>
                  </a:lnTo>
                  <a:lnTo>
                    <a:pt x="212366" y="5889"/>
                  </a:lnTo>
                  <a:lnTo>
                    <a:pt x="207254" y="4540"/>
                  </a:lnTo>
                  <a:lnTo>
                    <a:pt x="202102" y="3353"/>
                  </a:lnTo>
                  <a:lnTo>
                    <a:pt x="167157" y="1668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23235" y="1681503"/>
              <a:ext cx="34945" cy="167167"/>
            </a:xfrm>
            <a:custGeom>
              <a:avLst/>
              <a:pathLst>
                <a:path w="34945" h="167167">
                  <a:moveTo>
                    <a:pt x="34945" y="3693"/>
                  </a:moveTo>
                  <a:lnTo>
                    <a:pt x="28031" y="2366"/>
                  </a:lnTo>
                  <a:lnTo>
                    <a:pt x="21066" y="1332"/>
                  </a:lnTo>
                  <a:lnTo>
                    <a:pt x="14065" y="592"/>
                  </a:lnTo>
                  <a:lnTo>
                    <a:pt x="7038" y="14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853872" y="1322571"/>
              <a:ext cx="167166" cy="306720"/>
            </a:xfrm>
            <a:custGeom>
              <a:avLst/>
              <a:pathLst>
                <a:path w="167166" h="306720">
                  <a:moveTo>
                    <a:pt x="167166" y="0"/>
                  </a:moveTo>
                  <a:lnTo>
                    <a:pt x="161820" y="85"/>
                  </a:lnTo>
                  <a:lnTo>
                    <a:pt x="156480" y="341"/>
                  </a:lnTo>
                  <a:lnTo>
                    <a:pt x="151151" y="768"/>
                  </a:lnTo>
                  <a:lnTo>
                    <a:pt x="145839" y="1366"/>
                  </a:lnTo>
                  <a:lnTo>
                    <a:pt x="140548" y="2132"/>
                  </a:lnTo>
                  <a:lnTo>
                    <a:pt x="135284" y="3068"/>
                  </a:lnTo>
                  <a:lnTo>
                    <a:pt x="130053" y="4171"/>
                  </a:lnTo>
                  <a:lnTo>
                    <a:pt x="124860" y="5441"/>
                  </a:lnTo>
                  <a:lnTo>
                    <a:pt x="119710" y="6877"/>
                  </a:lnTo>
                  <a:lnTo>
                    <a:pt x="114609" y="8476"/>
                  </a:lnTo>
                  <a:lnTo>
                    <a:pt x="109561" y="10238"/>
                  </a:lnTo>
                  <a:lnTo>
                    <a:pt x="104572" y="12160"/>
                  </a:lnTo>
                  <a:lnTo>
                    <a:pt x="99648" y="14241"/>
                  </a:lnTo>
                  <a:lnTo>
                    <a:pt x="94792" y="16478"/>
                  </a:lnTo>
                  <a:lnTo>
                    <a:pt x="90011" y="18870"/>
                  </a:lnTo>
                  <a:lnTo>
                    <a:pt x="85308" y="21413"/>
                  </a:lnTo>
                  <a:lnTo>
                    <a:pt x="80689" y="24105"/>
                  </a:lnTo>
                  <a:lnTo>
                    <a:pt x="76159" y="26943"/>
                  </a:lnTo>
                  <a:lnTo>
                    <a:pt x="71721" y="29925"/>
                  </a:lnTo>
                  <a:lnTo>
                    <a:pt x="67382" y="33047"/>
                  </a:lnTo>
                  <a:lnTo>
                    <a:pt x="63144" y="36307"/>
                  </a:lnTo>
                  <a:lnTo>
                    <a:pt x="59013" y="39700"/>
                  </a:lnTo>
                  <a:lnTo>
                    <a:pt x="54992" y="43223"/>
                  </a:lnTo>
                  <a:lnTo>
                    <a:pt x="51086" y="46874"/>
                  </a:lnTo>
                  <a:lnTo>
                    <a:pt x="47299" y="50647"/>
                  </a:lnTo>
                  <a:lnTo>
                    <a:pt x="43634" y="54540"/>
                  </a:lnTo>
                  <a:lnTo>
                    <a:pt x="40096" y="58547"/>
                  </a:lnTo>
                  <a:lnTo>
                    <a:pt x="36688" y="62666"/>
                  </a:lnTo>
                  <a:lnTo>
                    <a:pt x="33413" y="66892"/>
                  </a:lnTo>
                  <a:lnTo>
                    <a:pt x="30275" y="71220"/>
                  </a:lnTo>
                  <a:lnTo>
                    <a:pt x="27277" y="75647"/>
                  </a:lnTo>
                  <a:lnTo>
                    <a:pt x="24422" y="80167"/>
                  </a:lnTo>
                  <a:lnTo>
                    <a:pt x="21713" y="84776"/>
                  </a:lnTo>
                  <a:lnTo>
                    <a:pt x="19152" y="89469"/>
                  </a:lnTo>
                  <a:lnTo>
                    <a:pt x="16744" y="94242"/>
                  </a:lnTo>
                  <a:lnTo>
                    <a:pt x="14489" y="99089"/>
                  </a:lnTo>
                  <a:lnTo>
                    <a:pt x="12390" y="104006"/>
                  </a:lnTo>
                  <a:lnTo>
                    <a:pt x="10449" y="108987"/>
                  </a:lnTo>
                  <a:lnTo>
                    <a:pt x="8669" y="114029"/>
                  </a:lnTo>
                  <a:lnTo>
                    <a:pt x="7051" y="119124"/>
                  </a:lnTo>
                  <a:lnTo>
                    <a:pt x="5596" y="124268"/>
                  </a:lnTo>
                  <a:lnTo>
                    <a:pt x="4307" y="129457"/>
                  </a:lnTo>
                  <a:lnTo>
                    <a:pt x="3185" y="134684"/>
                  </a:lnTo>
                  <a:lnTo>
                    <a:pt x="2230" y="139944"/>
                  </a:lnTo>
                  <a:lnTo>
                    <a:pt x="1444" y="145232"/>
                  </a:lnTo>
                  <a:lnTo>
                    <a:pt x="827" y="150543"/>
                  </a:lnTo>
                  <a:lnTo>
                    <a:pt x="381" y="155870"/>
                  </a:lnTo>
                  <a:lnTo>
                    <a:pt x="105" y="161209"/>
                  </a:lnTo>
                  <a:lnTo>
                    <a:pt x="0" y="166554"/>
                  </a:lnTo>
                  <a:lnTo>
                    <a:pt x="65" y="171900"/>
                  </a:lnTo>
                  <a:lnTo>
                    <a:pt x="302" y="177241"/>
                  </a:lnTo>
                  <a:lnTo>
                    <a:pt x="710" y="182572"/>
                  </a:lnTo>
                  <a:lnTo>
                    <a:pt x="1287" y="187886"/>
                  </a:lnTo>
                  <a:lnTo>
                    <a:pt x="2035" y="193180"/>
                  </a:lnTo>
                  <a:lnTo>
                    <a:pt x="2951" y="198447"/>
                  </a:lnTo>
                  <a:lnTo>
                    <a:pt x="4035" y="203682"/>
                  </a:lnTo>
                  <a:lnTo>
                    <a:pt x="5286" y="208880"/>
                  </a:lnTo>
                  <a:lnTo>
                    <a:pt x="6703" y="214035"/>
                  </a:lnTo>
                  <a:lnTo>
                    <a:pt x="8284" y="219142"/>
                  </a:lnTo>
                  <a:lnTo>
                    <a:pt x="10027" y="224196"/>
                  </a:lnTo>
                  <a:lnTo>
                    <a:pt x="11931" y="229192"/>
                  </a:lnTo>
                  <a:lnTo>
                    <a:pt x="13994" y="234124"/>
                  </a:lnTo>
                  <a:lnTo>
                    <a:pt x="16213" y="238988"/>
                  </a:lnTo>
                  <a:lnTo>
                    <a:pt x="18587" y="243778"/>
                  </a:lnTo>
                  <a:lnTo>
                    <a:pt x="21113" y="248490"/>
                  </a:lnTo>
                  <a:lnTo>
                    <a:pt x="23788" y="253119"/>
                  </a:lnTo>
                  <a:lnTo>
                    <a:pt x="26610" y="257659"/>
                  </a:lnTo>
                  <a:lnTo>
                    <a:pt x="29575" y="262108"/>
                  </a:lnTo>
                  <a:lnTo>
                    <a:pt x="32681" y="266459"/>
                  </a:lnTo>
                  <a:lnTo>
                    <a:pt x="35925" y="270708"/>
                  </a:lnTo>
                  <a:lnTo>
                    <a:pt x="39303" y="274852"/>
                  </a:lnTo>
                  <a:lnTo>
                    <a:pt x="42812" y="278886"/>
                  </a:lnTo>
                  <a:lnTo>
                    <a:pt x="46448" y="282805"/>
                  </a:lnTo>
                  <a:lnTo>
                    <a:pt x="50207" y="286606"/>
                  </a:lnTo>
                  <a:lnTo>
                    <a:pt x="54087" y="290285"/>
                  </a:lnTo>
                  <a:lnTo>
                    <a:pt x="58081" y="293838"/>
                  </a:lnTo>
                  <a:lnTo>
                    <a:pt x="62188" y="297261"/>
                  </a:lnTo>
                  <a:lnTo>
                    <a:pt x="66401" y="300552"/>
                  </a:lnTo>
                  <a:lnTo>
                    <a:pt x="70718" y="303706"/>
                  </a:lnTo>
                  <a:lnTo>
                    <a:pt x="75133" y="30672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29006" y="1489739"/>
              <a:ext cx="92032" cy="139552"/>
            </a:xfrm>
            <a:custGeom>
              <a:avLst/>
              <a:pathLst>
                <a:path w="92032" h="139552">
                  <a:moveTo>
                    <a:pt x="0" y="139552"/>
                  </a:moveTo>
                  <a:lnTo>
                    <a:pt x="920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29006" y="1348563"/>
              <a:ext cx="259179" cy="308336"/>
            </a:xfrm>
            <a:custGeom>
              <a:avLst/>
              <a:pathLst>
                <a:path w="259179" h="308336">
                  <a:moveTo>
                    <a:pt x="0" y="280728"/>
                  </a:moveTo>
                  <a:lnTo>
                    <a:pt x="4499" y="283593"/>
                  </a:lnTo>
                  <a:lnTo>
                    <a:pt x="9088" y="286314"/>
                  </a:lnTo>
                  <a:lnTo>
                    <a:pt x="13762" y="288886"/>
                  </a:lnTo>
                  <a:lnTo>
                    <a:pt x="18515" y="291309"/>
                  </a:lnTo>
                  <a:lnTo>
                    <a:pt x="23343" y="293578"/>
                  </a:lnTo>
                  <a:lnTo>
                    <a:pt x="28241" y="295692"/>
                  </a:lnTo>
                  <a:lnTo>
                    <a:pt x="33203" y="297649"/>
                  </a:lnTo>
                  <a:lnTo>
                    <a:pt x="38226" y="299446"/>
                  </a:lnTo>
                  <a:lnTo>
                    <a:pt x="43304" y="301083"/>
                  </a:lnTo>
                  <a:lnTo>
                    <a:pt x="48431" y="302556"/>
                  </a:lnTo>
                  <a:lnTo>
                    <a:pt x="53603" y="303865"/>
                  </a:lnTo>
                  <a:lnTo>
                    <a:pt x="58813" y="305008"/>
                  </a:lnTo>
                  <a:lnTo>
                    <a:pt x="64058" y="305985"/>
                  </a:lnTo>
                  <a:lnTo>
                    <a:pt x="69331" y="306794"/>
                  </a:lnTo>
                  <a:lnTo>
                    <a:pt x="74627" y="307434"/>
                  </a:lnTo>
                  <a:lnTo>
                    <a:pt x="79941" y="307904"/>
                  </a:lnTo>
                  <a:lnTo>
                    <a:pt x="85267" y="308205"/>
                  </a:lnTo>
                  <a:lnTo>
                    <a:pt x="90600" y="308336"/>
                  </a:lnTo>
                  <a:lnTo>
                    <a:pt x="95935" y="308297"/>
                  </a:lnTo>
                  <a:lnTo>
                    <a:pt x="101266" y="308087"/>
                  </a:lnTo>
                  <a:lnTo>
                    <a:pt x="106587" y="307707"/>
                  </a:lnTo>
                  <a:lnTo>
                    <a:pt x="111893" y="307158"/>
                  </a:lnTo>
                  <a:lnTo>
                    <a:pt x="117179" y="306440"/>
                  </a:lnTo>
                  <a:lnTo>
                    <a:pt x="122440" y="305553"/>
                  </a:lnTo>
                  <a:lnTo>
                    <a:pt x="127669" y="304499"/>
                  </a:lnTo>
                  <a:lnTo>
                    <a:pt x="132863" y="303279"/>
                  </a:lnTo>
                  <a:lnTo>
                    <a:pt x="138014" y="301894"/>
                  </a:lnTo>
                  <a:lnTo>
                    <a:pt x="143119" y="300345"/>
                  </a:lnTo>
                  <a:lnTo>
                    <a:pt x="148172" y="298633"/>
                  </a:lnTo>
                  <a:lnTo>
                    <a:pt x="153168" y="296762"/>
                  </a:lnTo>
                  <a:lnTo>
                    <a:pt x="158101" y="294732"/>
                  </a:lnTo>
                  <a:lnTo>
                    <a:pt x="162967" y="292546"/>
                  </a:lnTo>
                  <a:lnTo>
                    <a:pt x="167761" y="290205"/>
                  </a:lnTo>
                  <a:lnTo>
                    <a:pt x="172478" y="287713"/>
                  </a:lnTo>
                  <a:lnTo>
                    <a:pt x="177113" y="285071"/>
                  </a:lnTo>
                  <a:lnTo>
                    <a:pt x="181661" y="282283"/>
                  </a:lnTo>
                  <a:lnTo>
                    <a:pt x="186118" y="279351"/>
                  </a:lnTo>
                  <a:lnTo>
                    <a:pt x="190479" y="276279"/>
                  </a:lnTo>
                  <a:lnTo>
                    <a:pt x="194740" y="273069"/>
                  </a:lnTo>
                  <a:lnTo>
                    <a:pt x="198896" y="269724"/>
                  </a:lnTo>
                  <a:lnTo>
                    <a:pt x="202943" y="266249"/>
                  </a:lnTo>
                  <a:lnTo>
                    <a:pt x="206878" y="262646"/>
                  </a:lnTo>
                  <a:lnTo>
                    <a:pt x="210695" y="258920"/>
                  </a:lnTo>
                  <a:lnTo>
                    <a:pt x="214392" y="255074"/>
                  </a:lnTo>
                  <a:lnTo>
                    <a:pt x="217964" y="251111"/>
                  </a:lnTo>
                  <a:lnTo>
                    <a:pt x="221408" y="247037"/>
                  </a:lnTo>
                  <a:lnTo>
                    <a:pt x="224720" y="242855"/>
                  </a:lnTo>
                  <a:lnTo>
                    <a:pt x="227897" y="238569"/>
                  </a:lnTo>
                  <a:lnTo>
                    <a:pt x="230935" y="234185"/>
                  </a:lnTo>
                  <a:lnTo>
                    <a:pt x="233832" y="229705"/>
                  </a:lnTo>
                  <a:lnTo>
                    <a:pt x="236585" y="225135"/>
                  </a:lnTo>
                  <a:lnTo>
                    <a:pt x="239190" y="220480"/>
                  </a:lnTo>
                  <a:lnTo>
                    <a:pt x="241646" y="215744"/>
                  </a:lnTo>
                  <a:lnTo>
                    <a:pt x="243949" y="210932"/>
                  </a:lnTo>
                  <a:lnTo>
                    <a:pt x="246098" y="206049"/>
                  </a:lnTo>
                  <a:lnTo>
                    <a:pt x="248089" y="201100"/>
                  </a:lnTo>
                  <a:lnTo>
                    <a:pt x="249922" y="196090"/>
                  </a:lnTo>
                  <a:lnTo>
                    <a:pt x="251594" y="191024"/>
                  </a:lnTo>
                  <a:lnTo>
                    <a:pt x="253103" y="185908"/>
                  </a:lnTo>
                  <a:lnTo>
                    <a:pt x="254448" y="180745"/>
                  </a:lnTo>
                  <a:lnTo>
                    <a:pt x="255628" y="175543"/>
                  </a:lnTo>
                  <a:lnTo>
                    <a:pt x="256642" y="170305"/>
                  </a:lnTo>
                  <a:lnTo>
                    <a:pt x="257487" y="165038"/>
                  </a:lnTo>
                  <a:lnTo>
                    <a:pt x="258164" y="159746"/>
                  </a:lnTo>
                  <a:lnTo>
                    <a:pt x="258672" y="154436"/>
                  </a:lnTo>
                  <a:lnTo>
                    <a:pt x="259011" y="149112"/>
                  </a:lnTo>
                  <a:lnTo>
                    <a:pt x="259179" y="143780"/>
                  </a:lnTo>
                  <a:lnTo>
                    <a:pt x="259177" y="138445"/>
                  </a:lnTo>
                  <a:lnTo>
                    <a:pt x="259005" y="133113"/>
                  </a:lnTo>
                  <a:lnTo>
                    <a:pt x="258663" y="127789"/>
                  </a:lnTo>
                  <a:lnTo>
                    <a:pt x="258151" y="122479"/>
                  </a:lnTo>
                  <a:lnTo>
                    <a:pt x="257469" y="117188"/>
                  </a:lnTo>
                  <a:lnTo>
                    <a:pt x="256620" y="111922"/>
                  </a:lnTo>
                  <a:lnTo>
                    <a:pt x="255603" y="106685"/>
                  </a:lnTo>
                  <a:lnTo>
                    <a:pt x="254419" y="101483"/>
                  </a:lnTo>
                  <a:lnTo>
                    <a:pt x="253070" y="96322"/>
                  </a:lnTo>
                  <a:lnTo>
                    <a:pt x="251556" y="91206"/>
                  </a:lnTo>
                  <a:lnTo>
                    <a:pt x="249881" y="86141"/>
                  </a:lnTo>
                  <a:lnTo>
                    <a:pt x="248044" y="81133"/>
                  </a:lnTo>
                  <a:lnTo>
                    <a:pt x="246049" y="76185"/>
                  </a:lnTo>
                  <a:lnTo>
                    <a:pt x="243897" y="71304"/>
                  </a:lnTo>
                  <a:lnTo>
                    <a:pt x="241590" y="66494"/>
                  </a:lnTo>
                  <a:lnTo>
                    <a:pt x="239131" y="61760"/>
                  </a:lnTo>
                  <a:lnTo>
                    <a:pt x="236522" y="57106"/>
                  </a:lnTo>
                  <a:lnTo>
                    <a:pt x="233766" y="52539"/>
                  </a:lnTo>
                  <a:lnTo>
                    <a:pt x="230866" y="48061"/>
                  </a:lnTo>
                  <a:lnTo>
                    <a:pt x="227824" y="43679"/>
                  </a:lnTo>
                  <a:lnTo>
                    <a:pt x="224644" y="39395"/>
                  </a:lnTo>
                  <a:lnTo>
                    <a:pt x="221329" y="35216"/>
                  </a:lnTo>
                  <a:lnTo>
                    <a:pt x="217882" y="31144"/>
                  </a:lnTo>
                  <a:lnTo>
                    <a:pt x="214307" y="27185"/>
                  </a:lnTo>
                  <a:lnTo>
                    <a:pt x="210607" y="23341"/>
                  </a:lnTo>
                  <a:lnTo>
                    <a:pt x="206787" y="19617"/>
                  </a:lnTo>
                  <a:lnTo>
                    <a:pt x="202850" y="16018"/>
                  </a:lnTo>
                  <a:lnTo>
                    <a:pt x="198800" y="12545"/>
                  </a:lnTo>
                  <a:lnTo>
                    <a:pt x="194641" y="9204"/>
                  </a:lnTo>
                  <a:lnTo>
                    <a:pt x="190378" y="5997"/>
                  </a:lnTo>
                  <a:lnTo>
                    <a:pt x="186015" y="2928"/>
                  </a:lnTo>
                  <a:lnTo>
                    <a:pt x="181556" y="0"/>
                  </a:lnTo>
                  <a:lnTo>
                    <a:pt x="92032" y="1411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21039" y="1322571"/>
              <a:ext cx="89523" cy="167167"/>
            </a:xfrm>
            <a:custGeom>
              <a:avLst/>
              <a:pathLst>
                <a:path w="89523" h="167167">
                  <a:moveTo>
                    <a:pt x="89523" y="25992"/>
                  </a:moveTo>
                  <a:lnTo>
                    <a:pt x="84482" y="22918"/>
                  </a:lnTo>
                  <a:lnTo>
                    <a:pt x="79335" y="20025"/>
                  </a:lnTo>
                  <a:lnTo>
                    <a:pt x="74090" y="17315"/>
                  </a:lnTo>
                  <a:lnTo>
                    <a:pt x="68752" y="14792"/>
                  </a:lnTo>
                  <a:lnTo>
                    <a:pt x="63328" y="12459"/>
                  </a:lnTo>
                  <a:lnTo>
                    <a:pt x="57825" y="10319"/>
                  </a:lnTo>
                  <a:lnTo>
                    <a:pt x="52250" y="8375"/>
                  </a:lnTo>
                  <a:lnTo>
                    <a:pt x="46610" y="6629"/>
                  </a:lnTo>
                  <a:lnTo>
                    <a:pt x="40912" y="5083"/>
                  </a:lnTo>
                  <a:lnTo>
                    <a:pt x="35162" y="3739"/>
                  </a:lnTo>
                  <a:lnTo>
                    <a:pt x="29369" y="2600"/>
                  </a:lnTo>
                  <a:lnTo>
                    <a:pt x="23539" y="1665"/>
                  </a:lnTo>
                  <a:lnTo>
                    <a:pt x="17680" y="937"/>
                  </a:lnTo>
                  <a:lnTo>
                    <a:pt x="11799" y="416"/>
                  </a:lnTo>
                  <a:lnTo>
                    <a:pt x="590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378091" y="1071028"/>
              <a:ext cx="167167" cy="283154"/>
            </a:xfrm>
            <a:custGeom>
              <a:avLst/>
              <a:pathLst>
                <a:path w="167167" h="283154">
                  <a:moveTo>
                    <a:pt x="167167" y="0"/>
                  </a:moveTo>
                  <a:lnTo>
                    <a:pt x="161815" y="85"/>
                  </a:lnTo>
                  <a:lnTo>
                    <a:pt x="156468" y="342"/>
                  </a:lnTo>
                  <a:lnTo>
                    <a:pt x="151132" y="770"/>
                  </a:lnTo>
                  <a:lnTo>
                    <a:pt x="145813" y="1369"/>
                  </a:lnTo>
                  <a:lnTo>
                    <a:pt x="140516" y="2138"/>
                  </a:lnTo>
                  <a:lnTo>
                    <a:pt x="135246" y="3075"/>
                  </a:lnTo>
                  <a:lnTo>
                    <a:pt x="130009" y="4182"/>
                  </a:lnTo>
                  <a:lnTo>
                    <a:pt x="124809" y="5455"/>
                  </a:lnTo>
                  <a:lnTo>
                    <a:pt x="119654" y="6894"/>
                  </a:lnTo>
                  <a:lnTo>
                    <a:pt x="114547" y="8497"/>
                  </a:lnTo>
                  <a:lnTo>
                    <a:pt x="109494" y="10263"/>
                  </a:lnTo>
                  <a:lnTo>
                    <a:pt x="104500" y="12190"/>
                  </a:lnTo>
                  <a:lnTo>
                    <a:pt x="99570" y="14276"/>
                  </a:lnTo>
                  <a:lnTo>
                    <a:pt x="94710" y="16519"/>
                  </a:lnTo>
                  <a:lnTo>
                    <a:pt x="89924" y="18916"/>
                  </a:lnTo>
                  <a:lnTo>
                    <a:pt x="85217" y="21465"/>
                  </a:lnTo>
                  <a:lnTo>
                    <a:pt x="80594" y="24163"/>
                  </a:lnTo>
                  <a:lnTo>
                    <a:pt x="76060" y="27008"/>
                  </a:lnTo>
                  <a:lnTo>
                    <a:pt x="71619" y="29997"/>
                  </a:lnTo>
                  <a:lnTo>
                    <a:pt x="67276" y="33126"/>
                  </a:lnTo>
                  <a:lnTo>
                    <a:pt x="63036" y="36393"/>
                  </a:lnTo>
                  <a:lnTo>
                    <a:pt x="58903" y="39794"/>
                  </a:lnTo>
                  <a:lnTo>
                    <a:pt x="54880" y="43326"/>
                  </a:lnTo>
                  <a:lnTo>
                    <a:pt x="50973" y="46984"/>
                  </a:lnTo>
                  <a:lnTo>
                    <a:pt x="47184" y="50766"/>
                  </a:lnTo>
                  <a:lnTo>
                    <a:pt x="43519" y="54667"/>
                  </a:lnTo>
                  <a:lnTo>
                    <a:pt x="39981" y="58683"/>
                  </a:lnTo>
                  <a:lnTo>
                    <a:pt x="36573" y="62811"/>
                  </a:lnTo>
                  <a:lnTo>
                    <a:pt x="33298" y="67046"/>
                  </a:lnTo>
                  <a:lnTo>
                    <a:pt x="30162" y="71383"/>
                  </a:lnTo>
                  <a:lnTo>
                    <a:pt x="27165" y="75819"/>
                  </a:lnTo>
                  <a:lnTo>
                    <a:pt x="24312" y="80348"/>
                  </a:lnTo>
                  <a:lnTo>
                    <a:pt x="21606" y="84966"/>
                  </a:lnTo>
                  <a:lnTo>
                    <a:pt x="19049" y="89668"/>
                  </a:lnTo>
                  <a:lnTo>
                    <a:pt x="16643" y="94450"/>
                  </a:lnTo>
                  <a:lnTo>
                    <a:pt x="14392" y="99307"/>
                  </a:lnTo>
                  <a:lnTo>
                    <a:pt x="12298" y="104233"/>
                  </a:lnTo>
                  <a:lnTo>
                    <a:pt x="10363" y="109223"/>
                  </a:lnTo>
                  <a:lnTo>
                    <a:pt x="8588" y="114274"/>
                  </a:lnTo>
                  <a:lnTo>
                    <a:pt x="6976" y="119378"/>
                  </a:lnTo>
                  <a:lnTo>
                    <a:pt x="5528" y="124531"/>
                  </a:lnTo>
                  <a:lnTo>
                    <a:pt x="4246" y="129728"/>
                  </a:lnTo>
                  <a:lnTo>
                    <a:pt x="3130" y="134963"/>
                  </a:lnTo>
                  <a:lnTo>
                    <a:pt x="2184" y="140232"/>
                  </a:lnTo>
                  <a:lnTo>
                    <a:pt x="1406" y="145528"/>
                  </a:lnTo>
                  <a:lnTo>
                    <a:pt x="798" y="150846"/>
                  </a:lnTo>
                  <a:lnTo>
                    <a:pt x="361" y="156181"/>
                  </a:lnTo>
                  <a:lnTo>
                    <a:pt x="94" y="161527"/>
                  </a:lnTo>
                  <a:lnTo>
                    <a:pt x="0" y="166879"/>
                  </a:lnTo>
                  <a:lnTo>
                    <a:pt x="76" y="172231"/>
                  </a:lnTo>
                  <a:lnTo>
                    <a:pt x="324" y="177578"/>
                  </a:lnTo>
                  <a:lnTo>
                    <a:pt x="743" y="182914"/>
                  </a:lnTo>
                  <a:lnTo>
                    <a:pt x="1332" y="188235"/>
                  </a:lnTo>
                  <a:lnTo>
                    <a:pt x="2092" y="193533"/>
                  </a:lnTo>
                  <a:lnTo>
                    <a:pt x="3020" y="198805"/>
                  </a:lnTo>
                  <a:lnTo>
                    <a:pt x="4118" y="204044"/>
                  </a:lnTo>
                  <a:lnTo>
                    <a:pt x="5382" y="209245"/>
                  </a:lnTo>
                  <a:lnTo>
                    <a:pt x="6812" y="214404"/>
                  </a:lnTo>
                  <a:lnTo>
                    <a:pt x="8406" y="219513"/>
                  </a:lnTo>
                  <a:lnTo>
                    <a:pt x="10164" y="224569"/>
                  </a:lnTo>
                  <a:lnTo>
                    <a:pt x="12082" y="229567"/>
                  </a:lnTo>
                  <a:lnTo>
                    <a:pt x="14159" y="234500"/>
                  </a:lnTo>
                  <a:lnTo>
                    <a:pt x="16394" y="239364"/>
                  </a:lnTo>
                  <a:lnTo>
                    <a:pt x="18782" y="244154"/>
                  </a:lnTo>
                  <a:lnTo>
                    <a:pt x="21323" y="248866"/>
                  </a:lnTo>
                  <a:lnTo>
                    <a:pt x="24014" y="253493"/>
                  </a:lnTo>
                  <a:lnTo>
                    <a:pt x="26851" y="258032"/>
                  </a:lnTo>
                  <a:lnTo>
                    <a:pt x="29832" y="262478"/>
                  </a:lnTo>
                  <a:lnTo>
                    <a:pt x="32954" y="266826"/>
                  </a:lnTo>
                  <a:lnTo>
                    <a:pt x="36214" y="271072"/>
                  </a:lnTo>
                  <a:lnTo>
                    <a:pt x="39607" y="275211"/>
                  </a:lnTo>
                  <a:lnTo>
                    <a:pt x="43132" y="279240"/>
                  </a:lnTo>
                  <a:lnTo>
                    <a:pt x="46784" y="28315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4875" y="1238196"/>
              <a:ext cx="120382" cy="115986"/>
            </a:xfrm>
            <a:custGeom>
              <a:avLst/>
              <a:pathLst>
                <a:path w="120382" h="115986">
                  <a:moveTo>
                    <a:pt x="0" y="115986"/>
                  </a:moveTo>
                  <a:lnTo>
                    <a:pt x="12038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4875" y="1142555"/>
              <a:ext cx="287550" cy="262807"/>
            </a:xfrm>
            <a:custGeom>
              <a:avLst/>
              <a:pathLst>
                <a:path w="287550" h="262807">
                  <a:moveTo>
                    <a:pt x="0" y="211627"/>
                  </a:moveTo>
                  <a:lnTo>
                    <a:pt x="3782" y="215429"/>
                  </a:lnTo>
                  <a:lnTo>
                    <a:pt x="7685" y="219108"/>
                  </a:lnTo>
                  <a:lnTo>
                    <a:pt x="11704" y="222659"/>
                  </a:lnTo>
                  <a:lnTo>
                    <a:pt x="15834" y="226080"/>
                  </a:lnTo>
                  <a:lnTo>
                    <a:pt x="20073" y="229367"/>
                  </a:lnTo>
                  <a:lnTo>
                    <a:pt x="24414" y="232516"/>
                  </a:lnTo>
                  <a:lnTo>
                    <a:pt x="28854" y="235524"/>
                  </a:lnTo>
                  <a:lnTo>
                    <a:pt x="33389" y="238388"/>
                  </a:lnTo>
                  <a:lnTo>
                    <a:pt x="38013" y="241106"/>
                  </a:lnTo>
                  <a:lnTo>
                    <a:pt x="42722" y="243673"/>
                  </a:lnTo>
                  <a:lnTo>
                    <a:pt x="47510" y="246088"/>
                  </a:lnTo>
                  <a:lnTo>
                    <a:pt x="52374" y="248349"/>
                  </a:lnTo>
                  <a:lnTo>
                    <a:pt x="57308" y="250452"/>
                  </a:lnTo>
                  <a:lnTo>
                    <a:pt x="62307" y="252395"/>
                  </a:lnTo>
                  <a:lnTo>
                    <a:pt x="67365" y="254178"/>
                  </a:lnTo>
                  <a:lnTo>
                    <a:pt x="72478" y="255797"/>
                  </a:lnTo>
                  <a:lnTo>
                    <a:pt x="77641" y="257251"/>
                  </a:lnTo>
                  <a:lnTo>
                    <a:pt x="82847" y="258539"/>
                  </a:lnTo>
                  <a:lnTo>
                    <a:pt x="88092" y="259659"/>
                  </a:lnTo>
                  <a:lnTo>
                    <a:pt x="93370" y="260611"/>
                  </a:lnTo>
                  <a:lnTo>
                    <a:pt x="98676" y="261392"/>
                  </a:lnTo>
                  <a:lnTo>
                    <a:pt x="104005" y="262003"/>
                  </a:lnTo>
                  <a:lnTo>
                    <a:pt x="109350" y="262443"/>
                  </a:lnTo>
                  <a:lnTo>
                    <a:pt x="114706" y="262711"/>
                  </a:lnTo>
                  <a:lnTo>
                    <a:pt x="120069" y="262807"/>
                  </a:lnTo>
                  <a:lnTo>
                    <a:pt x="125432" y="262731"/>
                  </a:lnTo>
                  <a:lnTo>
                    <a:pt x="130789" y="262483"/>
                  </a:lnTo>
                  <a:lnTo>
                    <a:pt x="136136" y="262064"/>
                  </a:lnTo>
                  <a:lnTo>
                    <a:pt x="141467" y="261473"/>
                  </a:lnTo>
                  <a:lnTo>
                    <a:pt x="146776" y="260711"/>
                  </a:lnTo>
                  <a:lnTo>
                    <a:pt x="152057" y="259779"/>
                  </a:lnTo>
                  <a:lnTo>
                    <a:pt x="157307" y="258679"/>
                  </a:lnTo>
                  <a:lnTo>
                    <a:pt x="162518" y="257410"/>
                  </a:lnTo>
                  <a:lnTo>
                    <a:pt x="167686" y="255975"/>
                  </a:lnTo>
                  <a:lnTo>
                    <a:pt x="172805" y="254375"/>
                  </a:lnTo>
                  <a:lnTo>
                    <a:pt x="177870" y="252612"/>
                  </a:lnTo>
                  <a:lnTo>
                    <a:pt x="182876" y="250687"/>
                  </a:lnTo>
                  <a:lnTo>
                    <a:pt x="187817" y="248602"/>
                  </a:lnTo>
                  <a:lnTo>
                    <a:pt x="192690" y="246360"/>
                  </a:lnTo>
                  <a:lnTo>
                    <a:pt x="197487" y="243963"/>
                  </a:lnTo>
                  <a:lnTo>
                    <a:pt x="202206" y="241414"/>
                  </a:lnTo>
                  <a:lnTo>
                    <a:pt x="206840" y="238714"/>
                  </a:lnTo>
                  <a:lnTo>
                    <a:pt x="211385" y="235867"/>
                  </a:lnTo>
                  <a:lnTo>
                    <a:pt x="215837" y="232875"/>
                  </a:lnTo>
                  <a:lnTo>
                    <a:pt x="220190" y="229742"/>
                  </a:lnTo>
                  <a:lnTo>
                    <a:pt x="224440" y="226472"/>
                  </a:lnTo>
                  <a:lnTo>
                    <a:pt x="228584" y="223066"/>
                  </a:lnTo>
                  <a:lnTo>
                    <a:pt x="232616" y="219529"/>
                  </a:lnTo>
                  <a:lnTo>
                    <a:pt x="236532" y="215865"/>
                  </a:lnTo>
                  <a:lnTo>
                    <a:pt x="240329" y="212077"/>
                  </a:lnTo>
                  <a:lnTo>
                    <a:pt x="244003" y="208170"/>
                  </a:lnTo>
                  <a:lnTo>
                    <a:pt x="247549" y="204146"/>
                  </a:lnTo>
                  <a:lnTo>
                    <a:pt x="250965" y="200011"/>
                  </a:lnTo>
                  <a:lnTo>
                    <a:pt x="254245" y="195768"/>
                  </a:lnTo>
                  <a:lnTo>
                    <a:pt x="257389" y="191422"/>
                  </a:lnTo>
                  <a:lnTo>
                    <a:pt x="260391" y="186978"/>
                  </a:lnTo>
                  <a:lnTo>
                    <a:pt x="263249" y="182440"/>
                  </a:lnTo>
                  <a:lnTo>
                    <a:pt x="265960" y="177812"/>
                  </a:lnTo>
                  <a:lnTo>
                    <a:pt x="268521" y="173100"/>
                  </a:lnTo>
                  <a:lnTo>
                    <a:pt x="270929" y="168308"/>
                  </a:lnTo>
                  <a:lnTo>
                    <a:pt x="273183" y="163441"/>
                  </a:lnTo>
                  <a:lnTo>
                    <a:pt x="275279" y="158504"/>
                  </a:lnTo>
                  <a:lnTo>
                    <a:pt x="277216" y="153503"/>
                  </a:lnTo>
                  <a:lnTo>
                    <a:pt x="278992" y="148442"/>
                  </a:lnTo>
                  <a:lnTo>
                    <a:pt x="280604" y="143327"/>
                  </a:lnTo>
                  <a:lnTo>
                    <a:pt x="282051" y="138162"/>
                  </a:lnTo>
                  <a:lnTo>
                    <a:pt x="283332" y="132954"/>
                  </a:lnTo>
                  <a:lnTo>
                    <a:pt x="284445" y="127708"/>
                  </a:lnTo>
                  <a:lnTo>
                    <a:pt x="285389" y="122428"/>
                  </a:lnTo>
                  <a:lnTo>
                    <a:pt x="286164" y="117121"/>
                  </a:lnTo>
                  <a:lnTo>
                    <a:pt x="286768" y="111792"/>
                  </a:lnTo>
                  <a:lnTo>
                    <a:pt x="287200" y="106446"/>
                  </a:lnTo>
                  <a:lnTo>
                    <a:pt x="287461" y="101089"/>
                  </a:lnTo>
                  <a:lnTo>
                    <a:pt x="287550" y="95727"/>
                  </a:lnTo>
                  <a:lnTo>
                    <a:pt x="287467" y="90364"/>
                  </a:lnTo>
                  <a:lnTo>
                    <a:pt x="287211" y="85007"/>
                  </a:lnTo>
                  <a:lnTo>
                    <a:pt x="286784" y="79660"/>
                  </a:lnTo>
                  <a:lnTo>
                    <a:pt x="286186" y="74331"/>
                  </a:lnTo>
                  <a:lnTo>
                    <a:pt x="285417" y="69023"/>
                  </a:lnTo>
                  <a:lnTo>
                    <a:pt x="284478" y="63742"/>
                  </a:lnTo>
                  <a:lnTo>
                    <a:pt x="283371" y="58494"/>
                  </a:lnTo>
                  <a:lnTo>
                    <a:pt x="282095" y="53285"/>
                  </a:lnTo>
                  <a:lnTo>
                    <a:pt x="280653" y="48119"/>
                  </a:lnTo>
                  <a:lnTo>
                    <a:pt x="279046" y="43002"/>
                  </a:lnTo>
                  <a:lnTo>
                    <a:pt x="277276" y="37940"/>
                  </a:lnTo>
                  <a:lnTo>
                    <a:pt x="275344" y="32936"/>
                  </a:lnTo>
                  <a:lnTo>
                    <a:pt x="273253" y="27997"/>
                  </a:lnTo>
                  <a:lnTo>
                    <a:pt x="271004" y="23128"/>
                  </a:lnTo>
                  <a:lnTo>
                    <a:pt x="268601" y="18334"/>
                  </a:lnTo>
                  <a:lnTo>
                    <a:pt x="266044" y="13619"/>
                  </a:lnTo>
                  <a:lnTo>
                    <a:pt x="263338" y="8988"/>
                  </a:lnTo>
                  <a:lnTo>
                    <a:pt x="260485" y="4447"/>
                  </a:lnTo>
                  <a:lnTo>
                    <a:pt x="257488" y="0"/>
                  </a:lnTo>
                  <a:lnTo>
                    <a:pt x="120382" y="956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258" y="1071028"/>
              <a:ext cx="137105" cy="167167"/>
            </a:xfrm>
            <a:custGeom>
              <a:avLst/>
              <a:pathLst>
                <a:path w="137105" h="167167">
                  <a:moveTo>
                    <a:pt x="137105" y="71526"/>
                  </a:moveTo>
                  <a:lnTo>
                    <a:pt x="133858" y="67033"/>
                  </a:lnTo>
                  <a:lnTo>
                    <a:pt x="130465" y="62650"/>
                  </a:lnTo>
                  <a:lnTo>
                    <a:pt x="126927" y="58382"/>
                  </a:lnTo>
                  <a:lnTo>
                    <a:pt x="123251" y="54233"/>
                  </a:lnTo>
                  <a:lnTo>
                    <a:pt x="119439" y="50209"/>
                  </a:lnTo>
                  <a:lnTo>
                    <a:pt x="115495" y="46313"/>
                  </a:lnTo>
                  <a:lnTo>
                    <a:pt x="111424" y="42550"/>
                  </a:lnTo>
                  <a:lnTo>
                    <a:pt x="107231" y="38924"/>
                  </a:lnTo>
                  <a:lnTo>
                    <a:pt x="102920" y="35439"/>
                  </a:lnTo>
                  <a:lnTo>
                    <a:pt x="98496" y="32099"/>
                  </a:lnTo>
                  <a:lnTo>
                    <a:pt x="93964" y="28908"/>
                  </a:lnTo>
                  <a:lnTo>
                    <a:pt x="89328" y="25868"/>
                  </a:lnTo>
                  <a:lnTo>
                    <a:pt x="84594" y="22984"/>
                  </a:lnTo>
                  <a:lnTo>
                    <a:pt x="79767" y="20258"/>
                  </a:lnTo>
                  <a:lnTo>
                    <a:pt x="74852" y="17694"/>
                  </a:lnTo>
                  <a:lnTo>
                    <a:pt x="69855" y="15295"/>
                  </a:lnTo>
                  <a:lnTo>
                    <a:pt x="64781" y="13062"/>
                  </a:lnTo>
                  <a:lnTo>
                    <a:pt x="59636" y="10999"/>
                  </a:lnTo>
                  <a:lnTo>
                    <a:pt x="54425" y="9108"/>
                  </a:lnTo>
                  <a:lnTo>
                    <a:pt x="49155" y="7390"/>
                  </a:lnTo>
                  <a:lnTo>
                    <a:pt x="43830" y="5848"/>
                  </a:lnTo>
                  <a:lnTo>
                    <a:pt x="38457" y="4483"/>
                  </a:lnTo>
                  <a:lnTo>
                    <a:pt x="33042" y="3298"/>
                  </a:lnTo>
                  <a:lnTo>
                    <a:pt x="27591" y="2292"/>
                  </a:lnTo>
                  <a:lnTo>
                    <a:pt x="22109" y="1468"/>
                  </a:lnTo>
                  <a:lnTo>
                    <a:pt x="16603" y="826"/>
                  </a:lnTo>
                  <a:lnTo>
                    <a:pt x="11079" y="367"/>
                  </a:lnTo>
                  <a:lnTo>
                    <a:pt x="5542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53359" y="941493"/>
              <a:ext cx="70184" cy="167167"/>
            </a:xfrm>
            <a:custGeom>
              <a:avLst/>
              <a:pathLst>
                <a:path w="70184" h="167167">
                  <a:moveTo>
                    <a:pt x="70184" y="0"/>
                  </a:moveTo>
                  <a:lnTo>
                    <a:pt x="64149" y="108"/>
                  </a:lnTo>
                  <a:lnTo>
                    <a:pt x="58123" y="435"/>
                  </a:lnTo>
                  <a:lnTo>
                    <a:pt x="52112" y="979"/>
                  </a:lnTo>
                  <a:lnTo>
                    <a:pt x="46124" y="1740"/>
                  </a:lnTo>
                  <a:lnTo>
                    <a:pt x="40169" y="2716"/>
                  </a:lnTo>
                  <a:lnTo>
                    <a:pt x="34252" y="3907"/>
                  </a:lnTo>
                  <a:lnTo>
                    <a:pt x="28382" y="5310"/>
                  </a:lnTo>
                  <a:lnTo>
                    <a:pt x="22566" y="6925"/>
                  </a:lnTo>
                  <a:lnTo>
                    <a:pt x="16813" y="8748"/>
                  </a:lnTo>
                  <a:lnTo>
                    <a:pt x="11129" y="10778"/>
                  </a:lnTo>
                  <a:lnTo>
                    <a:pt x="5522" y="13012"/>
                  </a:lnTo>
                  <a:lnTo>
                    <a:pt x="0" y="15446"/>
                  </a:lnTo>
                  <a:lnTo>
                    <a:pt x="7018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53359" y="956940"/>
              <a:ext cx="70184" cy="151720"/>
            </a:xfrm>
            <a:custGeom>
              <a:avLst/>
              <a:pathLst>
                <a:path w="70184" h="151720">
                  <a:moveTo>
                    <a:pt x="0" y="0"/>
                  </a:moveTo>
                  <a:lnTo>
                    <a:pt x="70184" y="1517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856378" y="956940"/>
              <a:ext cx="334332" cy="318874"/>
            </a:xfrm>
            <a:custGeom>
              <a:avLst/>
              <a:pathLst>
                <a:path w="334332" h="318874">
                  <a:moveTo>
                    <a:pt x="96981" y="0"/>
                  </a:moveTo>
                  <a:lnTo>
                    <a:pt x="92206" y="2301"/>
                  </a:lnTo>
                  <a:lnTo>
                    <a:pt x="87505" y="4753"/>
                  </a:lnTo>
                  <a:lnTo>
                    <a:pt x="82885" y="7353"/>
                  </a:lnTo>
                  <a:lnTo>
                    <a:pt x="78350" y="10098"/>
                  </a:lnTo>
                  <a:lnTo>
                    <a:pt x="73904" y="12986"/>
                  </a:lnTo>
                  <a:lnTo>
                    <a:pt x="69552" y="16013"/>
                  </a:lnTo>
                  <a:lnTo>
                    <a:pt x="65298" y="19176"/>
                  </a:lnTo>
                  <a:lnTo>
                    <a:pt x="61146" y="22473"/>
                  </a:lnTo>
                  <a:lnTo>
                    <a:pt x="57101" y="25899"/>
                  </a:lnTo>
                  <a:lnTo>
                    <a:pt x="53167" y="29453"/>
                  </a:lnTo>
                  <a:lnTo>
                    <a:pt x="49347" y="33129"/>
                  </a:lnTo>
                  <a:lnTo>
                    <a:pt x="45646" y="36925"/>
                  </a:lnTo>
                  <a:lnTo>
                    <a:pt x="42067" y="40835"/>
                  </a:lnTo>
                  <a:lnTo>
                    <a:pt x="38614" y="44858"/>
                  </a:lnTo>
                  <a:lnTo>
                    <a:pt x="35290" y="48988"/>
                  </a:lnTo>
                  <a:lnTo>
                    <a:pt x="32099" y="53221"/>
                  </a:lnTo>
                  <a:lnTo>
                    <a:pt x="29044" y="57554"/>
                  </a:lnTo>
                  <a:lnTo>
                    <a:pt x="26127" y="61981"/>
                  </a:lnTo>
                  <a:lnTo>
                    <a:pt x="23353" y="66498"/>
                  </a:lnTo>
                  <a:lnTo>
                    <a:pt x="20723" y="71101"/>
                  </a:lnTo>
                  <a:lnTo>
                    <a:pt x="18240" y="75785"/>
                  </a:lnTo>
                  <a:lnTo>
                    <a:pt x="15907" y="80545"/>
                  </a:lnTo>
                  <a:lnTo>
                    <a:pt x="13726" y="85377"/>
                  </a:lnTo>
                  <a:lnTo>
                    <a:pt x="11700" y="90276"/>
                  </a:lnTo>
                  <a:lnTo>
                    <a:pt x="9830" y="95237"/>
                  </a:lnTo>
                  <a:lnTo>
                    <a:pt x="8118" y="100254"/>
                  </a:lnTo>
                  <a:lnTo>
                    <a:pt x="6566" y="105323"/>
                  </a:lnTo>
                  <a:lnTo>
                    <a:pt x="5175" y="110439"/>
                  </a:lnTo>
                  <a:lnTo>
                    <a:pt x="3948" y="115596"/>
                  </a:lnTo>
                  <a:lnTo>
                    <a:pt x="2884" y="120790"/>
                  </a:lnTo>
                  <a:lnTo>
                    <a:pt x="1986" y="126014"/>
                  </a:lnTo>
                  <a:lnTo>
                    <a:pt x="1254" y="131265"/>
                  </a:lnTo>
                  <a:lnTo>
                    <a:pt x="689" y="136536"/>
                  </a:lnTo>
                  <a:lnTo>
                    <a:pt x="291" y="141823"/>
                  </a:lnTo>
                  <a:lnTo>
                    <a:pt x="61" y="147119"/>
                  </a:lnTo>
                  <a:lnTo>
                    <a:pt x="0" y="152420"/>
                  </a:lnTo>
                  <a:lnTo>
                    <a:pt x="106" y="157720"/>
                  </a:lnTo>
                  <a:lnTo>
                    <a:pt x="380" y="163014"/>
                  </a:lnTo>
                  <a:lnTo>
                    <a:pt x="822" y="168297"/>
                  </a:lnTo>
                  <a:lnTo>
                    <a:pt x="1431" y="173564"/>
                  </a:lnTo>
                  <a:lnTo>
                    <a:pt x="2207" y="178808"/>
                  </a:lnTo>
                  <a:lnTo>
                    <a:pt x="3149" y="184025"/>
                  </a:lnTo>
                  <a:lnTo>
                    <a:pt x="4256" y="189209"/>
                  </a:lnTo>
                  <a:lnTo>
                    <a:pt x="5527" y="194356"/>
                  </a:lnTo>
                  <a:lnTo>
                    <a:pt x="6960" y="199460"/>
                  </a:lnTo>
                  <a:lnTo>
                    <a:pt x="8554" y="204516"/>
                  </a:lnTo>
                  <a:lnTo>
                    <a:pt x="10308" y="209519"/>
                  </a:lnTo>
                  <a:lnTo>
                    <a:pt x="12220" y="214464"/>
                  </a:lnTo>
                  <a:lnTo>
                    <a:pt x="14287" y="219345"/>
                  </a:lnTo>
                  <a:lnTo>
                    <a:pt x="16508" y="224159"/>
                  </a:lnTo>
                  <a:lnTo>
                    <a:pt x="18881" y="228899"/>
                  </a:lnTo>
                  <a:lnTo>
                    <a:pt x="21403" y="233563"/>
                  </a:lnTo>
                  <a:lnTo>
                    <a:pt x="24071" y="238143"/>
                  </a:lnTo>
                  <a:lnTo>
                    <a:pt x="26884" y="242637"/>
                  </a:lnTo>
                  <a:lnTo>
                    <a:pt x="29837" y="247040"/>
                  </a:lnTo>
                  <a:lnTo>
                    <a:pt x="32929" y="251346"/>
                  </a:lnTo>
                  <a:lnTo>
                    <a:pt x="36155" y="255553"/>
                  </a:lnTo>
                  <a:lnTo>
                    <a:pt x="39513" y="259655"/>
                  </a:lnTo>
                  <a:lnTo>
                    <a:pt x="43000" y="263648"/>
                  </a:lnTo>
                  <a:lnTo>
                    <a:pt x="46612" y="267529"/>
                  </a:lnTo>
                  <a:lnTo>
                    <a:pt x="50344" y="271293"/>
                  </a:lnTo>
                  <a:lnTo>
                    <a:pt x="54195" y="274938"/>
                  </a:lnTo>
                  <a:lnTo>
                    <a:pt x="58159" y="278458"/>
                  </a:lnTo>
                  <a:lnTo>
                    <a:pt x="62232" y="281850"/>
                  </a:lnTo>
                  <a:lnTo>
                    <a:pt x="66411" y="285112"/>
                  </a:lnTo>
                  <a:lnTo>
                    <a:pt x="70691" y="288240"/>
                  </a:lnTo>
                  <a:lnTo>
                    <a:pt x="75069" y="291231"/>
                  </a:lnTo>
                  <a:lnTo>
                    <a:pt x="79539" y="294081"/>
                  </a:lnTo>
                  <a:lnTo>
                    <a:pt x="84097" y="296788"/>
                  </a:lnTo>
                  <a:lnTo>
                    <a:pt x="88739" y="299349"/>
                  </a:lnTo>
                  <a:lnTo>
                    <a:pt x="93459" y="301761"/>
                  </a:lnTo>
                  <a:lnTo>
                    <a:pt x="98254" y="304023"/>
                  </a:lnTo>
                  <a:lnTo>
                    <a:pt x="103118" y="306131"/>
                  </a:lnTo>
                  <a:lnTo>
                    <a:pt x="108046" y="308085"/>
                  </a:lnTo>
                  <a:lnTo>
                    <a:pt x="113034" y="309881"/>
                  </a:lnTo>
                  <a:lnTo>
                    <a:pt x="118077" y="311518"/>
                  </a:lnTo>
                  <a:lnTo>
                    <a:pt x="123168" y="312994"/>
                  </a:lnTo>
                  <a:lnTo>
                    <a:pt x="128304" y="314308"/>
                  </a:lnTo>
                  <a:lnTo>
                    <a:pt x="133479" y="315458"/>
                  </a:lnTo>
                  <a:lnTo>
                    <a:pt x="138688" y="316444"/>
                  </a:lnTo>
                  <a:lnTo>
                    <a:pt x="143926" y="317264"/>
                  </a:lnTo>
                  <a:lnTo>
                    <a:pt x="149186" y="317918"/>
                  </a:lnTo>
                  <a:lnTo>
                    <a:pt x="154465" y="318404"/>
                  </a:lnTo>
                  <a:lnTo>
                    <a:pt x="159757" y="318723"/>
                  </a:lnTo>
                  <a:lnTo>
                    <a:pt x="165056" y="318874"/>
                  </a:lnTo>
                  <a:lnTo>
                    <a:pt x="170358" y="318857"/>
                  </a:lnTo>
                  <a:lnTo>
                    <a:pt x="175656" y="318672"/>
                  </a:lnTo>
                  <a:lnTo>
                    <a:pt x="180945" y="318319"/>
                  </a:lnTo>
                  <a:lnTo>
                    <a:pt x="186221" y="317798"/>
                  </a:lnTo>
                  <a:lnTo>
                    <a:pt x="191478" y="317110"/>
                  </a:lnTo>
                  <a:lnTo>
                    <a:pt x="196710" y="316256"/>
                  </a:lnTo>
                  <a:lnTo>
                    <a:pt x="201912" y="315236"/>
                  </a:lnTo>
                  <a:lnTo>
                    <a:pt x="207080" y="314052"/>
                  </a:lnTo>
                  <a:lnTo>
                    <a:pt x="212207" y="312705"/>
                  </a:lnTo>
                  <a:lnTo>
                    <a:pt x="217289" y="311196"/>
                  </a:lnTo>
                  <a:lnTo>
                    <a:pt x="222321" y="309527"/>
                  </a:lnTo>
                  <a:lnTo>
                    <a:pt x="227297" y="307698"/>
                  </a:lnTo>
                  <a:lnTo>
                    <a:pt x="232212" y="305713"/>
                  </a:lnTo>
                  <a:lnTo>
                    <a:pt x="237063" y="303573"/>
                  </a:lnTo>
                  <a:lnTo>
                    <a:pt x="241842" y="301280"/>
                  </a:lnTo>
                  <a:lnTo>
                    <a:pt x="246547" y="298837"/>
                  </a:lnTo>
                  <a:lnTo>
                    <a:pt x="251172" y="296246"/>
                  </a:lnTo>
                  <a:lnTo>
                    <a:pt x="255713" y="293510"/>
                  </a:lnTo>
                  <a:lnTo>
                    <a:pt x="260164" y="290631"/>
                  </a:lnTo>
                  <a:lnTo>
                    <a:pt x="264522" y="287612"/>
                  </a:lnTo>
                  <a:lnTo>
                    <a:pt x="268782" y="284457"/>
                  </a:lnTo>
                  <a:lnTo>
                    <a:pt x="272940" y="281168"/>
                  </a:lnTo>
                  <a:lnTo>
                    <a:pt x="276991" y="277749"/>
                  </a:lnTo>
                  <a:lnTo>
                    <a:pt x="280932" y="274203"/>
                  </a:lnTo>
                  <a:lnTo>
                    <a:pt x="284759" y="270534"/>
                  </a:lnTo>
                  <a:lnTo>
                    <a:pt x="288467" y="266745"/>
                  </a:lnTo>
                  <a:lnTo>
                    <a:pt x="292054" y="262841"/>
                  </a:lnTo>
                  <a:lnTo>
                    <a:pt x="295514" y="258825"/>
                  </a:lnTo>
                  <a:lnTo>
                    <a:pt x="298846" y="254702"/>
                  </a:lnTo>
                  <a:lnTo>
                    <a:pt x="302045" y="250474"/>
                  </a:lnTo>
                  <a:lnTo>
                    <a:pt x="305109" y="246148"/>
                  </a:lnTo>
                  <a:lnTo>
                    <a:pt x="308034" y="241726"/>
                  </a:lnTo>
                  <a:lnTo>
                    <a:pt x="310817" y="237214"/>
                  </a:lnTo>
                  <a:lnTo>
                    <a:pt x="313455" y="232616"/>
                  </a:lnTo>
                  <a:lnTo>
                    <a:pt x="315947" y="227937"/>
                  </a:lnTo>
                  <a:lnTo>
                    <a:pt x="318289" y="223181"/>
                  </a:lnTo>
                  <a:lnTo>
                    <a:pt x="320479" y="218353"/>
                  </a:lnTo>
                  <a:lnTo>
                    <a:pt x="322515" y="213458"/>
                  </a:lnTo>
                  <a:lnTo>
                    <a:pt x="324394" y="208501"/>
                  </a:lnTo>
                  <a:lnTo>
                    <a:pt x="326116" y="203487"/>
                  </a:lnTo>
                  <a:lnTo>
                    <a:pt x="327677" y="198421"/>
                  </a:lnTo>
                  <a:lnTo>
                    <a:pt x="329077" y="193308"/>
                  </a:lnTo>
                  <a:lnTo>
                    <a:pt x="330315" y="188153"/>
                  </a:lnTo>
                  <a:lnTo>
                    <a:pt x="331388" y="182961"/>
                  </a:lnTo>
                  <a:lnTo>
                    <a:pt x="332296" y="177738"/>
                  </a:lnTo>
                  <a:lnTo>
                    <a:pt x="333038" y="172489"/>
                  </a:lnTo>
                  <a:lnTo>
                    <a:pt x="333613" y="167219"/>
                  </a:lnTo>
                  <a:lnTo>
                    <a:pt x="334021" y="161933"/>
                  </a:lnTo>
                  <a:lnTo>
                    <a:pt x="334261" y="156637"/>
                  </a:lnTo>
                  <a:lnTo>
                    <a:pt x="334332" y="151337"/>
                  </a:lnTo>
                  <a:lnTo>
                    <a:pt x="334236" y="146036"/>
                  </a:lnTo>
                  <a:lnTo>
                    <a:pt x="333972" y="140741"/>
                  </a:lnTo>
                  <a:lnTo>
                    <a:pt x="333540" y="135458"/>
                  </a:lnTo>
                  <a:lnTo>
                    <a:pt x="332941" y="130190"/>
                  </a:lnTo>
                  <a:lnTo>
                    <a:pt x="332175" y="124944"/>
                  </a:lnTo>
                  <a:lnTo>
                    <a:pt x="331243" y="119726"/>
                  </a:lnTo>
                  <a:lnTo>
                    <a:pt x="330146" y="114539"/>
                  </a:lnTo>
                  <a:lnTo>
                    <a:pt x="328885" y="109390"/>
                  </a:lnTo>
                  <a:lnTo>
                    <a:pt x="327461" y="104283"/>
                  </a:lnTo>
                  <a:lnTo>
                    <a:pt x="325876" y="99224"/>
                  </a:lnTo>
                  <a:lnTo>
                    <a:pt x="324132" y="94218"/>
                  </a:lnTo>
                  <a:lnTo>
                    <a:pt x="322230" y="89270"/>
                  </a:lnTo>
                  <a:lnTo>
                    <a:pt x="320172" y="84384"/>
                  </a:lnTo>
                  <a:lnTo>
                    <a:pt x="317959" y="79567"/>
                  </a:lnTo>
                  <a:lnTo>
                    <a:pt x="315596" y="74821"/>
                  </a:lnTo>
                  <a:lnTo>
                    <a:pt x="313083" y="70153"/>
                  </a:lnTo>
                  <a:lnTo>
                    <a:pt x="310423" y="65568"/>
                  </a:lnTo>
                  <a:lnTo>
                    <a:pt x="307619" y="61068"/>
                  </a:lnTo>
                  <a:lnTo>
                    <a:pt x="304674" y="56660"/>
                  </a:lnTo>
                  <a:lnTo>
                    <a:pt x="301591" y="52348"/>
                  </a:lnTo>
                  <a:lnTo>
                    <a:pt x="298372" y="48135"/>
                  </a:lnTo>
                  <a:lnTo>
                    <a:pt x="295022" y="44027"/>
                  </a:lnTo>
                  <a:lnTo>
                    <a:pt x="291542" y="40027"/>
                  </a:lnTo>
                  <a:lnTo>
                    <a:pt x="287938" y="36139"/>
                  </a:lnTo>
                  <a:lnTo>
                    <a:pt x="284213" y="32368"/>
                  </a:lnTo>
                  <a:lnTo>
                    <a:pt x="280369" y="28717"/>
                  </a:lnTo>
                  <a:lnTo>
                    <a:pt x="276412" y="25189"/>
                  </a:lnTo>
                  <a:lnTo>
                    <a:pt x="167165" y="1517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23544" y="941493"/>
              <a:ext cx="109246" cy="167167"/>
            </a:xfrm>
            <a:custGeom>
              <a:avLst/>
              <a:pathLst>
                <a:path w="109246" h="167167">
                  <a:moveTo>
                    <a:pt x="109246" y="40636"/>
                  </a:moveTo>
                  <a:lnTo>
                    <a:pt x="104893" y="37004"/>
                  </a:lnTo>
                  <a:lnTo>
                    <a:pt x="100419" y="33522"/>
                  </a:lnTo>
                  <a:lnTo>
                    <a:pt x="95829" y="30194"/>
                  </a:lnTo>
                  <a:lnTo>
                    <a:pt x="91130" y="27023"/>
                  </a:lnTo>
                  <a:lnTo>
                    <a:pt x="86325" y="24014"/>
                  </a:lnTo>
                  <a:lnTo>
                    <a:pt x="81421" y="21169"/>
                  </a:lnTo>
                  <a:lnTo>
                    <a:pt x="76424" y="18492"/>
                  </a:lnTo>
                  <a:lnTo>
                    <a:pt x="71339" y="15986"/>
                  </a:lnTo>
                  <a:lnTo>
                    <a:pt x="66171" y="13654"/>
                  </a:lnTo>
                  <a:lnTo>
                    <a:pt x="60928" y="11498"/>
                  </a:lnTo>
                  <a:lnTo>
                    <a:pt x="55614" y="9522"/>
                  </a:lnTo>
                  <a:lnTo>
                    <a:pt x="50237" y="7727"/>
                  </a:lnTo>
                  <a:lnTo>
                    <a:pt x="44801" y="6115"/>
                  </a:lnTo>
                  <a:lnTo>
                    <a:pt x="39314" y="4688"/>
                  </a:lnTo>
                  <a:lnTo>
                    <a:pt x="33782" y="3449"/>
                  </a:lnTo>
                  <a:lnTo>
                    <a:pt x="28211" y="2397"/>
                  </a:lnTo>
                  <a:lnTo>
                    <a:pt x="22608" y="1535"/>
                  </a:lnTo>
                  <a:lnTo>
                    <a:pt x="16979" y="864"/>
                  </a:lnTo>
                  <a:lnTo>
                    <a:pt x="11330" y="384"/>
                  </a:lnTo>
                  <a:lnTo>
                    <a:pt x="5668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49653" y="941493"/>
              <a:ext cx="36562" cy="167167"/>
            </a:xfrm>
            <a:custGeom>
              <a:avLst/>
              <a:pathLst>
                <a:path w="36562" h="167167">
                  <a:moveTo>
                    <a:pt x="36562" y="0"/>
                  </a:moveTo>
                  <a:lnTo>
                    <a:pt x="30420" y="112"/>
                  </a:lnTo>
                  <a:lnTo>
                    <a:pt x="24286" y="451"/>
                  </a:lnTo>
                  <a:lnTo>
                    <a:pt x="18169" y="1014"/>
                  </a:lnTo>
                  <a:lnTo>
                    <a:pt x="12077" y="1802"/>
                  </a:lnTo>
                  <a:lnTo>
                    <a:pt x="6018" y="2814"/>
                  </a:lnTo>
                  <a:lnTo>
                    <a:pt x="0" y="4047"/>
                  </a:lnTo>
                  <a:lnTo>
                    <a:pt x="365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49653" y="945540"/>
              <a:ext cx="36562" cy="163119"/>
            </a:xfrm>
            <a:custGeom>
              <a:avLst/>
              <a:pathLst>
                <a:path w="36562" h="163119">
                  <a:moveTo>
                    <a:pt x="0" y="0"/>
                  </a:moveTo>
                  <a:lnTo>
                    <a:pt x="36562" y="163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54" y="945540"/>
              <a:ext cx="167161" cy="321075"/>
            </a:xfrm>
            <a:custGeom>
              <a:avLst/>
              <a:pathLst>
                <a:path w="167161" h="321075">
                  <a:moveTo>
                    <a:pt x="130598" y="0"/>
                  </a:moveTo>
                  <a:lnTo>
                    <a:pt x="125407" y="1251"/>
                  </a:lnTo>
                  <a:lnTo>
                    <a:pt x="120258" y="2667"/>
                  </a:lnTo>
                  <a:lnTo>
                    <a:pt x="115157" y="4247"/>
                  </a:lnTo>
                  <a:lnTo>
                    <a:pt x="110109" y="5989"/>
                  </a:lnTo>
                  <a:lnTo>
                    <a:pt x="105120" y="7891"/>
                  </a:lnTo>
                  <a:lnTo>
                    <a:pt x="100193" y="9952"/>
                  </a:lnTo>
                  <a:lnTo>
                    <a:pt x="95335" y="12169"/>
                  </a:lnTo>
                  <a:lnTo>
                    <a:pt x="90551" y="14540"/>
                  </a:lnTo>
                  <a:lnTo>
                    <a:pt x="85844" y="17063"/>
                  </a:lnTo>
                  <a:lnTo>
                    <a:pt x="81221" y="19734"/>
                  </a:lnTo>
                  <a:lnTo>
                    <a:pt x="76685" y="22553"/>
                  </a:lnTo>
                  <a:lnTo>
                    <a:pt x="72241" y="25514"/>
                  </a:lnTo>
                  <a:lnTo>
                    <a:pt x="67895" y="28616"/>
                  </a:lnTo>
                  <a:lnTo>
                    <a:pt x="63649" y="31855"/>
                  </a:lnTo>
                  <a:lnTo>
                    <a:pt x="59510" y="35228"/>
                  </a:lnTo>
                  <a:lnTo>
                    <a:pt x="55480" y="38732"/>
                  </a:lnTo>
                  <a:lnTo>
                    <a:pt x="51564" y="42362"/>
                  </a:lnTo>
                  <a:lnTo>
                    <a:pt x="47766" y="46116"/>
                  </a:lnTo>
                  <a:lnTo>
                    <a:pt x="44090" y="49989"/>
                  </a:lnTo>
                  <a:lnTo>
                    <a:pt x="40539" y="53978"/>
                  </a:lnTo>
                  <a:lnTo>
                    <a:pt x="37118" y="58078"/>
                  </a:lnTo>
                  <a:lnTo>
                    <a:pt x="33829" y="62285"/>
                  </a:lnTo>
                  <a:lnTo>
                    <a:pt x="30676" y="66595"/>
                  </a:lnTo>
                  <a:lnTo>
                    <a:pt x="27663" y="71004"/>
                  </a:lnTo>
                  <a:lnTo>
                    <a:pt x="24792" y="75506"/>
                  </a:lnTo>
                  <a:lnTo>
                    <a:pt x="22066" y="80098"/>
                  </a:lnTo>
                  <a:lnTo>
                    <a:pt x="19489" y="84775"/>
                  </a:lnTo>
                  <a:lnTo>
                    <a:pt x="17062" y="89531"/>
                  </a:lnTo>
                  <a:lnTo>
                    <a:pt x="14788" y="94363"/>
                  </a:lnTo>
                  <a:lnTo>
                    <a:pt x="12670" y="99265"/>
                  </a:lnTo>
                  <a:lnTo>
                    <a:pt x="10709" y="104232"/>
                  </a:lnTo>
                  <a:lnTo>
                    <a:pt x="8908" y="109259"/>
                  </a:lnTo>
                  <a:lnTo>
                    <a:pt x="7268" y="114341"/>
                  </a:lnTo>
                  <a:lnTo>
                    <a:pt x="5792" y="119473"/>
                  </a:lnTo>
                  <a:lnTo>
                    <a:pt x="4480" y="124649"/>
                  </a:lnTo>
                  <a:lnTo>
                    <a:pt x="3334" y="129865"/>
                  </a:lnTo>
                  <a:lnTo>
                    <a:pt x="2356" y="135114"/>
                  </a:lnTo>
                  <a:lnTo>
                    <a:pt x="1545" y="140392"/>
                  </a:lnTo>
                  <a:lnTo>
                    <a:pt x="904" y="145694"/>
                  </a:lnTo>
                  <a:lnTo>
                    <a:pt x="432" y="151013"/>
                  </a:lnTo>
                  <a:lnTo>
                    <a:pt x="131" y="156344"/>
                  </a:lnTo>
                  <a:lnTo>
                    <a:pt x="0" y="161683"/>
                  </a:lnTo>
                  <a:lnTo>
                    <a:pt x="39" y="167022"/>
                  </a:lnTo>
                  <a:lnTo>
                    <a:pt x="249" y="172358"/>
                  </a:lnTo>
                  <a:lnTo>
                    <a:pt x="629" y="177685"/>
                  </a:lnTo>
                  <a:lnTo>
                    <a:pt x="1179" y="182996"/>
                  </a:lnTo>
                  <a:lnTo>
                    <a:pt x="1899" y="188287"/>
                  </a:lnTo>
                  <a:lnTo>
                    <a:pt x="2787" y="193553"/>
                  </a:lnTo>
                  <a:lnTo>
                    <a:pt x="3843" y="198788"/>
                  </a:lnTo>
                  <a:lnTo>
                    <a:pt x="5065" y="203986"/>
                  </a:lnTo>
                  <a:lnTo>
                    <a:pt x="6453" y="209142"/>
                  </a:lnTo>
                  <a:lnTo>
                    <a:pt x="8005" y="214252"/>
                  </a:lnTo>
                  <a:lnTo>
                    <a:pt x="9720" y="219309"/>
                  </a:lnTo>
                  <a:lnTo>
                    <a:pt x="11595" y="224309"/>
                  </a:lnTo>
                  <a:lnTo>
                    <a:pt x="13628" y="229246"/>
                  </a:lnTo>
                  <a:lnTo>
                    <a:pt x="15819" y="234117"/>
                  </a:lnTo>
                  <a:lnTo>
                    <a:pt x="18164" y="238914"/>
                  </a:lnTo>
                  <a:lnTo>
                    <a:pt x="20661" y="243634"/>
                  </a:lnTo>
                  <a:lnTo>
                    <a:pt x="23307" y="248272"/>
                  </a:lnTo>
                  <a:lnTo>
                    <a:pt x="26100" y="252824"/>
                  </a:lnTo>
                  <a:lnTo>
                    <a:pt x="29037" y="257283"/>
                  </a:lnTo>
                  <a:lnTo>
                    <a:pt x="32115" y="261647"/>
                  </a:lnTo>
                  <a:lnTo>
                    <a:pt x="35331" y="265910"/>
                  </a:lnTo>
                  <a:lnTo>
                    <a:pt x="38681" y="270068"/>
                  </a:lnTo>
                  <a:lnTo>
                    <a:pt x="42163" y="274117"/>
                  </a:lnTo>
                  <a:lnTo>
                    <a:pt x="45772" y="278053"/>
                  </a:lnTo>
                  <a:lnTo>
                    <a:pt x="49505" y="281872"/>
                  </a:lnTo>
                  <a:lnTo>
                    <a:pt x="53358" y="285569"/>
                  </a:lnTo>
                  <a:lnTo>
                    <a:pt x="57327" y="289141"/>
                  </a:lnTo>
                  <a:lnTo>
                    <a:pt x="61408" y="292585"/>
                  </a:lnTo>
                  <a:lnTo>
                    <a:pt x="65597" y="295897"/>
                  </a:lnTo>
                  <a:lnTo>
                    <a:pt x="69890" y="299073"/>
                  </a:lnTo>
                  <a:lnTo>
                    <a:pt x="74282" y="302110"/>
                  </a:lnTo>
                  <a:lnTo>
                    <a:pt x="78768" y="305006"/>
                  </a:lnTo>
                  <a:lnTo>
                    <a:pt x="83345" y="307757"/>
                  </a:lnTo>
                  <a:lnTo>
                    <a:pt x="88008" y="310360"/>
                  </a:lnTo>
                  <a:lnTo>
                    <a:pt x="92751" y="312813"/>
                  </a:lnTo>
                  <a:lnTo>
                    <a:pt x="97570" y="315113"/>
                  </a:lnTo>
                  <a:lnTo>
                    <a:pt x="102460" y="317258"/>
                  </a:lnTo>
                  <a:lnTo>
                    <a:pt x="107416" y="319246"/>
                  </a:lnTo>
                  <a:lnTo>
                    <a:pt x="112434" y="321075"/>
                  </a:lnTo>
                  <a:lnTo>
                    <a:pt x="167161" y="163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1488" y="941493"/>
              <a:ext cx="221888" cy="334316"/>
            </a:xfrm>
            <a:custGeom>
              <a:avLst/>
              <a:pathLst>
                <a:path w="221888" h="334316">
                  <a:moveTo>
                    <a:pt x="0" y="325122"/>
                  </a:moveTo>
                  <a:lnTo>
                    <a:pt x="5062" y="326787"/>
                  </a:lnTo>
                  <a:lnTo>
                    <a:pt x="10176" y="328289"/>
                  </a:lnTo>
                  <a:lnTo>
                    <a:pt x="15334" y="329627"/>
                  </a:lnTo>
                  <a:lnTo>
                    <a:pt x="20533" y="330800"/>
                  </a:lnTo>
                  <a:lnTo>
                    <a:pt x="25766" y="331807"/>
                  </a:lnTo>
                  <a:lnTo>
                    <a:pt x="31029" y="332646"/>
                  </a:lnTo>
                  <a:lnTo>
                    <a:pt x="36316" y="333318"/>
                  </a:lnTo>
                  <a:lnTo>
                    <a:pt x="41622" y="333820"/>
                  </a:lnTo>
                  <a:lnTo>
                    <a:pt x="46941" y="334153"/>
                  </a:lnTo>
                  <a:lnTo>
                    <a:pt x="52268" y="334316"/>
                  </a:lnTo>
                  <a:lnTo>
                    <a:pt x="57597" y="334310"/>
                  </a:lnTo>
                  <a:lnTo>
                    <a:pt x="62924" y="334133"/>
                  </a:lnTo>
                  <a:lnTo>
                    <a:pt x="68242" y="333787"/>
                  </a:lnTo>
                  <a:lnTo>
                    <a:pt x="73546" y="333272"/>
                  </a:lnTo>
                  <a:lnTo>
                    <a:pt x="78831" y="332587"/>
                  </a:lnTo>
                  <a:lnTo>
                    <a:pt x="84092" y="331735"/>
                  </a:lnTo>
                  <a:lnTo>
                    <a:pt x="89323" y="330715"/>
                  </a:lnTo>
                  <a:lnTo>
                    <a:pt x="94519" y="329529"/>
                  </a:lnTo>
                  <a:lnTo>
                    <a:pt x="99674" y="328178"/>
                  </a:lnTo>
                  <a:lnTo>
                    <a:pt x="104784" y="326664"/>
                  </a:lnTo>
                  <a:lnTo>
                    <a:pt x="109842" y="324987"/>
                  </a:lnTo>
                  <a:lnTo>
                    <a:pt x="114845" y="323150"/>
                  </a:lnTo>
                  <a:lnTo>
                    <a:pt x="119787" y="321154"/>
                  </a:lnTo>
                  <a:lnTo>
                    <a:pt x="124662" y="319002"/>
                  </a:lnTo>
                  <a:lnTo>
                    <a:pt x="129467" y="316696"/>
                  </a:lnTo>
                  <a:lnTo>
                    <a:pt x="134195" y="314237"/>
                  </a:lnTo>
                  <a:lnTo>
                    <a:pt x="138843" y="311629"/>
                  </a:lnTo>
                  <a:lnTo>
                    <a:pt x="143405" y="308875"/>
                  </a:lnTo>
                  <a:lnTo>
                    <a:pt x="147877" y="305976"/>
                  </a:lnTo>
                  <a:lnTo>
                    <a:pt x="152255" y="302936"/>
                  </a:lnTo>
                  <a:lnTo>
                    <a:pt x="156533" y="299758"/>
                  </a:lnTo>
                  <a:lnTo>
                    <a:pt x="160708" y="296446"/>
                  </a:lnTo>
                  <a:lnTo>
                    <a:pt x="164775" y="293002"/>
                  </a:lnTo>
                  <a:lnTo>
                    <a:pt x="168730" y="289430"/>
                  </a:lnTo>
                  <a:lnTo>
                    <a:pt x="172569" y="285734"/>
                  </a:lnTo>
                  <a:lnTo>
                    <a:pt x="176289" y="281917"/>
                  </a:lnTo>
                  <a:lnTo>
                    <a:pt x="179885" y="277984"/>
                  </a:lnTo>
                  <a:lnTo>
                    <a:pt x="183354" y="273938"/>
                  </a:lnTo>
                  <a:lnTo>
                    <a:pt x="186692" y="269783"/>
                  </a:lnTo>
                  <a:lnTo>
                    <a:pt x="189896" y="265525"/>
                  </a:lnTo>
                  <a:lnTo>
                    <a:pt x="192963" y="261166"/>
                  </a:lnTo>
                  <a:lnTo>
                    <a:pt x="195889" y="256712"/>
                  </a:lnTo>
                  <a:lnTo>
                    <a:pt x="198671" y="252166"/>
                  </a:lnTo>
                  <a:lnTo>
                    <a:pt x="201308" y="247535"/>
                  </a:lnTo>
                  <a:lnTo>
                    <a:pt x="203795" y="242821"/>
                  </a:lnTo>
                  <a:lnTo>
                    <a:pt x="206131" y="238031"/>
                  </a:lnTo>
                  <a:lnTo>
                    <a:pt x="208313" y="233169"/>
                  </a:lnTo>
                  <a:lnTo>
                    <a:pt x="210339" y="228240"/>
                  </a:lnTo>
                  <a:lnTo>
                    <a:pt x="212206" y="223248"/>
                  </a:lnTo>
                  <a:lnTo>
                    <a:pt x="213914" y="218200"/>
                  </a:lnTo>
                  <a:lnTo>
                    <a:pt x="215460" y="213100"/>
                  </a:lnTo>
                  <a:lnTo>
                    <a:pt x="216842" y="207953"/>
                  </a:lnTo>
                  <a:lnTo>
                    <a:pt x="218060" y="202764"/>
                  </a:lnTo>
                  <a:lnTo>
                    <a:pt x="219112" y="197540"/>
                  </a:lnTo>
                  <a:lnTo>
                    <a:pt x="219996" y="192284"/>
                  </a:lnTo>
                  <a:lnTo>
                    <a:pt x="220713" y="187003"/>
                  </a:lnTo>
                  <a:lnTo>
                    <a:pt x="221261" y="181702"/>
                  </a:lnTo>
                  <a:lnTo>
                    <a:pt x="221640" y="176386"/>
                  </a:lnTo>
                  <a:lnTo>
                    <a:pt x="221849" y="171061"/>
                  </a:lnTo>
                  <a:lnTo>
                    <a:pt x="221888" y="165732"/>
                  </a:lnTo>
                  <a:lnTo>
                    <a:pt x="221757" y="160404"/>
                  </a:lnTo>
                  <a:lnTo>
                    <a:pt x="221457" y="155083"/>
                  </a:lnTo>
                  <a:lnTo>
                    <a:pt x="220987" y="149774"/>
                  </a:lnTo>
                  <a:lnTo>
                    <a:pt x="220348" y="144483"/>
                  </a:lnTo>
                  <a:lnTo>
                    <a:pt x="219541" y="139216"/>
                  </a:lnTo>
                  <a:lnTo>
                    <a:pt x="218566" y="133976"/>
                  </a:lnTo>
                  <a:lnTo>
                    <a:pt x="217425" y="128770"/>
                  </a:lnTo>
                  <a:lnTo>
                    <a:pt x="216118" y="123604"/>
                  </a:lnTo>
                  <a:lnTo>
                    <a:pt x="214647" y="118481"/>
                  </a:lnTo>
                  <a:lnTo>
                    <a:pt x="213014" y="113408"/>
                  </a:lnTo>
                  <a:lnTo>
                    <a:pt x="211220" y="108390"/>
                  </a:lnTo>
                  <a:lnTo>
                    <a:pt x="209267" y="103431"/>
                  </a:lnTo>
                  <a:lnTo>
                    <a:pt x="207157" y="98537"/>
                  </a:lnTo>
                  <a:lnTo>
                    <a:pt x="204892" y="93713"/>
                  </a:lnTo>
                  <a:lnTo>
                    <a:pt x="202474" y="88964"/>
                  </a:lnTo>
                  <a:lnTo>
                    <a:pt x="199906" y="84294"/>
                  </a:lnTo>
                  <a:lnTo>
                    <a:pt x="197191" y="79708"/>
                  </a:lnTo>
                  <a:lnTo>
                    <a:pt x="194330" y="75212"/>
                  </a:lnTo>
                  <a:lnTo>
                    <a:pt x="191328" y="70808"/>
                  </a:lnTo>
                  <a:lnTo>
                    <a:pt x="188187" y="66503"/>
                  </a:lnTo>
                  <a:lnTo>
                    <a:pt x="184910" y="62300"/>
                  </a:lnTo>
                  <a:lnTo>
                    <a:pt x="181502" y="58203"/>
                  </a:lnTo>
                  <a:lnTo>
                    <a:pt x="177964" y="54218"/>
                  </a:lnTo>
                  <a:lnTo>
                    <a:pt x="174301" y="50347"/>
                  </a:lnTo>
                  <a:lnTo>
                    <a:pt x="170516" y="46594"/>
                  </a:lnTo>
                  <a:lnTo>
                    <a:pt x="166614" y="42965"/>
                  </a:lnTo>
                  <a:lnTo>
                    <a:pt x="162598" y="39461"/>
                  </a:lnTo>
                  <a:lnTo>
                    <a:pt x="158472" y="36088"/>
                  </a:lnTo>
                  <a:lnTo>
                    <a:pt x="154241" y="32847"/>
                  </a:lnTo>
                  <a:lnTo>
                    <a:pt x="149909" y="29743"/>
                  </a:lnTo>
                  <a:lnTo>
                    <a:pt x="145480" y="26779"/>
                  </a:lnTo>
                  <a:lnTo>
                    <a:pt x="140959" y="23957"/>
                  </a:lnTo>
                  <a:lnTo>
                    <a:pt x="136350" y="21281"/>
                  </a:lnTo>
                  <a:lnTo>
                    <a:pt x="131658" y="18754"/>
                  </a:lnTo>
                  <a:lnTo>
                    <a:pt x="126888" y="16377"/>
                  </a:lnTo>
                  <a:lnTo>
                    <a:pt x="122045" y="14153"/>
                  </a:lnTo>
                  <a:lnTo>
                    <a:pt x="117133" y="12085"/>
                  </a:lnTo>
                  <a:lnTo>
                    <a:pt x="112158" y="10175"/>
                  </a:lnTo>
                  <a:lnTo>
                    <a:pt x="107124" y="8424"/>
                  </a:lnTo>
                  <a:lnTo>
                    <a:pt x="102038" y="6834"/>
                  </a:lnTo>
                  <a:lnTo>
                    <a:pt x="96903" y="5407"/>
                  </a:lnTo>
                  <a:lnTo>
                    <a:pt x="91725" y="4145"/>
                  </a:lnTo>
                  <a:lnTo>
                    <a:pt x="86510" y="3049"/>
                  </a:lnTo>
                  <a:lnTo>
                    <a:pt x="81262" y="2119"/>
                  </a:lnTo>
                  <a:lnTo>
                    <a:pt x="75987" y="1357"/>
                  </a:lnTo>
                  <a:lnTo>
                    <a:pt x="70691" y="764"/>
                  </a:lnTo>
                  <a:lnTo>
                    <a:pt x="65379" y="339"/>
                  </a:lnTo>
                  <a:lnTo>
                    <a:pt x="60055" y="84"/>
                  </a:lnTo>
                  <a:lnTo>
                    <a:pt x="54727" y="0"/>
                  </a:lnTo>
                  <a:lnTo>
                    <a:pt x="5472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797880" y="1071028"/>
              <a:ext cx="166620" cy="167167"/>
            </a:xfrm>
            <a:custGeom>
              <a:avLst/>
              <a:pathLst>
                <a:path w="166620" h="167167">
                  <a:moveTo>
                    <a:pt x="166620" y="0"/>
                  </a:moveTo>
                  <a:lnTo>
                    <a:pt x="161207" y="87"/>
                  </a:lnTo>
                  <a:lnTo>
                    <a:pt x="155799" y="350"/>
                  </a:lnTo>
                  <a:lnTo>
                    <a:pt x="150403" y="788"/>
                  </a:lnTo>
                  <a:lnTo>
                    <a:pt x="145023" y="1400"/>
                  </a:lnTo>
                  <a:lnTo>
                    <a:pt x="139666" y="2187"/>
                  </a:lnTo>
                  <a:lnTo>
                    <a:pt x="134338" y="3146"/>
                  </a:lnTo>
                  <a:lnTo>
                    <a:pt x="129043" y="4278"/>
                  </a:lnTo>
                  <a:lnTo>
                    <a:pt x="123788" y="5580"/>
                  </a:lnTo>
                  <a:lnTo>
                    <a:pt x="118578" y="7052"/>
                  </a:lnTo>
                  <a:lnTo>
                    <a:pt x="113418" y="8691"/>
                  </a:lnTo>
                  <a:lnTo>
                    <a:pt x="108314" y="10497"/>
                  </a:lnTo>
                  <a:lnTo>
                    <a:pt x="103271" y="12468"/>
                  </a:lnTo>
                  <a:lnTo>
                    <a:pt x="98295" y="14600"/>
                  </a:lnTo>
                  <a:lnTo>
                    <a:pt x="93390" y="16893"/>
                  </a:lnTo>
                  <a:lnTo>
                    <a:pt x="88562" y="19343"/>
                  </a:lnTo>
                  <a:lnTo>
                    <a:pt x="83816" y="21948"/>
                  </a:lnTo>
                  <a:lnTo>
                    <a:pt x="79157" y="24706"/>
                  </a:lnTo>
                  <a:lnTo>
                    <a:pt x="74589" y="27613"/>
                  </a:lnTo>
                  <a:lnTo>
                    <a:pt x="70118" y="30667"/>
                  </a:lnTo>
                  <a:lnTo>
                    <a:pt x="65749" y="33863"/>
                  </a:lnTo>
                  <a:lnTo>
                    <a:pt x="61485" y="37200"/>
                  </a:lnTo>
                  <a:lnTo>
                    <a:pt x="57331" y="40672"/>
                  </a:lnTo>
                  <a:lnTo>
                    <a:pt x="53292" y="44278"/>
                  </a:lnTo>
                  <a:lnTo>
                    <a:pt x="49372" y="48012"/>
                  </a:lnTo>
                  <a:lnTo>
                    <a:pt x="45575" y="51872"/>
                  </a:lnTo>
                  <a:lnTo>
                    <a:pt x="41905" y="55852"/>
                  </a:lnTo>
                  <a:lnTo>
                    <a:pt x="38365" y="59949"/>
                  </a:lnTo>
                  <a:lnTo>
                    <a:pt x="34961" y="64159"/>
                  </a:lnTo>
                  <a:lnTo>
                    <a:pt x="31694" y="68476"/>
                  </a:lnTo>
                  <a:lnTo>
                    <a:pt x="28569" y="72897"/>
                  </a:lnTo>
                  <a:lnTo>
                    <a:pt x="25588" y="77417"/>
                  </a:lnTo>
                  <a:lnTo>
                    <a:pt x="22756" y="82031"/>
                  </a:lnTo>
                  <a:lnTo>
                    <a:pt x="20074" y="86735"/>
                  </a:lnTo>
                  <a:lnTo>
                    <a:pt x="17547" y="91523"/>
                  </a:lnTo>
                  <a:lnTo>
                    <a:pt x="15175" y="96390"/>
                  </a:lnTo>
                  <a:lnTo>
                    <a:pt x="12963" y="101331"/>
                  </a:lnTo>
                  <a:lnTo>
                    <a:pt x="10911" y="106342"/>
                  </a:lnTo>
                  <a:lnTo>
                    <a:pt x="9023" y="111416"/>
                  </a:lnTo>
                  <a:lnTo>
                    <a:pt x="7300" y="116549"/>
                  </a:lnTo>
                  <a:lnTo>
                    <a:pt x="5745" y="121735"/>
                  </a:lnTo>
                  <a:lnTo>
                    <a:pt x="4358" y="126968"/>
                  </a:lnTo>
                  <a:lnTo>
                    <a:pt x="3141" y="132244"/>
                  </a:lnTo>
                  <a:lnTo>
                    <a:pt x="2096" y="137556"/>
                  </a:lnTo>
                  <a:lnTo>
                    <a:pt x="1224" y="142899"/>
                  </a:lnTo>
                  <a:lnTo>
                    <a:pt x="524" y="148268"/>
                  </a:lnTo>
                  <a:lnTo>
                    <a:pt x="0" y="153657"/>
                  </a:lnTo>
                  <a:lnTo>
                    <a:pt x="16662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880" y="1224686"/>
              <a:ext cx="166620" cy="13510"/>
            </a:xfrm>
            <a:custGeom>
              <a:avLst/>
              <a:pathLst>
                <a:path w="166620" h="13510">
                  <a:moveTo>
                    <a:pt x="0" y="0"/>
                  </a:moveTo>
                  <a:lnTo>
                    <a:pt x="166620" y="135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51" y="1072340"/>
              <a:ext cx="334298" cy="333023"/>
            </a:xfrm>
            <a:custGeom>
              <a:avLst/>
              <a:pathLst>
                <a:path w="334298" h="333023">
                  <a:moveTo>
                    <a:pt x="529" y="152345"/>
                  </a:moveTo>
                  <a:lnTo>
                    <a:pt x="184" y="157642"/>
                  </a:lnTo>
                  <a:lnTo>
                    <a:pt x="8" y="162947"/>
                  </a:lnTo>
                  <a:lnTo>
                    <a:pt x="0" y="168255"/>
                  </a:lnTo>
                  <a:lnTo>
                    <a:pt x="160" y="173561"/>
                  </a:lnTo>
                  <a:lnTo>
                    <a:pt x="489" y="178859"/>
                  </a:lnTo>
                  <a:lnTo>
                    <a:pt x="986" y="184144"/>
                  </a:lnTo>
                  <a:lnTo>
                    <a:pt x="1650" y="189410"/>
                  </a:lnTo>
                  <a:lnTo>
                    <a:pt x="2481" y="194653"/>
                  </a:lnTo>
                  <a:lnTo>
                    <a:pt x="3479" y="199867"/>
                  </a:lnTo>
                  <a:lnTo>
                    <a:pt x="4641" y="205046"/>
                  </a:lnTo>
                  <a:lnTo>
                    <a:pt x="5967" y="210186"/>
                  </a:lnTo>
                  <a:lnTo>
                    <a:pt x="7456" y="215281"/>
                  </a:lnTo>
                  <a:lnTo>
                    <a:pt x="9106" y="220326"/>
                  </a:lnTo>
                  <a:lnTo>
                    <a:pt x="10915" y="225316"/>
                  </a:lnTo>
                  <a:lnTo>
                    <a:pt x="12881" y="230247"/>
                  </a:lnTo>
                  <a:lnTo>
                    <a:pt x="15004" y="235112"/>
                  </a:lnTo>
                  <a:lnTo>
                    <a:pt x="17279" y="239908"/>
                  </a:lnTo>
                  <a:lnTo>
                    <a:pt x="19706" y="244629"/>
                  </a:lnTo>
                  <a:lnTo>
                    <a:pt x="22281" y="249270"/>
                  </a:lnTo>
                  <a:lnTo>
                    <a:pt x="25003" y="253828"/>
                  </a:lnTo>
                  <a:lnTo>
                    <a:pt x="27867" y="258297"/>
                  </a:lnTo>
                  <a:lnTo>
                    <a:pt x="30873" y="262672"/>
                  </a:lnTo>
                  <a:lnTo>
                    <a:pt x="34015" y="266950"/>
                  </a:lnTo>
                  <a:lnTo>
                    <a:pt x="37292" y="271126"/>
                  </a:lnTo>
                  <a:lnTo>
                    <a:pt x="40700" y="275196"/>
                  </a:lnTo>
                  <a:lnTo>
                    <a:pt x="44235" y="279156"/>
                  </a:lnTo>
                  <a:lnTo>
                    <a:pt x="47894" y="283001"/>
                  </a:lnTo>
                  <a:lnTo>
                    <a:pt x="51674" y="286728"/>
                  </a:lnTo>
                  <a:lnTo>
                    <a:pt x="55569" y="290333"/>
                  </a:lnTo>
                  <a:lnTo>
                    <a:pt x="59578" y="293813"/>
                  </a:lnTo>
                  <a:lnTo>
                    <a:pt x="63695" y="297164"/>
                  </a:lnTo>
                  <a:lnTo>
                    <a:pt x="67916" y="300383"/>
                  </a:lnTo>
                  <a:lnTo>
                    <a:pt x="72237" y="303465"/>
                  </a:lnTo>
                  <a:lnTo>
                    <a:pt x="76654" y="306409"/>
                  </a:lnTo>
                  <a:lnTo>
                    <a:pt x="81162" y="309212"/>
                  </a:lnTo>
                  <a:lnTo>
                    <a:pt x="85757" y="311870"/>
                  </a:lnTo>
                  <a:lnTo>
                    <a:pt x="90434" y="314380"/>
                  </a:lnTo>
                  <a:lnTo>
                    <a:pt x="95188" y="316741"/>
                  </a:lnTo>
                  <a:lnTo>
                    <a:pt x="100015" y="318950"/>
                  </a:lnTo>
                  <a:lnTo>
                    <a:pt x="104909" y="321004"/>
                  </a:lnTo>
                  <a:lnTo>
                    <a:pt x="109866" y="322902"/>
                  </a:lnTo>
                  <a:lnTo>
                    <a:pt x="114881" y="324641"/>
                  </a:lnTo>
                  <a:lnTo>
                    <a:pt x="119949" y="326221"/>
                  </a:lnTo>
                  <a:lnTo>
                    <a:pt x="125064" y="327639"/>
                  </a:lnTo>
                  <a:lnTo>
                    <a:pt x="130222" y="328893"/>
                  </a:lnTo>
                  <a:lnTo>
                    <a:pt x="135417" y="329983"/>
                  </a:lnTo>
                  <a:lnTo>
                    <a:pt x="140644" y="330908"/>
                  </a:lnTo>
                  <a:lnTo>
                    <a:pt x="145898" y="331667"/>
                  </a:lnTo>
                  <a:lnTo>
                    <a:pt x="151173" y="332258"/>
                  </a:lnTo>
                  <a:lnTo>
                    <a:pt x="156464" y="332681"/>
                  </a:lnTo>
                  <a:lnTo>
                    <a:pt x="161766" y="332936"/>
                  </a:lnTo>
                  <a:lnTo>
                    <a:pt x="167074" y="333023"/>
                  </a:lnTo>
                  <a:lnTo>
                    <a:pt x="172381" y="332941"/>
                  </a:lnTo>
                  <a:lnTo>
                    <a:pt x="177683" y="332691"/>
                  </a:lnTo>
                  <a:lnTo>
                    <a:pt x="182975" y="332272"/>
                  </a:lnTo>
                  <a:lnTo>
                    <a:pt x="188251" y="331686"/>
                  </a:lnTo>
                  <a:lnTo>
                    <a:pt x="193505" y="330932"/>
                  </a:lnTo>
                  <a:lnTo>
                    <a:pt x="198733" y="330012"/>
                  </a:lnTo>
                  <a:lnTo>
                    <a:pt x="203929" y="328927"/>
                  </a:lnTo>
                  <a:lnTo>
                    <a:pt x="209088" y="327677"/>
                  </a:lnTo>
                  <a:lnTo>
                    <a:pt x="214204" y="326264"/>
                  </a:lnTo>
                  <a:lnTo>
                    <a:pt x="219273" y="324689"/>
                  </a:lnTo>
                  <a:lnTo>
                    <a:pt x="224290" y="322954"/>
                  </a:lnTo>
                  <a:lnTo>
                    <a:pt x="229249" y="321061"/>
                  </a:lnTo>
                  <a:lnTo>
                    <a:pt x="234145" y="319011"/>
                  </a:lnTo>
                  <a:lnTo>
                    <a:pt x="238974" y="316806"/>
                  </a:lnTo>
                  <a:lnTo>
                    <a:pt x="243731" y="314450"/>
                  </a:lnTo>
                  <a:lnTo>
                    <a:pt x="248410" y="311944"/>
                  </a:lnTo>
                  <a:lnTo>
                    <a:pt x="253007" y="309290"/>
                  </a:lnTo>
                  <a:lnTo>
                    <a:pt x="257518" y="306492"/>
                  </a:lnTo>
                  <a:lnTo>
                    <a:pt x="261937" y="303552"/>
                  </a:lnTo>
                  <a:lnTo>
                    <a:pt x="266261" y="300473"/>
                  </a:lnTo>
                  <a:lnTo>
                    <a:pt x="270485" y="297258"/>
                  </a:lnTo>
                  <a:lnTo>
                    <a:pt x="274605" y="293911"/>
                  </a:lnTo>
                  <a:lnTo>
                    <a:pt x="278617" y="290435"/>
                  </a:lnTo>
                  <a:lnTo>
                    <a:pt x="282516" y="286833"/>
                  </a:lnTo>
                  <a:lnTo>
                    <a:pt x="286299" y="283109"/>
                  </a:lnTo>
                  <a:lnTo>
                    <a:pt x="289961" y="279267"/>
                  </a:lnTo>
                  <a:lnTo>
                    <a:pt x="293500" y="275311"/>
                  </a:lnTo>
                  <a:lnTo>
                    <a:pt x="296912" y="271244"/>
                  </a:lnTo>
                  <a:lnTo>
                    <a:pt x="300192" y="267071"/>
                  </a:lnTo>
                  <a:lnTo>
                    <a:pt x="303339" y="262796"/>
                  </a:lnTo>
                  <a:lnTo>
                    <a:pt x="306348" y="258423"/>
                  </a:lnTo>
                  <a:lnTo>
                    <a:pt x="309217" y="253957"/>
                  </a:lnTo>
                  <a:lnTo>
                    <a:pt x="311942" y="249402"/>
                  </a:lnTo>
                  <a:lnTo>
                    <a:pt x="314522" y="244763"/>
                  </a:lnTo>
                  <a:lnTo>
                    <a:pt x="316953" y="240044"/>
                  </a:lnTo>
                  <a:lnTo>
                    <a:pt x="319233" y="235251"/>
                  </a:lnTo>
                  <a:lnTo>
                    <a:pt x="321359" y="230387"/>
                  </a:lnTo>
                  <a:lnTo>
                    <a:pt x="323330" y="225459"/>
                  </a:lnTo>
                  <a:lnTo>
                    <a:pt x="325144" y="220470"/>
                  </a:lnTo>
                  <a:lnTo>
                    <a:pt x="326798" y="215426"/>
                  </a:lnTo>
                  <a:lnTo>
                    <a:pt x="328292" y="210332"/>
                  </a:lnTo>
                  <a:lnTo>
                    <a:pt x="329623" y="205194"/>
                  </a:lnTo>
                  <a:lnTo>
                    <a:pt x="330790" y="200016"/>
                  </a:lnTo>
                  <a:lnTo>
                    <a:pt x="331792" y="194803"/>
                  </a:lnTo>
                  <a:lnTo>
                    <a:pt x="332628" y="189561"/>
                  </a:lnTo>
                  <a:lnTo>
                    <a:pt x="333297" y="184295"/>
                  </a:lnTo>
                  <a:lnTo>
                    <a:pt x="333799" y="179011"/>
                  </a:lnTo>
                  <a:lnTo>
                    <a:pt x="334132" y="173713"/>
                  </a:lnTo>
                  <a:lnTo>
                    <a:pt x="334298" y="168408"/>
                  </a:lnTo>
                  <a:lnTo>
                    <a:pt x="334294" y="163099"/>
                  </a:lnTo>
                  <a:lnTo>
                    <a:pt x="334123" y="157794"/>
                  </a:lnTo>
                  <a:lnTo>
                    <a:pt x="333783" y="152497"/>
                  </a:lnTo>
                  <a:lnTo>
                    <a:pt x="333274" y="147213"/>
                  </a:lnTo>
                  <a:lnTo>
                    <a:pt x="332599" y="141948"/>
                  </a:lnTo>
                  <a:lnTo>
                    <a:pt x="331756" y="136707"/>
                  </a:lnTo>
                  <a:lnTo>
                    <a:pt x="330748" y="131496"/>
                  </a:lnTo>
                  <a:lnTo>
                    <a:pt x="329575" y="126319"/>
                  </a:lnTo>
                  <a:lnTo>
                    <a:pt x="328237" y="121182"/>
                  </a:lnTo>
                  <a:lnTo>
                    <a:pt x="326738" y="116090"/>
                  </a:lnTo>
                  <a:lnTo>
                    <a:pt x="325077" y="111048"/>
                  </a:lnTo>
                  <a:lnTo>
                    <a:pt x="323258" y="106062"/>
                  </a:lnTo>
                  <a:lnTo>
                    <a:pt x="321281" y="101136"/>
                  </a:lnTo>
                  <a:lnTo>
                    <a:pt x="319148" y="96275"/>
                  </a:lnTo>
                  <a:lnTo>
                    <a:pt x="316862" y="91484"/>
                  </a:lnTo>
                  <a:lnTo>
                    <a:pt x="314426" y="86768"/>
                  </a:lnTo>
                  <a:lnTo>
                    <a:pt x="311840" y="82132"/>
                  </a:lnTo>
                  <a:lnTo>
                    <a:pt x="309109" y="77581"/>
                  </a:lnTo>
                  <a:lnTo>
                    <a:pt x="306235" y="73118"/>
                  </a:lnTo>
                  <a:lnTo>
                    <a:pt x="303220" y="68749"/>
                  </a:lnTo>
                  <a:lnTo>
                    <a:pt x="300069" y="64478"/>
                  </a:lnTo>
                  <a:lnTo>
                    <a:pt x="296783" y="60309"/>
                  </a:lnTo>
                  <a:lnTo>
                    <a:pt x="293367" y="56246"/>
                  </a:lnTo>
                  <a:lnTo>
                    <a:pt x="289823" y="52294"/>
                  </a:lnTo>
                  <a:lnTo>
                    <a:pt x="286156" y="48456"/>
                  </a:lnTo>
                  <a:lnTo>
                    <a:pt x="282368" y="44737"/>
                  </a:lnTo>
                  <a:lnTo>
                    <a:pt x="278465" y="41140"/>
                  </a:lnTo>
                  <a:lnTo>
                    <a:pt x="274449" y="37669"/>
                  </a:lnTo>
                  <a:lnTo>
                    <a:pt x="270325" y="34327"/>
                  </a:lnTo>
                  <a:lnTo>
                    <a:pt x="266097" y="31117"/>
                  </a:lnTo>
                  <a:lnTo>
                    <a:pt x="261769" y="28044"/>
                  </a:lnTo>
                  <a:lnTo>
                    <a:pt x="257346" y="25109"/>
                  </a:lnTo>
                  <a:lnTo>
                    <a:pt x="252832" y="22316"/>
                  </a:lnTo>
                  <a:lnTo>
                    <a:pt x="248232" y="19668"/>
                  </a:lnTo>
                  <a:lnTo>
                    <a:pt x="243549" y="17168"/>
                  </a:lnTo>
                  <a:lnTo>
                    <a:pt x="238790" y="14817"/>
                  </a:lnTo>
                  <a:lnTo>
                    <a:pt x="233959" y="12619"/>
                  </a:lnTo>
                  <a:lnTo>
                    <a:pt x="229060" y="10575"/>
                  </a:lnTo>
                  <a:lnTo>
                    <a:pt x="224098" y="8687"/>
                  </a:lnTo>
                  <a:lnTo>
                    <a:pt x="219080" y="6959"/>
                  </a:lnTo>
                  <a:lnTo>
                    <a:pt x="214009" y="5390"/>
                  </a:lnTo>
                  <a:lnTo>
                    <a:pt x="208890" y="3983"/>
                  </a:lnTo>
                  <a:lnTo>
                    <a:pt x="203730" y="2739"/>
                  </a:lnTo>
                  <a:lnTo>
                    <a:pt x="198533" y="1660"/>
                  </a:lnTo>
                  <a:lnTo>
                    <a:pt x="193304" y="747"/>
                  </a:lnTo>
                  <a:lnTo>
                    <a:pt x="188048" y="0"/>
                  </a:lnTo>
                  <a:lnTo>
                    <a:pt x="167150" y="1658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64501" y="1071028"/>
              <a:ext cx="20898" cy="167167"/>
            </a:xfrm>
            <a:custGeom>
              <a:avLst/>
              <a:pathLst>
                <a:path w="20898" h="167167">
                  <a:moveTo>
                    <a:pt x="20898" y="1311"/>
                  </a:moveTo>
                  <a:lnTo>
                    <a:pt x="10469" y="3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7247" y="1322571"/>
              <a:ext cx="51473" cy="167167"/>
            </a:xfrm>
            <a:custGeom>
              <a:avLst/>
              <a:pathLst>
                <a:path w="51473" h="167167">
                  <a:moveTo>
                    <a:pt x="51473" y="0"/>
                  </a:moveTo>
                  <a:lnTo>
                    <a:pt x="44934" y="127"/>
                  </a:lnTo>
                  <a:lnTo>
                    <a:pt x="38405" y="511"/>
                  </a:lnTo>
                  <a:lnTo>
                    <a:pt x="31896" y="1150"/>
                  </a:lnTo>
                  <a:lnTo>
                    <a:pt x="25418" y="2042"/>
                  </a:lnTo>
                  <a:lnTo>
                    <a:pt x="18979" y="3188"/>
                  </a:lnTo>
                  <a:lnTo>
                    <a:pt x="12590" y="4584"/>
                  </a:lnTo>
                  <a:lnTo>
                    <a:pt x="6260" y="6230"/>
                  </a:lnTo>
                  <a:lnTo>
                    <a:pt x="0" y="8121"/>
                  </a:lnTo>
                  <a:lnTo>
                    <a:pt x="5147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7247" y="1330693"/>
              <a:ext cx="51473" cy="159045"/>
            </a:xfrm>
            <a:custGeom>
              <a:avLst/>
              <a:pathLst>
                <a:path w="51473" h="159045">
                  <a:moveTo>
                    <a:pt x="0" y="0"/>
                  </a:moveTo>
                  <a:lnTo>
                    <a:pt x="51473" y="1590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321558" y="1330693"/>
              <a:ext cx="334329" cy="326198"/>
            </a:xfrm>
            <a:custGeom>
              <a:avLst/>
              <a:pathLst>
                <a:path w="334329" h="326198">
                  <a:moveTo>
                    <a:pt x="115689" y="0"/>
                  </a:moveTo>
                  <a:lnTo>
                    <a:pt x="110685" y="1707"/>
                  </a:lnTo>
                  <a:lnTo>
                    <a:pt x="105737" y="3572"/>
                  </a:lnTo>
                  <a:lnTo>
                    <a:pt x="100850" y="5592"/>
                  </a:lnTo>
                  <a:lnTo>
                    <a:pt x="96030" y="7766"/>
                  </a:lnTo>
                  <a:lnTo>
                    <a:pt x="91281" y="10092"/>
                  </a:lnTo>
                  <a:lnTo>
                    <a:pt x="86608" y="12566"/>
                  </a:lnTo>
                  <a:lnTo>
                    <a:pt x="82016" y="15187"/>
                  </a:lnTo>
                  <a:lnTo>
                    <a:pt x="77509" y="17952"/>
                  </a:lnTo>
                  <a:lnTo>
                    <a:pt x="73091" y="20858"/>
                  </a:lnTo>
                  <a:lnTo>
                    <a:pt x="68768" y="23902"/>
                  </a:lnTo>
                  <a:lnTo>
                    <a:pt x="64543" y="27082"/>
                  </a:lnTo>
                  <a:lnTo>
                    <a:pt x="60421" y="30394"/>
                  </a:lnTo>
                  <a:lnTo>
                    <a:pt x="56405" y="33834"/>
                  </a:lnTo>
                  <a:lnTo>
                    <a:pt x="52500" y="37399"/>
                  </a:lnTo>
                  <a:lnTo>
                    <a:pt x="48711" y="41087"/>
                  </a:lnTo>
                  <a:lnTo>
                    <a:pt x="45039" y="44892"/>
                  </a:lnTo>
                  <a:lnTo>
                    <a:pt x="41490" y="48812"/>
                  </a:lnTo>
                  <a:lnTo>
                    <a:pt x="38066" y="52841"/>
                  </a:lnTo>
                  <a:lnTo>
                    <a:pt x="34772" y="56977"/>
                  </a:lnTo>
                  <a:lnTo>
                    <a:pt x="31610" y="61216"/>
                  </a:lnTo>
                  <a:lnTo>
                    <a:pt x="28584" y="65552"/>
                  </a:lnTo>
                  <a:lnTo>
                    <a:pt x="25696" y="69981"/>
                  </a:lnTo>
                  <a:lnTo>
                    <a:pt x="22950" y="74500"/>
                  </a:lnTo>
                  <a:lnTo>
                    <a:pt x="20349" y="79103"/>
                  </a:lnTo>
                  <a:lnTo>
                    <a:pt x="17894" y="83787"/>
                  </a:lnTo>
                  <a:lnTo>
                    <a:pt x="15588" y="88545"/>
                  </a:lnTo>
                  <a:lnTo>
                    <a:pt x="13434" y="93374"/>
                  </a:lnTo>
                  <a:lnTo>
                    <a:pt x="11434" y="98269"/>
                  </a:lnTo>
                  <a:lnTo>
                    <a:pt x="9590" y="103225"/>
                  </a:lnTo>
                  <a:lnTo>
                    <a:pt x="7903" y="108236"/>
                  </a:lnTo>
                  <a:lnTo>
                    <a:pt x="6376" y="113298"/>
                  </a:lnTo>
                  <a:lnTo>
                    <a:pt x="5010" y="118407"/>
                  </a:lnTo>
                  <a:lnTo>
                    <a:pt x="3805" y="123555"/>
                  </a:lnTo>
                  <a:lnTo>
                    <a:pt x="2765" y="128740"/>
                  </a:lnTo>
                  <a:lnTo>
                    <a:pt x="1889" y="133954"/>
                  </a:lnTo>
                  <a:lnTo>
                    <a:pt x="1178" y="139194"/>
                  </a:lnTo>
                  <a:lnTo>
                    <a:pt x="633" y="144453"/>
                  </a:lnTo>
                  <a:lnTo>
                    <a:pt x="255" y="149727"/>
                  </a:lnTo>
                  <a:lnTo>
                    <a:pt x="43" y="155011"/>
                  </a:lnTo>
                  <a:lnTo>
                    <a:pt x="0" y="160298"/>
                  </a:lnTo>
                  <a:lnTo>
                    <a:pt x="123" y="165585"/>
                  </a:lnTo>
                  <a:lnTo>
                    <a:pt x="413" y="170864"/>
                  </a:lnTo>
                  <a:lnTo>
                    <a:pt x="870" y="176132"/>
                  </a:lnTo>
                  <a:lnTo>
                    <a:pt x="1494" y="181383"/>
                  </a:lnTo>
                  <a:lnTo>
                    <a:pt x="2283" y="186611"/>
                  </a:lnTo>
                  <a:lnTo>
                    <a:pt x="3238" y="191812"/>
                  </a:lnTo>
                  <a:lnTo>
                    <a:pt x="4356" y="196980"/>
                  </a:lnTo>
                  <a:lnTo>
                    <a:pt x="5637" y="202110"/>
                  </a:lnTo>
                  <a:lnTo>
                    <a:pt x="7080" y="207198"/>
                  </a:lnTo>
                  <a:lnTo>
                    <a:pt x="8683" y="212236"/>
                  </a:lnTo>
                  <a:lnTo>
                    <a:pt x="10445" y="217222"/>
                  </a:lnTo>
                  <a:lnTo>
                    <a:pt x="12363" y="222149"/>
                  </a:lnTo>
                  <a:lnTo>
                    <a:pt x="14436" y="227014"/>
                  </a:lnTo>
                  <a:lnTo>
                    <a:pt x="16662" y="231810"/>
                  </a:lnTo>
                  <a:lnTo>
                    <a:pt x="19039" y="236533"/>
                  </a:lnTo>
                  <a:lnTo>
                    <a:pt x="21564" y="241179"/>
                  </a:lnTo>
                  <a:lnTo>
                    <a:pt x="24234" y="245743"/>
                  </a:lnTo>
                  <a:lnTo>
                    <a:pt x="27048" y="250220"/>
                  </a:lnTo>
                  <a:lnTo>
                    <a:pt x="30002" y="254606"/>
                  </a:lnTo>
                  <a:lnTo>
                    <a:pt x="33092" y="258896"/>
                  </a:lnTo>
                  <a:lnTo>
                    <a:pt x="36318" y="263086"/>
                  </a:lnTo>
                  <a:lnTo>
                    <a:pt x="39674" y="267173"/>
                  </a:lnTo>
                  <a:lnTo>
                    <a:pt x="43157" y="271151"/>
                  </a:lnTo>
                  <a:lnTo>
                    <a:pt x="46765" y="275016"/>
                  </a:lnTo>
                  <a:lnTo>
                    <a:pt x="50493" y="278766"/>
                  </a:lnTo>
                  <a:lnTo>
                    <a:pt x="54338" y="282396"/>
                  </a:lnTo>
                  <a:lnTo>
                    <a:pt x="58295" y="285903"/>
                  </a:lnTo>
                  <a:lnTo>
                    <a:pt x="62362" y="289283"/>
                  </a:lnTo>
                  <a:lnTo>
                    <a:pt x="66533" y="292532"/>
                  </a:lnTo>
                  <a:lnTo>
                    <a:pt x="70805" y="295648"/>
                  </a:lnTo>
                  <a:lnTo>
                    <a:pt x="75174" y="298627"/>
                  </a:lnTo>
                  <a:lnTo>
                    <a:pt x="79635" y="301466"/>
                  </a:lnTo>
                  <a:lnTo>
                    <a:pt x="84183" y="304163"/>
                  </a:lnTo>
                  <a:lnTo>
                    <a:pt x="88814" y="306715"/>
                  </a:lnTo>
                  <a:lnTo>
                    <a:pt x="93524" y="309119"/>
                  </a:lnTo>
                  <a:lnTo>
                    <a:pt x="98307" y="311373"/>
                  </a:lnTo>
                  <a:lnTo>
                    <a:pt x="103159" y="313475"/>
                  </a:lnTo>
                  <a:lnTo>
                    <a:pt x="108075" y="315422"/>
                  </a:lnTo>
                  <a:lnTo>
                    <a:pt x="113050" y="317212"/>
                  </a:lnTo>
                  <a:lnTo>
                    <a:pt x="118080" y="318844"/>
                  </a:lnTo>
                  <a:lnTo>
                    <a:pt x="123158" y="320317"/>
                  </a:lnTo>
                  <a:lnTo>
                    <a:pt x="128281" y="321628"/>
                  </a:lnTo>
                  <a:lnTo>
                    <a:pt x="133442" y="322776"/>
                  </a:lnTo>
                  <a:lnTo>
                    <a:pt x="138638" y="323761"/>
                  </a:lnTo>
                  <a:lnTo>
                    <a:pt x="143861" y="324581"/>
                  </a:lnTo>
                  <a:lnTo>
                    <a:pt x="149108" y="325235"/>
                  </a:lnTo>
                  <a:lnTo>
                    <a:pt x="154374" y="325723"/>
                  </a:lnTo>
                  <a:lnTo>
                    <a:pt x="159652" y="326044"/>
                  </a:lnTo>
                  <a:lnTo>
                    <a:pt x="164937" y="326198"/>
                  </a:lnTo>
                  <a:lnTo>
                    <a:pt x="170225" y="326184"/>
                  </a:lnTo>
                  <a:lnTo>
                    <a:pt x="175509" y="326004"/>
                  </a:lnTo>
                  <a:lnTo>
                    <a:pt x="180786" y="325656"/>
                  </a:lnTo>
                  <a:lnTo>
                    <a:pt x="186048" y="325142"/>
                  </a:lnTo>
                  <a:lnTo>
                    <a:pt x="191292" y="324462"/>
                  </a:lnTo>
                  <a:lnTo>
                    <a:pt x="196511" y="323616"/>
                  </a:lnTo>
                  <a:lnTo>
                    <a:pt x="201702" y="322605"/>
                  </a:lnTo>
                  <a:lnTo>
                    <a:pt x="206857" y="321431"/>
                  </a:lnTo>
                  <a:lnTo>
                    <a:pt x="211973" y="320094"/>
                  </a:lnTo>
                  <a:lnTo>
                    <a:pt x="217044" y="318597"/>
                  </a:lnTo>
                  <a:lnTo>
                    <a:pt x="222066" y="316939"/>
                  </a:lnTo>
                  <a:lnTo>
                    <a:pt x="227032" y="315124"/>
                  </a:lnTo>
                  <a:lnTo>
                    <a:pt x="231938" y="313152"/>
                  </a:lnTo>
                  <a:lnTo>
                    <a:pt x="236780" y="311026"/>
                  </a:lnTo>
                  <a:lnTo>
                    <a:pt x="241552" y="308749"/>
                  </a:lnTo>
                  <a:lnTo>
                    <a:pt x="246249" y="306321"/>
                  </a:lnTo>
                  <a:lnTo>
                    <a:pt x="250867" y="303746"/>
                  </a:lnTo>
                  <a:lnTo>
                    <a:pt x="255402" y="301026"/>
                  </a:lnTo>
                  <a:lnTo>
                    <a:pt x="259848" y="298164"/>
                  </a:lnTo>
                  <a:lnTo>
                    <a:pt x="264202" y="295163"/>
                  </a:lnTo>
                  <a:lnTo>
                    <a:pt x="268458" y="292026"/>
                  </a:lnTo>
                  <a:lnTo>
                    <a:pt x="272614" y="288756"/>
                  </a:lnTo>
                  <a:lnTo>
                    <a:pt x="276663" y="285356"/>
                  </a:lnTo>
                  <a:lnTo>
                    <a:pt x="280603" y="281830"/>
                  </a:lnTo>
                  <a:lnTo>
                    <a:pt x="284430" y="278180"/>
                  </a:lnTo>
                  <a:lnTo>
                    <a:pt x="288139" y="274412"/>
                  </a:lnTo>
                  <a:lnTo>
                    <a:pt x="291727" y="270528"/>
                  </a:lnTo>
                  <a:lnTo>
                    <a:pt x="295191" y="266533"/>
                  </a:lnTo>
                  <a:lnTo>
                    <a:pt x="298526" y="262430"/>
                  </a:lnTo>
                  <a:lnTo>
                    <a:pt x="301730" y="258223"/>
                  </a:lnTo>
                  <a:lnTo>
                    <a:pt x="304800" y="253918"/>
                  </a:lnTo>
                  <a:lnTo>
                    <a:pt x="307732" y="249517"/>
                  </a:lnTo>
                  <a:lnTo>
                    <a:pt x="310523" y="245026"/>
                  </a:lnTo>
                  <a:lnTo>
                    <a:pt x="313170" y="240449"/>
                  </a:lnTo>
                  <a:lnTo>
                    <a:pt x="315672" y="235791"/>
                  </a:lnTo>
                  <a:lnTo>
                    <a:pt x="318025" y="231055"/>
                  </a:lnTo>
                  <a:lnTo>
                    <a:pt x="320227" y="226248"/>
                  </a:lnTo>
                  <a:lnTo>
                    <a:pt x="322276" y="221373"/>
                  </a:lnTo>
                  <a:lnTo>
                    <a:pt x="324169" y="216436"/>
                  </a:lnTo>
                  <a:lnTo>
                    <a:pt x="325906" y="211442"/>
                  </a:lnTo>
                  <a:lnTo>
                    <a:pt x="327484" y="206395"/>
                  </a:lnTo>
                  <a:lnTo>
                    <a:pt x="328901" y="201301"/>
                  </a:lnTo>
                  <a:lnTo>
                    <a:pt x="330156" y="196164"/>
                  </a:lnTo>
                  <a:lnTo>
                    <a:pt x="331249" y="190991"/>
                  </a:lnTo>
                  <a:lnTo>
                    <a:pt x="332177" y="185785"/>
                  </a:lnTo>
                  <a:lnTo>
                    <a:pt x="332940" y="180553"/>
                  </a:lnTo>
                  <a:lnTo>
                    <a:pt x="333538" y="175299"/>
                  </a:lnTo>
                  <a:lnTo>
                    <a:pt x="333968" y="170029"/>
                  </a:lnTo>
                  <a:lnTo>
                    <a:pt x="334232" y="164748"/>
                  </a:lnTo>
                  <a:lnTo>
                    <a:pt x="334329" y="159461"/>
                  </a:lnTo>
                  <a:lnTo>
                    <a:pt x="334259" y="154174"/>
                  </a:lnTo>
                  <a:lnTo>
                    <a:pt x="334021" y="148892"/>
                  </a:lnTo>
                  <a:lnTo>
                    <a:pt x="333616" y="143619"/>
                  </a:lnTo>
                  <a:lnTo>
                    <a:pt x="333045" y="138363"/>
                  </a:lnTo>
                  <a:lnTo>
                    <a:pt x="332308" y="133127"/>
                  </a:lnTo>
                  <a:lnTo>
                    <a:pt x="331406" y="127917"/>
                  </a:lnTo>
                  <a:lnTo>
                    <a:pt x="330339" y="122738"/>
                  </a:lnTo>
                  <a:lnTo>
                    <a:pt x="329109" y="117595"/>
                  </a:lnTo>
                  <a:lnTo>
                    <a:pt x="327717" y="112494"/>
                  </a:lnTo>
                  <a:lnTo>
                    <a:pt x="326165" y="107439"/>
                  </a:lnTo>
                  <a:lnTo>
                    <a:pt x="324453" y="102436"/>
                  </a:lnTo>
                  <a:lnTo>
                    <a:pt x="322584" y="97490"/>
                  </a:lnTo>
                  <a:lnTo>
                    <a:pt x="320559" y="92605"/>
                  </a:lnTo>
                  <a:lnTo>
                    <a:pt x="318381" y="87787"/>
                  </a:lnTo>
                  <a:lnTo>
                    <a:pt x="316052" y="83040"/>
                  </a:lnTo>
                  <a:lnTo>
                    <a:pt x="313574" y="78369"/>
                  </a:lnTo>
                  <a:lnTo>
                    <a:pt x="310949" y="73779"/>
                  </a:lnTo>
                  <a:lnTo>
                    <a:pt x="308180" y="69274"/>
                  </a:lnTo>
                  <a:lnTo>
                    <a:pt x="305271" y="64859"/>
                  </a:lnTo>
                  <a:lnTo>
                    <a:pt x="302223" y="60538"/>
                  </a:lnTo>
                  <a:lnTo>
                    <a:pt x="299040" y="56316"/>
                  </a:lnTo>
                  <a:lnTo>
                    <a:pt x="295725" y="52196"/>
                  </a:lnTo>
                  <a:lnTo>
                    <a:pt x="292281" y="48183"/>
                  </a:lnTo>
                  <a:lnTo>
                    <a:pt x="288712" y="44282"/>
                  </a:lnTo>
                  <a:lnTo>
                    <a:pt x="285022" y="40495"/>
                  </a:lnTo>
                  <a:lnTo>
                    <a:pt x="281213" y="36827"/>
                  </a:lnTo>
                  <a:lnTo>
                    <a:pt x="277291" y="33281"/>
                  </a:lnTo>
                  <a:lnTo>
                    <a:pt x="273258" y="29861"/>
                  </a:lnTo>
                  <a:lnTo>
                    <a:pt x="269119" y="26570"/>
                  </a:lnTo>
                  <a:lnTo>
                    <a:pt x="167162" y="159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88720" y="1322571"/>
              <a:ext cx="101957" cy="167167"/>
            </a:xfrm>
            <a:custGeom>
              <a:avLst/>
              <a:pathLst>
                <a:path w="101957" h="167167">
                  <a:moveTo>
                    <a:pt x="101957" y="34692"/>
                  </a:moveTo>
                  <a:lnTo>
                    <a:pt x="97323" y="31251"/>
                  </a:lnTo>
                  <a:lnTo>
                    <a:pt x="92574" y="27973"/>
                  </a:lnTo>
                  <a:lnTo>
                    <a:pt x="87714" y="24861"/>
                  </a:lnTo>
                  <a:lnTo>
                    <a:pt x="82750" y="21918"/>
                  </a:lnTo>
                  <a:lnTo>
                    <a:pt x="77687" y="19148"/>
                  </a:lnTo>
                  <a:lnTo>
                    <a:pt x="72532" y="16555"/>
                  </a:lnTo>
                  <a:lnTo>
                    <a:pt x="67290" y="14141"/>
                  </a:lnTo>
                  <a:lnTo>
                    <a:pt x="61968" y="11910"/>
                  </a:lnTo>
                  <a:lnTo>
                    <a:pt x="56572" y="9863"/>
                  </a:lnTo>
                  <a:lnTo>
                    <a:pt x="51109" y="8004"/>
                  </a:lnTo>
                  <a:lnTo>
                    <a:pt x="45584" y="6335"/>
                  </a:lnTo>
                  <a:lnTo>
                    <a:pt x="40006" y="4857"/>
                  </a:lnTo>
                  <a:lnTo>
                    <a:pt x="34380" y="3573"/>
                  </a:lnTo>
                  <a:lnTo>
                    <a:pt x="28712" y="2484"/>
                  </a:lnTo>
                  <a:lnTo>
                    <a:pt x="23011" y="1591"/>
                  </a:lnTo>
                  <a:lnTo>
                    <a:pt x="17282" y="895"/>
                  </a:lnTo>
                  <a:lnTo>
                    <a:pt x="11533" y="398"/>
                  </a:lnTo>
                  <a:lnTo>
                    <a:pt x="5770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4627" y="1681503"/>
              <a:ext cx="1897" cy="167167"/>
            </a:xfrm>
            <a:custGeom>
              <a:avLst/>
              <a:pathLst>
                <a:path w="1897" h="167167">
                  <a:moveTo>
                    <a:pt x="1897" y="0"/>
                  </a:moveTo>
                  <a:lnTo>
                    <a:pt x="0" y="10"/>
                  </a:lnTo>
                  <a:lnTo>
                    <a:pt x="189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4627" y="1681514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69265" y="1681514"/>
              <a:ext cx="117259" cy="167156"/>
            </a:xfrm>
            <a:custGeom>
              <a:avLst/>
              <a:pathLst>
                <a:path w="117259" h="167156">
                  <a:moveTo>
                    <a:pt x="115361" y="0"/>
                  </a:moveTo>
                  <a:lnTo>
                    <a:pt x="109796" y="155"/>
                  </a:lnTo>
                  <a:lnTo>
                    <a:pt x="104239" y="497"/>
                  </a:lnTo>
                  <a:lnTo>
                    <a:pt x="98696" y="1023"/>
                  </a:lnTo>
                  <a:lnTo>
                    <a:pt x="93174" y="1733"/>
                  </a:lnTo>
                  <a:lnTo>
                    <a:pt x="87678" y="2627"/>
                  </a:lnTo>
                  <a:lnTo>
                    <a:pt x="82215" y="3703"/>
                  </a:lnTo>
                  <a:lnTo>
                    <a:pt x="76792" y="4961"/>
                  </a:lnTo>
                  <a:lnTo>
                    <a:pt x="71413" y="6398"/>
                  </a:lnTo>
                  <a:lnTo>
                    <a:pt x="66085" y="8014"/>
                  </a:lnTo>
                  <a:lnTo>
                    <a:pt x="60813" y="9807"/>
                  </a:lnTo>
                  <a:lnTo>
                    <a:pt x="55605" y="11774"/>
                  </a:lnTo>
                  <a:lnTo>
                    <a:pt x="50464" y="13913"/>
                  </a:lnTo>
                  <a:lnTo>
                    <a:pt x="45398" y="16222"/>
                  </a:lnTo>
                  <a:lnTo>
                    <a:pt x="40412" y="18699"/>
                  </a:lnTo>
                  <a:lnTo>
                    <a:pt x="35511" y="21341"/>
                  </a:lnTo>
                  <a:lnTo>
                    <a:pt x="30700" y="24144"/>
                  </a:lnTo>
                  <a:lnTo>
                    <a:pt x="25986" y="27106"/>
                  </a:lnTo>
                  <a:lnTo>
                    <a:pt x="21372" y="30223"/>
                  </a:lnTo>
                  <a:lnTo>
                    <a:pt x="16865" y="33492"/>
                  </a:lnTo>
                  <a:lnTo>
                    <a:pt x="12470" y="36909"/>
                  </a:lnTo>
                  <a:lnTo>
                    <a:pt x="8191" y="40471"/>
                  </a:lnTo>
                  <a:lnTo>
                    <a:pt x="4032" y="44174"/>
                  </a:lnTo>
                  <a:lnTo>
                    <a:pt x="0" y="48013"/>
                  </a:lnTo>
                  <a:lnTo>
                    <a:pt x="117259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19357" y="1681503"/>
              <a:ext cx="334323" cy="334328"/>
            </a:xfrm>
            <a:custGeom>
              <a:avLst/>
              <a:pathLst>
                <a:path w="334323" h="334328">
                  <a:moveTo>
                    <a:pt x="49907" y="48023"/>
                  </a:moveTo>
                  <a:lnTo>
                    <a:pt x="46196" y="51793"/>
                  </a:lnTo>
                  <a:lnTo>
                    <a:pt x="42607" y="55678"/>
                  </a:lnTo>
                  <a:lnTo>
                    <a:pt x="39142" y="59674"/>
                  </a:lnTo>
                  <a:lnTo>
                    <a:pt x="35805" y="63778"/>
                  </a:lnTo>
                  <a:lnTo>
                    <a:pt x="32600" y="67986"/>
                  </a:lnTo>
                  <a:lnTo>
                    <a:pt x="29530" y="72293"/>
                  </a:lnTo>
                  <a:lnTo>
                    <a:pt x="26597" y="76695"/>
                  </a:lnTo>
                  <a:lnTo>
                    <a:pt x="23805" y="81187"/>
                  </a:lnTo>
                  <a:lnTo>
                    <a:pt x="21157" y="85766"/>
                  </a:lnTo>
                  <a:lnTo>
                    <a:pt x="18655" y="90426"/>
                  </a:lnTo>
                  <a:lnTo>
                    <a:pt x="16301" y="95163"/>
                  </a:lnTo>
                  <a:lnTo>
                    <a:pt x="14099" y="99972"/>
                  </a:lnTo>
                  <a:lnTo>
                    <a:pt x="12049" y="104848"/>
                  </a:lnTo>
                  <a:lnTo>
                    <a:pt x="10156" y="109787"/>
                  </a:lnTo>
                  <a:lnTo>
                    <a:pt x="8419" y="114783"/>
                  </a:lnTo>
                  <a:lnTo>
                    <a:pt x="6841" y="119831"/>
                  </a:lnTo>
                  <a:lnTo>
                    <a:pt x="5424" y="124927"/>
                  </a:lnTo>
                  <a:lnTo>
                    <a:pt x="4168" y="130065"/>
                  </a:lnTo>
                  <a:lnTo>
                    <a:pt x="3076" y="135241"/>
                  </a:lnTo>
                  <a:lnTo>
                    <a:pt x="2148" y="140448"/>
                  </a:lnTo>
                  <a:lnTo>
                    <a:pt x="1385" y="145682"/>
                  </a:lnTo>
                  <a:lnTo>
                    <a:pt x="789" y="150938"/>
                  </a:lnTo>
                  <a:lnTo>
                    <a:pt x="359" y="156209"/>
                  </a:lnTo>
                  <a:lnTo>
                    <a:pt x="95" y="161492"/>
                  </a:lnTo>
                  <a:lnTo>
                    <a:pt x="0" y="166781"/>
                  </a:lnTo>
                  <a:lnTo>
                    <a:pt x="71" y="172069"/>
                  </a:lnTo>
                  <a:lnTo>
                    <a:pt x="310" y="177353"/>
                  </a:lnTo>
                  <a:lnTo>
                    <a:pt x="715" y="182627"/>
                  </a:lnTo>
                  <a:lnTo>
                    <a:pt x="1288" y="187885"/>
                  </a:lnTo>
                  <a:lnTo>
                    <a:pt x="2026" y="193123"/>
                  </a:lnTo>
                  <a:lnTo>
                    <a:pt x="2930" y="198335"/>
                  </a:lnTo>
                  <a:lnTo>
                    <a:pt x="3999" y="203515"/>
                  </a:lnTo>
                  <a:lnTo>
                    <a:pt x="5230" y="208659"/>
                  </a:lnTo>
                  <a:lnTo>
                    <a:pt x="6624" y="213761"/>
                  </a:lnTo>
                  <a:lnTo>
                    <a:pt x="8178" y="218817"/>
                  </a:lnTo>
                  <a:lnTo>
                    <a:pt x="9892" y="223821"/>
                  </a:lnTo>
                  <a:lnTo>
                    <a:pt x="11763" y="228768"/>
                  </a:lnTo>
                  <a:lnTo>
                    <a:pt x="13790" y="233654"/>
                  </a:lnTo>
                  <a:lnTo>
                    <a:pt x="15970" y="238473"/>
                  </a:lnTo>
                  <a:lnTo>
                    <a:pt x="18302" y="243221"/>
                  </a:lnTo>
                  <a:lnTo>
                    <a:pt x="20782" y="247892"/>
                  </a:lnTo>
                  <a:lnTo>
                    <a:pt x="23409" y="252483"/>
                  </a:lnTo>
                  <a:lnTo>
                    <a:pt x="26181" y="256988"/>
                  </a:lnTo>
                  <a:lnTo>
                    <a:pt x="29093" y="261404"/>
                  </a:lnTo>
                  <a:lnTo>
                    <a:pt x="32143" y="265725"/>
                  </a:lnTo>
                  <a:lnTo>
                    <a:pt x="35329" y="269947"/>
                  </a:lnTo>
                  <a:lnTo>
                    <a:pt x="38647" y="274067"/>
                  </a:lnTo>
                  <a:lnTo>
                    <a:pt x="42093" y="278079"/>
                  </a:lnTo>
                  <a:lnTo>
                    <a:pt x="45664" y="281981"/>
                  </a:lnTo>
                  <a:lnTo>
                    <a:pt x="49358" y="285767"/>
                  </a:lnTo>
                  <a:lnTo>
                    <a:pt x="53169" y="289435"/>
                  </a:lnTo>
                  <a:lnTo>
                    <a:pt x="57094" y="292980"/>
                  </a:lnTo>
                  <a:lnTo>
                    <a:pt x="61130" y="296400"/>
                  </a:lnTo>
                  <a:lnTo>
                    <a:pt x="65271" y="299690"/>
                  </a:lnTo>
                  <a:lnTo>
                    <a:pt x="69515" y="302847"/>
                  </a:lnTo>
                  <a:lnTo>
                    <a:pt x="73856" y="305869"/>
                  </a:lnTo>
                  <a:lnTo>
                    <a:pt x="78291" y="308751"/>
                  </a:lnTo>
                  <a:lnTo>
                    <a:pt x="82815" y="311492"/>
                  </a:lnTo>
                  <a:lnTo>
                    <a:pt x="87423" y="314088"/>
                  </a:lnTo>
                  <a:lnTo>
                    <a:pt x="92111" y="316538"/>
                  </a:lnTo>
                  <a:lnTo>
                    <a:pt x="96874" y="318837"/>
                  </a:lnTo>
                  <a:lnTo>
                    <a:pt x="101708" y="320985"/>
                  </a:lnTo>
                  <a:lnTo>
                    <a:pt x="106607" y="322979"/>
                  </a:lnTo>
                  <a:lnTo>
                    <a:pt x="111567" y="324817"/>
                  </a:lnTo>
                  <a:lnTo>
                    <a:pt x="116582" y="326497"/>
                  </a:lnTo>
                  <a:lnTo>
                    <a:pt x="121648" y="328018"/>
                  </a:lnTo>
                  <a:lnTo>
                    <a:pt x="126760" y="329377"/>
                  </a:lnTo>
                  <a:lnTo>
                    <a:pt x="131912" y="330575"/>
                  </a:lnTo>
                  <a:lnTo>
                    <a:pt x="137099" y="331608"/>
                  </a:lnTo>
                  <a:lnTo>
                    <a:pt x="142317" y="332477"/>
                  </a:lnTo>
                  <a:lnTo>
                    <a:pt x="147559" y="333181"/>
                  </a:lnTo>
                  <a:lnTo>
                    <a:pt x="152821" y="333718"/>
                  </a:lnTo>
                  <a:lnTo>
                    <a:pt x="158097" y="334088"/>
                  </a:lnTo>
                  <a:lnTo>
                    <a:pt x="163383" y="334292"/>
                  </a:lnTo>
                  <a:lnTo>
                    <a:pt x="168672" y="334328"/>
                  </a:lnTo>
                  <a:lnTo>
                    <a:pt x="173960" y="334196"/>
                  </a:lnTo>
                  <a:lnTo>
                    <a:pt x="179241" y="333898"/>
                  </a:lnTo>
                  <a:lnTo>
                    <a:pt x="184510" y="333432"/>
                  </a:lnTo>
                  <a:lnTo>
                    <a:pt x="189761" y="332800"/>
                  </a:lnTo>
                  <a:lnTo>
                    <a:pt x="194990" y="332003"/>
                  </a:lnTo>
                  <a:lnTo>
                    <a:pt x="200191" y="331040"/>
                  </a:lnTo>
                  <a:lnTo>
                    <a:pt x="205359" y="329913"/>
                  </a:lnTo>
                  <a:lnTo>
                    <a:pt x="210488" y="328623"/>
                  </a:lnTo>
                  <a:lnTo>
                    <a:pt x="215575" y="327172"/>
                  </a:lnTo>
                  <a:lnTo>
                    <a:pt x="220613" y="325560"/>
                  </a:lnTo>
                  <a:lnTo>
                    <a:pt x="225597" y="323790"/>
                  </a:lnTo>
                  <a:lnTo>
                    <a:pt x="230523" y="321863"/>
                  </a:lnTo>
                  <a:lnTo>
                    <a:pt x="235385" y="319781"/>
                  </a:lnTo>
                  <a:lnTo>
                    <a:pt x="240179" y="317547"/>
                  </a:lnTo>
                  <a:lnTo>
                    <a:pt x="244900" y="315162"/>
                  </a:lnTo>
                  <a:lnTo>
                    <a:pt x="249543" y="312628"/>
                  </a:lnTo>
                  <a:lnTo>
                    <a:pt x="254104" y="309949"/>
                  </a:lnTo>
                  <a:lnTo>
                    <a:pt x="258578" y="307127"/>
                  </a:lnTo>
                  <a:lnTo>
                    <a:pt x="262960" y="304165"/>
                  </a:lnTo>
                  <a:lnTo>
                    <a:pt x="267246" y="301066"/>
                  </a:lnTo>
                  <a:lnTo>
                    <a:pt x="271432" y="297833"/>
                  </a:lnTo>
                  <a:lnTo>
                    <a:pt x="275514" y="294469"/>
                  </a:lnTo>
                  <a:lnTo>
                    <a:pt x="279487" y="290977"/>
                  </a:lnTo>
                  <a:lnTo>
                    <a:pt x="283348" y="287362"/>
                  </a:lnTo>
                  <a:lnTo>
                    <a:pt x="287093" y="283626"/>
                  </a:lnTo>
                  <a:lnTo>
                    <a:pt x="290717" y="279774"/>
                  </a:lnTo>
                  <a:lnTo>
                    <a:pt x="294218" y="275808"/>
                  </a:lnTo>
                  <a:lnTo>
                    <a:pt x="297591" y="271735"/>
                  </a:lnTo>
                  <a:lnTo>
                    <a:pt x="300834" y="267556"/>
                  </a:lnTo>
                  <a:lnTo>
                    <a:pt x="303943" y="263277"/>
                  </a:lnTo>
                  <a:lnTo>
                    <a:pt x="306915" y="258902"/>
                  </a:lnTo>
                  <a:lnTo>
                    <a:pt x="309748" y="254434"/>
                  </a:lnTo>
                  <a:lnTo>
                    <a:pt x="312437" y="249880"/>
                  </a:lnTo>
                  <a:lnTo>
                    <a:pt x="314981" y="245243"/>
                  </a:lnTo>
                  <a:lnTo>
                    <a:pt x="317377" y="240527"/>
                  </a:lnTo>
                  <a:lnTo>
                    <a:pt x="319623" y="235738"/>
                  </a:lnTo>
                  <a:lnTo>
                    <a:pt x="321716" y="230881"/>
                  </a:lnTo>
                  <a:lnTo>
                    <a:pt x="323654" y="225959"/>
                  </a:lnTo>
                  <a:lnTo>
                    <a:pt x="325436" y="220979"/>
                  </a:lnTo>
                  <a:lnTo>
                    <a:pt x="327059" y="215945"/>
                  </a:lnTo>
                  <a:lnTo>
                    <a:pt x="328522" y="210862"/>
                  </a:lnTo>
                  <a:lnTo>
                    <a:pt x="329824" y="205735"/>
                  </a:lnTo>
                  <a:lnTo>
                    <a:pt x="330963" y="200570"/>
                  </a:lnTo>
                  <a:lnTo>
                    <a:pt x="331937" y="195371"/>
                  </a:lnTo>
                  <a:lnTo>
                    <a:pt x="332747" y="190144"/>
                  </a:lnTo>
                  <a:lnTo>
                    <a:pt x="333391" y="184894"/>
                  </a:lnTo>
                  <a:lnTo>
                    <a:pt x="333869" y="179626"/>
                  </a:lnTo>
                  <a:lnTo>
                    <a:pt x="334180" y="174346"/>
                  </a:lnTo>
                  <a:lnTo>
                    <a:pt x="334323" y="169059"/>
                  </a:lnTo>
                  <a:lnTo>
                    <a:pt x="334299" y="163770"/>
                  </a:lnTo>
                  <a:lnTo>
                    <a:pt x="334108" y="158484"/>
                  </a:lnTo>
                  <a:lnTo>
                    <a:pt x="333750" y="153207"/>
                  </a:lnTo>
                  <a:lnTo>
                    <a:pt x="333225" y="147943"/>
                  </a:lnTo>
                  <a:lnTo>
                    <a:pt x="332534" y="142699"/>
                  </a:lnTo>
                  <a:lnTo>
                    <a:pt x="331677" y="137480"/>
                  </a:lnTo>
                  <a:lnTo>
                    <a:pt x="330655" y="132290"/>
                  </a:lnTo>
                  <a:lnTo>
                    <a:pt x="329470" y="127135"/>
                  </a:lnTo>
                  <a:lnTo>
                    <a:pt x="328122" y="122021"/>
                  </a:lnTo>
                  <a:lnTo>
                    <a:pt x="326613" y="116951"/>
                  </a:lnTo>
                  <a:lnTo>
                    <a:pt x="324945" y="111932"/>
                  </a:lnTo>
                  <a:lnTo>
                    <a:pt x="323118" y="106968"/>
                  </a:lnTo>
                  <a:lnTo>
                    <a:pt x="321136" y="102064"/>
                  </a:lnTo>
                  <a:lnTo>
                    <a:pt x="318999" y="97225"/>
                  </a:lnTo>
                  <a:lnTo>
                    <a:pt x="316710" y="92457"/>
                  </a:lnTo>
                  <a:lnTo>
                    <a:pt x="314272" y="87763"/>
                  </a:lnTo>
                  <a:lnTo>
                    <a:pt x="311686" y="83149"/>
                  </a:lnTo>
                  <a:lnTo>
                    <a:pt x="308956" y="78619"/>
                  </a:lnTo>
                  <a:lnTo>
                    <a:pt x="306083" y="74177"/>
                  </a:lnTo>
                  <a:lnTo>
                    <a:pt x="303072" y="69829"/>
                  </a:lnTo>
                  <a:lnTo>
                    <a:pt x="299924" y="65578"/>
                  </a:lnTo>
                  <a:lnTo>
                    <a:pt x="296644" y="61429"/>
                  </a:lnTo>
                  <a:lnTo>
                    <a:pt x="293234" y="57386"/>
                  </a:lnTo>
                  <a:lnTo>
                    <a:pt x="289698" y="53452"/>
                  </a:lnTo>
                  <a:lnTo>
                    <a:pt x="286039" y="49633"/>
                  </a:lnTo>
                  <a:lnTo>
                    <a:pt x="282261" y="45931"/>
                  </a:lnTo>
                  <a:lnTo>
                    <a:pt x="278368" y="42350"/>
                  </a:lnTo>
                  <a:lnTo>
                    <a:pt x="274363" y="38894"/>
                  </a:lnTo>
                  <a:lnTo>
                    <a:pt x="270251" y="35567"/>
                  </a:lnTo>
                  <a:lnTo>
                    <a:pt x="266036" y="32372"/>
                  </a:lnTo>
                  <a:lnTo>
                    <a:pt x="261722" y="29311"/>
                  </a:lnTo>
                  <a:lnTo>
                    <a:pt x="257314" y="26389"/>
                  </a:lnTo>
                  <a:lnTo>
                    <a:pt x="252815" y="23607"/>
                  </a:lnTo>
                  <a:lnTo>
                    <a:pt x="248230" y="20970"/>
                  </a:lnTo>
                  <a:lnTo>
                    <a:pt x="243564" y="18478"/>
                  </a:lnTo>
                  <a:lnTo>
                    <a:pt x="238822" y="16136"/>
                  </a:lnTo>
                  <a:lnTo>
                    <a:pt x="234008" y="13944"/>
                  </a:lnTo>
                  <a:lnTo>
                    <a:pt x="229127" y="11906"/>
                  </a:lnTo>
                  <a:lnTo>
                    <a:pt x="224184" y="10024"/>
                  </a:lnTo>
                  <a:lnTo>
                    <a:pt x="219184" y="8299"/>
                  </a:lnTo>
                  <a:lnTo>
                    <a:pt x="214132" y="6732"/>
                  </a:lnTo>
                  <a:lnTo>
                    <a:pt x="209032" y="5327"/>
                  </a:lnTo>
                  <a:lnTo>
                    <a:pt x="203891" y="4083"/>
                  </a:lnTo>
                  <a:lnTo>
                    <a:pt x="198714" y="3003"/>
                  </a:lnTo>
                  <a:lnTo>
                    <a:pt x="193504" y="2087"/>
                  </a:lnTo>
                  <a:lnTo>
                    <a:pt x="188268" y="1337"/>
                  </a:lnTo>
                  <a:lnTo>
                    <a:pt x="183011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62313" y="2126963"/>
              <a:ext cx="18974" cy="167167"/>
            </a:xfrm>
            <a:custGeom>
              <a:avLst/>
              <a:pathLst>
                <a:path w="18974" h="167167">
                  <a:moveTo>
                    <a:pt x="18974" y="0"/>
                  </a:moveTo>
                  <a:lnTo>
                    <a:pt x="9471" y="270"/>
                  </a:lnTo>
                  <a:lnTo>
                    <a:pt x="0" y="1080"/>
                  </a:lnTo>
                  <a:lnTo>
                    <a:pt x="1897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2313" y="2128044"/>
              <a:ext cx="18974" cy="166087"/>
            </a:xfrm>
            <a:custGeom>
              <a:avLst/>
              <a:pathLst>
                <a:path w="18974" h="166087">
                  <a:moveTo>
                    <a:pt x="0" y="0"/>
                  </a:moveTo>
                  <a:lnTo>
                    <a:pt x="18974" y="166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614120" y="2128044"/>
              <a:ext cx="334334" cy="333234"/>
            </a:xfrm>
            <a:custGeom>
              <a:avLst/>
              <a:pathLst>
                <a:path w="334334" h="333234">
                  <a:moveTo>
                    <a:pt x="148192" y="0"/>
                  </a:moveTo>
                  <a:lnTo>
                    <a:pt x="142938" y="684"/>
                  </a:lnTo>
                  <a:lnTo>
                    <a:pt x="137707" y="1535"/>
                  </a:lnTo>
                  <a:lnTo>
                    <a:pt x="132507" y="2552"/>
                  </a:lnTo>
                  <a:lnTo>
                    <a:pt x="127341" y="3732"/>
                  </a:lnTo>
                  <a:lnTo>
                    <a:pt x="122215" y="5076"/>
                  </a:lnTo>
                  <a:lnTo>
                    <a:pt x="117135" y="6582"/>
                  </a:lnTo>
                  <a:lnTo>
                    <a:pt x="112105" y="8248"/>
                  </a:lnTo>
                  <a:lnTo>
                    <a:pt x="107130" y="10072"/>
                  </a:lnTo>
                  <a:lnTo>
                    <a:pt x="102215" y="12053"/>
                  </a:lnTo>
                  <a:lnTo>
                    <a:pt x="97366" y="14189"/>
                  </a:lnTo>
                  <a:lnTo>
                    <a:pt x="92586" y="16478"/>
                  </a:lnTo>
                  <a:lnTo>
                    <a:pt x="87882" y="18917"/>
                  </a:lnTo>
                  <a:lnTo>
                    <a:pt x="83257" y="21504"/>
                  </a:lnTo>
                  <a:lnTo>
                    <a:pt x="78717" y="24236"/>
                  </a:lnTo>
                  <a:lnTo>
                    <a:pt x="74266" y="27111"/>
                  </a:lnTo>
                  <a:lnTo>
                    <a:pt x="69908" y="30125"/>
                  </a:lnTo>
                  <a:lnTo>
                    <a:pt x="65647" y="33276"/>
                  </a:lnTo>
                  <a:lnTo>
                    <a:pt x="61489" y="36560"/>
                  </a:lnTo>
                  <a:lnTo>
                    <a:pt x="57437" y="39975"/>
                  </a:lnTo>
                  <a:lnTo>
                    <a:pt x="53495" y="43516"/>
                  </a:lnTo>
                  <a:lnTo>
                    <a:pt x="49667" y="47180"/>
                  </a:lnTo>
                  <a:lnTo>
                    <a:pt x="45957" y="50964"/>
                  </a:lnTo>
                  <a:lnTo>
                    <a:pt x="42370" y="54863"/>
                  </a:lnTo>
                  <a:lnTo>
                    <a:pt x="38907" y="58875"/>
                  </a:lnTo>
                  <a:lnTo>
                    <a:pt x="35574" y="62994"/>
                  </a:lnTo>
                  <a:lnTo>
                    <a:pt x="32372" y="67216"/>
                  </a:lnTo>
                  <a:lnTo>
                    <a:pt x="29306" y="71538"/>
                  </a:lnTo>
                  <a:lnTo>
                    <a:pt x="26379" y="75955"/>
                  </a:lnTo>
                  <a:lnTo>
                    <a:pt x="23593" y="80463"/>
                  </a:lnTo>
                  <a:lnTo>
                    <a:pt x="20951" y="85056"/>
                  </a:lnTo>
                  <a:lnTo>
                    <a:pt x="18456" y="89731"/>
                  </a:lnTo>
                  <a:lnTo>
                    <a:pt x="16111" y="94483"/>
                  </a:lnTo>
                  <a:lnTo>
                    <a:pt x="13918" y="99306"/>
                  </a:lnTo>
                  <a:lnTo>
                    <a:pt x="11878" y="104197"/>
                  </a:lnTo>
                  <a:lnTo>
                    <a:pt x="9994" y="109150"/>
                  </a:lnTo>
                  <a:lnTo>
                    <a:pt x="8269" y="114160"/>
                  </a:lnTo>
                  <a:lnTo>
                    <a:pt x="6703" y="119222"/>
                  </a:lnTo>
                  <a:lnTo>
                    <a:pt x="5298" y="124332"/>
                  </a:lnTo>
                  <a:lnTo>
                    <a:pt x="4056" y="129483"/>
                  </a:lnTo>
                  <a:lnTo>
                    <a:pt x="2978" y="134671"/>
                  </a:lnTo>
                  <a:lnTo>
                    <a:pt x="2065" y="139891"/>
                  </a:lnTo>
                  <a:lnTo>
                    <a:pt x="1317" y="145137"/>
                  </a:lnTo>
                  <a:lnTo>
                    <a:pt x="737" y="150404"/>
                  </a:lnTo>
                  <a:lnTo>
                    <a:pt x="323" y="155687"/>
                  </a:lnTo>
                  <a:lnTo>
                    <a:pt x="77" y="160980"/>
                  </a:lnTo>
                  <a:lnTo>
                    <a:pt x="0" y="166278"/>
                  </a:lnTo>
                  <a:lnTo>
                    <a:pt x="90" y="171576"/>
                  </a:lnTo>
                  <a:lnTo>
                    <a:pt x="347" y="176869"/>
                  </a:lnTo>
                  <a:lnTo>
                    <a:pt x="773" y="182151"/>
                  </a:lnTo>
                  <a:lnTo>
                    <a:pt x="1366" y="187417"/>
                  </a:lnTo>
                  <a:lnTo>
                    <a:pt x="2125" y="192661"/>
                  </a:lnTo>
                  <a:lnTo>
                    <a:pt x="3050" y="197878"/>
                  </a:lnTo>
                  <a:lnTo>
                    <a:pt x="4140" y="203064"/>
                  </a:lnTo>
                  <a:lnTo>
                    <a:pt x="5394" y="208212"/>
                  </a:lnTo>
                  <a:lnTo>
                    <a:pt x="6811" y="213319"/>
                  </a:lnTo>
                  <a:lnTo>
                    <a:pt x="8388" y="218377"/>
                  </a:lnTo>
                  <a:lnTo>
                    <a:pt x="10125" y="223383"/>
                  </a:lnTo>
                  <a:lnTo>
                    <a:pt x="12020" y="228332"/>
                  </a:lnTo>
                  <a:lnTo>
                    <a:pt x="14071" y="233218"/>
                  </a:lnTo>
                  <a:lnTo>
                    <a:pt x="16276" y="238036"/>
                  </a:lnTo>
                  <a:lnTo>
                    <a:pt x="18632" y="242783"/>
                  </a:lnTo>
                  <a:lnTo>
                    <a:pt x="21137" y="247452"/>
                  </a:lnTo>
                  <a:lnTo>
                    <a:pt x="23789" y="252039"/>
                  </a:lnTo>
                  <a:lnTo>
                    <a:pt x="26586" y="256541"/>
                  </a:lnTo>
                  <a:lnTo>
                    <a:pt x="29523" y="260951"/>
                  </a:lnTo>
                  <a:lnTo>
                    <a:pt x="32599" y="265266"/>
                  </a:lnTo>
                  <a:lnTo>
                    <a:pt x="35810" y="269481"/>
                  </a:lnTo>
                  <a:lnTo>
                    <a:pt x="39153" y="273592"/>
                  </a:lnTo>
                  <a:lnTo>
                    <a:pt x="42625" y="277595"/>
                  </a:lnTo>
                  <a:lnTo>
                    <a:pt x="46222" y="281487"/>
                  </a:lnTo>
                  <a:lnTo>
                    <a:pt x="49940" y="285262"/>
                  </a:lnTo>
                  <a:lnTo>
                    <a:pt x="53776" y="288918"/>
                  </a:lnTo>
                  <a:lnTo>
                    <a:pt x="57726" y="292450"/>
                  </a:lnTo>
                  <a:lnTo>
                    <a:pt x="61786" y="295855"/>
                  </a:lnTo>
                  <a:lnTo>
                    <a:pt x="65952" y="299130"/>
                  </a:lnTo>
                  <a:lnTo>
                    <a:pt x="70219" y="302271"/>
                  </a:lnTo>
                  <a:lnTo>
                    <a:pt x="74584" y="305275"/>
                  </a:lnTo>
                  <a:lnTo>
                    <a:pt x="79042" y="308140"/>
                  </a:lnTo>
                  <a:lnTo>
                    <a:pt x="83589" y="310861"/>
                  </a:lnTo>
                  <a:lnTo>
                    <a:pt x="88220" y="313437"/>
                  </a:lnTo>
                  <a:lnTo>
                    <a:pt x="92929" y="315866"/>
                  </a:lnTo>
                  <a:lnTo>
                    <a:pt x="97714" y="318143"/>
                  </a:lnTo>
                  <a:lnTo>
                    <a:pt x="102568" y="320268"/>
                  </a:lnTo>
                  <a:lnTo>
                    <a:pt x="107487" y="322238"/>
                  </a:lnTo>
                  <a:lnTo>
                    <a:pt x="112466" y="324051"/>
                  </a:lnTo>
                  <a:lnTo>
                    <a:pt x="117501" y="325706"/>
                  </a:lnTo>
                  <a:lnTo>
                    <a:pt x="122585" y="327199"/>
                  </a:lnTo>
                  <a:lnTo>
                    <a:pt x="127713" y="328532"/>
                  </a:lnTo>
                  <a:lnTo>
                    <a:pt x="132882" y="329700"/>
                  </a:lnTo>
                  <a:lnTo>
                    <a:pt x="138085" y="330705"/>
                  </a:lnTo>
                  <a:lnTo>
                    <a:pt x="143317" y="331544"/>
                  </a:lnTo>
                  <a:lnTo>
                    <a:pt x="148573" y="332217"/>
                  </a:lnTo>
                  <a:lnTo>
                    <a:pt x="153848" y="332723"/>
                  </a:lnTo>
                  <a:lnTo>
                    <a:pt x="159136" y="333061"/>
                  </a:lnTo>
                  <a:lnTo>
                    <a:pt x="164432" y="333232"/>
                  </a:lnTo>
                  <a:lnTo>
                    <a:pt x="169731" y="333234"/>
                  </a:lnTo>
                  <a:lnTo>
                    <a:pt x="175027" y="333069"/>
                  </a:lnTo>
                  <a:lnTo>
                    <a:pt x="180316" y="332736"/>
                  </a:lnTo>
                  <a:lnTo>
                    <a:pt x="185591" y="332236"/>
                  </a:lnTo>
                  <a:lnTo>
                    <a:pt x="190848" y="331568"/>
                  </a:lnTo>
                  <a:lnTo>
                    <a:pt x="196081" y="330735"/>
                  </a:lnTo>
                  <a:lnTo>
                    <a:pt x="201285" y="329735"/>
                  </a:lnTo>
                  <a:lnTo>
                    <a:pt x="206454" y="328572"/>
                  </a:lnTo>
                  <a:lnTo>
                    <a:pt x="211584" y="327245"/>
                  </a:lnTo>
                  <a:lnTo>
                    <a:pt x="216670" y="325756"/>
                  </a:lnTo>
                  <a:lnTo>
                    <a:pt x="221706" y="324107"/>
                  </a:lnTo>
                  <a:lnTo>
                    <a:pt x="226687" y="322299"/>
                  </a:lnTo>
                  <a:lnTo>
                    <a:pt x="231608" y="320334"/>
                  </a:lnTo>
                  <a:lnTo>
                    <a:pt x="236464" y="318214"/>
                  </a:lnTo>
                  <a:lnTo>
                    <a:pt x="241251" y="315941"/>
                  </a:lnTo>
                  <a:lnTo>
                    <a:pt x="245963" y="313518"/>
                  </a:lnTo>
                  <a:lnTo>
                    <a:pt x="250597" y="310947"/>
                  </a:lnTo>
                  <a:lnTo>
                    <a:pt x="255146" y="308230"/>
                  </a:lnTo>
                  <a:lnTo>
                    <a:pt x="259607" y="305370"/>
                  </a:lnTo>
                  <a:lnTo>
                    <a:pt x="263975" y="302370"/>
                  </a:lnTo>
                  <a:lnTo>
                    <a:pt x="268246" y="299233"/>
                  </a:lnTo>
                  <a:lnTo>
                    <a:pt x="272415" y="295963"/>
                  </a:lnTo>
                  <a:lnTo>
                    <a:pt x="276478" y="292562"/>
                  </a:lnTo>
                  <a:lnTo>
                    <a:pt x="280432" y="289034"/>
                  </a:lnTo>
                  <a:lnTo>
                    <a:pt x="284272" y="285382"/>
                  </a:lnTo>
                  <a:lnTo>
                    <a:pt x="287994" y="281610"/>
                  </a:lnTo>
                  <a:lnTo>
                    <a:pt x="291595" y="277723"/>
                  </a:lnTo>
                  <a:lnTo>
                    <a:pt x="295071" y="273723"/>
                  </a:lnTo>
                  <a:lnTo>
                    <a:pt x="298418" y="269615"/>
                  </a:lnTo>
                  <a:lnTo>
                    <a:pt x="301633" y="265403"/>
                  </a:lnTo>
                  <a:lnTo>
                    <a:pt x="304713" y="261091"/>
                  </a:lnTo>
                  <a:lnTo>
                    <a:pt x="307655" y="256684"/>
                  </a:lnTo>
                  <a:lnTo>
                    <a:pt x="310456" y="252186"/>
                  </a:lnTo>
                  <a:lnTo>
                    <a:pt x="313113" y="247601"/>
                  </a:lnTo>
                  <a:lnTo>
                    <a:pt x="315623" y="242935"/>
                  </a:lnTo>
                  <a:lnTo>
                    <a:pt x="317984" y="238191"/>
                  </a:lnTo>
                  <a:lnTo>
                    <a:pt x="320194" y="233374"/>
                  </a:lnTo>
                  <a:lnTo>
                    <a:pt x="322250" y="228491"/>
                  </a:lnTo>
                  <a:lnTo>
                    <a:pt x="324150" y="223544"/>
                  </a:lnTo>
                  <a:lnTo>
                    <a:pt x="325892" y="218540"/>
                  </a:lnTo>
                  <a:lnTo>
                    <a:pt x="327475" y="213482"/>
                  </a:lnTo>
                  <a:lnTo>
                    <a:pt x="328896" y="208378"/>
                  </a:lnTo>
                  <a:lnTo>
                    <a:pt x="330155" y="203231"/>
                  </a:lnTo>
                  <a:lnTo>
                    <a:pt x="331251" y="198046"/>
                  </a:lnTo>
                  <a:lnTo>
                    <a:pt x="332181" y="192830"/>
                  </a:lnTo>
                  <a:lnTo>
                    <a:pt x="332946" y="187586"/>
                  </a:lnTo>
                  <a:lnTo>
                    <a:pt x="333544" y="182321"/>
                  </a:lnTo>
                  <a:lnTo>
                    <a:pt x="333975" y="177040"/>
                  </a:lnTo>
                  <a:lnTo>
                    <a:pt x="334238" y="171747"/>
                  </a:lnTo>
                  <a:lnTo>
                    <a:pt x="334334" y="166449"/>
                  </a:lnTo>
                  <a:lnTo>
                    <a:pt x="334261" y="161151"/>
                  </a:lnTo>
                  <a:lnTo>
                    <a:pt x="334021" y="155857"/>
                  </a:lnTo>
                  <a:lnTo>
                    <a:pt x="333613" y="150574"/>
                  </a:lnTo>
                  <a:lnTo>
                    <a:pt x="333038" y="145306"/>
                  </a:lnTo>
                  <a:lnTo>
                    <a:pt x="332296" y="140060"/>
                  </a:lnTo>
                  <a:lnTo>
                    <a:pt x="331388" y="134839"/>
                  </a:lnTo>
                  <a:lnTo>
                    <a:pt x="330315" y="129650"/>
                  </a:lnTo>
                  <a:lnTo>
                    <a:pt x="329078" y="124497"/>
                  </a:lnTo>
                  <a:lnTo>
                    <a:pt x="327679" y="119386"/>
                  </a:lnTo>
                  <a:lnTo>
                    <a:pt x="326118" y="114322"/>
                  </a:lnTo>
                  <a:lnTo>
                    <a:pt x="324397" y="109311"/>
                  </a:lnTo>
                  <a:lnTo>
                    <a:pt x="322519" y="104356"/>
                  </a:lnTo>
                  <a:lnTo>
                    <a:pt x="320484" y="99463"/>
                  </a:lnTo>
                  <a:lnTo>
                    <a:pt x="318296" y="94637"/>
                  </a:lnTo>
                  <a:lnTo>
                    <a:pt x="315955" y="89883"/>
                  </a:lnTo>
                  <a:lnTo>
                    <a:pt x="313465" y="85206"/>
                  </a:lnTo>
                  <a:lnTo>
                    <a:pt x="310828" y="80609"/>
                  </a:lnTo>
                  <a:lnTo>
                    <a:pt x="308047" y="76099"/>
                  </a:lnTo>
                  <a:lnTo>
                    <a:pt x="305124" y="71679"/>
                  </a:lnTo>
                  <a:lnTo>
                    <a:pt x="302063" y="67354"/>
                  </a:lnTo>
                  <a:lnTo>
                    <a:pt x="298866" y="63128"/>
                  </a:lnTo>
                  <a:lnTo>
                    <a:pt x="295536" y="59006"/>
                  </a:lnTo>
                  <a:lnTo>
                    <a:pt x="292078" y="54991"/>
                  </a:lnTo>
                  <a:lnTo>
                    <a:pt x="288494" y="51088"/>
                  </a:lnTo>
                  <a:lnTo>
                    <a:pt x="284788" y="47300"/>
                  </a:lnTo>
                  <a:lnTo>
                    <a:pt x="280964" y="43632"/>
                  </a:lnTo>
                  <a:lnTo>
                    <a:pt x="277026" y="40087"/>
                  </a:lnTo>
                  <a:lnTo>
                    <a:pt x="272977" y="36668"/>
                  </a:lnTo>
                  <a:lnTo>
                    <a:pt x="268822" y="33380"/>
                  </a:lnTo>
                  <a:lnTo>
                    <a:pt x="264565" y="30224"/>
                  </a:lnTo>
                  <a:lnTo>
                    <a:pt x="260210" y="27206"/>
                  </a:lnTo>
                  <a:lnTo>
                    <a:pt x="255762" y="24326"/>
                  </a:lnTo>
                  <a:lnTo>
                    <a:pt x="251224" y="21590"/>
                  </a:lnTo>
                  <a:lnTo>
                    <a:pt x="246602" y="18998"/>
                  </a:lnTo>
                  <a:lnTo>
                    <a:pt x="241900" y="16554"/>
                  </a:lnTo>
                  <a:lnTo>
                    <a:pt x="237123" y="14261"/>
                  </a:lnTo>
                  <a:lnTo>
                    <a:pt x="232276" y="12120"/>
                  </a:lnTo>
                  <a:lnTo>
                    <a:pt x="227364" y="10134"/>
                  </a:lnTo>
                  <a:lnTo>
                    <a:pt x="222390" y="8304"/>
                  </a:lnTo>
                  <a:lnTo>
                    <a:pt x="217362" y="6633"/>
                  </a:lnTo>
                  <a:lnTo>
                    <a:pt x="212283" y="5122"/>
                  </a:lnTo>
                  <a:lnTo>
                    <a:pt x="207159" y="3773"/>
                  </a:lnTo>
                  <a:lnTo>
                    <a:pt x="201994" y="2587"/>
                  </a:lnTo>
                  <a:lnTo>
                    <a:pt x="167167" y="1660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81287" y="2126963"/>
              <a:ext cx="34827" cy="167167"/>
            </a:xfrm>
            <a:custGeom>
              <a:avLst/>
              <a:pathLst>
                <a:path w="34827" h="167167">
                  <a:moveTo>
                    <a:pt x="34827" y="3668"/>
                  </a:moveTo>
                  <a:lnTo>
                    <a:pt x="27935" y="2350"/>
                  </a:lnTo>
                  <a:lnTo>
                    <a:pt x="20994" y="1323"/>
                  </a:lnTo>
                  <a:lnTo>
                    <a:pt x="14017" y="588"/>
                  </a:lnTo>
                  <a:lnTo>
                    <a:pt x="7014" y="1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034" y="2633064"/>
              <a:ext cx="3714" cy="167167"/>
            </a:xfrm>
            <a:custGeom>
              <a:avLst/>
              <a:pathLst>
                <a:path w="3714" h="167167">
                  <a:moveTo>
                    <a:pt x="3714" y="0"/>
                  </a:moveTo>
                  <a:lnTo>
                    <a:pt x="0" y="41"/>
                  </a:lnTo>
                  <a:lnTo>
                    <a:pt x="371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034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034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034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034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034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034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034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034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034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034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034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034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034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423581" y="2633105"/>
              <a:ext cx="334333" cy="334272"/>
            </a:xfrm>
            <a:custGeom>
              <a:avLst/>
              <a:pathLst>
                <a:path w="334333" h="334272">
                  <a:moveTo>
                    <a:pt x="163452" y="0"/>
                  </a:moveTo>
                  <a:lnTo>
                    <a:pt x="158162" y="201"/>
                  </a:lnTo>
                  <a:lnTo>
                    <a:pt x="152881" y="570"/>
                  </a:lnTo>
                  <a:lnTo>
                    <a:pt x="147615" y="1106"/>
                  </a:lnTo>
                  <a:lnTo>
                    <a:pt x="142368" y="1808"/>
                  </a:lnTo>
                  <a:lnTo>
                    <a:pt x="137146" y="2676"/>
                  </a:lnTo>
                  <a:lnTo>
                    <a:pt x="131954" y="3709"/>
                  </a:lnTo>
                  <a:lnTo>
                    <a:pt x="126797" y="4906"/>
                  </a:lnTo>
                  <a:lnTo>
                    <a:pt x="121681" y="6265"/>
                  </a:lnTo>
                  <a:lnTo>
                    <a:pt x="116610" y="7786"/>
                  </a:lnTo>
                  <a:lnTo>
                    <a:pt x="111590" y="9467"/>
                  </a:lnTo>
                  <a:lnTo>
                    <a:pt x="106626" y="11306"/>
                  </a:lnTo>
                  <a:lnTo>
                    <a:pt x="101723" y="13301"/>
                  </a:lnTo>
                  <a:lnTo>
                    <a:pt x="96885" y="15450"/>
                  </a:lnTo>
                  <a:lnTo>
                    <a:pt x="92118" y="17751"/>
                  </a:lnTo>
                  <a:lnTo>
                    <a:pt x="87426" y="20203"/>
                  </a:lnTo>
                  <a:lnTo>
                    <a:pt x="82814" y="22801"/>
                  </a:lnTo>
                  <a:lnTo>
                    <a:pt x="78286" y="25544"/>
                  </a:lnTo>
                  <a:lnTo>
                    <a:pt x="73848" y="28429"/>
                  </a:lnTo>
                  <a:lnTo>
                    <a:pt x="69503" y="31454"/>
                  </a:lnTo>
                  <a:lnTo>
                    <a:pt x="65256" y="34614"/>
                  </a:lnTo>
                  <a:lnTo>
                    <a:pt x="61111" y="37907"/>
                  </a:lnTo>
                  <a:lnTo>
                    <a:pt x="57073" y="41330"/>
                  </a:lnTo>
                  <a:lnTo>
                    <a:pt x="53145" y="44879"/>
                  </a:lnTo>
                  <a:lnTo>
                    <a:pt x="49332" y="48551"/>
                  </a:lnTo>
                  <a:lnTo>
                    <a:pt x="45636" y="52341"/>
                  </a:lnTo>
                  <a:lnTo>
                    <a:pt x="42063" y="56247"/>
                  </a:lnTo>
                  <a:lnTo>
                    <a:pt x="38615" y="60264"/>
                  </a:lnTo>
                  <a:lnTo>
                    <a:pt x="35295" y="64388"/>
                  </a:lnTo>
                  <a:lnTo>
                    <a:pt x="32109" y="68615"/>
                  </a:lnTo>
                  <a:lnTo>
                    <a:pt x="29057" y="72940"/>
                  </a:lnTo>
                  <a:lnTo>
                    <a:pt x="26144" y="77361"/>
                  </a:lnTo>
                  <a:lnTo>
                    <a:pt x="23373" y="81871"/>
                  </a:lnTo>
                  <a:lnTo>
                    <a:pt x="20745" y="86467"/>
                  </a:lnTo>
                  <a:lnTo>
                    <a:pt x="18265" y="91143"/>
                  </a:lnTo>
                  <a:lnTo>
                    <a:pt x="15934" y="95896"/>
                  </a:lnTo>
                  <a:lnTo>
                    <a:pt x="13754" y="100720"/>
                  </a:lnTo>
                  <a:lnTo>
                    <a:pt x="11728" y="105611"/>
                  </a:lnTo>
                  <a:lnTo>
                    <a:pt x="9858" y="110564"/>
                  </a:lnTo>
                  <a:lnTo>
                    <a:pt x="8146" y="115573"/>
                  </a:lnTo>
                  <a:lnTo>
                    <a:pt x="6594" y="120634"/>
                  </a:lnTo>
                  <a:lnTo>
                    <a:pt x="5202" y="125741"/>
                  </a:lnTo>
                  <a:lnTo>
                    <a:pt x="3973" y="130890"/>
                  </a:lnTo>
                  <a:lnTo>
                    <a:pt x="2908" y="136076"/>
                  </a:lnTo>
                  <a:lnTo>
                    <a:pt x="2007" y="141292"/>
                  </a:lnTo>
                  <a:lnTo>
                    <a:pt x="1272" y="146535"/>
                  </a:lnTo>
                  <a:lnTo>
                    <a:pt x="703" y="151798"/>
                  </a:lnTo>
                  <a:lnTo>
                    <a:pt x="301" y="157076"/>
                  </a:lnTo>
                  <a:lnTo>
                    <a:pt x="66" y="162365"/>
                  </a:lnTo>
                  <a:lnTo>
                    <a:pt x="0" y="167658"/>
                  </a:lnTo>
                  <a:lnTo>
                    <a:pt x="100" y="172951"/>
                  </a:lnTo>
                  <a:lnTo>
                    <a:pt x="368" y="178238"/>
                  </a:lnTo>
                  <a:lnTo>
                    <a:pt x="804" y="183514"/>
                  </a:lnTo>
                  <a:lnTo>
                    <a:pt x="1406" y="188773"/>
                  </a:lnTo>
                  <a:lnTo>
                    <a:pt x="2175" y="194011"/>
                  </a:lnTo>
                  <a:lnTo>
                    <a:pt x="3109" y="199222"/>
                  </a:lnTo>
                  <a:lnTo>
                    <a:pt x="4207" y="204400"/>
                  </a:lnTo>
                  <a:lnTo>
                    <a:pt x="5469" y="209541"/>
                  </a:lnTo>
                  <a:lnTo>
                    <a:pt x="6893" y="214640"/>
                  </a:lnTo>
                  <a:lnTo>
                    <a:pt x="8478" y="219691"/>
                  </a:lnTo>
                  <a:lnTo>
                    <a:pt x="10222" y="224689"/>
                  </a:lnTo>
                  <a:lnTo>
                    <a:pt x="12123" y="229629"/>
                  </a:lnTo>
                  <a:lnTo>
                    <a:pt x="14180" y="234507"/>
                  </a:lnTo>
                  <a:lnTo>
                    <a:pt x="16390" y="239318"/>
                  </a:lnTo>
                  <a:lnTo>
                    <a:pt x="18752" y="244055"/>
                  </a:lnTo>
                  <a:lnTo>
                    <a:pt x="21262" y="248716"/>
                  </a:lnTo>
                  <a:lnTo>
                    <a:pt x="23919" y="253295"/>
                  </a:lnTo>
                  <a:lnTo>
                    <a:pt x="26719" y="257788"/>
                  </a:lnTo>
                  <a:lnTo>
                    <a:pt x="29660" y="262189"/>
                  </a:lnTo>
                  <a:lnTo>
                    <a:pt x="32739" y="266495"/>
                  </a:lnTo>
                  <a:lnTo>
                    <a:pt x="35953" y="270702"/>
                  </a:lnTo>
                  <a:lnTo>
                    <a:pt x="39298" y="274805"/>
                  </a:lnTo>
                  <a:lnTo>
                    <a:pt x="42772" y="278799"/>
                  </a:lnTo>
                  <a:lnTo>
                    <a:pt x="46370" y="282682"/>
                  </a:lnTo>
                  <a:lnTo>
                    <a:pt x="50090" y="286449"/>
                  </a:lnTo>
                  <a:lnTo>
                    <a:pt x="53926" y="290096"/>
                  </a:lnTo>
                  <a:lnTo>
                    <a:pt x="57877" y="293620"/>
                  </a:lnTo>
                  <a:lnTo>
                    <a:pt x="61937" y="297017"/>
                  </a:lnTo>
                  <a:lnTo>
                    <a:pt x="66103" y="300284"/>
                  </a:lnTo>
                  <a:lnTo>
                    <a:pt x="70369" y="303417"/>
                  </a:lnTo>
                  <a:lnTo>
                    <a:pt x="74733" y="306414"/>
                  </a:lnTo>
                  <a:lnTo>
                    <a:pt x="79190" y="309271"/>
                  </a:lnTo>
                  <a:lnTo>
                    <a:pt x="83735" y="311985"/>
                  </a:lnTo>
                  <a:lnTo>
                    <a:pt x="88364" y="314554"/>
                  </a:lnTo>
                  <a:lnTo>
                    <a:pt x="93071" y="316975"/>
                  </a:lnTo>
                  <a:lnTo>
                    <a:pt x="97853" y="319246"/>
                  </a:lnTo>
                  <a:lnTo>
                    <a:pt x="102704" y="321365"/>
                  </a:lnTo>
                  <a:lnTo>
                    <a:pt x="107620" y="323328"/>
                  </a:lnTo>
                  <a:lnTo>
                    <a:pt x="112596" y="325135"/>
                  </a:lnTo>
                  <a:lnTo>
                    <a:pt x="117627" y="326784"/>
                  </a:lnTo>
                  <a:lnTo>
                    <a:pt x="122707" y="328273"/>
                  </a:lnTo>
                  <a:lnTo>
                    <a:pt x="127832" y="329600"/>
                  </a:lnTo>
                  <a:lnTo>
                    <a:pt x="132996" y="330764"/>
                  </a:lnTo>
                  <a:lnTo>
                    <a:pt x="138194" y="331763"/>
                  </a:lnTo>
                  <a:lnTo>
                    <a:pt x="143422" y="332598"/>
                  </a:lnTo>
                  <a:lnTo>
                    <a:pt x="148673" y="333267"/>
                  </a:lnTo>
                  <a:lnTo>
                    <a:pt x="153943" y="333769"/>
                  </a:lnTo>
                  <a:lnTo>
                    <a:pt x="159226" y="334104"/>
                  </a:lnTo>
                  <a:lnTo>
                    <a:pt x="164517" y="334272"/>
                  </a:lnTo>
                  <a:lnTo>
                    <a:pt x="169811" y="334272"/>
                  </a:lnTo>
                  <a:lnTo>
                    <a:pt x="175102" y="334105"/>
                  </a:lnTo>
                  <a:lnTo>
                    <a:pt x="180385" y="333770"/>
                  </a:lnTo>
                  <a:lnTo>
                    <a:pt x="185655" y="333268"/>
                  </a:lnTo>
                  <a:lnTo>
                    <a:pt x="190906" y="332599"/>
                  </a:lnTo>
                  <a:lnTo>
                    <a:pt x="196134" y="331764"/>
                  </a:lnTo>
                  <a:lnTo>
                    <a:pt x="201332" y="330764"/>
                  </a:lnTo>
                  <a:lnTo>
                    <a:pt x="206497" y="329601"/>
                  </a:lnTo>
                  <a:lnTo>
                    <a:pt x="211621" y="328274"/>
                  </a:lnTo>
                  <a:lnTo>
                    <a:pt x="216701" y="326785"/>
                  </a:lnTo>
                  <a:lnTo>
                    <a:pt x="221732" y="325137"/>
                  </a:lnTo>
                  <a:lnTo>
                    <a:pt x="226708" y="323330"/>
                  </a:lnTo>
                  <a:lnTo>
                    <a:pt x="231624" y="321366"/>
                  </a:lnTo>
                  <a:lnTo>
                    <a:pt x="236475" y="319248"/>
                  </a:lnTo>
                  <a:lnTo>
                    <a:pt x="241257" y="316977"/>
                  </a:lnTo>
                  <a:lnTo>
                    <a:pt x="245965" y="314556"/>
                  </a:lnTo>
                  <a:lnTo>
                    <a:pt x="250594" y="311987"/>
                  </a:lnTo>
                  <a:lnTo>
                    <a:pt x="255139" y="309273"/>
                  </a:lnTo>
                  <a:lnTo>
                    <a:pt x="259595" y="306416"/>
                  </a:lnTo>
                  <a:lnTo>
                    <a:pt x="263959" y="303420"/>
                  </a:lnTo>
                  <a:lnTo>
                    <a:pt x="268226" y="300286"/>
                  </a:lnTo>
                  <a:lnTo>
                    <a:pt x="272392" y="297020"/>
                  </a:lnTo>
                  <a:lnTo>
                    <a:pt x="276452" y="293623"/>
                  </a:lnTo>
                  <a:lnTo>
                    <a:pt x="280403" y="290099"/>
                  </a:lnTo>
                  <a:lnTo>
                    <a:pt x="284240" y="286452"/>
                  </a:lnTo>
                  <a:lnTo>
                    <a:pt x="287959" y="282685"/>
                  </a:lnTo>
                  <a:lnTo>
                    <a:pt x="291558" y="278802"/>
                  </a:lnTo>
                  <a:lnTo>
                    <a:pt x="295031" y="274808"/>
                  </a:lnTo>
                  <a:lnTo>
                    <a:pt x="298377" y="270705"/>
                  </a:lnTo>
                  <a:lnTo>
                    <a:pt x="301591" y="266499"/>
                  </a:lnTo>
                  <a:lnTo>
                    <a:pt x="304670" y="262193"/>
                  </a:lnTo>
                  <a:lnTo>
                    <a:pt x="307611" y="257791"/>
                  </a:lnTo>
                  <a:lnTo>
                    <a:pt x="310411" y="253299"/>
                  </a:lnTo>
                  <a:lnTo>
                    <a:pt x="313068" y="248720"/>
                  </a:lnTo>
                  <a:lnTo>
                    <a:pt x="315578" y="244059"/>
                  </a:lnTo>
                  <a:lnTo>
                    <a:pt x="317940" y="239321"/>
                  </a:lnTo>
                  <a:lnTo>
                    <a:pt x="320150" y="234511"/>
                  </a:lnTo>
                  <a:lnTo>
                    <a:pt x="322207" y="229633"/>
                  </a:lnTo>
                  <a:lnTo>
                    <a:pt x="324109" y="224693"/>
                  </a:lnTo>
                  <a:lnTo>
                    <a:pt x="325853" y="219695"/>
                  </a:lnTo>
                  <a:lnTo>
                    <a:pt x="327438" y="214644"/>
                  </a:lnTo>
                  <a:lnTo>
                    <a:pt x="328862" y="209545"/>
                  </a:lnTo>
                  <a:lnTo>
                    <a:pt x="330124" y="204404"/>
                  </a:lnTo>
                  <a:lnTo>
                    <a:pt x="331223" y="199226"/>
                  </a:lnTo>
                  <a:lnTo>
                    <a:pt x="332157" y="194015"/>
                  </a:lnTo>
                  <a:lnTo>
                    <a:pt x="332925" y="188777"/>
                  </a:lnTo>
                  <a:lnTo>
                    <a:pt x="333528" y="183518"/>
                  </a:lnTo>
                  <a:lnTo>
                    <a:pt x="333964" y="178242"/>
                  </a:lnTo>
                  <a:lnTo>
                    <a:pt x="334232" y="172955"/>
                  </a:lnTo>
                  <a:lnTo>
                    <a:pt x="334333" y="167663"/>
                  </a:lnTo>
                  <a:lnTo>
                    <a:pt x="334266" y="162369"/>
                  </a:lnTo>
                  <a:lnTo>
                    <a:pt x="334031" y="157081"/>
                  </a:lnTo>
                  <a:lnTo>
                    <a:pt x="333630" y="151802"/>
                  </a:lnTo>
                  <a:lnTo>
                    <a:pt x="333061" y="146539"/>
                  </a:lnTo>
                  <a:lnTo>
                    <a:pt x="332326" y="141297"/>
                  </a:lnTo>
                  <a:lnTo>
                    <a:pt x="331425" y="136080"/>
                  </a:lnTo>
                  <a:lnTo>
                    <a:pt x="330360" y="130895"/>
                  </a:lnTo>
                  <a:lnTo>
                    <a:pt x="329131" y="125745"/>
                  </a:lnTo>
                  <a:lnTo>
                    <a:pt x="327740" y="120638"/>
                  </a:lnTo>
                  <a:lnTo>
                    <a:pt x="326187" y="115577"/>
                  </a:lnTo>
                  <a:lnTo>
                    <a:pt x="324475" y="110568"/>
                  </a:lnTo>
                  <a:lnTo>
                    <a:pt x="322605" y="105615"/>
                  </a:lnTo>
                  <a:lnTo>
                    <a:pt x="320580" y="100724"/>
                  </a:lnTo>
                  <a:lnTo>
                    <a:pt x="318400" y="95900"/>
                  </a:lnTo>
                  <a:lnTo>
                    <a:pt x="316069" y="91147"/>
                  </a:lnTo>
                  <a:lnTo>
                    <a:pt x="313589" y="86470"/>
                  </a:lnTo>
                  <a:lnTo>
                    <a:pt x="310962" y="81874"/>
                  </a:lnTo>
                  <a:lnTo>
                    <a:pt x="308190" y="77364"/>
                  </a:lnTo>
                  <a:lnTo>
                    <a:pt x="305277" y="72944"/>
                  </a:lnTo>
                  <a:lnTo>
                    <a:pt x="302226" y="68618"/>
                  </a:lnTo>
                  <a:lnTo>
                    <a:pt x="299039" y="64391"/>
                  </a:lnTo>
                  <a:lnTo>
                    <a:pt x="295720" y="60267"/>
                  </a:lnTo>
                  <a:lnTo>
                    <a:pt x="292272" y="56250"/>
                  </a:lnTo>
                  <a:lnTo>
                    <a:pt x="288699" y="52344"/>
                  </a:lnTo>
                  <a:lnTo>
                    <a:pt x="285004" y="48554"/>
                  </a:lnTo>
                  <a:lnTo>
                    <a:pt x="281190" y="44882"/>
                  </a:lnTo>
                  <a:lnTo>
                    <a:pt x="277262" y="41333"/>
                  </a:lnTo>
                  <a:lnTo>
                    <a:pt x="273224" y="37910"/>
                  </a:lnTo>
                  <a:lnTo>
                    <a:pt x="269079" y="34617"/>
                  </a:lnTo>
                  <a:lnTo>
                    <a:pt x="264833" y="31456"/>
                  </a:lnTo>
                  <a:lnTo>
                    <a:pt x="260488" y="28432"/>
                  </a:lnTo>
                  <a:lnTo>
                    <a:pt x="256050" y="25547"/>
                  </a:lnTo>
                  <a:lnTo>
                    <a:pt x="251522" y="22803"/>
                  </a:lnTo>
                  <a:lnTo>
                    <a:pt x="246910" y="20205"/>
                  </a:lnTo>
                  <a:lnTo>
                    <a:pt x="167166" y="167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90748" y="2633064"/>
              <a:ext cx="79744" cy="167167"/>
            </a:xfrm>
            <a:custGeom>
              <a:avLst/>
              <a:pathLst>
                <a:path w="79744" h="167167">
                  <a:moveTo>
                    <a:pt x="79744" y="20246"/>
                  </a:moveTo>
                  <a:lnTo>
                    <a:pt x="74476" y="17507"/>
                  </a:lnTo>
                  <a:lnTo>
                    <a:pt x="69114" y="14956"/>
                  </a:lnTo>
                  <a:lnTo>
                    <a:pt x="63665" y="12598"/>
                  </a:lnTo>
                  <a:lnTo>
                    <a:pt x="58136" y="10434"/>
                  </a:lnTo>
                  <a:lnTo>
                    <a:pt x="52533" y="8469"/>
                  </a:lnTo>
                  <a:lnTo>
                    <a:pt x="46865" y="6703"/>
                  </a:lnTo>
                  <a:lnTo>
                    <a:pt x="41137" y="5140"/>
                  </a:lnTo>
                  <a:lnTo>
                    <a:pt x="35357" y="3781"/>
                  </a:lnTo>
                  <a:lnTo>
                    <a:pt x="29532" y="2629"/>
                  </a:lnTo>
                  <a:lnTo>
                    <a:pt x="23671" y="1684"/>
                  </a:lnTo>
                  <a:lnTo>
                    <a:pt x="17779" y="948"/>
                  </a:lnTo>
                  <a:lnTo>
                    <a:pt x="11865" y="421"/>
                  </a:lnTo>
                  <a:lnTo>
                    <a:pt x="5936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9655" y="3170392"/>
              <a:ext cx="16325" cy="167167"/>
            </a:xfrm>
            <a:custGeom>
              <a:avLst/>
              <a:pathLst>
                <a:path w="16325" h="167167">
                  <a:moveTo>
                    <a:pt x="16325" y="0"/>
                  </a:moveTo>
                  <a:lnTo>
                    <a:pt x="8152" y="199"/>
                  </a:lnTo>
                  <a:lnTo>
                    <a:pt x="0" y="799"/>
                  </a:lnTo>
                  <a:lnTo>
                    <a:pt x="1632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9655" y="3171191"/>
              <a:ext cx="16325" cy="166368"/>
            </a:xfrm>
            <a:custGeom>
              <a:avLst/>
              <a:pathLst>
                <a:path w="16325" h="166368">
                  <a:moveTo>
                    <a:pt x="0" y="0"/>
                  </a:moveTo>
                  <a:lnTo>
                    <a:pt x="16325" y="1663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655" y="3171191"/>
              <a:ext cx="16325" cy="166368"/>
            </a:xfrm>
            <a:custGeom>
              <a:avLst/>
              <a:pathLst>
                <a:path w="16325" h="166368">
                  <a:moveTo>
                    <a:pt x="0" y="0"/>
                  </a:moveTo>
                  <a:lnTo>
                    <a:pt x="16325" y="1663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655" y="3171191"/>
              <a:ext cx="16325" cy="166368"/>
            </a:xfrm>
            <a:custGeom>
              <a:avLst/>
              <a:pathLst>
                <a:path w="16325" h="166368">
                  <a:moveTo>
                    <a:pt x="0" y="0"/>
                  </a:moveTo>
                  <a:lnTo>
                    <a:pt x="16325" y="1663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655" y="3171191"/>
              <a:ext cx="16325" cy="166368"/>
            </a:xfrm>
            <a:custGeom>
              <a:avLst/>
              <a:pathLst>
                <a:path w="16325" h="166368">
                  <a:moveTo>
                    <a:pt x="0" y="0"/>
                  </a:moveTo>
                  <a:lnTo>
                    <a:pt x="16325" y="1663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655" y="3171191"/>
              <a:ext cx="16325" cy="166368"/>
            </a:xfrm>
            <a:custGeom>
              <a:avLst/>
              <a:pathLst>
                <a:path w="16325" h="166368">
                  <a:moveTo>
                    <a:pt x="0" y="0"/>
                  </a:moveTo>
                  <a:lnTo>
                    <a:pt x="16325" y="1663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655" y="3171191"/>
              <a:ext cx="16325" cy="166368"/>
            </a:xfrm>
            <a:custGeom>
              <a:avLst/>
              <a:pathLst>
                <a:path w="16325" h="166368">
                  <a:moveTo>
                    <a:pt x="0" y="0"/>
                  </a:moveTo>
                  <a:lnTo>
                    <a:pt x="16325" y="1663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655" y="3171191"/>
              <a:ext cx="16325" cy="166368"/>
            </a:xfrm>
            <a:custGeom>
              <a:avLst/>
              <a:pathLst>
                <a:path w="16325" h="166368">
                  <a:moveTo>
                    <a:pt x="0" y="0"/>
                  </a:moveTo>
                  <a:lnTo>
                    <a:pt x="16325" y="1663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655" y="3171191"/>
              <a:ext cx="16325" cy="166368"/>
            </a:xfrm>
            <a:custGeom>
              <a:avLst/>
              <a:pathLst>
                <a:path w="16325" h="166368">
                  <a:moveTo>
                    <a:pt x="0" y="0"/>
                  </a:moveTo>
                  <a:lnTo>
                    <a:pt x="16325" y="1663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655" y="3171191"/>
              <a:ext cx="16325" cy="166368"/>
            </a:xfrm>
            <a:custGeom>
              <a:avLst/>
              <a:pathLst>
                <a:path w="16325" h="166368">
                  <a:moveTo>
                    <a:pt x="0" y="0"/>
                  </a:moveTo>
                  <a:lnTo>
                    <a:pt x="16325" y="1663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9655" y="3171191"/>
              <a:ext cx="16325" cy="166368"/>
            </a:xfrm>
            <a:custGeom>
              <a:avLst/>
              <a:pathLst>
                <a:path w="16325" h="166368">
                  <a:moveTo>
                    <a:pt x="0" y="0"/>
                  </a:moveTo>
                  <a:lnTo>
                    <a:pt x="16325" y="1663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9655" y="3171191"/>
              <a:ext cx="16325" cy="166368"/>
            </a:xfrm>
            <a:custGeom>
              <a:avLst/>
              <a:pathLst>
                <a:path w="16325" h="166368">
                  <a:moveTo>
                    <a:pt x="0" y="0"/>
                  </a:moveTo>
                  <a:lnTo>
                    <a:pt x="16325" y="1663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9655" y="3171191"/>
              <a:ext cx="16325" cy="166368"/>
            </a:xfrm>
            <a:custGeom>
              <a:avLst/>
              <a:pathLst>
                <a:path w="16325" h="166368">
                  <a:moveTo>
                    <a:pt x="0" y="0"/>
                  </a:moveTo>
                  <a:lnTo>
                    <a:pt x="16325" y="1663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358828" y="3171191"/>
              <a:ext cx="334318" cy="333531"/>
            </a:xfrm>
            <a:custGeom>
              <a:avLst/>
              <a:pathLst>
                <a:path w="334318" h="333531">
                  <a:moveTo>
                    <a:pt x="150826" y="0"/>
                  </a:moveTo>
                  <a:lnTo>
                    <a:pt x="145573" y="599"/>
                  </a:lnTo>
                  <a:lnTo>
                    <a:pt x="140341" y="1364"/>
                  </a:lnTo>
                  <a:lnTo>
                    <a:pt x="135136" y="2295"/>
                  </a:lnTo>
                  <a:lnTo>
                    <a:pt x="129963" y="3389"/>
                  </a:lnTo>
                  <a:lnTo>
                    <a:pt x="124828" y="4647"/>
                  </a:lnTo>
                  <a:lnTo>
                    <a:pt x="119734" y="6066"/>
                  </a:lnTo>
                  <a:lnTo>
                    <a:pt x="114688" y="7646"/>
                  </a:lnTo>
                  <a:lnTo>
                    <a:pt x="109695" y="9385"/>
                  </a:lnTo>
                  <a:lnTo>
                    <a:pt x="104759" y="11280"/>
                  </a:lnTo>
                  <a:lnTo>
                    <a:pt x="99885" y="13331"/>
                  </a:lnTo>
                  <a:lnTo>
                    <a:pt x="95079" y="15535"/>
                  </a:lnTo>
                  <a:lnTo>
                    <a:pt x="90345" y="17890"/>
                  </a:lnTo>
                  <a:lnTo>
                    <a:pt x="85688" y="20393"/>
                  </a:lnTo>
                  <a:lnTo>
                    <a:pt x="81112" y="23043"/>
                  </a:lnTo>
                  <a:lnTo>
                    <a:pt x="76622" y="25835"/>
                  </a:lnTo>
                  <a:lnTo>
                    <a:pt x="72223" y="28769"/>
                  </a:lnTo>
                  <a:lnTo>
                    <a:pt x="67919" y="31840"/>
                  </a:lnTo>
                  <a:lnTo>
                    <a:pt x="63714" y="35045"/>
                  </a:lnTo>
                  <a:lnTo>
                    <a:pt x="59612" y="38382"/>
                  </a:lnTo>
                  <a:lnTo>
                    <a:pt x="55619" y="41847"/>
                  </a:lnTo>
                  <a:lnTo>
                    <a:pt x="51736" y="45437"/>
                  </a:lnTo>
                  <a:lnTo>
                    <a:pt x="47969" y="49147"/>
                  </a:lnTo>
                  <a:lnTo>
                    <a:pt x="44322" y="52975"/>
                  </a:lnTo>
                  <a:lnTo>
                    <a:pt x="40797" y="56917"/>
                  </a:lnTo>
                  <a:lnTo>
                    <a:pt x="37399" y="60967"/>
                  </a:lnTo>
                  <a:lnTo>
                    <a:pt x="34130" y="65124"/>
                  </a:lnTo>
                  <a:lnTo>
                    <a:pt x="30995" y="69381"/>
                  </a:lnTo>
                  <a:lnTo>
                    <a:pt x="27996" y="73736"/>
                  </a:lnTo>
                  <a:lnTo>
                    <a:pt x="25136" y="78183"/>
                  </a:lnTo>
                  <a:lnTo>
                    <a:pt x="22418" y="82718"/>
                  </a:lnTo>
                  <a:lnTo>
                    <a:pt x="19845" y="87338"/>
                  </a:lnTo>
                  <a:lnTo>
                    <a:pt x="17419" y="92036"/>
                  </a:lnTo>
                  <a:lnTo>
                    <a:pt x="15143" y="96808"/>
                  </a:lnTo>
                  <a:lnTo>
                    <a:pt x="13020" y="101650"/>
                  </a:lnTo>
                  <a:lnTo>
                    <a:pt x="11050" y="106557"/>
                  </a:lnTo>
                  <a:lnTo>
                    <a:pt x="9236" y="111524"/>
                  </a:lnTo>
                  <a:lnTo>
                    <a:pt x="7581" y="116546"/>
                  </a:lnTo>
                  <a:lnTo>
                    <a:pt x="6085" y="121617"/>
                  </a:lnTo>
                  <a:lnTo>
                    <a:pt x="4750" y="126733"/>
                  </a:lnTo>
                  <a:lnTo>
                    <a:pt x="3578" y="131889"/>
                  </a:lnTo>
                  <a:lnTo>
                    <a:pt x="2570" y="137080"/>
                  </a:lnTo>
                  <a:lnTo>
                    <a:pt x="1726" y="142299"/>
                  </a:lnTo>
                  <a:lnTo>
                    <a:pt x="1047" y="147543"/>
                  </a:lnTo>
                  <a:lnTo>
                    <a:pt x="535" y="152806"/>
                  </a:lnTo>
                  <a:lnTo>
                    <a:pt x="189" y="158082"/>
                  </a:lnTo>
                  <a:lnTo>
                    <a:pt x="11" y="163366"/>
                  </a:lnTo>
                  <a:lnTo>
                    <a:pt x="0" y="168654"/>
                  </a:lnTo>
                  <a:lnTo>
                    <a:pt x="155" y="173939"/>
                  </a:lnTo>
                  <a:lnTo>
                    <a:pt x="478" y="179216"/>
                  </a:lnTo>
                  <a:lnTo>
                    <a:pt x="968" y="184481"/>
                  </a:lnTo>
                  <a:lnTo>
                    <a:pt x="1624" y="189728"/>
                  </a:lnTo>
                  <a:lnTo>
                    <a:pt x="2446" y="194951"/>
                  </a:lnTo>
                  <a:lnTo>
                    <a:pt x="3432" y="200146"/>
                  </a:lnTo>
                  <a:lnTo>
                    <a:pt x="4582" y="205306"/>
                  </a:lnTo>
                  <a:lnTo>
                    <a:pt x="5895" y="210428"/>
                  </a:lnTo>
                  <a:lnTo>
                    <a:pt x="7369" y="215506"/>
                  </a:lnTo>
                  <a:lnTo>
                    <a:pt x="9003" y="220535"/>
                  </a:lnTo>
                  <a:lnTo>
                    <a:pt x="10795" y="225509"/>
                  </a:lnTo>
                  <a:lnTo>
                    <a:pt x="12744" y="230425"/>
                  </a:lnTo>
                  <a:lnTo>
                    <a:pt x="14847" y="235276"/>
                  </a:lnTo>
                  <a:lnTo>
                    <a:pt x="17102" y="240058"/>
                  </a:lnTo>
                  <a:lnTo>
                    <a:pt x="19508" y="244767"/>
                  </a:lnTo>
                  <a:lnTo>
                    <a:pt x="22061" y="249397"/>
                  </a:lnTo>
                  <a:lnTo>
                    <a:pt x="24760" y="253944"/>
                  </a:lnTo>
                  <a:lnTo>
                    <a:pt x="27600" y="258403"/>
                  </a:lnTo>
                  <a:lnTo>
                    <a:pt x="30581" y="262771"/>
                  </a:lnTo>
                  <a:lnTo>
                    <a:pt x="33698" y="267042"/>
                  </a:lnTo>
                  <a:lnTo>
                    <a:pt x="36949" y="271212"/>
                  </a:lnTo>
                  <a:lnTo>
                    <a:pt x="40330" y="275277"/>
                  </a:lnTo>
                  <a:lnTo>
                    <a:pt x="43837" y="279233"/>
                  </a:lnTo>
                  <a:lnTo>
                    <a:pt x="47468" y="283077"/>
                  </a:lnTo>
                  <a:lnTo>
                    <a:pt x="51219" y="286803"/>
                  </a:lnTo>
                  <a:lnTo>
                    <a:pt x="55086" y="290410"/>
                  </a:lnTo>
                  <a:lnTo>
                    <a:pt x="59065" y="293892"/>
                  </a:lnTo>
                  <a:lnTo>
                    <a:pt x="63152" y="297246"/>
                  </a:lnTo>
                  <a:lnTo>
                    <a:pt x="67343" y="300470"/>
                  </a:lnTo>
                  <a:lnTo>
                    <a:pt x="71634" y="303559"/>
                  </a:lnTo>
                  <a:lnTo>
                    <a:pt x="76021" y="306511"/>
                  </a:lnTo>
                  <a:lnTo>
                    <a:pt x="80499" y="309323"/>
                  </a:lnTo>
                  <a:lnTo>
                    <a:pt x="85063" y="311992"/>
                  </a:lnTo>
                  <a:lnTo>
                    <a:pt x="89710" y="314516"/>
                  </a:lnTo>
                  <a:lnTo>
                    <a:pt x="94434" y="316891"/>
                  </a:lnTo>
                  <a:lnTo>
                    <a:pt x="99230" y="319115"/>
                  </a:lnTo>
                  <a:lnTo>
                    <a:pt x="104095" y="321187"/>
                  </a:lnTo>
                  <a:lnTo>
                    <a:pt x="109023" y="323104"/>
                  </a:lnTo>
                  <a:lnTo>
                    <a:pt x="114009" y="324863"/>
                  </a:lnTo>
                  <a:lnTo>
                    <a:pt x="119048" y="326465"/>
                  </a:lnTo>
                  <a:lnTo>
                    <a:pt x="124135" y="327906"/>
                  </a:lnTo>
                  <a:lnTo>
                    <a:pt x="129266" y="329186"/>
                  </a:lnTo>
                  <a:lnTo>
                    <a:pt x="134434" y="330302"/>
                  </a:lnTo>
                  <a:lnTo>
                    <a:pt x="139635" y="331255"/>
                  </a:lnTo>
                  <a:lnTo>
                    <a:pt x="144863" y="332043"/>
                  </a:lnTo>
                  <a:lnTo>
                    <a:pt x="150114" y="332665"/>
                  </a:lnTo>
                  <a:lnTo>
                    <a:pt x="155382" y="333121"/>
                  </a:lnTo>
                  <a:lnTo>
                    <a:pt x="160661" y="333409"/>
                  </a:lnTo>
                  <a:lnTo>
                    <a:pt x="165947" y="333531"/>
                  </a:lnTo>
                  <a:lnTo>
                    <a:pt x="171235" y="333485"/>
                  </a:lnTo>
                  <a:lnTo>
                    <a:pt x="176518" y="333273"/>
                  </a:lnTo>
                  <a:lnTo>
                    <a:pt x="181791" y="332893"/>
                  </a:lnTo>
                  <a:lnTo>
                    <a:pt x="187051" y="332347"/>
                  </a:lnTo>
                  <a:lnTo>
                    <a:pt x="192290" y="331634"/>
                  </a:lnTo>
                  <a:lnTo>
                    <a:pt x="197504" y="330757"/>
                  </a:lnTo>
                  <a:lnTo>
                    <a:pt x="202688" y="329715"/>
                  </a:lnTo>
                  <a:lnTo>
                    <a:pt x="207836" y="328509"/>
                  </a:lnTo>
                  <a:lnTo>
                    <a:pt x="212943" y="327141"/>
                  </a:lnTo>
                  <a:lnTo>
                    <a:pt x="218005" y="325613"/>
                  </a:lnTo>
                  <a:lnTo>
                    <a:pt x="223016" y="323925"/>
                  </a:lnTo>
                  <a:lnTo>
                    <a:pt x="227971" y="322079"/>
                  </a:lnTo>
                  <a:lnTo>
                    <a:pt x="232865" y="320078"/>
                  </a:lnTo>
                  <a:lnTo>
                    <a:pt x="237693" y="317923"/>
                  </a:lnTo>
                  <a:lnTo>
                    <a:pt x="242451" y="315616"/>
                  </a:lnTo>
                  <a:lnTo>
                    <a:pt x="247133" y="313160"/>
                  </a:lnTo>
                  <a:lnTo>
                    <a:pt x="251736" y="310557"/>
                  </a:lnTo>
                  <a:lnTo>
                    <a:pt x="256253" y="307810"/>
                  </a:lnTo>
                  <a:lnTo>
                    <a:pt x="260682" y="304921"/>
                  </a:lnTo>
                  <a:lnTo>
                    <a:pt x="265017" y="301894"/>
                  </a:lnTo>
                  <a:lnTo>
                    <a:pt x="269254" y="298731"/>
                  </a:lnTo>
                  <a:lnTo>
                    <a:pt x="273389" y="295436"/>
                  </a:lnTo>
                  <a:lnTo>
                    <a:pt x="277418" y="292011"/>
                  </a:lnTo>
                  <a:lnTo>
                    <a:pt x="281336" y="288461"/>
                  </a:lnTo>
                  <a:lnTo>
                    <a:pt x="285141" y="284789"/>
                  </a:lnTo>
                  <a:lnTo>
                    <a:pt x="288827" y="280998"/>
                  </a:lnTo>
                  <a:lnTo>
                    <a:pt x="292391" y="277093"/>
                  </a:lnTo>
                  <a:lnTo>
                    <a:pt x="295830" y="273076"/>
                  </a:lnTo>
                  <a:lnTo>
                    <a:pt x="299141" y="268953"/>
                  </a:lnTo>
                  <a:lnTo>
                    <a:pt x="302319" y="264728"/>
                  </a:lnTo>
                  <a:lnTo>
                    <a:pt x="305362" y="260404"/>
                  </a:lnTo>
                  <a:lnTo>
                    <a:pt x="308267" y="255986"/>
                  </a:lnTo>
                  <a:lnTo>
                    <a:pt x="311030" y="251478"/>
                  </a:lnTo>
                  <a:lnTo>
                    <a:pt x="313650" y="246885"/>
                  </a:lnTo>
                  <a:lnTo>
                    <a:pt x="316123" y="242212"/>
                  </a:lnTo>
                  <a:lnTo>
                    <a:pt x="318447" y="237463"/>
                  </a:lnTo>
                  <a:lnTo>
                    <a:pt x="320620" y="232642"/>
                  </a:lnTo>
                  <a:lnTo>
                    <a:pt x="322639" y="227755"/>
                  </a:lnTo>
                  <a:lnTo>
                    <a:pt x="324503" y="222807"/>
                  </a:lnTo>
                  <a:lnTo>
                    <a:pt x="326209" y="217803"/>
                  </a:lnTo>
                  <a:lnTo>
                    <a:pt x="327756" y="212747"/>
                  </a:lnTo>
                  <a:lnTo>
                    <a:pt x="329143" y="207644"/>
                  </a:lnTo>
                  <a:lnTo>
                    <a:pt x="330367" y="202500"/>
                  </a:lnTo>
                  <a:lnTo>
                    <a:pt x="331428" y="197321"/>
                  </a:lnTo>
                  <a:lnTo>
                    <a:pt x="332325" y="192110"/>
                  </a:lnTo>
                  <a:lnTo>
                    <a:pt x="333056" y="186873"/>
                  </a:lnTo>
                  <a:lnTo>
                    <a:pt x="333622" y="181616"/>
                  </a:lnTo>
                  <a:lnTo>
                    <a:pt x="334021" y="176344"/>
                  </a:lnTo>
                  <a:lnTo>
                    <a:pt x="334253" y="171061"/>
                  </a:lnTo>
                  <a:lnTo>
                    <a:pt x="334318" y="165774"/>
                  </a:lnTo>
                  <a:lnTo>
                    <a:pt x="334215" y="160488"/>
                  </a:lnTo>
                  <a:lnTo>
                    <a:pt x="333946" y="155207"/>
                  </a:lnTo>
                  <a:lnTo>
                    <a:pt x="333509" y="149938"/>
                  </a:lnTo>
                  <a:lnTo>
                    <a:pt x="332907" y="144685"/>
                  </a:lnTo>
                  <a:lnTo>
                    <a:pt x="332138" y="139453"/>
                  </a:lnTo>
                  <a:lnTo>
                    <a:pt x="331204" y="134249"/>
                  </a:lnTo>
                  <a:lnTo>
                    <a:pt x="330106" y="129077"/>
                  </a:lnTo>
                  <a:lnTo>
                    <a:pt x="328845" y="123942"/>
                  </a:lnTo>
                  <a:lnTo>
                    <a:pt x="327423" y="118849"/>
                  </a:lnTo>
                  <a:lnTo>
                    <a:pt x="325840" y="113805"/>
                  </a:lnTo>
                  <a:lnTo>
                    <a:pt x="324098" y="108812"/>
                  </a:lnTo>
                  <a:lnTo>
                    <a:pt x="322199" y="103877"/>
                  </a:lnTo>
                  <a:lnTo>
                    <a:pt x="320145" y="99005"/>
                  </a:lnTo>
                  <a:lnTo>
                    <a:pt x="317939" y="94200"/>
                  </a:lnTo>
                  <a:lnTo>
                    <a:pt x="315581" y="89468"/>
                  </a:lnTo>
                  <a:lnTo>
                    <a:pt x="313075" y="84812"/>
                  </a:lnTo>
                  <a:lnTo>
                    <a:pt x="310422" y="80238"/>
                  </a:lnTo>
                  <a:lnTo>
                    <a:pt x="307627" y="75750"/>
                  </a:lnTo>
                  <a:lnTo>
                    <a:pt x="304691" y="71353"/>
                  </a:lnTo>
                  <a:lnTo>
                    <a:pt x="301617" y="67050"/>
                  </a:lnTo>
                  <a:lnTo>
                    <a:pt x="298409" y="62847"/>
                  </a:lnTo>
                  <a:lnTo>
                    <a:pt x="295069" y="58748"/>
                  </a:lnTo>
                  <a:lnTo>
                    <a:pt x="291601" y="54756"/>
                  </a:lnTo>
                  <a:lnTo>
                    <a:pt x="288009" y="50876"/>
                  </a:lnTo>
                  <a:lnTo>
                    <a:pt x="167151" y="1663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3170392"/>
              <a:ext cx="120858" cy="167167"/>
            </a:xfrm>
            <a:custGeom>
              <a:avLst/>
              <a:pathLst>
                <a:path w="120858" h="167167">
                  <a:moveTo>
                    <a:pt x="120858" y="51675"/>
                  </a:moveTo>
                  <a:lnTo>
                    <a:pt x="116901" y="47672"/>
                  </a:lnTo>
                  <a:lnTo>
                    <a:pt x="112812" y="43805"/>
                  </a:lnTo>
                  <a:lnTo>
                    <a:pt x="108595" y="40077"/>
                  </a:lnTo>
                  <a:lnTo>
                    <a:pt x="104255" y="36493"/>
                  </a:lnTo>
                  <a:lnTo>
                    <a:pt x="99797" y="33057"/>
                  </a:lnTo>
                  <a:lnTo>
                    <a:pt x="95226" y="29774"/>
                  </a:lnTo>
                  <a:lnTo>
                    <a:pt x="90547" y="26646"/>
                  </a:lnTo>
                  <a:lnTo>
                    <a:pt x="85765" y="23677"/>
                  </a:lnTo>
                  <a:lnTo>
                    <a:pt x="80886" y="20871"/>
                  </a:lnTo>
                  <a:lnTo>
                    <a:pt x="75915" y="18231"/>
                  </a:lnTo>
                  <a:lnTo>
                    <a:pt x="70858" y="15760"/>
                  </a:lnTo>
                  <a:lnTo>
                    <a:pt x="65721" y="13460"/>
                  </a:lnTo>
                  <a:lnTo>
                    <a:pt x="60509" y="11335"/>
                  </a:lnTo>
                  <a:lnTo>
                    <a:pt x="55229" y="9386"/>
                  </a:lnTo>
                  <a:lnTo>
                    <a:pt x="49886" y="7617"/>
                  </a:lnTo>
                  <a:lnTo>
                    <a:pt x="44486" y="6028"/>
                  </a:lnTo>
                  <a:lnTo>
                    <a:pt x="39036" y="4621"/>
                  </a:lnTo>
                  <a:lnTo>
                    <a:pt x="33542" y="3399"/>
                  </a:lnTo>
                  <a:lnTo>
                    <a:pt x="28010" y="2363"/>
                  </a:lnTo>
                  <a:lnTo>
                    <a:pt x="22446" y="1513"/>
                  </a:lnTo>
                  <a:lnTo>
                    <a:pt x="16857" y="852"/>
                  </a:lnTo>
                  <a:lnTo>
                    <a:pt x="11248" y="378"/>
                  </a:lnTo>
                  <a:lnTo>
                    <a:pt x="5627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873" y="3707720"/>
              <a:ext cx="3875" cy="167167"/>
            </a:xfrm>
            <a:custGeom>
              <a:avLst/>
              <a:pathLst>
                <a:path w="3875" h="167167">
                  <a:moveTo>
                    <a:pt x="3875" y="0"/>
                  </a:moveTo>
                  <a:lnTo>
                    <a:pt x="0" y="44"/>
                  </a:lnTo>
                  <a:lnTo>
                    <a:pt x="387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873" y="3707765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873" y="3707765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873" y="3707765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873" y="3707765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873" y="3707765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873" y="3707765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873" y="3707765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873" y="3707765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873" y="3707765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873" y="3707765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873" y="3707765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423582" y="3707765"/>
              <a:ext cx="334333" cy="334271"/>
            </a:xfrm>
            <a:custGeom>
              <a:avLst/>
              <a:pathLst>
                <a:path w="334333" h="334271">
                  <a:moveTo>
                    <a:pt x="163290" y="0"/>
                  </a:moveTo>
                  <a:lnTo>
                    <a:pt x="158000" y="206"/>
                  </a:lnTo>
                  <a:lnTo>
                    <a:pt x="152720" y="580"/>
                  </a:lnTo>
                  <a:lnTo>
                    <a:pt x="147454" y="1121"/>
                  </a:lnTo>
                  <a:lnTo>
                    <a:pt x="142208" y="1828"/>
                  </a:lnTo>
                  <a:lnTo>
                    <a:pt x="136987" y="2701"/>
                  </a:lnTo>
                  <a:lnTo>
                    <a:pt x="131796" y="3739"/>
                  </a:lnTo>
                  <a:lnTo>
                    <a:pt x="126641" y="4941"/>
                  </a:lnTo>
                  <a:lnTo>
                    <a:pt x="121526" y="6305"/>
                  </a:lnTo>
                  <a:lnTo>
                    <a:pt x="116457" y="7831"/>
                  </a:lnTo>
                  <a:lnTo>
                    <a:pt x="111439" y="9517"/>
                  </a:lnTo>
                  <a:lnTo>
                    <a:pt x="106477" y="11360"/>
                  </a:lnTo>
                  <a:lnTo>
                    <a:pt x="101575" y="13360"/>
                  </a:lnTo>
                  <a:lnTo>
                    <a:pt x="96740" y="15513"/>
                  </a:lnTo>
                  <a:lnTo>
                    <a:pt x="91975" y="17819"/>
                  </a:lnTo>
                  <a:lnTo>
                    <a:pt x="87285" y="20275"/>
                  </a:lnTo>
                  <a:lnTo>
                    <a:pt x="82676" y="22878"/>
                  </a:lnTo>
                  <a:lnTo>
                    <a:pt x="78151" y="25625"/>
                  </a:lnTo>
                  <a:lnTo>
                    <a:pt x="73715" y="28515"/>
                  </a:lnTo>
                  <a:lnTo>
                    <a:pt x="69373" y="31543"/>
                  </a:lnTo>
                  <a:lnTo>
                    <a:pt x="65130" y="34707"/>
                  </a:lnTo>
                  <a:lnTo>
                    <a:pt x="60988" y="38004"/>
                  </a:lnTo>
                  <a:lnTo>
                    <a:pt x="56953" y="41431"/>
                  </a:lnTo>
                  <a:lnTo>
                    <a:pt x="53029" y="44984"/>
                  </a:lnTo>
                  <a:lnTo>
                    <a:pt x="49219" y="48659"/>
                  </a:lnTo>
                  <a:lnTo>
                    <a:pt x="45527" y="52453"/>
                  </a:lnTo>
                  <a:lnTo>
                    <a:pt x="41957" y="56362"/>
                  </a:lnTo>
                  <a:lnTo>
                    <a:pt x="38513" y="60381"/>
                  </a:lnTo>
                  <a:lnTo>
                    <a:pt x="35198" y="64508"/>
                  </a:lnTo>
                  <a:lnTo>
                    <a:pt x="32015" y="68738"/>
                  </a:lnTo>
                  <a:lnTo>
                    <a:pt x="28968" y="73067"/>
                  </a:lnTo>
                  <a:lnTo>
                    <a:pt x="26059" y="77490"/>
                  </a:lnTo>
                  <a:lnTo>
                    <a:pt x="23292" y="82002"/>
                  </a:lnTo>
                  <a:lnTo>
                    <a:pt x="20669" y="86600"/>
                  </a:lnTo>
                  <a:lnTo>
                    <a:pt x="18193" y="91279"/>
                  </a:lnTo>
                  <a:lnTo>
                    <a:pt x="15866" y="96034"/>
                  </a:lnTo>
                  <a:lnTo>
                    <a:pt x="13691" y="100860"/>
                  </a:lnTo>
                  <a:lnTo>
                    <a:pt x="11670" y="105753"/>
                  </a:lnTo>
                  <a:lnTo>
                    <a:pt x="9805" y="110707"/>
                  </a:lnTo>
                  <a:lnTo>
                    <a:pt x="8098" y="115718"/>
                  </a:lnTo>
                  <a:lnTo>
                    <a:pt x="6550" y="120780"/>
                  </a:lnTo>
                  <a:lnTo>
                    <a:pt x="5163" y="125889"/>
                  </a:lnTo>
                  <a:lnTo>
                    <a:pt x="3939" y="131039"/>
                  </a:lnTo>
                  <a:lnTo>
                    <a:pt x="2878" y="136225"/>
                  </a:lnTo>
                  <a:lnTo>
                    <a:pt x="1982" y="141442"/>
                  </a:lnTo>
                  <a:lnTo>
                    <a:pt x="1252" y="146685"/>
                  </a:lnTo>
                  <a:lnTo>
                    <a:pt x="688" y="151949"/>
                  </a:lnTo>
                  <a:lnTo>
                    <a:pt x="291" y="157228"/>
                  </a:lnTo>
                  <a:lnTo>
                    <a:pt x="62" y="162516"/>
                  </a:lnTo>
                  <a:lnTo>
                    <a:pt x="0" y="167809"/>
                  </a:lnTo>
                  <a:lnTo>
                    <a:pt x="105" y="173102"/>
                  </a:lnTo>
                  <a:lnTo>
                    <a:pt x="378" y="178389"/>
                  </a:lnTo>
                  <a:lnTo>
                    <a:pt x="819" y="183664"/>
                  </a:lnTo>
                  <a:lnTo>
                    <a:pt x="1426" y="188922"/>
                  </a:lnTo>
                  <a:lnTo>
                    <a:pt x="2199" y="194159"/>
                  </a:lnTo>
                  <a:lnTo>
                    <a:pt x="3138" y="199369"/>
                  </a:lnTo>
                  <a:lnTo>
                    <a:pt x="4241" y="204546"/>
                  </a:lnTo>
                  <a:lnTo>
                    <a:pt x="5508" y="209686"/>
                  </a:lnTo>
                  <a:lnTo>
                    <a:pt x="6936" y="214783"/>
                  </a:lnTo>
                  <a:lnTo>
                    <a:pt x="8526" y="219833"/>
                  </a:lnTo>
                  <a:lnTo>
                    <a:pt x="10274" y="224829"/>
                  </a:lnTo>
                  <a:lnTo>
                    <a:pt x="12180" y="229768"/>
                  </a:lnTo>
                  <a:lnTo>
                    <a:pt x="14241" y="234644"/>
                  </a:lnTo>
                  <a:lnTo>
                    <a:pt x="16456" y="239452"/>
                  </a:lnTo>
                  <a:lnTo>
                    <a:pt x="18822" y="244187"/>
                  </a:lnTo>
                  <a:lnTo>
                    <a:pt x="21336" y="248846"/>
                  </a:lnTo>
                  <a:lnTo>
                    <a:pt x="23997" y="253422"/>
                  </a:lnTo>
                  <a:lnTo>
                    <a:pt x="26801" y="257912"/>
                  </a:lnTo>
                  <a:lnTo>
                    <a:pt x="29746" y="262311"/>
                  </a:lnTo>
                  <a:lnTo>
                    <a:pt x="32829" y="266614"/>
                  </a:lnTo>
                  <a:lnTo>
                    <a:pt x="36046" y="270817"/>
                  </a:lnTo>
                  <a:lnTo>
                    <a:pt x="39395" y="274917"/>
                  </a:lnTo>
                  <a:lnTo>
                    <a:pt x="42873" y="278909"/>
                  </a:lnTo>
                  <a:lnTo>
                    <a:pt x="46474" y="282788"/>
                  </a:lnTo>
                  <a:lnTo>
                    <a:pt x="50197" y="286551"/>
                  </a:lnTo>
                  <a:lnTo>
                    <a:pt x="54037" y="290195"/>
                  </a:lnTo>
                  <a:lnTo>
                    <a:pt x="57991" y="293715"/>
                  </a:lnTo>
                  <a:lnTo>
                    <a:pt x="62054" y="297108"/>
                  </a:lnTo>
                  <a:lnTo>
                    <a:pt x="66222" y="300371"/>
                  </a:lnTo>
                  <a:lnTo>
                    <a:pt x="70492" y="303501"/>
                  </a:lnTo>
                  <a:lnTo>
                    <a:pt x="74858" y="306493"/>
                  </a:lnTo>
                  <a:lnTo>
                    <a:pt x="79317" y="309346"/>
                  </a:lnTo>
                  <a:lnTo>
                    <a:pt x="83865" y="312056"/>
                  </a:lnTo>
                  <a:lnTo>
                    <a:pt x="88495" y="314621"/>
                  </a:lnTo>
                  <a:lnTo>
                    <a:pt x="93205" y="317038"/>
                  </a:lnTo>
                  <a:lnTo>
                    <a:pt x="97989" y="319305"/>
                  </a:lnTo>
                  <a:lnTo>
                    <a:pt x="102842" y="321419"/>
                  </a:lnTo>
                  <a:lnTo>
                    <a:pt x="107760" y="323378"/>
                  </a:lnTo>
                  <a:lnTo>
                    <a:pt x="112737" y="325180"/>
                  </a:lnTo>
                  <a:lnTo>
                    <a:pt x="117769" y="326825"/>
                  </a:lnTo>
                  <a:lnTo>
                    <a:pt x="122850" y="328309"/>
                  </a:lnTo>
                  <a:lnTo>
                    <a:pt x="127976" y="329631"/>
                  </a:lnTo>
                  <a:lnTo>
                    <a:pt x="133141" y="330790"/>
                  </a:lnTo>
                  <a:lnTo>
                    <a:pt x="138340" y="331785"/>
                  </a:lnTo>
                  <a:lnTo>
                    <a:pt x="143568" y="332616"/>
                  </a:lnTo>
                  <a:lnTo>
                    <a:pt x="148820" y="333280"/>
                  </a:lnTo>
                  <a:lnTo>
                    <a:pt x="154090" y="333777"/>
                  </a:lnTo>
                  <a:lnTo>
                    <a:pt x="159374" y="334108"/>
                  </a:lnTo>
                  <a:lnTo>
                    <a:pt x="164665" y="334271"/>
                  </a:lnTo>
                  <a:lnTo>
                    <a:pt x="169958" y="334266"/>
                  </a:lnTo>
                  <a:lnTo>
                    <a:pt x="175249" y="334094"/>
                  </a:lnTo>
                  <a:lnTo>
                    <a:pt x="180532" y="333754"/>
                  </a:lnTo>
                  <a:lnTo>
                    <a:pt x="185801" y="333247"/>
                  </a:lnTo>
                  <a:lnTo>
                    <a:pt x="191052" y="332574"/>
                  </a:lnTo>
                  <a:lnTo>
                    <a:pt x="196278" y="331735"/>
                  </a:lnTo>
                  <a:lnTo>
                    <a:pt x="201476" y="330731"/>
                  </a:lnTo>
                  <a:lnTo>
                    <a:pt x="206639" y="329562"/>
                  </a:lnTo>
                  <a:lnTo>
                    <a:pt x="211762" y="328231"/>
                  </a:lnTo>
                  <a:lnTo>
                    <a:pt x="216841" y="326738"/>
                  </a:lnTo>
                  <a:lnTo>
                    <a:pt x="221870" y="325085"/>
                  </a:lnTo>
                  <a:lnTo>
                    <a:pt x="226844" y="323274"/>
                  </a:lnTo>
                  <a:lnTo>
                    <a:pt x="231758" y="321306"/>
                  </a:lnTo>
                  <a:lnTo>
                    <a:pt x="236608" y="319184"/>
                  </a:lnTo>
                  <a:lnTo>
                    <a:pt x="241388" y="316909"/>
                  </a:lnTo>
                  <a:lnTo>
                    <a:pt x="246093" y="314483"/>
                  </a:lnTo>
                  <a:lnTo>
                    <a:pt x="250719" y="311911"/>
                  </a:lnTo>
                  <a:lnTo>
                    <a:pt x="255262" y="309192"/>
                  </a:lnTo>
                  <a:lnTo>
                    <a:pt x="259716" y="306332"/>
                  </a:lnTo>
                  <a:lnTo>
                    <a:pt x="264077" y="303332"/>
                  </a:lnTo>
                  <a:lnTo>
                    <a:pt x="268341" y="300195"/>
                  </a:lnTo>
                  <a:lnTo>
                    <a:pt x="272504" y="296925"/>
                  </a:lnTo>
                  <a:lnTo>
                    <a:pt x="276561" y="293524"/>
                  </a:lnTo>
                  <a:lnTo>
                    <a:pt x="280509" y="289997"/>
                  </a:lnTo>
                  <a:lnTo>
                    <a:pt x="284342" y="286347"/>
                  </a:lnTo>
                  <a:lnTo>
                    <a:pt x="288058" y="282577"/>
                  </a:lnTo>
                  <a:lnTo>
                    <a:pt x="291653" y="278691"/>
                  </a:lnTo>
                  <a:lnTo>
                    <a:pt x="295124" y="274694"/>
                  </a:lnTo>
                  <a:lnTo>
                    <a:pt x="298465" y="270588"/>
                  </a:lnTo>
                  <a:lnTo>
                    <a:pt x="301676" y="266379"/>
                  </a:lnTo>
                  <a:lnTo>
                    <a:pt x="304751" y="262070"/>
                  </a:lnTo>
                  <a:lnTo>
                    <a:pt x="307688" y="257667"/>
                  </a:lnTo>
                  <a:lnTo>
                    <a:pt x="310485" y="253172"/>
                  </a:lnTo>
                  <a:lnTo>
                    <a:pt x="313137" y="248591"/>
                  </a:lnTo>
                  <a:lnTo>
                    <a:pt x="315644" y="243928"/>
                  </a:lnTo>
                  <a:lnTo>
                    <a:pt x="318001" y="239189"/>
                  </a:lnTo>
                  <a:lnTo>
                    <a:pt x="320207" y="234377"/>
                  </a:lnTo>
                  <a:lnTo>
                    <a:pt x="322260" y="229497"/>
                  </a:lnTo>
                  <a:lnTo>
                    <a:pt x="324157" y="224555"/>
                  </a:lnTo>
                  <a:lnTo>
                    <a:pt x="325897" y="219556"/>
                  </a:lnTo>
                  <a:lnTo>
                    <a:pt x="327478" y="214503"/>
                  </a:lnTo>
                  <a:lnTo>
                    <a:pt x="328897" y="209404"/>
                  </a:lnTo>
                  <a:lnTo>
                    <a:pt x="330155" y="204262"/>
                  </a:lnTo>
                  <a:lnTo>
                    <a:pt x="331249" y="199083"/>
                  </a:lnTo>
                  <a:lnTo>
                    <a:pt x="332179" y="193871"/>
                  </a:lnTo>
                  <a:lnTo>
                    <a:pt x="332943" y="188633"/>
                  </a:lnTo>
                  <a:lnTo>
                    <a:pt x="333541" y="183373"/>
                  </a:lnTo>
                  <a:lnTo>
                    <a:pt x="333972" y="178097"/>
                  </a:lnTo>
                  <a:lnTo>
                    <a:pt x="334236" y="172810"/>
                  </a:lnTo>
                  <a:lnTo>
                    <a:pt x="334333" y="167518"/>
                  </a:lnTo>
                  <a:lnTo>
                    <a:pt x="334261" y="162224"/>
                  </a:lnTo>
                  <a:lnTo>
                    <a:pt x="334022" y="156936"/>
                  </a:lnTo>
                  <a:lnTo>
                    <a:pt x="333616" y="151658"/>
                  </a:lnTo>
                  <a:lnTo>
                    <a:pt x="333043" y="146396"/>
                  </a:lnTo>
                  <a:lnTo>
                    <a:pt x="332304" y="141154"/>
                  </a:lnTo>
                  <a:lnTo>
                    <a:pt x="331399" y="135938"/>
                  </a:lnTo>
                  <a:lnTo>
                    <a:pt x="330329" y="130754"/>
                  </a:lnTo>
                  <a:lnTo>
                    <a:pt x="329096" y="125606"/>
                  </a:lnTo>
                  <a:lnTo>
                    <a:pt x="327700" y="120500"/>
                  </a:lnTo>
                  <a:lnTo>
                    <a:pt x="326143" y="115440"/>
                  </a:lnTo>
                  <a:lnTo>
                    <a:pt x="324427" y="110432"/>
                  </a:lnTo>
                  <a:lnTo>
                    <a:pt x="322553" y="105482"/>
                  </a:lnTo>
                  <a:lnTo>
                    <a:pt x="320524" y="100592"/>
                  </a:lnTo>
                  <a:lnTo>
                    <a:pt x="318340" y="95770"/>
                  </a:lnTo>
                  <a:lnTo>
                    <a:pt x="316005" y="91019"/>
                  </a:lnTo>
                  <a:lnTo>
                    <a:pt x="313521" y="86345"/>
                  </a:lnTo>
                  <a:lnTo>
                    <a:pt x="310890" y="81751"/>
                  </a:lnTo>
                  <a:lnTo>
                    <a:pt x="308115" y="77243"/>
                  </a:lnTo>
                  <a:lnTo>
                    <a:pt x="305199" y="72826"/>
                  </a:lnTo>
                  <a:lnTo>
                    <a:pt x="302144" y="68502"/>
                  </a:lnTo>
                  <a:lnTo>
                    <a:pt x="298954" y="64278"/>
                  </a:lnTo>
                  <a:lnTo>
                    <a:pt x="295631" y="60157"/>
                  </a:lnTo>
                  <a:lnTo>
                    <a:pt x="292180" y="56143"/>
                  </a:lnTo>
                  <a:lnTo>
                    <a:pt x="288603" y="52240"/>
                  </a:lnTo>
                  <a:lnTo>
                    <a:pt x="284905" y="48453"/>
                  </a:lnTo>
                  <a:lnTo>
                    <a:pt x="281089" y="44785"/>
                  </a:lnTo>
                  <a:lnTo>
                    <a:pt x="277158" y="41239"/>
                  </a:lnTo>
                  <a:lnTo>
                    <a:pt x="273117" y="37819"/>
                  </a:lnTo>
                  <a:lnTo>
                    <a:pt x="268970" y="34529"/>
                  </a:lnTo>
                  <a:lnTo>
                    <a:pt x="264721" y="31372"/>
                  </a:lnTo>
                  <a:lnTo>
                    <a:pt x="260374" y="28352"/>
                  </a:lnTo>
                  <a:lnTo>
                    <a:pt x="255933" y="25470"/>
                  </a:lnTo>
                  <a:lnTo>
                    <a:pt x="251404" y="22730"/>
                  </a:lnTo>
                  <a:lnTo>
                    <a:pt x="246790" y="20136"/>
                  </a:lnTo>
                  <a:lnTo>
                    <a:pt x="242096" y="17688"/>
                  </a:lnTo>
                  <a:lnTo>
                    <a:pt x="237327" y="15391"/>
                  </a:lnTo>
                  <a:lnTo>
                    <a:pt x="232487" y="13245"/>
                  </a:lnTo>
                  <a:lnTo>
                    <a:pt x="227582" y="11254"/>
                  </a:lnTo>
                  <a:lnTo>
                    <a:pt x="222617" y="9419"/>
                  </a:lnTo>
                  <a:lnTo>
                    <a:pt x="167166" y="167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3707720"/>
              <a:ext cx="55451" cy="167167"/>
            </a:xfrm>
            <a:custGeom>
              <a:avLst/>
              <a:pathLst>
                <a:path w="55451" h="167167">
                  <a:moveTo>
                    <a:pt x="55451" y="9464"/>
                  </a:moveTo>
                  <a:lnTo>
                    <a:pt x="49488" y="7493"/>
                  </a:lnTo>
                  <a:lnTo>
                    <a:pt x="43456" y="5747"/>
                  </a:lnTo>
                  <a:lnTo>
                    <a:pt x="37363" y="4228"/>
                  </a:lnTo>
                  <a:lnTo>
                    <a:pt x="31216" y="2940"/>
                  </a:lnTo>
                  <a:lnTo>
                    <a:pt x="25026" y="1883"/>
                  </a:lnTo>
                  <a:lnTo>
                    <a:pt x="18800" y="1060"/>
                  </a:lnTo>
                  <a:lnTo>
                    <a:pt x="12548" y="471"/>
                  </a:lnTo>
                  <a:lnTo>
                    <a:pt x="6278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7412" y="4213821"/>
              <a:ext cx="3875" cy="167167"/>
            </a:xfrm>
            <a:custGeom>
              <a:avLst/>
              <a:pathLst>
                <a:path w="3875" h="167167">
                  <a:moveTo>
                    <a:pt x="3875" y="0"/>
                  </a:moveTo>
                  <a:lnTo>
                    <a:pt x="0" y="44"/>
                  </a:lnTo>
                  <a:lnTo>
                    <a:pt x="387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412" y="4213866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412" y="4213866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412" y="4213866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412" y="4213866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412" y="4213866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412" y="4213866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412" y="4213866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412" y="4213866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412" y="4213866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412" y="4213866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14121" y="4213866"/>
              <a:ext cx="334333" cy="334271"/>
            </a:xfrm>
            <a:custGeom>
              <a:avLst/>
              <a:pathLst>
                <a:path w="334333" h="334271">
                  <a:moveTo>
                    <a:pt x="163290" y="0"/>
                  </a:moveTo>
                  <a:lnTo>
                    <a:pt x="158000" y="206"/>
                  </a:lnTo>
                  <a:lnTo>
                    <a:pt x="152720" y="580"/>
                  </a:lnTo>
                  <a:lnTo>
                    <a:pt x="147454" y="1121"/>
                  </a:lnTo>
                  <a:lnTo>
                    <a:pt x="142208" y="1828"/>
                  </a:lnTo>
                  <a:lnTo>
                    <a:pt x="136987" y="2701"/>
                  </a:lnTo>
                  <a:lnTo>
                    <a:pt x="131796" y="3739"/>
                  </a:lnTo>
                  <a:lnTo>
                    <a:pt x="126641" y="4941"/>
                  </a:lnTo>
                  <a:lnTo>
                    <a:pt x="121526" y="6305"/>
                  </a:lnTo>
                  <a:lnTo>
                    <a:pt x="116457" y="7831"/>
                  </a:lnTo>
                  <a:lnTo>
                    <a:pt x="111439" y="9517"/>
                  </a:lnTo>
                  <a:lnTo>
                    <a:pt x="106477" y="11360"/>
                  </a:lnTo>
                  <a:lnTo>
                    <a:pt x="101575" y="13360"/>
                  </a:lnTo>
                  <a:lnTo>
                    <a:pt x="96740" y="15513"/>
                  </a:lnTo>
                  <a:lnTo>
                    <a:pt x="91975" y="17819"/>
                  </a:lnTo>
                  <a:lnTo>
                    <a:pt x="87285" y="20275"/>
                  </a:lnTo>
                  <a:lnTo>
                    <a:pt x="82676" y="22878"/>
                  </a:lnTo>
                  <a:lnTo>
                    <a:pt x="78151" y="25625"/>
                  </a:lnTo>
                  <a:lnTo>
                    <a:pt x="73715" y="28515"/>
                  </a:lnTo>
                  <a:lnTo>
                    <a:pt x="69373" y="31543"/>
                  </a:lnTo>
                  <a:lnTo>
                    <a:pt x="65130" y="34707"/>
                  </a:lnTo>
                  <a:lnTo>
                    <a:pt x="60988" y="38004"/>
                  </a:lnTo>
                  <a:lnTo>
                    <a:pt x="56953" y="41431"/>
                  </a:lnTo>
                  <a:lnTo>
                    <a:pt x="53029" y="44984"/>
                  </a:lnTo>
                  <a:lnTo>
                    <a:pt x="49219" y="48659"/>
                  </a:lnTo>
                  <a:lnTo>
                    <a:pt x="45527" y="52453"/>
                  </a:lnTo>
                  <a:lnTo>
                    <a:pt x="41957" y="56362"/>
                  </a:lnTo>
                  <a:lnTo>
                    <a:pt x="38513" y="60381"/>
                  </a:lnTo>
                  <a:lnTo>
                    <a:pt x="35198" y="64508"/>
                  </a:lnTo>
                  <a:lnTo>
                    <a:pt x="32015" y="68738"/>
                  </a:lnTo>
                  <a:lnTo>
                    <a:pt x="28968" y="73067"/>
                  </a:lnTo>
                  <a:lnTo>
                    <a:pt x="26059" y="77490"/>
                  </a:lnTo>
                  <a:lnTo>
                    <a:pt x="23292" y="82002"/>
                  </a:lnTo>
                  <a:lnTo>
                    <a:pt x="20669" y="86600"/>
                  </a:lnTo>
                  <a:lnTo>
                    <a:pt x="18193" y="91279"/>
                  </a:lnTo>
                  <a:lnTo>
                    <a:pt x="15866" y="96034"/>
                  </a:lnTo>
                  <a:lnTo>
                    <a:pt x="13691" y="100860"/>
                  </a:lnTo>
                  <a:lnTo>
                    <a:pt x="11670" y="105753"/>
                  </a:lnTo>
                  <a:lnTo>
                    <a:pt x="9805" y="110707"/>
                  </a:lnTo>
                  <a:lnTo>
                    <a:pt x="8098" y="115718"/>
                  </a:lnTo>
                  <a:lnTo>
                    <a:pt x="6550" y="120780"/>
                  </a:lnTo>
                  <a:lnTo>
                    <a:pt x="5163" y="125889"/>
                  </a:lnTo>
                  <a:lnTo>
                    <a:pt x="3939" y="131039"/>
                  </a:lnTo>
                  <a:lnTo>
                    <a:pt x="2878" y="136225"/>
                  </a:lnTo>
                  <a:lnTo>
                    <a:pt x="1982" y="141442"/>
                  </a:lnTo>
                  <a:lnTo>
                    <a:pt x="1252" y="146685"/>
                  </a:lnTo>
                  <a:lnTo>
                    <a:pt x="688" y="151949"/>
                  </a:lnTo>
                  <a:lnTo>
                    <a:pt x="291" y="157228"/>
                  </a:lnTo>
                  <a:lnTo>
                    <a:pt x="62" y="162516"/>
                  </a:lnTo>
                  <a:lnTo>
                    <a:pt x="0" y="167809"/>
                  </a:lnTo>
                  <a:lnTo>
                    <a:pt x="105" y="173102"/>
                  </a:lnTo>
                  <a:lnTo>
                    <a:pt x="378" y="178389"/>
                  </a:lnTo>
                  <a:lnTo>
                    <a:pt x="819" y="183664"/>
                  </a:lnTo>
                  <a:lnTo>
                    <a:pt x="1426" y="188922"/>
                  </a:lnTo>
                  <a:lnTo>
                    <a:pt x="2199" y="194159"/>
                  </a:lnTo>
                  <a:lnTo>
                    <a:pt x="3138" y="199369"/>
                  </a:lnTo>
                  <a:lnTo>
                    <a:pt x="4241" y="204546"/>
                  </a:lnTo>
                  <a:lnTo>
                    <a:pt x="5508" y="209686"/>
                  </a:lnTo>
                  <a:lnTo>
                    <a:pt x="6936" y="214783"/>
                  </a:lnTo>
                  <a:lnTo>
                    <a:pt x="8526" y="219833"/>
                  </a:lnTo>
                  <a:lnTo>
                    <a:pt x="10274" y="224829"/>
                  </a:lnTo>
                  <a:lnTo>
                    <a:pt x="12180" y="229768"/>
                  </a:lnTo>
                  <a:lnTo>
                    <a:pt x="14241" y="234644"/>
                  </a:lnTo>
                  <a:lnTo>
                    <a:pt x="16456" y="239452"/>
                  </a:lnTo>
                  <a:lnTo>
                    <a:pt x="18822" y="244187"/>
                  </a:lnTo>
                  <a:lnTo>
                    <a:pt x="21336" y="248846"/>
                  </a:lnTo>
                  <a:lnTo>
                    <a:pt x="23997" y="253422"/>
                  </a:lnTo>
                  <a:lnTo>
                    <a:pt x="26801" y="257912"/>
                  </a:lnTo>
                  <a:lnTo>
                    <a:pt x="29746" y="262311"/>
                  </a:lnTo>
                  <a:lnTo>
                    <a:pt x="32829" y="266614"/>
                  </a:lnTo>
                  <a:lnTo>
                    <a:pt x="36046" y="270817"/>
                  </a:lnTo>
                  <a:lnTo>
                    <a:pt x="39395" y="274917"/>
                  </a:lnTo>
                  <a:lnTo>
                    <a:pt x="42873" y="278909"/>
                  </a:lnTo>
                  <a:lnTo>
                    <a:pt x="46474" y="282788"/>
                  </a:lnTo>
                  <a:lnTo>
                    <a:pt x="50197" y="286551"/>
                  </a:lnTo>
                  <a:lnTo>
                    <a:pt x="54037" y="290195"/>
                  </a:lnTo>
                  <a:lnTo>
                    <a:pt x="57991" y="293715"/>
                  </a:lnTo>
                  <a:lnTo>
                    <a:pt x="62054" y="297108"/>
                  </a:lnTo>
                  <a:lnTo>
                    <a:pt x="66222" y="300371"/>
                  </a:lnTo>
                  <a:lnTo>
                    <a:pt x="70492" y="303501"/>
                  </a:lnTo>
                  <a:lnTo>
                    <a:pt x="74858" y="306493"/>
                  </a:lnTo>
                  <a:lnTo>
                    <a:pt x="79317" y="309346"/>
                  </a:lnTo>
                  <a:lnTo>
                    <a:pt x="83865" y="312056"/>
                  </a:lnTo>
                  <a:lnTo>
                    <a:pt x="88495" y="314621"/>
                  </a:lnTo>
                  <a:lnTo>
                    <a:pt x="93205" y="317038"/>
                  </a:lnTo>
                  <a:lnTo>
                    <a:pt x="97989" y="319305"/>
                  </a:lnTo>
                  <a:lnTo>
                    <a:pt x="102842" y="321419"/>
                  </a:lnTo>
                  <a:lnTo>
                    <a:pt x="107760" y="323378"/>
                  </a:lnTo>
                  <a:lnTo>
                    <a:pt x="112737" y="325180"/>
                  </a:lnTo>
                  <a:lnTo>
                    <a:pt x="117769" y="326825"/>
                  </a:lnTo>
                  <a:lnTo>
                    <a:pt x="122850" y="328309"/>
                  </a:lnTo>
                  <a:lnTo>
                    <a:pt x="127976" y="329631"/>
                  </a:lnTo>
                  <a:lnTo>
                    <a:pt x="133141" y="330790"/>
                  </a:lnTo>
                  <a:lnTo>
                    <a:pt x="138340" y="331785"/>
                  </a:lnTo>
                  <a:lnTo>
                    <a:pt x="143568" y="332616"/>
                  </a:lnTo>
                  <a:lnTo>
                    <a:pt x="148820" y="333280"/>
                  </a:lnTo>
                  <a:lnTo>
                    <a:pt x="154090" y="333777"/>
                  </a:lnTo>
                  <a:lnTo>
                    <a:pt x="159374" y="334108"/>
                  </a:lnTo>
                  <a:lnTo>
                    <a:pt x="164665" y="334271"/>
                  </a:lnTo>
                  <a:lnTo>
                    <a:pt x="169958" y="334266"/>
                  </a:lnTo>
                  <a:lnTo>
                    <a:pt x="175249" y="334094"/>
                  </a:lnTo>
                  <a:lnTo>
                    <a:pt x="180532" y="333754"/>
                  </a:lnTo>
                  <a:lnTo>
                    <a:pt x="185801" y="333247"/>
                  </a:lnTo>
                  <a:lnTo>
                    <a:pt x="191052" y="332574"/>
                  </a:lnTo>
                  <a:lnTo>
                    <a:pt x="196278" y="331735"/>
                  </a:lnTo>
                  <a:lnTo>
                    <a:pt x="201476" y="330731"/>
                  </a:lnTo>
                  <a:lnTo>
                    <a:pt x="206639" y="329562"/>
                  </a:lnTo>
                  <a:lnTo>
                    <a:pt x="211762" y="328231"/>
                  </a:lnTo>
                  <a:lnTo>
                    <a:pt x="216841" y="326738"/>
                  </a:lnTo>
                  <a:lnTo>
                    <a:pt x="221870" y="325085"/>
                  </a:lnTo>
                  <a:lnTo>
                    <a:pt x="226844" y="323274"/>
                  </a:lnTo>
                  <a:lnTo>
                    <a:pt x="231758" y="321306"/>
                  </a:lnTo>
                  <a:lnTo>
                    <a:pt x="236608" y="319184"/>
                  </a:lnTo>
                  <a:lnTo>
                    <a:pt x="241388" y="316909"/>
                  </a:lnTo>
                  <a:lnTo>
                    <a:pt x="246093" y="314483"/>
                  </a:lnTo>
                  <a:lnTo>
                    <a:pt x="250719" y="311911"/>
                  </a:lnTo>
                  <a:lnTo>
                    <a:pt x="255262" y="309192"/>
                  </a:lnTo>
                  <a:lnTo>
                    <a:pt x="259716" y="306332"/>
                  </a:lnTo>
                  <a:lnTo>
                    <a:pt x="264077" y="303332"/>
                  </a:lnTo>
                  <a:lnTo>
                    <a:pt x="268341" y="300195"/>
                  </a:lnTo>
                  <a:lnTo>
                    <a:pt x="272504" y="296925"/>
                  </a:lnTo>
                  <a:lnTo>
                    <a:pt x="276561" y="293524"/>
                  </a:lnTo>
                  <a:lnTo>
                    <a:pt x="280509" y="289997"/>
                  </a:lnTo>
                  <a:lnTo>
                    <a:pt x="284342" y="286347"/>
                  </a:lnTo>
                  <a:lnTo>
                    <a:pt x="288058" y="282577"/>
                  </a:lnTo>
                  <a:lnTo>
                    <a:pt x="291653" y="278691"/>
                  </a:lnTo>
                  <a:lnTo>
                    <a:pt x="295124" y="274694"/>
                  </a:lnTo>
                  <a:lnTo>
                    <a:pt x="298465" y="270588"/>
                  </a:lnTo>
                  <a:lnTo>
                    <a:pt x="301676" y="266379"/>
                  </a:lnTo>
                  <a:lnTo>
                    <a:pt x="304751" y="262070"/>
                  </a:lnTo>
                  <a:lnTo>
                    <a:pt x="307688" y="257667"/>
                  </a:lnTo>
                  <a:lnTo>
                    <a:pt x="310485" y="253172"/>
                  </a:lnTo>
                  <a:lnTo>
                    <a:pt x="313137" y="248591"/>
                  </a:lnTo>
                  <a:lnTo>
                    <a:pt x="315644" y="243928"/>
                  </a:lnTo>
                  <a:lnTo>
                    <a:pt x="318001" y="239189"/>
                  </a:lnTo>
                  <a:lnTo>
                    <a:pt x="320207" y="234377"/>
                  </a:lnTo>
                  <a:lnTo>
                    <a:pt x="322260" y="229497"/>
                  </a:lnTo>
                  <a:lnTo>
                    <a:pt x="324157" y="224555"/>
                  </a:lnTo>
                  <a:lnTo>
                    <a:pt x="325897" y="219556"/>
                  </a:lnTo>
                  <a:lnTo>
                    <a:pt x="327478" y="214503"/>
                  </a:lnTo>
                  <a:lnTo>
                    <a:pt x="328897" y="209404"/>
                  </a:lnTo>
                  <a:lnTo>
                    <a:pt x="330155" y="204262"/>
                  </a:lnTo>
                  <a:lnTo>
                    <a:pt x="331249" y="199083"/>
                  </a:lnTo>
                  <a:lnTo>
                    <a:pt x="332179" y="193871"/>
                  </a:lnTo>
                  <a:lnTo>
                    <a:pt x="332943" y="188633"/>
                  </a:lnTo>
                  <a:lnTo>
                    <a:pt x="333541" y="183373"/>
                  </a:lnTo>
                  <a:lnTo>
                    <a:pt x="333972" y="178097"/>
                  </a:lnTo>
                  <a:lnTo>
                    <a:pt x="334236" y="172810"/>
                  </a:lnTo>
                  <a:lnTo>
                    <a:pt x="334333" y="167518"/>
                  </a:lnTo>
                  <a:lnTo>
                    <a:pt x="334261" y="162224"/>
                  </a:lnTo>
                  <a:lnTo>
                    <a:pt x="334022" y="156936"/>
                  </a:lnTo>
                  <a:lnTo>
                    <a:pt x="333616" y="151658"/>
                  </a:lnTo>
                  <a:lnTo>
                    <a:pt x="333043" y="146396"/>
                  </a:lnTo>
                  <a:lnTo>
                    <a:pt x="332304" y="141154"/>
                  </a:lnTo>
                  <a:lnTo>
                    <a:pt x="331399" y="135938"/>
                  </a:lnTo>
                  <a:lnTo>
                    <a:pt x="330329" y="130754"/>
                  </a:lnTo>
                  <a:lnTo>
                    <a:pt x="329096" y="125606"/>
                  </a:lnTo>
                  <a:lnTo>
                    <a:pt x="327700" y="120500"/>
                  </a:lnTo>
                  <a:lnTo>
                    <a:pt x="326143" y="115440"/>
                  </a:lnTo>
                  <a:lnTo>
                    <a:pt x="324427" y="110432"/>
                  </a:lnTo>
                  <a:lnTo>
                    <a:pt x="322553" y="105482"/>
                  </a:lnTo>
                  <a:lnTo>
                    <a:pt x="320524" y="100592"/>
                  </a:lnTo>
                  <a:lnTo>
                    <a:pt x="318340" y="95770"/>
                  </a:lnTo>
                  <a:lnTo>
                    <a:pt x="316005" y="91019"/>
                  </a:lnTo>
                  <a:lnTo>
                    <a:pt x="313521" y="86345"/>
                  </a:lnTo>
                  <a:lnTo>
                    <a:pt x="310890" y="81751"/>
                  </a:lnTo>
                  <a:lnTo>
                    <a:pt x="308115" y="77243"/>
                  </a:lnTo>
                  <a:lnTo>
                    <a:pt x="305199" y="72826"/>
                  </a:lnTo>
                  <a:lnTo>
                    <a:pt x="302144" y="68502"/>
                  </a:lnTo>
                  <a:lnTo>
                    <a:pt x="298954" y="64278"/>
                  </a:lnTo>
                  <a:lnTo>
                    <a:pt x="295631" y="60157"/>
                  </a:lnTo>
                  <a:lnTo>
                    <a:pt x="292180" y="56143"/>
                  </a:lnTo>
                  <a:lnTo>
                    <a:pt x="288603" y="52240"/>
                  </a:lnTo>
                  <a:lnTo>
                    <a:pt x="284905" y="48453"/>
                  </a:lnTo>
                  <a:lnTo>
                    <a:pt x="281089" y="44785"/>
                  </a:lnTo>
                  <a:lnTo>
                    <a:pt x="277158" y="41239"/>
                  </a:lnTo>
                  <a:lnTo>
                    <a:pt x="273117" y="37819"/>
                  </a:lnTo>
                  <a:lnTo>
                    <a:pt x="268970" y="34529"/>
                  </a:lnTo>
                  <a:lnTo>
                    <a:pt x="264721" y="31372"/>
                  </a:lnTo>
                  <a:lnTo>
                    <a:pt x="260374" y="28352"/>
                  </a:lnTo>
                  <a:lnTo>
                    <a:pt x="255933" y="25470"/>
                  </a:lnTo>
                  <a:lnTo>
                    <a:pt x="251404" y="22730"/>
                  </a:lnTo>
                  <a:lnTo>
                    <a:pt x="246790" y="20136"/>
                  </a:lnTo>
                  <a:lnTo>
                    <a:pt x="242096" y="17688"/>
                  </a:lnTo>
                  <a:lnTo>
                    <a:pt x="237327" y="15391"/>
                  </a:lnTo>
                  <a:lnTo>
                    <a:pt x="232487" y="13245"/>
                  </a:lnTo>
                  <a:lnTo>
                    <a:pt x="227582" y="11254"/>
                  </a:lnTo>
                  <a:lnTo>
                    <a:pt x="222617" y="9419"/>
                  </a:lnTo>
                  <a:lnTo>
                    <a:pt x="167166" y="167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81287" y="4213821"/>
              <a:ext cx="55451" cy="167167"/>
            </a:xfrm>
            <a:custGeom>
              <a:avLst/>
              <a:pathLst>
                <a:path w="55451" h="167167">
                  <a:moveTo>
                    <a:pt x="55451" y="9464"/>
                  </a:moveTo>
                  <a:lnTo>
                    <a:pt x="49488" y="7493"/>
                  </a:lnTo>
                  <a:lnTo>
                    <a:pt x="43456" y="5747"/>
                  </a:lnTo>
                  <a:lnTo>
                    <a:pt x="37363" y="4228"/>
                  </a:lnTo>
                  <a:lnTo>
                    <a:pt x="31216" y="2940"/>
                  </a:lnTo>
                  <a:lnTo>
                    <a:pt x="25026" y="1883"/>
                  </a:lnTo>
                  <a:lnTo>
                    <a:pt x="18800" y="1060"/>
                  </a:lnTo>
                  <a:lnTo>
                    <a:pt x="12548" y="471"/>
                  </a:lnTo>
                  <a:lnTo>
                    <a:pt x="6278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434" y="4659281"/>
              <a:ext cx="1090" cy="167167"/>
            </a:xfrm>
            <a:custGeom>
              <a:avLst/>
              <a:pathLst>
                <a:path w="1090" h="167167">
                  <a:moveTo>
                    <a:pt x="1090" y="0"/>
                  </a:moveTo>
                  <a:lnTo>
                    <a:pt x="0" y="3"/>
                  </a:lnTo>
                  <a:lnTo>
                    <a:pt x="109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434" y="4659285"/>
              <a:ext cx="1090" cy="167163"/>
            </a:xfrm>
            <a:custGeom>
              <a:avLst/>
              <a:pathLst>
                <a:path w="1090" h="167163">
                  <a:moveTo>
                    <a:pt x="0" y="0"/>
                  </a:moveTo>
                  <a:lnTo>
                    <a:pt x="109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434" y="4659285"/>
              <a:ext cx="1090" cy="167163"/>
            </a:xfrm>
            <a:custGeom>
              <a:avLst/>
              <a:pathLst>
                <a:path w="1090" h="167163">
                  <a:moveTo>
                    <a:pt x="0" y="0"/>
                  </a:moveTo>
                  <a:lnTo>
                    <a:pt x="109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434" y="4659285"/>
              <a:ext cx="1090" cy="167163"/>
            </a:xfrm>
            <a:custGeom>
              <a:avLst/>
              <a:pathLst>
                <a:path w="1090" h="167163">
                  <a:moveTo>
                    <a:pt x="0" y="0"/>
                  </a:moveTo>
                  <a:lnTo>
                    <a:pt x="1090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434" y="4659285"/>
              <a:ext cx="1090" cy="167163"/>
            </a:xfrm>
            <a:custGeom>
              <a:avLst/>
              <a:pathLst>
                <a:path w="1090" h="167163">
                  <a:moveTo>
                    <a:pt x="0" y="0"/>
                  </a:moveTo>
                  <a:lnTo>
                    <a:pt x="109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434" y="4659285"/>
              <a:ext cx="1090" cy="167163"/>
            </a:xfrm>
            <a:custGeom>
              <a:avLst/>
              <a:pathLst>
                <a:path w="1090" h="167163">
                  <a:moveTo>
                    <a:pt x="0" y="0"/>
                  </a:moveTo>
                  <a:lnTo>
                    <a:pt x="109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434" y="4659285"/>
              <a:ext cx="1090" cy="167163"/>
            </a:xfrm>
            <a:custGeom>
              <a:avLst/>
              <a:pathLst>
                <a:path w="1090" h="167163">
                  <a:moveTo>
                    <a:pt x="0" y="0"/>
                  </a:moveTo>
                  <a:lnTo>
                    <a:pt x="109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434" y="4659285"/>
              <a:ext cx="1090" cy="167163"/>
            </a:xfrm>
            <a:custGeom>
              <a:avLst/>
              <a:pathLst>
                <a:path w="1090" h="167163">
                  <a:moveTo>
                    <a:pt x="0" y="0"/>
                  </a:moveTo>
                  <a:lnTo>
                    <a:pt x="109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434" y="4659285"/>
              <a:ext cx="1090" cy="167163"/>
            </a:xfrm>
            <a:custGeom>
              <a:avLst/>
              <a:pathLst>
                <a:path w="1090" h="167163">
                  <a:moveTo>
                    <a:pt x="0" y="0"/>
                  </a:moveTo>
                  <a:lnTo>
                    <a:pt x="1090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434" y="4659285"/>
              <a:ext cx="1090" cy="167163"/>
            </a:xfrm>
            <a:custGeom>
              <a:avLst/>
              <a:pathLst>
                <a:path w="1090" h="167163">
                  <a:moveTo>
                    <a:pt x="0" y="0"/>
                  </a:moveTo>
                  <a:lnTo>
                    <a:pt x="1090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21406" y="4659285"/>
              <a:ext cx="165118" cy="167163"/>
            </a:xfrm>
            <a:custGeom>
              <a:avLst/>
              <a:pathLst>
                <a:path w="165118" h="167163">
                  <a:moveTo>
                    <a:pt x="164028" y="0"/>
                  </a:moveTo>
                  <a:lnTo>
                    <a:pt x="158557" y="125"/>
                  </a:lnTo>
                  <a:lnTo>
                    <a:pt x="153094" y="429"/>
                  </a:lnTo>
                  <a:lnTo>
                    <a:pt x="147644" y="912"/>
                  </a:lnTo>
                  <a:lnTo>
                    <a:pt x="142212" y="1573"/>
                  </a:lnTo>
                  <a:lnTo>
                    <a:pt x="136805" y="2411"/>
                  </a:lnTo>
                  <a:lnTo>
                    <a:pt x="131428" y="3426"/>
                  </a:lnTo>
                  <a:lnTo>
                    <a:pt x="126088" y="4616"/>
                  </a:lnTo>
                  <a:lnTo>
                    <a:pt x="120789" y="5981"/>
                  </a:lnTo>
                  <a:lnTo>
                    <a:pt x="115537" y="7518"/>
                  </a:lnTo>
                  <a:lnTo>
                    <a:pt x="110339" y="9226"/>
                  </a:lnTo>
                  <a:lnTo>
                    <a:pt x="105200" y="11103"/>
                  </a:lnTo>
                  <a:lnTo>
                    <a:pt x="100124" y="13148"/>
                  </a:lnTo>
                  <a:lnTo>
                    <a:pt x="95118" y="15357"/>
                  </a:lnTo>
                  <a:lnTo>
                    <a:pt x="90188" y="17730"/>
                  </a:lnTo>
                  <a:lnTo>
                    <a:pt x="85337" y="20262"/>
                  </a:lnTo>
                  <a:lnTo>
                    <a:pt x="80572" y="22952"/>
                  </a:lnTo>
                  <a:lnTo>
                    <a:pt x="75898" y="25796"/>
                  </a:lnTo>
                  <a:lnTo>
                    <a:pt x="71319" y="28792"/>
                  </a:lnTo>
                  <a:lnTo>
                    <a:pt x="66841" y="31935"/>
                  </a:lnTo>
                  <a:lnTo>
                    <a:pt x="62468" y="35224"/>
                  </a:lnTo>
                  <a:lnTo>
                    <a:pt x="58205" y="38654"/>
                  </a:lnTo>
                  <a:lnTo>
                    <a:pt x="54056" y="42222"/>
                  </a:lnTo>
                  <a:lnTo>
                    <a:pt x="50027" y="45924"/>
                  </a:lnTo>
                  <a:lnTo>
                    <a:pt x="46120" y="49756"/>
                  </a:lnTo>
                  <a:lnTo>
                    <a:pt x="42342" y="53713"/>
                  </a:lnTo>
                  <a:lnTo>
                    <a:pt x="38695" y="57792"/>
                  </a:lnTo>
                  <a:lnTo>
                    <a:pt x="35183" y="61988"/>
                  </a:lnTo>
                  <a:lnTo>
                    <a:pt x="31810" y="66297"/>
                  </a:lnTo>
                  <a:lnTo>
                    <a:pt x="28581" y="70714"/>
                  </a:lnTo>
                  <a:lnTo>
                    <a:pt x="25497" y="75234"/>
                  </a:lnTo>
                  <a:lnTo>
                    <a:pt x="22563" y="79852"/>
                  </a:lnTo>
                  <a:lnTo>
                    <a:pt x="19782" y="84565"/>
                  </a:lnTo>
                  <a:lnTo>
                    <a:pt x="17157" y="89365"/>
                  </a:lnTo>
                  <a:lnTo>
                    <a:pt x="14690" y="94249"/>
                  </a:lnTo>
                  <a:lnTo>
                    <a:pt x="12384" y="99212"/>
                  </a:lnTo>
                  <a:lnTo>
                    <a:pt x="10242" y="104247"/>
                  </a:lnTo>
                  <a:lnTo>
                    <a:pt x="8266" y="109349"/>
                  </a:lnTo>
                  <a:lnTo>
                    <a:pt x="6458" y="114513"/>
                  </a:lnTo>
                  <a:lnTo>
                    <a:pt x="4820" y="119734"/>
                  </a:lnTo>
                  <a:lnTo>
                    <a:pt x="3353" y="125006"/>
                  </a:lnTo>
                  <a:lnTo>
                    <a:pt x="2060" y="130322"/>
                  </a:lnTo>
                  <a:lnTo>
                    <a:pt x="942" y="135679"/>
                  </a:lnTo>
                  <a:lnTo>
                    <a:pt x="0" y="141068"/>
                  </a:lnTo>
                  <a:lnTo>
                    <a:pt x="165118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358" y="4659281"/>
              <a:ext cx="334323" cy="334328"/>
            </a:xfrm>
            <a:custGeom>
              <a:avLst/>
              <a:pathLst>
                <a:path w="334323" h="334328">
                  <a:moveTo>
                    <a:pt x="2048" y="141072"/>
                  </a:moveTo>
                  <a:lnTo>
                    <a:pt x="1302" y="146339"/>
                  </a:lnTo>
                  <a:lnTo>
                    <a:pt x="723" y="151627"/>
                  </a:lnTo>
                  <a:lnTo>
                    <a:pt x="313" y="156931"/>
                  </a:lnTo>
                  <a:lnTo>
                    <a:pt x="71" y="162246"/>
                  </a:lnTo>
                  <a:lnTo>
                    <a:pt x="0" y="167565"/>
                  </a:lnTo>
                  <a:lnTo>
                    <a:pt x="97" y="172884"/>
                  </a:lnTo>
                  <a:lnTo>
                    <a:pt x="363" y="178197"/>
                  </a:lnTo>
                  <a:lnTo>
                    <a:pt x="799" y="183499"/>
                  </a:lnTo>
                  <a:lnTo>
                    <a:pt x="1403" y="188784"/>
                  </a:lnTo>
                  <a:lnTo>
                    <a:pt x="2174" y="194048"/>
                  </a:lnTo>
                  <a:lnTo>
                    <a:pt x="3113" y="199284"/>
                  </a:lnTo>
                  <a:lnTo>
                    <a:pt x="4218" y="204488"/>
                  </a:lnTo>
                  <a:lnTo>
                    <a:pt x="5488" y="209654"/>
                  </a:lnTo>
                  <a:lnTo>
                    <a:pt x="6922" y="214777"/>
                  </a:lnTo>
                  <a:lnTo>
                    <a:pt x="8518" y="219851"/>
                  </a:lnTo>
                  <a:lnTo>
                    <a:pt x="10275" y="224873"/>
                  </a:lnTo>
                  <a:lnTo>
                    <a:pt x="12190" y="229836"/>
                  </a:lnTo>
                  <a:lnTo>
                    <a:pt x="14263" y="234735"/>
                  </a:lnTo>
                  <a:lnTo>
                    <a:pt x="16490" y="239566"/>
                  </a:lnTo>
                  <a:lnTo>
                    <a:pt x="18870" y="244324"/>
                  </a:lnTo>
                  <a:lnTo>
                    <a:pt x="21400" y="249003"/>
                  </a:lnTo>
                  <a:lnTo>
                    <a:pt x="24078" y="253600"/>
                  </a:lnTo>
                  <a:lnTo>
                    <a:pt x="26901" y="258109"/>
                  </a:lnTo>
                  <a:lnTo>
                    <a:pt x="29865" y="262526"/>
                  </a:lnTo>
                  <a:lnTo>
                    <a:pt x="32969" y="266847"/>
                  </a:lnTo>
                  <a:lnTo>
                    <a:pt x="36209" y="271066"/>
                  </a:lnTo>
                  <a:lnTo>
                    <a:pt x="39581" y="275181"/>
                  </a:lnTo>
                  <a:lnTo>
                    <a:pt x="43083" y="279186"/>
                  </a:lnTo>
                  <a:lnTo>
                    <a:pt x="46710" y="283077"/>
                  </a:lnTo>
                  <a:lnTo>
                    <a:pt x="50459" y="286851"/>
                  </a:lnTo>
                  <a:lnTo>
                    <a:pt x="54326" y="290504"/>
                  </a:lnTo>
                  <a:lnTo>
                    <a:pt x="58308" y="294032"/>
                  </a:lnTo>
                  <a:lnTo>
                    <a:pt x="62400" y="297432"/>
                  </a:lnTo>
                  <a:lnTo>
                    <a:pt x="66598" y="300699"/>
                  </a:lnTo>
                  <a:lnTo>
                    <a:pt x="70897" y="303832"/>
                  </a:lnTo>
                  <a:lnTo>
                    <a:pt x="75295" y="306826"/>
                  </a:lnTo>
                  <a:lnTo>
                    <a:pt x="79785" y="309678"/>
                  </a:lnTo>
                  <a:lnTo>
                    <a:pt x="84364" y="312386"/>
                  </a:lnTo>
                  <a:lnTo>
                    <a:pt x="89027" y="314948"/>
                  </a:lnTo>
                  <a:lnTo>
                    <a:pt x="93768" y="317359"/>
                  </a:lnTo>
                  <a:lnTo>
                    <a:pt x="98585" y="319618"/>
                  </a:lnTo>
                  <a:lnTo>
                    <a:pt x="103470" y="321723"/>
                  </a:lnTo>
                  <a:lnTo>
                    <a:pt x="108420" y="323672"/>
                  </a:lnTo>
                  <a:lnTo>
                    <a:pt x="113430" y="325462"/>
                  </a:lnTo>
                  <a:lnTo>
                    <a:pt x="118494" y="327092"/>
                  </a:lnTo>
                  <a:lnTo>
                    <a:pt x="123607" y="328559"/>
                  </a:lnTo>
                  <a:lnTo>
                    <a:pt x="128764" y="329864"/>
                  </a:lnTo>
                  <a:lnTo>
                    <a:pt x="133961" y="331003"/>
                  </a:lnTo>
                  <a:lnTo>
                    <a:pt x="139191" y="331977"/>
                  </a:lnTo>
                  <a:lnTo>
                    <a:pt x="144449" y="332784"/>
                  </a:lnTo>
                  <a:lnTo>
                    <a:pt x="149730" y="333423"/>
                  </a:lnTo>
                  <a:lnTo>
                    <a:pt x="155029" y="333893"/>
                  </a:lnTo>
                  <a:lnTo>
                    <a:pt x="160340" y="334195"/>
                  </a:lnTo>
                  <a:lnTo>
                    <a:pt x="165658" y="334328"/>
                  </a:lnTo>
                  <a:lnTo>
                    <a:pt x="170978" y="334291"/>
                  </a:lnTo>
                  <a:lnTo>
                    <a:pt x="176294" y="334085"/>
                  </a:lnTo>
                  <a:lnTo>
                    <a:pt x="181600" y="333710"/>
                  </a:lnTo>
                  <a:lnTo>
                    <a:pt x="186892" y="333166"/>
                  </a:lnTo>
                  <a:lnTo>
                    <a:pt x="192164" y="332455"/>
                  </a:lnTo>
                  <a:lnTo>
                    <a:pt x="197411" y="331576"/>
                  </a:lnTo>
                  <a:lnTo>
                    <a:pt x="202627" y="330530"/>
                  </a:lnTo>
                  <a:lnTo>
                    <a:pt x="207807" y="329319"/>
                  </a:lnTo>
                  <a:lnTo>
                    <a:pt x="212946" y="327944"/>
                  </a:lnTo>
                  <a:lnTo>
                    <a:pt x="218039" y="326406"/>
                  </a:lnTo>
                  <a:lnTo>
                    <a:pt x="223080" y="324706"/>
                  </a:lnTo>
                  <a:lnTo>
                    <a:pt x="228064" y="322848"/>
                  </a:lnTo>
                  <a:lnTo>
                    <a:pt x="232987" y="320831"/>
                  </a:lnTo>
                  <a:lnTo>
                    <a:pt x="237843" y="318659"/>
                  </a:lnTo>
                  <a:lnTo>
                    <a:pt x="242627" y="316333"/>
                  </a:lnTo>
                  <a:lnTo>
                    <a:pt x="247336" y="313857"/>
                  </a:lnTo>
                  <a:lnTo>
                    <a:pt x="251963" y="311231"/>
                  </a:lnTo>
                  <a:lnTo>
                    <a:pt x="256504" y="308460"/>
                  </a:lnTo>
                  <a:lnTo>
                    <a:pt x="260954" y="305546"/>
                  </a:lnTo>
                  <a:lnTo>
                    <a:pt x="265310" y="302492"/>
                  </a:lnTo>
                  <a:lnTo>
                    <a:pt x="269566" y="299301"/>
                  </a:lnTo>
                  <a:lnTo>
                    <a:pt x="273718" y="295975"/>
                  </a:lnTo>
                  <a:lnTo>
                    <a:pt x="277763" y="292520"/>
                  </a:lnTo>
                  <a:lnTo>
                    <a:pt x="281696" y="288937"/>
                  </a:lnTo>
                  <a:lnTo>
                    <a:pt x="285512" y="285231"/>
                  </a:lnTo>
                  <a:lnTo>
                    <a:pt x="289209" y="281406"/>
                  </a:lnTo>
                  <a:lnTo>
                    <a:pt x="292782" y="277465"/>
                  </a:lnTo>
                  <a:lnTo>
                    <a:pt x="296228" y="273412"/>
                  </a:lnTo>
                  <a:lnTo>
                    <a:pt x="299543" y="269252"/>
                  </a:lnTo>
                  <a:lnTo>
                    <a:pt x="302725" y="264988"/>
                  </a:lnTo>
                  <a:lnTo>
                    <a:pt x="305769" y="260625"/>
                  </a:lnTo>
                  <a:lnTo>
                    <a:pt x="308672" y="256167"/>
                  </a:lnTo>
                  <a:lnTo>
                    <a:pt x="311432" y="251620"/>
                  </a:lnTo>
                  <a:lnTo>
                    <a:pt x="314047" y="246987"/>
                  </a:lnTo>
                  <a:lnTo>
                    <a:pt x="316512" y="242273"/>
                  </a:lnTo>
                  <a:lnTo>
                    <a:pt x="318826" y="237483"/>
                  </a:lnTo>
                  <a:lnTo>
                    <a:pt x="320987" y="232621"/>
                  </a:lnTo>
                  <a:lnTo>
                    <a:pt x="322992" y="227694"/>
                  </a:lnTo>
                  <a:lnTo>
                    <a:pt x="324839" y="222705"/>
                  </a:lnTo>
                  <a:lnTo>
                    <a:pt x="326526" y="217660"/>
                  </a:lnTo>
                  <a:lnTo>
                    <a:pt x="328052" y="212564"/>
                  </a:lnTo>
                  <a:lnTo>
                    <a:pt x="329415" y="207421"/>
                  </a:lnTo>
                  <a:lnTo>
                    <a:pt x="330614" y="202238"/>
                  </a:lnTo>
                  <a:lnTo>
                    <a:pt x="331647" y="197020"/>
                  </a:lnTo>
                  <a:lnTo>
                    <a:pt x="332513" y="191771"/>
                  </a:lnTo>
                  <a:lnTo>
                    <a:pt x="333212" y="186498"/>
                  </a:lnTo>
                  <a:lnTo>
                    <a:pt x="333743" y="181204"/>
                  </a:lnTo>
                  <a:lnTo>
                    <a:pt x="334106" y="175897"/>
                  </a:lnTo>
                  <a:lnTo>
                    <a:pt x="334299" y="170581"/>
                  </a:lnTo>
                  <a:lnTo>
                    <a:pt x="334323" y="165261"/>
                  </a:lnTo>
                  <a:lnTo>
                    <a:pt x="334178" y="159943"/>
                  </a:lnTo>
                  <a:lnTo>
                    <a:pt x="333863" y="154633"/>
                  </a:lnTo>
                  <a:lnTo>
                    <a:pt x="333380" y="149335"/>
                  </a:lnTo>
                  <a:lnTo>
                    <a:pt x="332729" y="144055"/>
                  </a:lnTo>
                  <a:lnTo>
                    <a:pt x="331909" y="138799"/>
                  </a:lnTo>
                  <a:lnTo>
                    <a:pt x="330923" y="133571"/>
                  </a:lnTo>
                  <a:lnTo>
                    <a:pt x="329771" y="128378"/>
                  </a:lnTo>
                  <a:lnTo>
                    <a:pt x="328455" y="123223"/>
                  </a:lnTo>
                  <a:lnTo>
                    <a:pt x="326975" y="118114"/>
                  </a:lnTo>
                  <a:lnTo>
                    <a:pt x="325333" y="113054"/>
                  </a:lnTo>
                  <a:lnTo>
                    <a:pt x="323531" y="108048"/>
                  </a:lnTo>
                  <a:lnTo>
                    <a:pt x="321571" y="103103"/>
                  </a:lnTo>
                  <a:lnTo>
                    <a:pt x="319454" y="98222"/>
                  </a:lnTo>
                  <a:lnTo>
                    <a:pt x="317183" y="93412"/>
                  </a:lnTo>
                  <a:lnTo>
                    <a:pt x="314761" y="88675"/>
                  </a:lnTo>
                  <a:lnTo>
                    <a:pt x="312188" y="84019"/>
                  </a:lnTo>
                  <a:lnTo>
                    <a:pt x="309469" y="79447"/>
                  </a:lnTo>
                  <a:lnTo>
                    <a:pt x="306606" y="74963"/>
                  </a:lnTo>
                  <a:lnTo>
                    <a:pt x="303602" y="70573"/>
                  </a:lnTo>
                  <a:lnTo>
                    <a:pt x="300459" y="66281"/>
                  </a:lnTo>
                  <a:lnTo>
                    <a:pt x="297181" y="62090"/>
                  </a:lnTo>
                  <a:lnTo>
                    <a:pt x="293772" y="58007"/>
                  </a:lnTo>
                  <a:lnTo>
                    <a:pt x="290235" y="54034"/>
                  </a:lnTo>
                  <a:lnTo>
                    <a:pt x="286573" y="50175"/>
                  </a:lnTo>
                  <a:lnTo>
                    <a:pt x="282790" y="46435"/>
                  </a:lnTo>
                  <a:lnTo>
                    <a:pt x="278889" y="42817"/>
                  </a:lnTo>
                  <a:lnTo>
                    <a:pt x="274876" y="39325"/>
                  </a:lnTo>
                  <a:lnTo>
                    <a:pt x="270754" y="35962"/>
                  </a:lnTo>
                  <a:lnTo>
                    <a:pt x="266527" y="32733"/>
                  </a:lnTo>
                  <a:lnTo>
                    <a:pt x="262199" y="29639"/>
                  </a:lnTo>
                  <a:lnTo>
                    <a:pt x="257775" y="26685"/>
                  </a:lnTo>
                  <a:lnTo>
                    <a:pt x="253259" y="23873"/>
                  </a:lnTo>
                  <a:lnTo>
                    <a:pt x="248656" y="21206"/>
                  </a:lnTo>
                  <a:lnTo>
                    <a:pt x="243970" y="18687"/>
                  </a:lnTo>
                  <a:lnTo>
                    <a:pt x="239207" y="16319"/>
                  </a:lnTo>
                  <a:lnTo>
                    <a:pt x="234370" y="14103"/>
                  </a:lnTo>
                  <a:lnTo>
                    <a:pt x="229466" y="12042"/>
                  </a:lnTo>
                  <a:lnTo>
                    <a:pt x="224499" y="10138"/>
                  </a:lnTo>
                  <a:lnTo>
                    <a:pt x="219473" y="8394"/>
                  </a:lnTo>
                  <a:lnTo>
                    <a:pt x="214395" y="6810"/>
                  </a:lnTo>
                  <a:lnTo>
                    <a:pt x="209268" y="5388"/>
                  </a:lnTo>
                  <a:lnTo>
                    <a:pt x="204099" y="4130"/>
                  </a:lnTo>
                  <a:lnTo>
                    <a:pt x="198893" y="3038"/>
                  </a:lnTo>
                  <a:lnTo>
                    <a:pt x="193654" y="2111"/>
                  </a:lnTo>
                  <a:lnTo>
                    <a:pt x="188389" y="1352"/>
                  </a:lnTo>
                  <a:lnTo>
                    <a:pt x="183102" y="761"/>
                  </a:lnTo>
                  <a:lnTo>
                    <a:pt x="177799" y="338"/>
                  </a:lnTo>
                  <a:lnTo>
                    <a:pt x="172486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321572" y="5018213"/>
              <a:ext cx="334302" cy="334334"/>
            </a:xfrm>
            <a:custGeom>
              <a:avLst/>
              <a:pathLst>
                <a:path w="334302" h="334334">
                  <a:moveTo>
                    <a:pt x="167067" y="0"/>
                  </a:moveTo>
                  <a:lnTo>
                    <a:pt x="161768" y="86"/>
                  </a:lnTo>
                  <a:lnTo>
                    <a:pt x="156473" y="341"/>
                  </a:lnTo>
                  <a:lnTo>
                    <a:pt x="151190" y="763"/>
                  </a:lnTo>
                  <a:lnTo>
                    <a:pt x="145923" y="1352"/>
                  </a:lnTo>
                  <a:lnTo>
                    <a:pt x="140677" y="2109"/>
                  </a:lnTo>
                  <a:lnTo>
                    <a:pt x="135457" y="3031"/>
                  </a:lnTo>
                  <a:lnTo>
                    <a:pt x="130270" y="4118"/>
                  </a:lnTo>
                  <a:lnTo>
                    <a:pt x="125119" y="5369"/>
                  </a:lnTo>
                  <a:lnTo>
                    <a:pt x="120011" y="6783"/>
                  </a:lnTo>
                  <a:lnTo>
                    <a:pt x="114950" y="8358"/>
                  </a:lnTo>
                  <a:lnTo>
                    <a:pt x="109942" y="10092"/>
                  </a:lnTo>
                  <a:lnTo>
                    <a:pt x="104991" y="11985"/>
                  </a:lnTo>
                  <a:lnTo>
                    <a:pt x="100102" y="14034"/>
                  </a:lnTo>
                  <a:lnTo>
                    <a:pt x="95281" y="16236"/>
                  </a:lnTo>
                  <a:lnTo>
                    <a:pt x="90533" y="18590"/>
                  </a:lnTo>
                  <a:lnTo>
                    <a:pt x="85861" y="21094"/>
                  </a:lnTo>
                  <a:lnTo>
                    <a:pt x="81271" y="23744"/>
                  </a:lnTo>
                  <a:lnTo>
                    <a:pt x="76767" y="26539"/>
                  </a:lnTo>
                  <a:lnTo>
                    <a:pt x="72354" y="29475"/>
                  </a:lnTo>
                  <a:lnTo>
                    <a:pt x="68037" y="32549"/>
                  </a:lnTo>
                  <a:lnTo>
                    <a:pt x="63819" y="35759"/>
                  </a:lnTo>
                  <a:lnTo>
                    <a:pt x="59705" y="39101"/>
                  </a:lnTo>
                  <a:lnTo>
                    <a:pt x="55699" y="42571"/>
                  </a:lnTo>
                  <a:lnTo>
                    <a:pt x="51805" y="46167"/>
                  </a:lnTo>
                  <a:lnTo>
                    <a:pt x="48027" y="49885"/>
                  </a:lnTo>
                  <a:lnTo>
                    <a:pt x="44369" y="53720"/>
                  </a:lnTo>
                  <a:lnTo>
                    <a:pt x="40834" y="57669"/>
                  </a:lnTo>
                  <a:lnTo>
                    <a:pt x="37426" y="61729"/>
                  </a:lnTo>
                  <a:lnTo>
                    <a:pt x="34149" y="65894"/>
                  </a:lnTo>
                  <a:lnTo>
                    <a:pt x="31005" y="70162"/>
                  </a:lnTo>
                  <a:lnTo>
                    <a:pt x="27998" y="74526"/>
                  </a:lnTo>
                  <a:lnTo>
                    <a:pt x="25131" y="78984"/>
                  </a:lnTo>
                  <a:lnTo>
                    <a:pt x="22407" y="83531"/>
                  </a:lnTo>
                  <a:lnTo>
                    <a:pt x="19828" y="88162"/>
                  </a:lnTo>
                  <a:lnTo>
                    <a:pt x="17398" y="92872"/>
                  </a:lnTo>
                  <a:lnTo>
                    <a:pt x="15118" y="97657"/>
                  </a:lnTo>
                  <a:lnTo>
                    <a:pt x="12990" y="102511"/>
                  </a:lnTo>
                  <a:lnTo>
                    <a:pt x="11018" y="107431"/>
                  </a:lnTo>
                  <a:lnTo>
                    <a:pt x="9203" y="112411"/>
                  </a:lnTo>
                  <a:lnTo>
                    <a:pt x="7546" y="117445"/>
                  </a:lnTo>
                  <a:lnTo>
                    <a:pt x="6050" y="122530"/>
                  </a:lnTo>
                  <a:lnTo>
                    <a:pt x="4716" y="127660"/>
                  </a:lnTo>
                  <a:lnTo>
                    <a:pt x="3545" y="132829"/>
                  </a:lnTo>
                  <a:lnTo>
                    <a:pt x="2539" y="138033"/>
                  </a:lnTo>
                  <a:lnTo>
                    <a:pt x="1698" y="143266"/>
                  </a:lnTo>
                  <a:lnTo>
                    <a:pt x="1023" y="148523"/>
                  </a:lnTo>
                  <a:lnTo>
                    <a:pt x="516" y="153799"/>
                  </a:lnTo>
                  <a:lnTo>
                    <a:pt x="176" y="159088"/>
                  </a:lnTo>
                  <a:lnTo>
                    <a:pt x="4" y="164386"/>
                  </a:lnTo>
                  <a:lnTo>
                    <a:pt x="0" y="169686"/>
                  </a:lnTo>
                  <a:lnTo>
                    <a:pt x="163" y="174984"/>
                  </a:lnTo>
                  <a:lnTo>
                    <a:pt x="495" y="180274"/>
                  </a:lnTo>
                  <a:lnTo>
                    <a:pt x="994" y="185551"/>
                  </a:lnTo>
                  <a:lnTo>
                    <a:pt x="1661" y="190809"/>
                  </a:lnTo>
                  <a:lnTo>
                    <a:pt x="2493" y="196043"/>
                  </a:lnTo>
                  <a:lnTo>
                    <a:pt x="3492" y="201249"/>
                  </a:lnTo>
                  <a:lnTo>
                    <a:pt x="4654" y="206420"/>
                  </a:lnTo>
                  <a:lnTo>
                    <a:pt x="5980" y="211551"/>
                  </a:lnTo>
                  <a:lnTo>
                    <a:pt x="7469" y="216639"/>
                  </a:lnTo>
                  <a:lnTo>
                    <a:pt x="9117" y="221676"/>
                  </a:lnTo>
                  <a:lnTo>
                    <a:pt x="10925" y="226658"/>
                  </a:lnTo>
                  <a:lnTo>
                    <a:pt x="12889" y="231581"/>
                  </a:lnTo>
                  <a:lnTo>
                    <a:pt x="15009" y="236439"/>
                  </a:lnTo>
                  <a:lnTo>
                    <a:pt x="17281" y="241228"/>
                  </a:lnTo>
                  <a:lnTo>
                    <a:pt x="19705" y="245941"/>
                  </a:lnTo>
                  <a:lnTo>
                    <a:pt x="22276" y="250576"/>
                  </a:lnTo>
                  <a:lnTo>
                    <a:pt x="24993" y="255127"/>
                  </a:lnTo>
                  <a:lnTo>
                    <a:pt x="27853" y="259589"/>
                  </a:lnTo>
                  <a:lnTo>
                    <a:pt x="30853" y="263959"/>
                  </a:lnTo>
                  <a:lnTo>
                    <a:pt x="33990" y="268231"/>
                  </a:lnTo>
                  <a:lnTo>
                    <a:pt x="37261" y="272402"/>
                  </a:lnTo>
                  <a:lnTo>
                    <a:pt x="40663" y="276467"/>
                  </a:lnTo>
                  <a:lnTo>
                    <a:pt x="44191" y="280422"/>
                  </a:lnTo>
                  <a:lnTo>
                    <a:pt x="47844" y="284263"/>
                  </a:lnTo>
                  <a:lnTo>
                    <a:pt x="51616" y="287986"/>
                  </a:lnTo>
                  <a:lnTo>
                    <a:pt x="55504" y="291588"/>
                  </a:lnTo>
                  <a:lnTo>
                    <a:pt x="59505" y="295065"/>
                  </a:lnTo>
                  <a:lnTo>
                    <a:pt x="63613" y="298413"/>
                  </a:lnTo>
                  <a:lnTo>
                    <a:pt x="67826" y="301629"/>
                  </a:lnTo>
                  <a:lnTo>
                    <a:pt x="72139" y="304710"/>
                  </a:lnTo>
                  <a:lnTo>
                    <a:pt x="76547" y="307653"/>
                  </a:lnTo>
                  <a:lnTo>
                    <a:pt x="81046" y="310455"/>
                  </a:lnTo>
                  <a:lnTo>
                    <a:pt x="85632" y="313113"/>
                  </a:lnTo>
                  <a:lnTo>
                    <a:pt x="90300" y="315624"/>
                  </a:lnTo>
                  <a:lnTo>
                    <a:pt x="95045" y="317985"/>
                  </a:lnTo>
                  <a:lnTo>
                    <a:pt x="99863" y="320195"/>
                  </a:lnTo>
                  <a:lnTo>
                    <a:pt x="104748" y="322251"/>
                  </a:lnTo>
                  <a:lnTo>
                    <a:pt x="109696" y="324152"/>
                  </a:lnTo>
                  <a:lnTo>
                    <a:pt x="114701" y="325894"/>
                  </a:lnTo>
                  <a:lnTo>
                    <a:pt x="119760" y="327477"/>
                  </a:lnTo>
                  <a:lnTo>
                    <a:pt x="124866" y="328899"/>
                  </a:lnTo>
                  <a:lnTo>
                    <a:pt x="130014" y="330158"/>
                  </a:lnTo>
                  <a:lnTo>
                    <a:pt x="135200" y="331253"/>
                  </a:lnTo>
                  <a:lnTo>
                    <a:pt x="140418" y="332184"/>
                  </a:lnTo>
                  <a:lnTo>
                    <a:pt x="145663" y="332948"/>
                  </a:lnTo>
                  <a:lnTo>
                    <a:pt x="150930" y="333546"/>
                  </a:lnTo>
                  <a:lnTo>
                    <a:pt x="156212" y="333976"/>
                  </a:lnTo>
                  <a:lnTo>
                    <a:pt x="161506" y="334239"/>
                  </a:lnTo>
                  <a:lnTo>
                    <a:pt x="166805" y="334334"/>
                  </a:lnTo>
                  <a:lnTo>
                    <a:pt x="172105" y="334261"/>
                  </a:lnTo>
                  <a:lnTo>
                    <a:pt x="177400" y="334020"/>
                  </a:lnTo>
                  <a:lnTo>
                    <a:pt x="182684" y="333611"/>
                  </a:lnTo>
                  <a:lnTo>
                    <a:pt x="187953" y="333035"/>
                  </a:lnTo>
                  <a:lnTo>
                    <a:pt x="193201" y="332292"/>
                  </a:lnTo>
                  <a:lnTo>
                    <a:pt x="198423" y="331383"/>
                  </a:lnTo>
                  <a:lnTo>
                    <a:pt x="203613" y="330309"/>
                  </a:lnTo>
                  <a:lnTo>
                    <a:pt x="208767" y="329071"/>
                  </a:lnTo>
                  <a:lnTo>
                    <a:pt x="213879" y="327670"/>
                  </a:lnTo>
                  <a:lnTo>
                    <a:pt x="218944" y="326108"/>
                  </a:lnTo>
                  <a:lnTo>
                    <a:pt x="223956" y="324386"/>
                  </a:lnTo>
                  <a:lnTo>
                    <a:pt x="228912" y="322506"/>
                  </a:lnTo>
                  <a:lnTo>
                    <a:pt x="233806" y="320470"/>
                  </a:lnTo>
                  <a:lnTo>
                    <a:pt x="238632" y="318279"/>
                  </a:lnTo>
                  <a:lnTo>
                    <a:pt x="243387" y="315937"/>
                  </a:lnTo>
                  <a:lnTo>
                    <a:pt x="248065" y="313445"/>
                  </a:lnTo>
                  <a:lnTo>
                    <a:pt x="252662" y="310807"/>
                  </a:lnTo>
                  <a:lnTo>
                    <a:pt x="257172" y="308023"/>
                  </a:lnTo>
                  <a:lnTo>
                    <a:pt x="261593" y="305099"/>
                  </a:lnTo>
                  <a:lnTo>
                    <a:pt x="265918" y="302035"/>
                  </a:lnTo>
                  <a:lnTo>
                    <a:pt x="270144" y="298836"/>
                  </a:lnTo>
                  <a:lnTo>
                    <a:pt x="274266" y="295505"/>
                  </a:lnTo>
                  <a:lnTo>
                    <a:pt x="278281" y="292044"/>
                  </a:lnTo>
                  <a:lnTo>
                    <a:pt x="282184" y="288458"/>
                  </a:lnTo>
                  <a:lnTo>
                    <a:pt x="285972" y="284751"/>
                  </a:lnTo>
                  <a:lnTo>
                    <a:pt x="289640" y="280924"/>
                  </a:lnTo>
                  <a:lnTo>
                    <a:pt x="293184" y="276984"/>
                  </a:lnTo>
                  <a:lnTo>
                    <a:pt x="296602" y="272933"/>
                  </a:lnTo>
                  <a:lnTo>
                    <a:pt x="299890" y="268776"/>
                  </a:lnTo>
                  <a:lnTo>
                    <a:pt x="303045" y="264517"/>
                  </a:lnTo>
                  <a:lnTo>
                    <a:pt x="306063" y="260159"/>
                  </a:lnTo>
                  <a:lnTo>
                    <a:pt x="308941" y="255709"/>
                  </a:lnTo>
                  <a:lnTo>
                    <a:pt x="311677" y="251169"/>
                  </a:lnTo>
                  <a:lnTo>
                    <a:pt x="314267" y="246545"/>
                  </a:lnTo>
                  <a:lnTo>
                    <a:pt x="316710" y="241841"/>
                  </a:lnTo>
                  <a:lnTo>
                    <a:pt x="319002" y="237062"/>
                  </a:lnTo>
                  <a:lnTo>
                    <a:pt x="321141" y="232213"/>
                  </a:lnTo>
                  <a:lnTo>
                    <a:pt x="323126" y="227298"/>
                  </a:lnTo>
                  <a:lnTo>
                    <a:pt x="324954" y="222323"/>
                  </a:lnTo>
                  <a:lnTo>
                    <a:pt x="326623" y="217292"/>
                  </a:lnTo>
                  <a:lnTo>
                    <a:pt x="328132" y="212212"/>
                  </a:lnTo>
                  <a:lnTo>
                    <a:pt x="329479" y="207085"/>
                  </a:lnTo>
                  <a:lnTo>
                    <a:pt x="330663" y="201919"/>
                  </a:lnTo>
                  <a:lnTo>
                    <a:pt x="331683" y="196718"/>
                  </a:lnTo>
                  <a:lnTo>
                    <a:pt x="332537" y="191487"/>
                  </a:lnTo>
                  <a:lnTo>
                    <a:pt x="333225" y="186231"/>
                  </a:lnTo>
                  <a:lnTo>
                    <a:pt x="333746" y="180957"/>
                  </a:lnTo>
                  <a:lnTo>
                    <a:pt x="334099" y="175668"/>
                  </a:lnTo>
                  <a:lnTo>
                    <a:pt x="334285" y="170371"/>
                  </a:lnTo>
                  <a:lnTo>
                    <a:pt x="334302" y="165071"/>
                  </a:lnTo>
                  <a:lnTo>
                    <a:pt x="334152" y="159773"/>
                  </a:lnTo>
                  <a:lnTo>
                    <a:pt x="333833" y="154482"/>
                  </a:lnTo>
                  <a:lnTo>
                    <a:pt x="333348" y="149204"/>
                  </a:lnTo>
                  <a:lnTo>
                    <a:pt x="332695" y="143944"/>
                  </a:lnTo>
                  <a:lnTo>
                    <a:pt x="331875" y="138708"/>
                  </a:lnTo>
                  <a:lnTo>
                    <a:pt x="330890" y="133500"/>
                  </a:lnTo>
                  <a:lnTo>
                    <a:pt x="329740" y="128326"/>
                  </a:lnTo>
                  <a:lnTo>
                    <a:pt x="328427" y="123191"/>
                  </a:lnTo>
                  <a:lnTo>
                    <a:pt x="326952" y="118100"/>
                  </a:lnTo>
                  <a:lnTo>
                    <a:pt x="325316" y="113058"/>
                  </a:lnTo>
                  <a:lnTo>
                    <a:pt x="323521" y="108071"/>
                  </a:lnTo>
                  <a:lnTo>
                    <a:pt x="321569" y="103143"/>
                  </a:lnTo>
                  <a:lnTo>
                    <a:pt x="319462" y="98280"/>
                  </a:lnTo>
                  <a:lnTo>
                    <a:pt x="317202" y="93486"/>
                  </a:lnTo>
                  <a:lnTo>
                    <a:pt x="314790" y="88766"/>
                  </a:lnTo>
                  <a:lnTo>
                    <a:pt x="312231" y="84125"/>
                  </a:lnTo>
                  <a:lnTo>
                    <a:pt x="309525" y="79567"/>
                  </a:lnTo>
                  <a:lnTo>
                    <a:pt x="306676" y="75097"/>
                  </a:lnTo>
                  <a:lnTo>
                    <a:pt x="303687" y="70720"/>
                  </a:lnTo>
                  <a:lnTo>
                    <a:pt x="300561" y="66440"/>
                  </a:lnTo>
                  <a:lnTo>
                    <a:pt x="297301" y="62261"/>
                  </a:lnTo>
                  <a:lnTo>
                    <a:pt x="293910" y="58188"/>
                  </a:lnTo>
                  <a:lnTo>
                    <a:pt x="290391" y="54224"/>
                  </a:lnTo>
                  <a:lnTo>
                    <a:pt x="286748" y="50374"/>
                  </a:lnTo>
                  <a:lnTo>
                    <a:pt x="282986" y="46641"/>
                  </a:lnTo>
                  <a:lnTo>
                    <a:pt x="279107" y="43029"/>
                  </a:lnTo>
                  <a:lnTo>
                    <a:pt x="275115" y="39542"/>
                  </a:lnTo>
                  <a:lnTo>
                    <a:pt x="271015" y="36183"/>
                  </a:lnTo>
                  <a:lnTo>
                    <a:pt x="266810" y="32956"/>
                  </a:lnTo>
                  <a:lnTo>
                    <a:pt x="262505" y="29864"/>
                  </a:lnTo>
                  <a:lnTo>
                    <a:pt x="258104" y="26910"/>
                  </a:lnTo>
                  <a:lnTo>
                    <a:pt x="253612" y="24097"/>
                  </a:lnTo>
                  <a:lnTo>
                    <a:pt x="249033" y="21428"/>
                  </a:lnTo>
                  <a:lnTo>
                    <a:pt x="244371" y="18905"/>
                  </a:lnTo>
                  <a:lnTo>
                    <a:pt x="239632" y="16532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72484" cy="167167"/>
            </a:xfrm>
            <a:custGeom>
              <a:avLst/>
              <a:pathLst>
                <a:path w="72484" h="167167">
                  <a:moveTo>
                    <a:pt x="72484" y="16532"/>
                  </a:moveTo>
                  <a:lnTo>
                    <a:pt x="67245" y="14121"/>
                  </a:lnTo>
                  <a:lnTo>
                    <a:pt x="61926" y="11893"/>
                  </a:lnTo>
                  <a:lnTo>
                    <a:pt x="56534" y="9849"/>
                  </a:lnTo>
                  <a:lnTo>
                    <a:pt x="51074" y="7993"/>
                  </a:lnTo>
                  <a:lnTo>
                    <a:pt x="45553" y="6326"/>
                  </a:lnTo>
                  <a:lnTo>
                    <a:pt x="39978" y="4850"/>
                  </a:lnTo>
                  <a:lnTo>
                    <a:pt x="34356" y="3568"/>
                  </a:lnTo>
                  <a:lnTo>
                    <a:pt x="28692" y="2480"/>
                  </a:lnTo>
                  <a:lnTo>
                    <a:pt x="22995" y="1589"/>
                  </a:lnTo>
                  <a:lnTo>
                    <a:pt x="17270" y="894"/>
                  </a:lnTo>
                  <a:lnTo>
                    <a:pt x="11525" y="397"/>
                  </a:lnTo>
                  <a:lnTo>
                    <a:pt x="5765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798387" y="5269756"/>
              <a:ext cx="166114" cy="167167"/>
            </a:xfrm>
            <a:custGeom>
              <a:avLst/>
              <a:pathLst>
                <a:path w="166114" h="167167">
                  <a:moveTo>
                    <a:pt x="166114" y="0"/>
                  </a:moveTo>
                  <a:lnTo>
                    <a:pt x="160697" y="87"/>
                  </a:lnTo>
                  <a:lnTo>
                    <a:pt x="155285" y="351"/>
                  </a:lnTo>
                  <a:lnTo>
                    <a:pt x="149885" y="789"/>
                  </a:lnTo>
                  <a:lnTo>
                    <a:pt x="144502" y="1402"/>
                  </a:lnTo>
                  <a:lnTo>
                    <a:pt x="139142" y="2190"/>
                  </a:lnTo>
                  <a:lnTo>
                    <a:pt x="133810" y="3150"/>
                  </a:lnTo>
                  <a:lnTo>
                    <a:pt x="128512" y="4283"/>
                  </a:lnTo>
                  <a:lnTo>
                    <a:pt x="123253" y="5587"/>
                  </a:lnTo>
                  <a:lnTo>
                    <a:pt x="118040" y="7061"/>
                  </a:lnTo>
                  <a:lnTo>
                    <a:pt x="112877" y="8703"/>
                  </a:lnTo>
                  <a:lnTo>
                    <a:pt x="107770" y="10512"/>
                  </a:lnTo>
                  <a:lnTo>
                    <a:pt x="102724" y="12484"/>
                  </a:lnTo>
                  <a:lnTo>
                    <a:pt x="97745" y="14620"/>
                  </a:lnTo>
                  <a:lnTo>
                    <a:pt x="92837" y="16915"/>
                  </a:lnTo>
                  <a:lnTo>
                    <a:pt x="88007" y="19369"/>
                  </a:lnTo>
                  <a:lnTo>
                    <a:pt x="83258" y="21978"/>
                  </a:lnTo>
                  <a:lnTo>
                    <a:pt x="78597" y="24739"/>
                  </a:lnTo>
                  <a:lnTo>
                    <a:pt x="74028" y="27650"/>
                  </a:lnTo>
                  <a:lnTo>
                    <a:pt x="69555" y="30707"/>
                  </a:lnTo>
                  <a:lnTo>
                    <a:pt x="65184" y="33908"/>
                  </a:lnTo>
                  <a:lnTo>
                    <a:pt x="60918" y="37248"/>
                  </a:lnTo>
                  <a:lnTo>
                    <a:pt x="56763" y="40725"/>
                  </a:lnTo>
                  <a:lnTo>
                    <a:pt x="52724" y="44335"/>
                  </a:lnTo>
                  <a:lnTo>
                    <a:pt x="48803" y="48074"/>
                  </a:lnTo>
                  <a:lnTo>
                    <a:pt x="45005" y="51938"/>
                  </a:lnTo>
                  <a:lnTo>
                    <a:pt x="41335" y="55924"/>
                  </a:lnTo>
                  <a:lnTo>
                    <a:pt x="37795" y="60025"/>
                  </a:lnTo>
                  <a:lnTo>
                    <a:pt x="34391" y="64240"/>
                  </a:lnTo>
                  <a:lnTo>
                    <a:pt x="31125" y="68562"/>
                  </a:lnTo>
                  <a:lnTo>
                    <a:pt x="28000" y="72989"/>
                  </a:lnTo>
                  <a:lnTo>
                    <a:pt x="25021" y="77514"/>
                  </a:lnTo>
                  <a:lnTo>
                    <a:pt x="22190" y="82133"/>
                  </a:lnTo>
                  <a:lnTo>
                    <a:pt x="19510" y="86842"/>
                  </a:lnTo>
                  <a:lnTo>
                    <a:pt x="16984" y="91634"/>
                  </a:lnTo>
                  <a:lnTo>
                    <a:pt x="14614" y="96507"/>
                  </a:lnTo>
                  <a:lnTo>
                    <a:pt x="12404" y="101453"/>
                  </a:lnTo>
                  <a:lnTo>
                    <a:pt x="10355" y="106469"/>
                  </a:lnTo>
                  <a:lnTo>
                    <a:pt x="8470" y="111548"/>
                  </a:lnTo>
                  <a:lnTo>
                    <a:pt x="6751" y="116686"/>
                  </a:lnTo>
                  <a:lnTo>
                    <a:pt x="5199" y="121876"/>
                  </a:lnTo>
                  <a:lnTo>
                    <a:pt x="3815" y="127115"/>
                  </a:lnTo>
                  <a:lnTo>
                    <a:pt x="2603" y="132395"/>
                  </a:lnTo>
                  <a:lnTo>
                    <a:pt x="1562" y="137712"/>
                  </a:lnTo>
                  <a:lnTo>
                    <a:pt x="694" y="143060"/>
                  </a:lnTo>
                  <a:lnTo>
                    <a:pt x="0" y="148433"/>
                  </a:lnTo>
                  <a:lnTo>
                    <a:pt x="16611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51" y="5269756"/>
              <a:ext cx="334296" cy="334334"/>
            </a:xfrm>
            <a:custGeom>
              <a:avLst/>
              <a:pathLst>
                <a:path w="334296" h="334334">
                  <a:moveTo>
                    <a:pt x="1035" y="148433"/>
                  </a:moveTo>
                  <a:lnTo>
                    <a:pt x="524" y="153714"/>
                  </a:lnTo>
                  <a:lnTo>
                    <a:pt x="181" y="159009"/>
                  </a:lnTo>
                  <a:lnTo>
                    <a:pt x="6" y="164312"/>
                  </a:lnTo>
                  <a:lnTo>
                    <a:pt x="0" y="169618"/>
                  </a:lnTo>
                  <a:lnTo>
                    <a:pt x="161" y="174921"/>
                  </a:lnTo>
                  <a:lnTo>
                    <a:pt x="492" y="180217"/>
                  </a:lnTo>
                  <a:lnTo>
                    <a:pt x="990" y="185499"/>
                  </a:lnTo>
                  <a:lnTo>
                    <a:pt x="1655" y="190763"/>
                  </a:lnTo>
                  <a:lnTo>
                    <a:pt x="2488" y="196004"/>
                  </a:lnTo>
                  <a:lnTo>
                    <a:pt x="3486" y="201215"/>
                  </a:lnTo>
                  <a:lnTo>
                    <a:pt x="4649" y="206392"/>
                  </a:lnTo>
                  <a:lnTo>
                    <a:pt x="5975" y="211529"/>
                  </a:lnTo>
                  <a:lnTo>
                    <a:pt x="7464" y="216622"/>
                  </a:lnTo>
                  <a:lnTo>
                    <a:pt x="9114" y="221665"/>
                  </a:lnTo>
                  <a:lnTo>
                    <a:pt x="10923" y="226653"/>
                  </a:lnTo>
                  <a:lnTo>
                    <a:pt x="12890" y="231581"/>
                  </a:lnTo>
                  <a:lnTo>
                    <a:pt x="15012" y="236444"/>
                  </a:lnTo>
                  <a:lnTo>
                    <a:pt x="17287" y="241237"/>
                  </a:lnTo>
                  <a:lnTo>
                    <a:pt x="19713" y="245956"/>
                  </a:lnTo>
                  <a:lnTo>
                    <a:pt x="22288" y="250595"/>
                  </a:lnTo>
                  <a:lnTo>
                    <a:pt x="25009" y="255150"/>
                  </a:lnTo>
                  <a:lnTo>
                    <a:pt x="27873" y="259617"/>
                  </a:lnTo>
                  <a:lnTo>
                    <a:pt x="30877" y="263991"/>
                  </a:lnTo>
                  <a:lnTo>
                    <a:pt x="34018" y="268267"/>
                  </a:lnTo>
                  <a:lnTo>
                    <a:pt x="37294" y="272441"/>
                  </a:lnTo>
                  <a:lnTo>
                    <a:pt x="40700" y="276509"/>
                  </a:lnTo>
                  <a:lnTo>
                    <a:pt x="44234" y="280467"/>
                  </a:lnTo>
                  <a:lnTo>
                    <a:pt x="47891" y="284310"/>
                  </a:lnTo>
                  <a:lnTo>
                    <a:pt x="51669" y="288036"/>
                  </a:lnTo>
                  <a:lnTo>
                    <a:pt x="55563" y="291640"/>
                  </a:lnTo>
                  <a:lnTo>
                    <a:pt x="59570" y="295119"/>
                  </a:lnTo>
                  <a:lnTo>
                    <a:pt x="63685" y="298468"/>
                  </a:lnTo>
                  <a:lnTo>
                    <a:pt x="67904" y="301686"/>
                  </a:lnTo>
                  <a:lnTo>
                    <a:pt x="72223" y="304768"/>
                  </a:lnTo>
                  <a:lnTo>
                    <a:pt x="76638" y="307711"/>
                  </a:lnTo>
                  <a:lnTo>
                    <a:pt x="81143" y="310513"/>
                  </a:lnTo>
                  <a:lnTo>
                    <a:pt x="85736" y="313170"/>
                  </a:lnTo>
                  <a:lnTo>
                    <a:pt x="90411" y="315680"/>
                  </a:lnTo>
                  <a:lnTo>
                    <a:pt x="95162" y="318041"/>
                  </a:lnTo>
                  <a:lnTo>
                    <a:pt x="99987" y="320249"/>
                  </a:lnTo>
                  <a:lnTo>
                    <a:pt x="104879" y="322304"/>
                  </a:lnTo>
                  <a:lnTo>
                    <a:pt x="109834" y="324202"/>
                  </a:lnTo>
                  <a:lnTo>
                    <a:pt x="114846" y="325942"/>
                  </a:lnTo>
                  <a:lnTo>
                    <a:pt x="119912" y="327521"/>
                  </a:lnTo>
                  <a:lnTo>
                    <a:pt x="125024" y="328940"/>
                  </a:lnTo>
                  <a:lnTo>
                    <a:pt x="130180" y="330195"/>
                  </a:lnTo>
                  <a:lnTo>
                    <a:pt x="135372" y="331286"/>
                  </a:lnTo>
                  <a:lnTo>
                    <a:pt x="140597" y="332212"/>
                  </a:lnTo>
                  <a:lnTo>
                    <a:pt x="145848" y="332972"/>
                  </a:lnTo>
                  <a:lnTo>
                    <a:pt x="151121" y="333564"/>
                  </a:lnTo>
                  <a:lnTo>
                    <a:pt x="156409" y="333989"/>
                  </a:lnTo>
                  <a:lnTo>
                    <a:pt x="161709" y="334246"/>
                  </a:lnTo>
                  <a:lnTo>
                    <a:pt x="167014" y="334334"/>
                  </a:lnTo>
                  <a:lnTo>
                    <a:pt x="172320" y="334254"/>
                  </a:lnTo>
                  <a:lnTo>
                    <a:pt x="177620" y="334006"/>
                  </a:lnTo>
                  <a:lnTo>
                    <a:pt x="182909" y="333590"/>
                  </a:lnTo>
                  <a:lnTo>
                    <a:pt x="188183" y="333006"/>
                  </a:lnTo>
                  <a:lnTo>
                    <a:pt x="193435" y="332255"/>
                  </a:lnTo>
                  <a:lnTo>
                    <a:pt x="198661" y="331337"/>
                  </a:lnTo>
                  <a:lnTo>
                    <a:pt x="203856" y="330255"/>
                  </a:lnTo>
                  <a:lnTo>
                    <a:pt x="209013" y="329007"/>
                  </a:lnTo>
                  <a:lnTo>
                    <a:pt x="214128" y="327597"/>
                  </a:lnTo>
                  <a:lnTo>
                    <a:pt x="219196" y="326026"/>
                  </a:lnTo>
                  <a:lnTo>
                    <a:pt x="224211" y="324294"/>
                  </a:lnTo>
                  <a:lnTo>
                    <a:pt x="229169" y="322404"/>
                  </a:lnTo>
                  <a:lnTo>
                    <a:pt x="234064" y="320357"/>
                  </a:lnTo>
                  <a:lnTo>
                    <a:pt x="238892" y="318157"/>
                  </a:lnTo>
                  <a:lnTo>
                    <a:pt x="243648" y="315804"/>
                  </a:lnTo>
                  <a:lnTo>
                    <a:pt x="248327" y="313301"/>
                  </a:lnTo>
                  <a:lnTo>
                    <a:pt x="252923" y="310651"/>
                  </a:lnTo>
                  <a:lnTo>
                    <a:pt x="257434" y="307857"/>
                  </a:lnTo>
                  <a:lnTo>
                    <a:pt x="261853" y="304921"/>
                  </a:lnTo>
                  <a:lnTo>
                    <a:pt x="266177" y="301846"/>
                  </a:lnTo>
                  <a:lnTo>
                    <a:pt x="270402" y="298635"/>
                  </a:lnTo>
                  <a:lnTo>
                    <a:pt x="274522" y="295292"/>
                  </a:lnTo>
                  <a:lnTo>
                    <a:pt x="278534" y="291820"/>
                  </a:lnTo>
                  <a:lnTo>
                    <a:pt x="282434" y="288222"/>
                  </a:lnTo>
                  <a:lnTo>
                    <a:pt x="286218" y="284502"/>
                  </a:lnTo>
                  <a:lnTo>
                    <a:pt x="289881" y="280665"/>
                  </a:lnTo>
                  <a:lnTo>
                    <a:pt x="293422" y="276712"/>
                  </a:lnTo>
                  <a:lnTo>
                    <a:pt x="296834" y="272650"/>
                  </a:lnTo>
                  <a:lnTo>
                    <a:pt x="300117" y="268481"/>
                  </a:lnTo>
                  <a:lnTo>
                    <a:pt x="303265" y="264210"/>
                  </a:lnTo>
                  <a:lnTo>
                    <a:pt x="306276" y="259841"/>
                  </a:lnTo>
                  <a:lnTo>
                    <a:pt x="309147" y="255379"/>
                  </a:lnTo>
                  <a:lnTo>
                    <a:pt x="311875" y="250828"/>
                  </a:lnTo>
                  <a:lnTo>
                    <a:pt x="314457" y="246193"/>
                  </a:lnTo>
                  <a:lnTo>
                    <a:pt x="316891" y="241478"/>
                  </a:lnTo>
                  <a:lnTo>
                    <a:pt x="319174" y="236689"/>
                  </a:lnTo>
                  <a:lnTo>
                    <a:pt x="321304" y="231829"/>
                  </a:lnTo>
                  <a:lnTo>
                    <a:pt x="323278" y="226904"/>
                  </a:lnTo>
                  <a:lnTo>
                    <a:pt x="325096" y="221919"/>
                  </a:lnTo>
                  <a:lnTo>
                    <a:pt x="326754" y="216879"/>
                  </a:lnTo>
                  <a:lnTo>
                    <a:pt x="328251" y="211789"/>
                  </a:lnTo>
                  <a:lnTo>
                    <a:pt x="329586" y="206654"/>
                  </a:lnTo>
                  <a:lnTo>
                    <a:pt x="330757" y="201479"/>
                  </a:lnTo>
                  <a:lnTo>
                    <a:pt x="331764" y="196269"/>
                  </a:lnTo>
                  <a:lnTo>
                    <a:pt x="332604" y="191030"/>
                  </a:lnTo>
                  <a:lnTo>
                    <a:pt x="333278" y="185767"/>
                  </a:lnTo>
                  <a:lnTo>
                    <a:pt x="333785" y="180485"/>
                  </a:lnTo>
                  <a:lnTo>
                    <a:pt x="334124" y="175190"/>
                  </a:lnTo>
                  <a:lnTo>
                    <a:pt x="334294" y="169887"/>
                  </a:lnTo>
                  <a:lnTo>
                    <a:pt x="334296" y="164581"/>
                  </a:lnTo>
                  <a:lnTo>
                    <a:pt x="334130" y="159278"/>
                  </a:lnTo>
                  <a:lnTo>
                    <a:pt x="333796" y="153983"/>
                  </a:lnTo>
                  <a:lnTo>
                    <a:pt x="333293" y="148701"/>
                  </a:lnTo>
                  <a:lnTo>
                    <a:pt x="332624" y="143437"/>
                  </a:lnTo>
                  <a:lnTo>
                    <a:pt x="331787" y="138198"/>
                  </a:lnTo>
                  <a:lnTo>
                    <a:pt x="330785" y="132987"/>
                  </a:lnTo>
                  <a:lnTo>
                    <a:pt x="329618" y="127811"/>
                  </a:lnTo>
                  <a:lnTo>
                    <a:pt x="328287" y="122675"/>
                  </a:lnTo>
                  <a:lnTo>
                    <a:pt x="326794" y="117583"/>
                  </a:lnTo>
                  <a:lnTo>
                    <a:pt x="325140" y="112542"/>
                  </a:lnTo>
                  <a:lnTo>
                    <a:pt x="323327" y="107555"/>
                  </a:lnTo>
                  <a:lnTo>
                    <a:pt x="321356" y="102629"/>
                  </a:lnTo>
                  <a:lnTo>
                    <a:pt x="319230" y="97768"/>
                  </a:lnTo>
                  <a:lnTo>
                    <a:pt x="316951" y="92976"/>
                  </a:lnTo>
                  <a:lnTo>
                    <a:pt x="314521" y="88259"/>
                  </a:lnTo>
                  <a:lnTo>
                    <a:pt x="311943" y="83622"/>
                  </a:lnTo>
                  <a:lnTo>
                    <a:pt x="309218" y="79069"/>
                  </a:lnTo>
                  <a:lnTo>
                    <a:pt x="306351" y="74605"/>
                  </a:lnTo>
                  <a:lnTo>
                    <a:pt x="303343" y="70234"/>
                  </a:lnTo>
                  <a:lnTo>
                    <a:pt x="300198" y="65960"/>
                  </a:lnTo>
                  <a:lnTo>
                    <a:pt x="296919" y="61789"/>
                  </a:lnTo>
                  <a:lnTo>
                    <a:pt x="293510" y="57723"/>
                  </a:lnTo>
                  <a:lnTo>
                    <a:pt x="289973" y="53768"/>
                  </a:lnTo>
                  <a:lnTo>
                    <a:pt x="286312" y="49927"/>
                  </a:lnTo>
                  <a:lnTo>
                    <a:pt x="282531" y="46205"/>
                  </a:lnTo>
                  <a:lnTo>
                    <a:pt x="278634" y="42604"/>
                  </a:lnTo>
                  <a:lnTo>
                    <a:pt x="274625" y="39128"/>
                  </a:lnTo>
                  <a:lnTo>
                    <a:pt x="270507" y="35782"/>
                  </a:lnTo>
                  <a:lnTo>
                    <a:pt x="266286" y="32568"/>
                  </a:lnTo>
                  <a:lnTo>
                    <a:pt x="261964" y="29490"/>
                  </a:lnTo>
                  <a:lnTo>
                    <a:pt x="257547" y="26550"/>
                  </a:lnTo>
                  <a:lnTo>
                    <a:pt x="253039" y="23752"/>
                  </a:lnTo>
                  <a:lnTo>
                    <a:pt x="248444" y="21098"/>
                  </a:lnTo>
                  <a:lnTo>
                    <a:pt x="243768" y="18592"/>
                  </a:lnTo>
                  <a:lnTo>
                    <a:pt x="239014" y="16235"/>
                  </a:lnTo>
                  <a:lnTo>
                    <a:pt x="234188" y="14031"/>
                  </a:lnTo>
                  <a:lnTo>
                    <a:pt x="229294" y="11980"/>
                  </a:lnTo>
                  <a:lnTo>
                    <a:pt x="224338" y="10086"/>
                  </a:lnTo>
                  <a:lnTo>
                    <a:pt x="219324" y="8350"/>
                  </a:lnTo>
                  <a:lnTo>
                    <a:pt x="214257" y="6774"/>
                  </a:lnTo>
                  <a:lnTo>
                    <a:pt x="209143" y="5360"/>
                  </a:lnTo>
                  <a:lnTo>
                    <a:pt x="203987" y="4109"/>
                  </a:lnTo>
                  <a:lnTo>
                    <a:pt x="198794" y="3022"/>
                  </a:lnTo>
                  <a:lnTo>
                    <a:pt x="193568" y="2100"/>
                  </a:lnTo>
                  <a:lnTo>
                    <a:pt x="188317" y="1345"/>
                  </a:lnTo>
                  <a:lnTo>
                    <a:pt x="183043" y="757"/>
                  </a:lnTo>
                  <a:lnTo>
                    <a:pt x="177754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2057" y="5399291"/>
              <a:ext cx="4157" cy="167167"/>
            </a:xfrm>
            <a:custGeom>
              <a:avLst/>
              <a:pathLst>
                <a:path w="4157" h="167167">
                  <a:moveTo>
                    <a:pt x="4157" y="0"/>
                  </a:moveTo>
                  <a:lnTo>
                    <a:pt x="0" y="51"/>
                  </a:lnTo>
                  <a:lnTo>
                    <a:pt x="415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057" y="5399343"/>
              <a:ext cx="4157" cy="167115"/>
            </a:xfrm>
            <a:custGeom>
              <a:avLst/>
              <a:pathLst>
                <a:path w="4157" h="167115">
                  <a:moveTo>
                    <a:pt x="0" y="0"/>
                  </a:moveTo>
                  <a:lnTo>
                    <a:pt x="4157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057" y="5399343"/>
              <a:ext cx="4157" cy="167115"/>
            </a:xfrm>
            <a:custGeom>
              <a:avLst/>
              <a:pathLst>
                <a:path w="4157" h="167115">
                  <a:moveTo>
                    <a:pt x="0" y="0"/>
                  </a:moveTo>
                  <a:lnTo>
                    <a:pt x="4157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057" y="5399343"/>
              <a:ext cx="4157" cy="167115"/>
            </a:xfrm>
            <a:custGeom>
              <a:avLst/>
              <a:pathLst>
                <a:path w="4157" h="167115">
                  <a:moveTo>
                    <a:pt x="0" y="0"/>
                  </a:moveTo>
                  <a:lnTo>
                    <a:pt x="4157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057" y="5399343"/>
              <a:ext cx="4157" cy="167115"/>
            </a:xfrm>
            <a:custGeom>
              <a:avLst/>
              <a:pathLst>
                <a:path w="4157" h="167115">
                  <a:moveTo>
                    <a:pt x="0" y="0"/>
                  </a:moveTo>
                  <a:lnTo>
                    <a:pt x="4157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057" y="5399343"/>
              <a:ext cx="4157" cy="167115"/>
            </a:xfrm>
            <a:custGeom>
              <a:avLst/>
              <a:pathLst>
                <a:path w="4157" h="167115">
                  <a:moveTo>
                    <a:pt x="0" y="0"/>
                  </a:moveTo>
                  <a:lnTo>
                    <a:pt x="4157" y="167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057" y="5399343"/>
              <a:ext cx="4157" cy="167115"/>
            </a:xfrm>
            <a:custGeom>
              <a:avLst/>
              <a:pathLst>
                <a:path w="4157" h="167115">
                  <a:moveTo>
                    <a:pt x="0" y="0"/>
                  </a:moveTo>
                  <a:lnTo>
                    <a:pt x="4157" y="167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319051" y="5399343"/>
              <a:ext cx="334331" cy="334271"/>
            </a:xfrm>
            <a:custGeom>
              <a:avLst/>
              <a:pathLst>
                <a:path w="334331" h="334271">
                  <a:moveTo>
                    <a:pt x="163006" y="0"/>
                  </a:moveTo>
                  <a:lnTo>
                    <a:pt x="157714" y="215"/>
                  </a:lnTo>
                  <a:lnTo>
                    <a:pt x="152432" y="598"/>
                  </a:lnTo>
                  <a:lnTo>
                    <a:pt x="147165" y="1148"/>
                  </a:lnTo>
                  <a:lnTo>
                    <a:pt x="141918" y="1865"/>
                  </a:lnTo>
                  <a:lnTo>
                    <a:pt x="136697" y="2748"/>
                  </a:lnTo>
                  <a:lnTo>
                    <a:pt x="131506" y="3795"/>
                  </a:lnTo>
                  <a:lnTo>
                    <a:pt x="126350" y="5006"/>
                  </a:lnTo>
                  <a:lnTo>
                    <a:pt x="121236" y="6381"/>
                  </a:lnTo>
                  <a:lnTo>
                    <a:pt x="116168" y="7916"/>
                  </a:lnTo>
                  <a:lnTo>
                    <a:pt x="111151" y="9611"/>
                  </a:lnTo>
                  <a:lnTo>
                    <a:pt x="106190" y="11464"/>
                  </a:lnTo>
                  <a:lnTo>
                    <a:pt x="101290" y="13474"/>
                  </a:lnTo>
                  <a:lnTo>
                    <a:pt x="96457" y="15637"/>
                  </a:lnTo>
                  <a:lnTo>
                    <a:pt x="91694" y="17953"/>
                  </a:lnTo>
                  <a:lnTo>
                    <a:pt x="87007" y="20418"/>
                  </a:lnTo>
                  <a:lnTo>
                    <a:pt x="82401" y="23031"/>
                  </a:lnTo>
                  <a:lnTo>
                    <a:pt x="77880" y="25788"/>
                  </a:lnTo>
                  <a:lnTo>
                    <a:pt x="73448" y="28687"/>
                  </a:lnTo>
                  <a:lnTo>
                    <a:pt x="69110" y="31725"/>
                  </a:lnTo>
                  <a:lnTo>
                    <a:pt x="64871" y="34899"/>
                  </a:lnTo>
                  <a:lnTo>
                    <a:pt x="60734" y="38205"/>
                  </a:lnTo>
                  <a:lnTo>
                    <a:pt x="56705" y="41641"/>
                  </a:lnTo>
                  <a:lnTo>
                    <a:pt x="52786" y="45203"/>
                  </a:lnTo>
                  <a:lnTo>
                    <a:pt x="48981" y="48887"/>
                  </a:lnTo>
                  <a:lnTo>
                    <a:pt x="45296" y="52690"/>
                  </a:lnTo>
                  <a:lnTo>
                    <a:pt x="41733" y="56607"/>
                  </a:lnTo>
                  <a:lnTo>
                    <a:pt x="38295" y="60636"/>
                  </a:lnTo>
                  <a:lnTo>
                    <a:pt x="34987" y="64771"/>
                  </a:lnTo>
                  <a:lnTo>
                    <a:pt x="31812" y="69009"/>
                  </a:lnTo>
                  <a:lnTo>
                    <a:pt x="28772" y="73346"/>
                  </a:lnTo>
                  <a:lnTo>
                    <a:pt x="25871" y="77776"/>
                  </a:lnTo>
                  <a:lnTo>
                    <a:pt x="23112" y="82296"/>
                  </a:lnTo>
                  <a:lnTo>
                    <a:pt x="20498" y="86902"/>
                  </a:lnTo>
                  <a:lnTo>
                    <a:pt x="18031" y="91588"/>
                  </a:lnTo>
                  <a:lnTo>
                    <a:pt x="15713" y="96349"/>
                  </a:lnTo>
                  <a:lnTo>
                    <a:pt x="13548" y="101182"/>
                  </a:lnTo>
                  <a:lnTo>
                    <a:pt x="11537" y="106081"/>
                  </a:lnTo>
                  <a:lnTo>
                    <a:pt x="9681" y="111041"/>
                  </a:lnTo>
                  <a:lnTo>
                    <a:pt x="7984" y="116057"/>
                  </a:lnTo>
                  <a:lnTo>
                    <a:pt x="6447" y="121125"/>
                  </a:lnTo>
                  <a:lnTo>
                    <a:pt x="5071" y="126239"/>
                  </a:lnTo>
                  <a:lnTo>
                    <a:pt x="3857" y="131394"/>
                  </a:lnTo>
                  <a:lnTo>
                    <a:pt x="2808" y="136584"/>
                  </a:lnTo>
                  <a:lnTo>
                    <a:pt x="1923" y="141805"/>
                  </a:lnTo>
                  <a:lnTo>
                    <a:pt x="1204" y="147052"/>
                  </a:lnTo>
                  <a:lnTo>
                    <a:pt x="652" y="152319"/>
                  </a:lnTo>
                  <a:lnTo>
                    <a:pt x="267" y="157601"/>
                  </a:lnTo>
                  <a:lnTo>
                    <a:pt x="49" y="162892"/>
                  </a:lnTo>
                  <a:lnTo>
                    <a:pt x="0" y="168187"/>
                  </a:lnTo>
                  <a:lnTo>
                    <a:pt x="117" y="173482"/>
                  </a:lnTo>
                  <a:lnTo>
                    <a:pt x="403" y="178770"/>
                  </a:lnTo>
                  <a:lnTo>
                    <a:pt x="856" y="184046"/>
                  </a:lnTo>
                  <a:lnTo>
                    <a:pt x="1475" y="189305"/>
                  </a:lnTo>
                  <a:lnTo>
                    <a:pt x="2261" y="194542"/>
                  </a:lnTo>
                  <a:lnTo>
                    <a:pt x="3213" y="199752"/>
                  </a:lnTo>
                  <a:lnTo>
                    <a:pt x="4329" y="204929"/>
                  </a:lnTo>
                  <a:lnTo>
                    <a:pt x="5608" y="210067"/>
                  </a:lnTo>
                  <a:lnTo>
                    <a:pt x="7050" y="215163"/>
                  </a:lnTo>
                  <a:lnTo>
                    <a:pt x="8652" y="220211"/>
                  </a:lnTo>
                  <a:lnTo>
                    <a:pt x="10414" y="225205"/>
                  </a:lnTo>
                  <a:lnTo>
                    <a:pt x="12332" y="230141"/>
                  </a:lnTo>
                  <a:lnTo>
                    <a:pt x="14406" y="235013"/>
                  </a:lnTo>
                  <a:lnTo>
                    <a:pt x="16634" y="239818"/>
                  </a:lnTo>
                  <a:lnTo>
                    <a:pt x="19012" y="244549"/>
                  </a:lnTo>
                  <a:lnTo>
                    <a:pt x="21539" y="249203"/>
                  </a:lnTo>
                  <a:lnTo>
                    <a:pt x="24212" y="253775"/>
                  </a:lnTo>
                  <a:lnTo>
                    <a:pt x="27029" y="258259"/>
                  </a:lnTo>
                  <a:lnTo>
                    <a:pt x="29986" y="262652"/>
                  </a:lnTo>
                  <a:lnTo>
                    <a:pt x="33081" y="266949"/>
                  </a:lnTo>
                  <a:lnTo>
                    <a:pt x="36311" y="271146"/>
                  </a:lnTo>
                  <a:lnTo>
                    <a:pt x="39671" y="275239"/>
                  </a:lnTo>
                  <a:lnTo>
                    <a:pt x="43160" y="279223"/>
                  </a:lnTo>
                  <a:lnTo>
                    <a:pt x="46774" y="283095"/>
                  </a:lnTo>
                  <a:lnTo>
                    <a:pt x="50508" y="286850"/>
                  </a:lnTo>
                  <a:lnTo>
                    <a:pt x="54359" y="290485"/>
                  </a:lnTo>
                  <a:lnTo>
                    <a:pt x="58323" y="293996"/>
                  </a:lnTo>
                  <a:lnTo>
                    <a:pt x="62397" y="297380"/>
                  </a:lnTo>
                  <a:lnTo>
                    <a:pt x="66575" y="300633"/>
                  </a:lnTo>
                  <a:lnTo>
                    <a:pt x="70855" y="303752"/>
                  </a:lnTo>
                  <a:lnTo>
                    <a:pt x="75231" y="306734"/>
                  </a:lnTo>
                  <a:lnTo>
                    <a:pt x="79700" y="309576"/>
                  </a:lnTo>
                  <a:lnTo>
                    <a:pt x="84256" y="312275"/>
                  </a:lnTo>
                  <a:lnTo>
                    <a:pt x="88896" y="314828"/>
                  </a:lnTo>
                  <a:lnTo>
                    <a:pt x="93614" y="317233"/>
                  </a:lnTo>
                  <a:lnTo>
                    <a:pt x="98406" y="319487"/>
                  </a:lnTo>
                  <a:lnTo>
                    <a:pt x="103266" y="321589"/>
                  </a:lnTo>
                  <a:lnTo>
                    <a:pt x="108192" y="323535"/>
                  </a:lnTo>
                  <a:lnTo>
                    <a:pt x="113176" y="325325"/>
                  </a:lnTo>
                  <a:lnTo>
                    <a:pt x="118214" y="326955"/>
                  </a:lnTo>
                  <a:lnTo>
                    <a:pt x="123302" y="328426"/>
                  </a:lnTo>
                  <a:lnTo>
                    <a:pt x="128433" y="329734"/>
                  </a:lnTo>
                  <a:lnTo>
                    <a:pt x="133603" y="330879"/>
                  </a:lnTo>
                  <a:lnTo>
                    <a:pt x="138808" y="331860"/>
                  </a:lnTo>
                  <a:lnTo>
                    <a:pt x="144040" y="332676"/>
                  </a:lnTo>
                  <a:lnTo>
                    <a:pt x="149296" y="333325"/>
                  </a:lnTo>
                  <a:lnTo>
                    <a:pt x="154569" y="333808"/>
                  </a:lnTo>
                  <a:lnTo>
                    <a:pt x="159856" y="334123"/>
                  </a:lnTo>
                  <a:lnTo>
                    <a:pt x="165149" y="334271"/>
                  </a:lnTo>
                  <a:lnTo>
                    <a:pt x="170445" y="334250"/>
                  </a:lnTo>
                  <a:lnTo>
                    <a:pt x="175737" y="334063"/>
                  </a:lnTo>
                  <a:lnTo>
                    <a:pt x="181021" y="333707"/>
                  </a:lnTo>
                  <a:lnTo>
                    <a:pt x="186291" y="333185"/>
                  </a:lnTo>
                  <a:lnTo>
                    <a:pt x="191542" y="332496"/>
                  </a:lnTo>
                  <a:lnTo>
                    <a:pt x="196768" y="331640"/>
                  </a:lnTo>
                  <a:lnTo>
                    <a:pt x="201964" y="330620"/>
                  </a:lnTo>
                  <a:lnTo>
                    <a:pt x="207126" y="329436"/>
                  </a:lnTo>
                  <a:lnTo>
                    <a:pt x="212247" y="328089"/>
                  </a:lnTo>
                  <a:lnTo>
                    <a:pt x="217324" y="326580"/>
                  </a:lnTo>
                  <a:lnTo>
                    <a:pt x="222349" y="324911"/>
                  </a:lnTo>
                  <a:lnTo>
                    <a:pt x="227320" y="323084"/>
                  </a:lnTo>
                  <a:lnTo>
                    <a:pt x="232230" y="321100"/>
                  </a:lnTo>
                  <a:lnTo>
                    <a:pt x="237075" y="318962"/>
                  </a:lnTo>
                  <a:lnTo>
                    <a:pt x="241849" y="316671"/>
                  </a:lnTo>
                  <a:lnTo>
                    <a:pt x="246549" y="314230"/>
                  </a:lnTo>
                  <a:lnTo>
                    <a:pt x="251169" y="311642"/>
                  </a:lnTo>
                  <a:lnTo>
                    <a:pt x="255705" y="308909"/>
                  </a:lnTo>
                  <a:lnTo>
                    <a:pt x="260152" y="306033"/>
                  </a:lnTo>
                  <a:lnTo>
                    <a:pt x="264505" y="303018"/>
                  </a:lnTo>
                  <a:lnTo>
                    <a:pt x="268761" y="299866"/>
                  </a:lnTo>
                  <a:lnTo>
                    <a:pt x="272915" y="296582"/>
                  </a:lnTo>
                  <a:lnTo>
                    <a:pt x="276963" y="293167"/>
                  </a:lnTo>
                  <a:lnTo>
                    <a:pt x="280901" y="289626"/>
                  </a:lnTo>
                  <a:lnTo>
                    <a:pt x="284724" y="285962"/>
                  </a:lnTo>
                  <a:lnTo>
                    <a:pt x="288429" y="282178"/>
                  </a:lnTo>
                  <a:lnTo>
                    <a:pt x="292013" y="278280"/>
                  </a:lnTo>
                  <a:lnTo>
                    <a:pt x="295472" y="274269"/>
                  </a:lnTo>
                  <a:lnTo>
                    <a:pt x="298801" y="270151"/>
                  </a:lnTo>
                  <a:lnTo>
                    <a:pt x="301999" y="265930"/>
                  </a:lnTo>
                  <a:lnTo>
                    <a:pt x="305061" y="261609"/>
                  </a:lnTo>
                  <a:lnTo>
                    <a:pt x="307985" y="257194"/>
                  </a:lnTo>
                  <a:lnTo>
                    <a:pt x="310768" y="252688"/>
                  </a:lnTo>
                  <a:lnTo>
                    <a:pt x="313406" y="248097"/>
                  </a:lnTo>
                  <a:lnTo>
                    <a:pt x="315898" y="243424"/>
                  </a:lnTo>
                  <a:lnTo>
                    <a:pt x="318240" y="238674"/>
                  </a:lnTo>
                  <a:lnTo>
                    <a:pt x="320431" y="233853"/>
                  </a:lnTo>
                  <a:lnTo>
                    <a:pt x="322468" y="228965"/>
                  </a:lnTo>
                  <a:lnTo>
                    <a:pt x="324349" y="224015"/>
                  </a:lnTo>
                  <a:lnTo>
                    <a:pt x="326073" y="219007"/>
                  </a:lnTo>
                  <a:lnTo>
                    <a:pt x="327637" y="213948"/>
                  </a:lnTo>
                  <a:lnTo>
                    <a:pt x="329040" y="208841"/>
                  </a:lnTo>
                  <a:lnTo>
                    <a:pt x="330280" y="203693"/>
                  </a:lnTo>
                  <a:lnTo>
                    <a:pt x="331357" y="198508"/>
                  </a:lnTo>
                  <a:lnTo>
                    <a:pt x="332269" y="193291"/>
                  </a:lnTo>
                  <a:lnTo>
                    <a:pt x="333015" y="188048"/>
                  </a:lnTo>
                  <a:lnTo>
                    <a:pt x="333595" y="182784"/>
                  </a:lnTo>
                  <a:lnTo>
                    <a:pt x="334008" y="177505"/>
                  </a:lnTo>
                  <a:lnTo>
                    <a:pt x="334253" y="172215"/>
                  </a:lnTo>
                  <a:lnTo>
                    <a:pt x="334331" y="166920"/>
                  </a:lnTo>
                  <a:lnTo>
                    <a:pt x="334241" y="161625"/>
                  </a:lnTo>
                  <a:lnTo>
                    <a:pt x="333983" y="156335"/>
                  </a:lnTo>
                  <a:lnTo>
                    <a:pt x="333558" y="151057"/>
                  </a:lnTo>
                  <a:lnTo>
                    <a:pt x="332966" y="145794"/>
                  </a:lnTo>
                  <a:lnTo>
                    <a:pt x="332207" y="140553"/>
                  </a:lnTo>
                  <a:lnTo>
                    <a:pt x="331283" y="135339"/>
                  </a:lnTo>
                  <a:lnTo>
                    <a:pt x="330194" y="130156"/>
                  </a:lnTo>
                  <a:lnTo>
                    <a:pt x="328942" y="125011"/>
                  </a:lnTo>
                  <a:lnTo>
                    <a:pt x="327527" y="119908"/>
                  </a:lnTo>
                  <a:lnTo>
                    <a:pt x="325951" y="114852"/>
                  </a:lnTo>
                  <a:lnTo>
                    <a:pt x="324216" y="109848"/>
                  </a:lnTo>
                  <a:lnTo>
                    <a:pt x="322323" y="104903"/>
                  </a:lnTo>
                  <a:lnTo>
                    <a:pt x="320275" y="100019"/>
                  </a:lnTo>
                  <a:lnTo>
                    <a:pt x="318073" y="95203"/>
                  </a:lnTo>
                  <a:lnTo>
                    <a:pt x="315719" y="90459"/>
                  </a:lnTo>
                  <a:lnTo>
                    <a:pt x="313217" y="85792"/>
                  </a:lnTo>
                  <a:lnTo>
                    <a:pt x="310567" y="81207"/>
                  </a:lnTo>
                  <a:lnTo>
                    <a:pt x="307774" y="76707"/>
                  </a:lnTo>
                  <a:lnTo>
                    <a:pt x="304840" y="72299"/>
                  </a:lnTo>
                  <a:lnTo>
                    <a:pt x="301768" y="67986"/>
                  </a:lnTo>
                  <a:lnTo>
                    <a:pt x="298560" y="63772"/>
                  </a:lnTo>
                  <a:lnTo>
                    <a:pt x="295221" y="59662"/>
                  </a:lnTo>
                  <a:lnTo>
                    <a:pt x="291753" y="55659"/>
                  </a:lnTo>
                  <a:lnTo>
                    <a:pt x="288160" y="51769"/>
                  </a:lnTo>
                  <a:lnTo>
                    <a:pt x="284446" y="47994"/>
                  </a:lnTo>
                  <a:lnTo>
                    <a:pt x="280614" y="44339"/>
                  </a:lnTo>
                  <a:lnTo>
                    <a:pt x="276668" y="40807"/>
                  </a:lnTo>
                  <a:lnTo>
                    <a:pt x="272612" y="37402"/>
                  </a:lnTo>
                  <a:lnTo>
                    <a:pt x="268451" y="34127"/>
                  </a:lnTo>
                  <a:lnTo>
                    <a:pt x="264187" y="30985"/>
                  </a:lnTo>
                  <a:lnTo>
                    <a:pt x="259827" y="27980"/>
                  </a:lnTo>
                  <a:lnTo>
                    <a:pt x="255373" y="25115"/>
                  </a:lnTo>
                  <a:lnTo>
                    <a:pt x="250831" y="22392"/>
                  </a:lnTo>
                  <a:lnTo>
                    <a:pt x="246205" y="19815"/>
                  </a:lnTo>
                  <a:lnTo>
                    <a:pt x="241500" y="17385"/>
                  </a:lnTo>
                  <a:lnTo>
                    <a:pt x="236720" y="15106"/>
                  </a:lnTo>
                  <a:lnTo>
                    <a:pt x="231870" y="12979"/>
                  </a:lnTo>
                  <a:lnTo>
                    <a:pt x="226955" y="11007"/>
                  </a:lnTo>
                  <a:lnTo>
                    <a:pt x="221980" y="9191"/>
                  </a:lnTo>
                  <a:lnTo>
                    <a:pt x="216950" y="7534"/>
                  </a:lnTo>
                  <a:lnTo>
                    <a:pt x="211871" y="6037"/>
                  </a:lnTo>
                  <a:lnTo>
                    <a:pt x="167164" y="1671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44707" cy="167167"/>
            </a:xfrm>
            <a:custGeom>
              <a:avLst/>
              <a:pathLst>
                <a:path w="44707" h="167167">
                  <a:moveTo>
                    <a:pt x="44707" y="6089"/>
                  </a:moveTo>
                  <a:lnTo>
                    <a:pt x="38445" y="4480"/>
                  </a:lnTo>
                  <a:lnTo>
                    <a:pt x="32126" y="3116"/>
                  </a:lnTo>
                  <a:lnTo>
                    <a:pt x="25758" y="1996"/>
                  </a:lnTo>
                  <a:lnTo>
                    <a:pt x="19352" y="1124"/>
                  </a:lnTo>
                  <a:lnTo>
                    <a:pt x="12918" y="499"/>
                  </a:lnTo>
                  <a:lnTo>
                    <a:pt x="6463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0383" y="5399291"/>
              <a:ext cx="53160" cy="167167"/>
            </a:xfrm>
            <a:custGeom>
              <a:avLst/>
              <a:pathLst>
                <a:path w="53160" h="167167">
                  <a:moveTo>
                    <a:pt x="53160" y="0"/>
                  </a:moveTo>
                  <a:lnTo>
                    <a:pt x="47150" y="108"/>
                  </a:lnTo>
                  <a:lnTo>
                    <a:pt x="41148" y="432"/>
                  </a:lnTo>
                  <a:lnTo>
                    <a:pt x="35162" y="971"/>
                  </a:lnTo>
                  <a:lnTo>
                    <a:pt x="29198" y="1726"/>
                  </a:lnTo>
                  <a:lnTo>
                    <a:pt x="23266" y="2694"/>
                  </a:lnTo>
                  <a:lnTo>
                    <a:pt x="17373" y="3875"/>
                  </a:lnTo>
                  <a:lnTo>
                    <a:pt x="11525" y="5267"/>
                  </a:lnTo>
                  <a:lnTo>
                    <a:pt x="5732" y="6869"/>
                  </a:lnTo>
                  <a:lnTo>
                    <a:pt x="0" y="8677"/>
                  </a:lnTo>
                  <a:lnTo>
                    <a:pt x="53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0383" y="5407969"/>
              <a:ext cx="53160" cy="158489"/>
            </a:xfrm>
            <a:custGeom>
              <a:avLst/>
              <a:pathLst>
                <a:path w="53160" h="158489">
                  <a:moveTo>
                    <a:pt x="0" y="0"/>
                  </a:moveTo>
                  <a:lnTo>
                    <a:pt x="53160" y="1584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0383" y="5407969"/>
              <a:ext cx="53160" cy="158489"/>
            </a:xfrm>
            <a:custGeom>
              <a:avLst/>
              <a:pathLst>
                <a:path w="53160" h="158489">
                  <a:moveTo>
                    <a:pt x="0" y="0"/>
                  </a:moveTo>
                  <a:lnTo>
                    <a:pt x="53160" y="1584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0383" y="5407969"/>
              <a:ext cx="53160" cy="158489"/>
            </a:xfrm>
            <a:custGeom>
              <a:avLst/>
              <a:pathLst>
                <a:path w="53160" h="158489">
                  <a:moveTo>
                    <a:pt x="0" y="0"/>
                  </a:moveTo>
                  <a:lnTo>
                    <a:pt x="53160" y="1584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0383" y="5407969"/>
              <a:ext cx="53160" cy="158489"/>
            </a:xfrm>
            <a:custGeom>
              <a:avLst/>
              <a:pathLst>
                <a:path w="53160" h="158489">
                  <a:moveTo>
                    <a:pt x="0" y="0"/>
                  </a:moveTo>
                  <a:lnTo>
                    <a:pt x="53160" y="1584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0383" y="5407969"/>
              <a:ext cx="53160" cy="158489"/>
            </a:xfrm>
            <a:custGeom>
              <a:avLst/>
              <a:pathLst>
                <a:path w="53160" h="158489">
                  <a:moveTo>
                    <a:pt x="0" y="0"/>
                  </a:moveTo>
                  <a:lnTo>
                    <a:pt x="53160" y="1584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856379" y="5407969"/>
              <a:ext cx="180474" cy="325636"/>
            </a:xfrm>
            <a:custGeom>
              <a:avLst/>
              <a:pathLst>
                <a:path w="180474" h="325636">
                  <a:moveTo>
                    <a:pt x="114004" y="0"/>
                  </a:moveTo>
                  <a:lnTo>
                    <a:pt x="108985" y="1772"/>
                  </a:lnTo>
                  <a:lnTo>
                    <a:pt x="104025" y="3704"/>
                  </a:lnTo>
                  <a:lnTo>
                    <a:pt x="99129" y="5793"/>
                  </a:lnTo>
                  <a:lnTo>
                    <a:pt x="94303" y="8036"/>
                  </a:lnTo>
                  <a:lnTo>
                    <a:pt x="89550" y="10432"/>
                  </a:lnTo>
                  <a:lnTo>
                    <a:pt x="84875" y="12978"/>
                  </a:lnTo>
                  <a:lnTo>
                    <a:pt x="80284" y="15672"/>
                  </a:lnTo>
                  <a:lnTo>
                    <a:pt x="75781" y="18510"/>
                  </a:lnTo>
                  <a:lnTo>
                    <a:pt x="71371" y="21491"/>
                  </a:lnTo>
                  <a:lnTo>
                    <a:pt x="67058" y="24610"/>
                  </a:lnTo>
                  <a:lnTo>
                    <a:pt x="62847" y="27865"/>
                  </a:lnTo>
                  <a:lnTo>
                    <a:pt x="58741" y="31252"/>
                  </a:lnTo>
                  <a:lnTo>
                    <a:pt x="54745" y="34769"/>
                  </a:lnTo>
                  <a:lnTo>
                    <a:pt x="50863" y="38410"/>
                  </a:lnTo>
                  <a:lnTo>
                    <a:pt x="47099" y="42174"/>
                  </a:lnTo>
                  <a:lnTo>
                    <a:pt x="43457" y="46055"/>
                  </a:lnTo>
                  <a:lnTo>
                    <a:pt x="39940" y="50051"/>
                  </a:lnTo>
                  <a:lnTo>
                    <a:pt x="36552" y="54156"/>
                  </a:lnTo>
                  <a:lnTo>
                    <a:pt x="33297" y="58368"/>
                  </a:lnTo>
                  <a:lnTo>
                    <a:pt x="30177" y="62680"/>
                  </a:lnTo>
                  <a:lnTo>
                    <a:pt x="27196" y="67090"/>
                  </a:lnTo>
                  <a:lnTo>
                    <a:pt x="24357" y="71593"/>
                  </a:lnTo>
                  <a:lnTo>
                    <a:pt x="21663" y="76183"/>
                  </a:lnTo>
                  <a:lnTo>
                    <a:pt x="19116" y="80857"/>
                  </a:lnTo>
                  <a:lnTo>
                    <a:pt x="16720" y="85610"/>
                  </a:lnTo>
                  <a:lnTo>
                    <a:pt x="14476" y="90437"/>
                  </a:lnTo>
                  <a:lnTo>
                    <a:pt x="12387" y="95333"/>
                  </a:lnTo>
                  <a:lnTo>
                    <a:pt x="10454" y="100292"/>
                  </a:lnTo>
                  <a:lnTo>
                    <a:pt x="8681" y="105311"/>
                  </a:lnTo>
                  <a:lnTo>
                    <a:pt x="7068" y="110384"/>
                  </a:lnTo>
                  <a:lnTo>
                    <a:pt x="5618" y="115505"/>
                  </a:lnTo>
                  <a:lnTo>
                    <a:pt x="4331" y="120670"/>
                  </a:lnTo>
                  <a:lnTo>
                    <a:pt x="3210" y="125873"/>
                  </a:lnTo>
                  <a:lnTo>
                    <a:pt x="2255" y="131110"/>
                  </a:lnTo>
                  <a:lnTo>
                    <a:pt x="1466" y="136374"/>
                  </a:lnTo>
                  <a:lnTo>
                    <a:pt x="846" y="141660"/>
                  </a:lnTo>
                  <a:lnTo>
                    <a:pt x="395" y="146964"/>
                  </a:lnTo>
                  <a:lnTo>
                    <a:pt x="113" y="152279"/>
                  </a:lnTo>
                  <a:lnTo>
                    <a:pt x="0" y="157601"/>
                  </a:lnTo>
                  <a:lnTo>
                    <a:pt x="56" y="162923"/>
                  </a:lnTo>
                  <a:lnTo>
                    <a:pt x="282" y="168241"/>
                  </a:lnTo>
                  <a:lnTo>
                    <a:pt x="677" y="173549"/>
                  </a:lnTo>
                  <a:lnTo>
                    <a:pt x="1241" y="178842"/>
                  </a:lnTo>
                  <a:lnTo>
                    <a:pt x="1973" y="184114"/>
                  </a:lnTo>
                  <a:lnTo>
                    <a:pt x="2872" y="189361"/>
                  </a:lnTo>
                  <a:lnTo>
                    <a:pt x="3939" y="194576"/>
                  </a:lnTo>
                  <a:lnTo>
                    <a:pt x="5170" y="199754"/>
                  </a:lnTo>
                  <a:lnTo>
                    <a:pt x="6566" y="204891"/>
                  </a:lnTo>
                  <a:lnTo>
                    <a:pt x="8125" y="209980"/>
                  </a:lnTo>
                  <a:lnTo>
                    <a:pt x="9845" y="215017"/>
                  </a:lnTo>
                  <a:lnTo>
                    <a:pt x="11724" y="219997"/>
                  </a:lnTo>
                  <a:lnTo>
                    <a:pt x="13761" y="224915"/>
                  </a:lnTo>
                  <a:lnTo>
                    <a:pt x="15954" y="229765"/>
                  </a:lnTo>
                  <a:lnTo>
                    <a:pt x="18300" y="234543"/>
                  </a:lnTo>
                  <a:lnTo>
                    <a:pt x="20797" y="239244"/>
                  </a:lnTo>
                  <a:lnTo>
                    <a:pt x="23442" y="243863"/>
                  </a:lnTo>
                  <a:lnTo>
                    <a:pt x="26233" y="248395"/>
                  </a:lnTo>
                  <a:lnTo>
                    <a:pt x="29166" y="252837"/>
                  </a:lnTo>
                  <a:lnTo>
                    <a:pt x="32240" y="257182"/>
                  </a:lnTo>
                  <a:lnTo>
                    <a:pt x="35451" y="261428"/>
                  </a:lnTo>
                  <a:lnTo>
                    <a:pt x="38795" y="265569"/>
                  </a:lnTo>
                  <a:lnTo>
                    <a:pt x="42269" y="269602"/>
                  </a:lnTo>
                  <a:lnTo>
                    <a:pt x="45870" y="273522"/>
                  </a:lnTo>
                  <a:lnTo>
                    <a:pt x="49593" y="277325"/>
                  </a:lnTo>
                  <a:lnTo>
                    <a:pt x="53436" y="281008"/>
                  </a:lnTo>
                  <a:lnTo>
                    <a:pt x="57395" y="284567"/>
                  </a:lnTo>
                  <a:lnTo>
                    <a:pt x="61464" y="287997"/>
                  </a:lnTo>
                  <a:lnTo>
                    <a:pt x="65641" y="291297"/>
                  </a:lnTo>
                  <a:lnTo>
                    <a:pt x="69921" y="294462"/>
                  </a:lnTo>
                  <a:lnTo>
                    <a:pt x="74299" y="297489"/>
                  </a:lnTo>
                  <a:lnTo>
                    <a:pt x="78772" y="300375"/>
                  </a:lnTo>
                  <a:lnTo>
                    <a:pt x="83334" y="303117"/>
                  </a:lnTo>
                  <a:lnTo>
                    <a:pt x="87981" y="305713"/>
                  </a:lnTo>
                  <a:lnTo>
                    <a:pt x="92708" y="308159"/>
                  </a:lnTo>
                  <a:lnTo>
                    <a:pt x="97511" y="310454"/>
                  </a:lnTo>
                  <a:lnTo>
                    <a:pt x="102384" y="312594"/>
                  </a:lnTo>
                  <a:lnTo>
                    <a:pt x="107323" y="314579"/>
                  </a:lnTo>
                  <a:lnTo>
                    <a:pt x="112323" y="316405"/>
                  </a:lnTo>
                  <a:lnTo>
                    <a:pt x="117378" y="318071"/>
                  </a:lnTo>
                  <a:lnTo>
                    <a:pt x="122484" y="319575"/>
                  </a:lnTo>
                  <a:lnTo>
                    <a:pt x="127635" y="320916"/>
                  </a:lnTo>
                  <a:lnTo>
                    <a:pt x="132827" y="322092"/>
                  </a:lnTo>
                  <a:lnTo>
                    <a:pt x="138053" y="323102"/>
                  </a:lnTo>
                  <a:lnTo>
                    <a:pt x="143308" y="323945"/>
                  </a:lnTo>
                  <a:lnTo>
                    <a:pt x="148588" y="324621"/>
                  </a:lnTo>
                  <a:lnTo>
                    <a:pt x="153887" y="325128"/>
                  </a:lnTo>
                  <a:lnTo>
                    <a:pt x="159199" y="325467"/>
                  </a:lnTo>
                  <a:lnTo>
                    <a:pt x="164519" y="325636"/>
                  </a:lnTo>
                  <a:lnTo>
                    <a:pt x="169842" y="325635"/>
                  </a:lnTo>
                  <a:lnTo>
                    <a:pt x="175162" y="325465"/>
                  </a:lnTo>
                  <a:lnTo>
                    <a:pt x="180474" y="325126"/>
                  </a:lnTo>
                  <a:lnTo>
                    <a:pt x="167165" y="1584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167162" cy="333804"/>
            </a:xfrm>
            <a:custGeom>
              <a:avLst/>
              <a:pathLst>
                <a:path w="167162" h="333804">
                  <a:moveTo>
                    <a:pt x="13308" y="333804"/>
                  </a:moveTo>
                  <a:lnTo>
                    <a:pt x="18616" y="333295"/>
                  </a:lnTo>
                  <a:lnTo>
                    <a:pt x="23904" y="332616"/>
                  </a:lnTo>
                  <a:lnTo>
                    <a:pt x="29168" y="331770"/>
                  </a:lnTo>
                  <a:lnTo>
                    <a:pt x="34402" y="330756"/>
                  </a:lnTo>
                  <a:lnTo>
                    <a:pt x="39601" y="329576"/>
                  </a:lnTo>
                  <a:lnTo>
                    <a:pt x="44760" y="328230"/>
                  </a:lnTo>
                  <a:lnTo>
                    <a:pt x="49874" y="326721"/>
                  </a:lnTo>
                  <a:lnTo>
                    <a:pt x="54936" y="325049"/>
                  </a:lnTo>
                  <a:lnTo>
                    <a:pt x="59943" y="323217"/>
                  </a:lnTo>
                  <a:lnTo>
                    <a:pt x="64889" y="321226"/>
                  </a:lnTo>
                  <a:lnTo>
                    <a:pt x="69769" y="319079"/>
                  </a:lnTo>
                  <a:lnTo>
                    <a:pt x="74578" y="316777"/>
                  </a:lnTo>
                  <a:lnTo>
                    <a:pt x="79311" y="314322"/>
                  </a:lnTo>
                  <a:lnTo>
                    <a:pt x="83963" y="311718"/>
                  </a:lnTo>
                  <a:lnTo>
                    <a:pt x="88530" y="308967"/>
                  </a:lnTo>
                  <a:lnTo>
                    <a:pt x="93007" y="306072"/>
                  </a:lnTo>
                  <a:lnTo>
                    <a:pt x="97389" y="303035"/>
                  </a:lnTo>
                  <a:lnTo>
                    <a:pt x="101672" y="299860"/>
                  </a:lnTo>
                  <a:lnTo>
                    <a:pt x="105852" y="296551"/>
                  </a:lnTo>
                  <a:lnTo>
                    <a:pt x="109924" y="293109"/>
                  </a:lnTo>
                  <a:lnTo>
                    <a:pt x="113885" y="289540"/>
                  </a:lnTo>
                  <a:lnTo>
                    <a:pt x="117729" y="285846"/>
                  </a:lnTo>
                  <a:lnTo>
                    <a:pt x="121454" y="282031"/>
                  </a:lnTo>
                  <a:lnTo>
                    <a:pt x="125055" y="278100"/>
                  </a:lnTo>
                  <a:lnTo>
                    <a:pt x="128529" y="274055"/>
                  </a:lnTo>
                  <a:lnTo>
                    <a:pt x="131872" y="269902"/>
                  </a:lnTo>
                  <a:lnTo>
                    <a:pt x="135081" y="265645"/>
                  </a:lnTo>
                  <a:lnTo>
                    <a:pt x="138153" y="261287"/>
                  </a:lnTo>
                  <a:lnTo>
                    <a:pt x="141084" y="256833"/>
                  </a:lnTo>
                  <a:lnTo>
                    <a:pt x="143872" y="252289"/>
                  </a:lnTo>
                  <a:lnTo>
                    <a:pt x="146513" y="247657"/>
                  </a:lnTo>
                  <a:lnTo>
                    <a:pt x="149005" y="242944"/>
                  </a:lnTo>
                  <a:lnTo>
                    <a:pt x="151346" y="238154"/>
                  </a:lnTo>
                  <a:lnTo>
                    <a:pt x="153533" y="233292"/>
                  </a:lnTo>
                  <a:lnTo>
                    <a:pt x="155563" y="228362"/>
                  </a:lnTo>
                  <a:lnTo>
                    <a:pt x="157436" y="223370"/>
                  </a:lnTo>
                  <a:lnTo>
                    <a:pt x="159148" y="218321"/>
                  </a:lnTo>
                  <a:lnTo>
                    <a:pt x="160698" y="213220"/>
                  </a:lnTo>
                  <a:lnTo>
                    <a:pt x="162085" y="208072"/>
                  </a:lnTo>
                  <a:lnTo>
                    <a:pt x="163307" y="202882"/>
                  </a:lnTo>
                  <a:lnTo>
                    <a:pt x="164363" y="197656"/>
                  </a:lnTo>
                  <a:lnTo>
                    <a:pt x="165252" y="192399"/>
                  </a:lnTo>
                  <a:lnTo>
                    <a:pt x="165972" y="187117"/>
                  </a:lnTo>
                  <a:lnTo>
                    <a:pt x="166524" y="181814"/>
                  </a:lnTo>
                  <a:lnTo>
                    <a:pt x="166906" y="176496"/>
                  </a:lnTo>
                  <a:lnTo>
                    <a:pt x="167119" y="171169"/>
                  </a:lnTo>
                  <a:lnTo>
                    <a:pt x="167162" y="165837"/>
                  </a:lnTo>
                  <a:lnTo>
                    <a:pt x="167034" y="160507"/>
                  </a:lnTo>
                  <a:lnTo>
                    <a:pt x="166737" y="155184"/>
                  </a:lnTo>
                  <a:lnTo>
                    <a:pt x="166270" y="149873"/>
                  </a:lnTo>
                  <a:lnTo>
                    <a:pt x="165634" y="144579"/>
                  </a:lnTo>
                  <a:lnTo>
                    <a:pt x="164829" y="139309"/>
                  </a:lnTo>
                  <a:lnTo>
                    <a:pt x="163857" y="134067"/>
                  </a:lnTo>
                  <a:lnTo>
                    <a:pt x="162718" y="128858"/>
                  </a:lnTo>
                  <a:lnTo>
                    <a:pt x="161414" y="123689"/>
                  </a:lnTo>
                  <a:lnTo>
                    <a:pt x="159945" y="118564"/>
                  </a:lnTo>
                  <a:lnTo>
                    <a:pt x="158314" y="113488"/>
                  </a:lnTo>
                  <a:lnTo>
                    <a:pt x="156522" y="108466"/>
                  </a:lnTo>
                  <a:lnTo>
                    <a:pt x="154570" y="103505"/>
                  </a:lnTo>
                  <a:lnTo>
                    <a:pt x="152461" y="98608"/>
                  </a:lnTo>
                  <a:lnTo>
                    <a:pt x="150198" y="93781"/>
                  </a:lnTo>
                  <a:lnTo>
                    <a:pt x="147781" y="89029"/>
                  </a:lnTo>
                  <a:lnTo>
                    <a:pt x="145214" y="84356"/>
                  </a:lnTo>
                  <a:lnTo>
                    <a:pt x="142499" y="79767"/>
                  </a:lnTo>
                  <a:lnTo>
                    <a:pt x="139640" y="75267"/>
                  </a:lnTo>
                  <a:lnTo>
                    <a:pt x="136638" y="70861"/>
                  </a:lnTo>
                  <a:lnTo>
                    <a:pt x="133498" y="66553"/>
                  </a:lnTo>
                  <a:lnTo>
                    <a:pt x="130221" y="62347"/>
                  </a:lnTo>
                  <a:lnTo>
                    <a:pt x="126812" y="58247"/>
                  </a:lnTo>
                  <a:lnTo>
                    <a:pt x="123274" y="54259"/>
                  </a:lnTo>
                  <a:lnTo>
                    <a:pt x="119611" y="50385"/>
                  </a:lnTo>
                  <a:lnTo>
                    <a:pt x="115826" y="46630"/>
                  </a:lnTo>
                  <a:lnTo>
                    <a:pt x="111923" y="42998"/>
                  </a:lnTo>
                  <a:lnTo>
                    <a:pt x="107907" y="39492"/>
                  </a:lnTo>
                  <a:lnTo>
                    <a:pt x="103781" y="36116"/>
                  </a:lnTo>
                  <a:lnTo>
                    <a:pt x="99549" y="32873"/>
                  </a:lnTo>
                  <a:lnTo>
                    <a:pt x="95215" y="29766"/>
                  </a:lnTo>
                  <a:lnTo>
                    <a:pt x="90785" y="26800"/>
                  </a:lnTo>
                  <a:lnTo>
                    <a:pt x="86263" y="23976"/>
                  </a:lnTo>
                  <a:lnTo>
                    <a:pt x="81653" y="21298"/>
                  </a:lnTo>
                  <a:lnTo>
                    <a:pt x="76960" y="18769"/>
                  </a:lnTo>
                  <a:lnTo>
                    <a:pt x="72188" y="16390"/>
                  </a:lnTo>
                  <a:lnTo>
                    <a:pt x="67343" y="14164"/>
                  </a:lnTo>
                  <a:lnTo>
                    <a:pt x="62430" y="12095"/>
                  </a:lnTo>
                  <a:lnTo>
                    <a:pt x="57453" y="10183"/>
                  </a:lnTo>
                  <a:lnTo>
                    <a:pt x="52418" y="8430"/>
                  </a:lnTo>
                  <a:lnTo>
                    <a:pt x="47329" y="6840"/>
                  </a:lnTo>
                  <a:lnTo>
                    <a:pt x="42192" y="5412"/>
                  </a:lnTo>
                  <a:lnTo>
                    <a:pt x="37013" y="4149"/>
                  </a:lnTo>
                  <a:lnTo>
                    <a:pt x="31795" y="3051"/>
                  </a:lnTo>
                  <a:lnTo>
                    <a:pt x="26545" y="2121"/>
                  </a:lnTo>
                  <a:lnTo>
                    <a:pt x="21269" y="1358"/>
                  </a:lnTo>
                  <a:lnTo>
                    <a:pt x="15970" y="764"/>
                  </a:lnTo>
                  <a:lnTo>
                    <a:pt x="10656" y="339"/>
                  </a:lnTo>
                  <a:lnTo>
                    <a:pt x="533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9737" y="5269756"/>
              <a:ext cx="15521" cy="167167"/>
            </a:xfrm>
            <a:custGeom>
              <a:avLst/>
              <a:pathLst>
                <a:path w="15521" h="167167">
                  <a:moveTo>
                    <a:pt x="15521" y="0"/>
                  </a:moveTo>
                  <a:lnTo>
                    <a:pt x="0" y="722"/>
                  </a:lnTo>
                  <a:lnTo>
                    <a:pt x="155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9737" y="5270478"/>
              <a:ext cx="15521" cy="166445"/>
            </a:xfrm>
            <a:custGeom>
              <a:avLst/>
              <a:pathLst>
                <a:path w="15521" h="166445">
                  <a:moveTo>
                    <a:pt x="0" y="0"/>
                  </a:moveTo>
                  <a:lnTo>
                    <a:pt x="15521" y="1664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9737" y="5270478"/>
              <a:ext cx="15521" cy="166445"/>
            </a:xfrm>
            <a:custGeom>
              <a:avLst/>
              <a:pathLst>
                <a:path w="15521" h="166445">
                  <a:moveTo>
                    <a:pt x="0" y="0"/>
                  </a:moveTo>
                  <a:lnTo>
                    <a:pt x="15521" y="1664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9737" y="5270478"/>
              <a:ext cx="15521" cy="166445"/>
            </a:xfrm>
            <a:custGeom>
              <a:avLst/>
              <a:pathLst>
                <a:path w="15521" h="166445">
                  <a:moveTo>
                    <a:pt x="0" y="0"/>
                  </a:moveTo>
                  <a:lnTo>
                    <a:pt x="15521" y="1664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9737" y="5270478"/>
              <a:ext cx="15521" cy="166445"/>
            </a:xfrm>
            <a:custGeom>
              <a:avLst/>
              <a:pathLst>
                <a:path w="15521" h="166445">
                  <a:moveTo>
                    <a:pt x="0" y="0"/>
                  </a:moveTo>
                  <a:lnTo>
                    <a:pt x="15521" y="1664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399153" y="5270478"/>
              <a:ext cx="146104" cy="166445"/>
            </a:xfrm>
            <a:custGeom>
              <a:avLst/>
              <a:pathLst>
                <a:path w="146104" h="166445">
                  <a:moveTo>
                    <a:pt x="130583" y="0"/>
                  </a:moveTo>
                  <a:lnTo>
                    <a:pt x="125023" y="612"/>
                  </a:lnTo>
                  <a:lnTo>
                    <a:pt x="119487" y="1410"/>
                  </a:lnTo>
                  <a:lnTo>
                    <a:pt x="113980" y="2393"/>
                  </a:lnTo>
                  <a:lnTo>
                    <a:pt x="108510" y="3560"/>
                  </a:lnTo>
                  <a:lnTo>
                    <a:pt x="103082" y="4908"/>
                  </a:lnTo>
                  <a:lnTo>
                    <a:pt x="97701" y="6438"/>
                  </a:lnTo>
                  <a:lnTo>
                    <a:pt x="92375" y="8147"/>
                  </a:lnTo>
                  <a:lnTo>
                    <a:pt x="87109" y="10033"/>
                  </a:lnTo>
                  <a:lnTo>
                    <a:pt x="81910" y="12095"/>
                  </a:lnTo>
                  <a:lnTo>
                    <a:pt x="76782" y="14329"/>
                  </a:lnTo>
                  <a:lnTo>
                    <a:pt x="71731" y="16733"/>
                  </a:lnTo>
                  <a:lnTo>
                    <a:pt x="66764" y="19305"/>
                  </a:lnTo>
                  <a:lnTo>
                    <a:pt x="61886" y="22042"/>
                  </a:lnTo>
                  <a:lnTo>
                    <a:pt x="57102" y="24940"/>
                  </a:lnTo>
                  <a:lnTo>
                    <a:pt x="52418" y="27997"/>
                  </a:lnTo>
                  <a:lnTo>
                    <a:pt x="47838" y="31209"/>
                  </a:lnTo>
                  <a:lnTo>
                    <a:pt x="43369" y="34572"/>
                  </a:lnTo>
                  <a:lnTo>
                    <a:pt x="39014" y="38083"/>
                  </a:lnTo>
                  <a:lnTo>
                    <a:pt x="34780" y="41738"/>
                  </a:lnTo>
                  <a:lnTo>
                    <a:pt x="30670" y="45532"/>
                  </a:lnTo>
                  <a:lnTo>
                    <a:pt x="26690" y="49462"/>
                  </a:lnTo>
                  <a:lnTo>
                    <a:pt x="22843" y="53522"/>
                  </a:lnTo>
                  <a:lnTo>
                    <a:pt x="19134" y="57709"/>
                  </a:lnTo>
                  <a:lnTo>
                    <a:pt x="15567" y="62018"/>
                  </a:lnTo>
                  <a:lnTo>
                    <a:pt x="12146" y="66444"/>
                  </a:lnTo>
                  <a:lnTo>
                    <a:pt x="8876" y="70981"/>
                  </a:lnTo>
                  <a:lnTo>
                    <a:pt x="5759" y="75626"/>
                  </a:lnTo>
                  <a:lnTo>
                    <a:pt x="2799" y="80372"/>
                  </a:lnTo>
                  <a:lnTo>
                    <a:pt x="0" y="85215"/>
                  </a:lnTo>
                  <a:lnTo>
                    <a:pt x="146104" y="1664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78091" y="5269756"/>
              <a:ext cx="334324" cy="334327"/>
            </a:xfrm>
            <a:custGeom>
              <a:avLst/>
              <a:pathLst>
                <a:path w="334324" h="334327">
                  <a:moveTo>
                    <a:pt x="21062" y="85937"/>
                  </a:moveTo>
                  <a:lnTo>
                    <a:pt x="18566" y="90599"/>
                  </a:lnTo>
                  <a:lnTo>
                    <a:pt x="16218" y="95337"/>
                  </a:lnTo>
                  <a:lnTo>
                    <a:pt x="14022" y="100148"/>
                  </a:lnTo>
                  <a:lnTo>
                    <a:pt x="11979" y="105025"/>
                  </a:lnTo>
                  <a:lnTo>
                    <a:pt x="10091" y="109965"/>
                  </a:lnTo>
                  <a:lnTo>
                    <a:pt x="8360" y="114962"/>
                  </a:lnTo>
                  <a:lnTo>
                    <a:pt x="6788" y="120011"/>
                  </a:lnTo>
                  <a:lnTo>
                    <a:pt x="5377" y="125107"/>
                  </a:lnTo>
                  <a:lnTo>
                    <a:pt x="4128" y="130246"/>
                  </a:lnTo>
                  <a:lnTo>
                    <a:pt x="3041" y="135421"/>
                  </a:lnTo>
                  <a:lnTo>
                    <a:pt x="2119" y="140628"/>
                  </a:lnTo>
                  <a:lnTo>
                    <a:pt x="1363" y="145862"/>
                  </a:lnTo>
                  <a:lnTo>
                    <a:pt x="772" y="151117"/>
                  </a:lnTo>
                  <a:lnTo>
                    <a:pt x="347" y="156388"/>
                  </a:lnTo>
                  <a:lnTo>
                    <a:pt x="90" y="161670"/>
                  </a:lnTo>
                  <a:lnTo>
                    <a:pt x="0" y="166957"/>
                  </a:lnTo>
                  <a:lnTo>
                    <a:pt x="77" y="172245"/>
                  </a:lnTo>
                  <a:lnTo>
                    <a:pt x="321" y="177527"/>
                  </a:lnTo>
                  <a:lnTo>
                    <a:pt x="732" y="182799"/>
                  </a:lnTo>
                  <a:lnTo>
                    <a:pt x="1310" y="188056"/>
                  </a:lnTo>
                  <a:lnTo>
                    <a:pt x="2053" y="193292"/>
                  </a:lnTo>
                  <a:lnTo>
                    <a:pt x="2962" y="198501"/>
                  </a:lnTo>
                  <a:lnTo>
                    <a:pt x="4036" y="203679"/>
                  </a:lnTo>
                  <a:lnTo>
                    <a:pt x="5272" y="208821"/>
                  </a:lnTo>
                  <a:lnTo>
                    <a:pt x="6671" y="213921"/>
                  </a:lnTo>
                  <a:lnTo>
                    <a:pt x="8230" y="218974"/>
                  </a:lnTo>
                  <a:lnTo>
                    <a:pt x="9948" y="223975"/>
                  </a:lnTo>
                  <a:lnTo>
                    <a:pt x="11823" y="228919"/>
                  </a:lnTo>
                  <a:lnTo>
                    <a:pt x="13854" y="233802"/>
                  </a:lnTo>
                  <a:lnTo>
                    <a:pt x="16039" y="238618"/>
                  </a:lnTo>
                  <a:lnTo>
                    <a:pt x="18374" y="243362"/>
                  </a:lnTo>
                  <a:lnTo>
                    <a:pt x="20859" y="248030"/>
                  </a:lnTo>
                  <a:lnTo>
                    <a:pt x="23490" y="252618"/>
                  </a:lnTo>
                  <a:lnTo>
                    <a:pt x="26264" y="257119"/>
                  </a:lnTo>
                  <a:lnTo>
                    <a:pt x="29180" y="261531"/>
                  </a:lnTo>
                  <a:lnTo>
                    <a:pt x="32234" y="265848"/>
                  </a:lnTo>
                  <a:lnTo>
                    <a:pt x="35423" y="270067"/>
                  </a:lnTo>
                  <a:lnTo>
                    <a:pt x="38743" y="274183"/>
                  </a:lnTo>
                  <a:lnTo>
                    <a:pt x="42192" y="278191"/>
                  </a:lnTo>
                  <a:lnTo>
                    <a:pt x="45767" y="282088"/>
                  </a:lnTo>
                  <a:lnTo>
                    <a:pt x="49462" y="285871"/>
                  </a:lnTo>
                  <a:lnTo>
                    <a:pt x="53276" y="289534"/>
                  </a:lnTo>
                  <a:lnTo>
                    <a:pt x="57203" y="293076"/>
                  </a:lnTo>
                  <a:lnTo>
                    <a:pt x="61241" y="296491"/>
                  </a:lnTo>
                  <a:lnTo>
                    <a:pt x="65384" y="299776"/>
                  </a:lnTo>
                  <a:lnTo>
                    <a:pt x="69630" y="302929"/>
                  </a:lnTo>
                  <a:lnTo>
                    <a:pt x="73973" y="305947"/>
                  </a:lnTo>
                  <a:lnTo>
                    <a:pt x="78409" y="308825"/>
                  </a:lnTo>
                  <a:lnTo>
                    <a:pt x="82934" y="311561"/>
                  </a:lnTo>
                  <a:lnTo>
                    <a:pt x="87543" y="314153"/>
                  </a:lnTo>
                  <a:lnTo>
                    <a:pt x="92232" y="316598"/>
                  </a:lnTo>
                  <a:lnTo>
                    <a:pt x="96996" y="318894"/>
                  </a:lnTo>
                  <a:lnTo>
                    <a:pt x="101830" y="321037"/>
                  </a:lnTo>
                  <a:lnTo>
                    <a:pt x="106730" y="323027"/>
                  </a:lnTo>
                  <a:lnTo>
                    <a:pt x="111690" y="324861"/>
                  </a:lnTo>
                  <a:lnTo>
                    <a:pt x="116706" y="326536"/>
                  </a:lnTo>
                  <a:lnTo>
                    <a:pt x="121772" y="328053"/>
                  </a:lnTo>
                  <a:lnTo>
                    <a:pt x="126883" y="329408"/>
                  </a:lnTo>
                  <a:lnTo>
                    <a:pt x="132035" y="330601"/>
                  </a:lnTo>
                  <a:lnTo>
                    <a:pt x="137222" y="331631"/>
                  </a:lnTo>
                  <a:lnTo>
                    <a:pt x="142439" y="332495"/>
                  </a:lnTo>
                  <a:lnTo>
                    <a:pt x="147681" y="333195"/>
                  </a:lnTo>
                  <a:lnTo>
                    <a:pt x="152942" y="333728"/>
                  </a:lnTo>
                  <a:lnTo>
                    <a:pt x="158217" y="334095"/>
                  </a:lnTo>
                  <a:lnTo>
                    <a:pt x="163502" y="334294"/>
                  </a:lnTo>
                  <a:lnTo>
                    <a:pt x="168790" y="334327"/>
                  </a:lnTo>
                  <a:lnTo>
                    <a:pt x="174076" y="334192"/>
                  </a:lnTo>
                  <a:lnTo>
                    <a:pt x="179356" y="333889"/>
                  </a:lnTo>
                  <a:lnTo>
                    <a:pt x="184623" y="333420"/>
                  </a:lnTo>
                  <a:lnTo>
                    <a:pt x="189873" y="332785"/>
                  </a:lnTo>
                  <a:lnTo>
                    <a:pt x="195100" y="331984"/>
                  </a:lnTo>
                  <a:lnTo>
                    <a:pt x="200299" y="331018"/>
                  </a:lnTo>
                  <a:lnTo>
                    <a:pt x="205465" y="329888"/>
                  </a:lnTo>
                  <a:lnTo>
                    <a:pt x="210593" y="328595"/>
                  </a:lnTo>
                  <a:lnTo>
                    <a:pt x="215677" y="327141"/>
                  </a:lnTo>
                  <a:lnTo>
                    <a:pt x="220713" y="325527"/>
                  </a:lnTo>
                  <a:lnTo>
                    <a:pt x="225695" y="323754"/>
                  </a:lnTo>
                  <a:lnTo>
                    <a:pt x="230618" y="321824"/>
                  </a:lnTo>
                  <a:lnTo>
                    <a:pt x="235479" y="319740"/>
                  </a:lnTo>
                  <a:lnTo>
                    <a:pt x="240270" y="317503"/>
                  </a:lnTo>
                  <a:lnTo>
                    <a:pt x="244989" y="315115"/>
                  </a:lnTo>
                  <a:lnTo>
                    <a:pt x="249629" y="312580"/>
                  </a:lnTo>
                  <a:lnTo>
                    <a:pt x="254188" y="309899"/>
                  </a:lnTo>
                  <a:lnTo>
                    <a:pt x="258659" y="307075"/>
                  </a:lnTo>
                  <a:lnTo>
                    <a:pt x="263038" y="304111"/>
                  </a:lnTo>
                  <a:lnTo>
                    <a:pt x="267322" y="301010"/>
                  </a:lnTo>
                  <a:lnTo>
                    <a:pt x="271505" y="297775"/>
                  </a:lnTo>
                  <a:lnTo>
                    <a:pt x="275584" y="294410"/>
                  </a:lnTo>
                  <a:lnTo>
                    <a:pt x="279554" y="290917"/>
                  </a:lnTo>
                  <a:lnTo>
                    <a:pt x="283412" y="287300"/>
                  </a:lnTo>
                  <a:lnTo>
                    <a:pt x="287154" y="283563"/>
                  </a:lnTo>
                  <a:lnTo>
                    <a:pt x="290775" y="279710"/>
                  </a:lnTo>
                  <a:lnTo>
                    <a:pt x="294273" y="275744"/>
                  </a:lnTo>
                  <a:lnTo>
                    <a:pt x="297644" y="271669"/>
                  </a:lnTo>
                  <a:lnTo>
                    <a:pt x="300884" y="267490"/>
                  </a:lnTo>
                  <a:lnTo>
                    <a:pt x="303990" y="263210"/>
                  </a:lnTo>
                  <a:lnTo>
                    <a:pt x="306960" y="258834"/>
                  </a:lnTo>
                  <a:lnTo>
                    <a:pt x="309789" y="254367"/>
                  </a:lnTo>
                  <a:lnTo>
                    <a:pt x="312476" y="249812"/>
                  </a:lnTo>
                  <a:lnTo>
                    <a:pt x="315017" y="245174"/>
                  </a:lnTo>
                  <a:lnTo>
                    <a:pt x="317411" y="240459"/>
                  </a:lnTo>
                  <a:lnTo>
                    <a:pt x="319654" y="235670"/>
                  </a:lnTo>
                  <a:lnTo>
                    <a:pt x="321744" y="230813"/>
                  </a:lnTo>
                  <a:lnTo>
                    <a:pt x="323680" y="225891"/>
                  </a:lnTo>
                  <a:lnTo>
                    <a:pt x="325459" y="220912"/>
                  </a:lnTo>
                  <a:lnTo>
                    <a:pt x="327080" y="215878"/>
                  </a:lnTo>
                  <a:lnTo>
                    <a:pt x="328541" y="210796"/>
                  </a:lnTo>
                  <a:lnTo>
                    <a:pt x="329840" y="205669"/>
                  </a:lnTo>
                  <a:lnTo>
                    <a:pt x="330976" y="200505"/>
                  </a:lnTo>
                  <a:lnTo>
                    <a:pt x="331949" y="195307"/>
                  </a:lnTo>
                  <a:lnTo>
                    <a:pt x="332756" y="190081"/>
                  </a:lnTo>
                  <a:lnTo>
                    <a:pt x="333398" y="184832"/>
                  </a:lnTo>
                  <a:lnTo>
                    <a:pt x="333874" y="179565"/>
                  </a:lnTo>
                  <a:lnTo>
                    <a:pt x="334183" y="174286"/>
                  </a:lnTo>
                  <a:lnTo>
                    <a:pt x="334324" y="169000"/>
                  </a:lnTo>
                  <a:lnTo>
                    <a:pt x="334299" y="163712"/>
                  </a:lnTo>
                  <a:lnTo>
                    <a:pt x="334106" y="158427"/>
                  </a:lnTo>
                  <a:lnTo>
                    <a:pt x="333746" y="153151"/>
                  </a:lnTo>
                  <a:lnTo>
                    <a:pt x="333219" y="147889"/>
                  </a:lnTo>
                  <a:lnTo>
                    <a:pt x="332526" y="142647"/>
                  </a:lnTo>
                  <a:lnTo>
                    <a:pt x="331668" y="137429"/>
                  </a:lnTo>
                  <a:lnTo>
                    <a:pt x="330645" y="132240"/>
                  </a:lnTo>
                  <a:lnTo>
                    <a:pt x="329458" y="127087"/>
                  </a:lnTo>
                  <a:lnTo>
                    <a:pt x="328109" y="121974"/>
                  </a:lnTo>
                  <a:lnTo>
                    <a:pt x="326599" y="116906"/>
                  </a:lnTo>
                  <a:lnTo>
                    <a:pt x="324930" y="111888"/>
                  </a:lnTo>
                  <a:lnTo>
                    <a:pt x="323103" y="106926"/>
                  </a:lnTo>
                  <a:lnTo>
                    <a:pt x="321119" y="102024"/>
                  </a:lnTo>
                  <a:lnTo>
                    <a:pt x="318982" y="97187"/>
                  </a:lnTo>
                  <a:lnTo>
                    <a:pt x="316692" y="92420"/>
                  </a:lnTo>
                  <a:lnTo>
                    <a:pt x="314253" y="87728"/>
                  </a:lnTo>
                  <a:lnTo>
                    <a:pt x="311667" y="83115"/>
                  </a:lnTo>
                  <a:lnTo>
                    <a:pt x="308936" y="78587"/>
                  </a:lnTo>
                  <a:lnTo>
                    <a:pt x="306063" y="74147"/>
                  </a:lnTo>
                  <a:lnTo>
                    <a:pt x="303052" y="69800"/>
                  </a:lnTo>
                  <a:lnTo>
                    <a:pt x="299904" y="65551"/>
                  </a:lnTo>
                  <a:lnTo>
                    <a:pt x="296623" y="61403"/>
                  </a:lnTo>
                  <a:lnTo>
                    <a:pt x="293213" y="57361"/>
                  </a:lnTo>
                  <a:lnTo>
                    <a:pt x="289677" y="53430"/>
                  </a:lnTo>
                  <a:lnTo>
                    <a:pt x="286018" y="49611"/>
                  </a:lnTo>
                  <a:lnTo>
                    <a:pt x="282240" y="45911"/>
                  </a:lnTo>
                  <a:lnTo>
                    <a:pt x="278348" y="42332"/>
                  </a:lnTo>
                  <a:lnTo>
                    <a:pt x="274343" y="38878"/>
                  </a:lnTo>
                  <a:lnTo>
                    <a:pt x="270232" y="35552"/>
                  </a:lnTo>
                  <a:lnTo>
                    <a:pt x="266017" y="32358"/>
                  </a:lnTo>
                  <a:lnTo>
                    <a:pt x="261704" y="29299"/>
                  </a:lnTo>
                  <a:lnTo>
                    <a:pt x="257296" y="26377"/>
                  </a:lnTo>
                  <a:lnTo>
                    <a:pt x="252798" y="23597"/>
                  </a:lnTo>
                  <a:lnTo>
                    <a:pt x="248214" y="20960"/>
                  </a:lnTo>
                  <a:lnTo>
                    <a:pt x="243549" y="18470"/>
                  </a:lnTo>
                  <a:lnTo>
                    <a:pt x="238807" y="16129"/>
                  </a:lnTo>
                  <a:lnTo>
                    <a:pt x="233994" y="13938"/>
                  </a:lnTo>
                  <a:lnTo>
                    <a:pt x="229114" y="11901"/>
                  </a:lnTo>
                  <a:lnTo>
                    <a:pt x="224172" y="10019"/>
                  </a:lnTo>
                  <a:lnTo>
                    <a:pt x="219173" y="8295"/>
                  </a:lnTo>
                  <a:lnTo>
                    <a:pt x="214122" y="6729"/>
                  </a:lnTo>
                  <a:lnTo>
                    <a:pt x="209024" y="5325"/>
                  </a:lnTo>
                  <a:lnTo>
                    <a:pt x="203884" y="4082"/>
                  </a:lnTo>
                  <a:lnTo>
                    <a:pt x="198707" y="3002"/>
                  </a:lnTo>
                  <a:lnTo>
                    <a:pt x="193499" y="2086"/>
                  </a:lnTo>
                  <a:lnTo>
                    <a:pt x="188264" y="1336"/>
                  </a:lnTo>
                  <a:lnTo>
                    <a:pt x="183008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89892" y="5018213"/>
              <a:ext cx="31146" cy="167167"/>
            </a:xfrm>
            <a:custGeom>
              <a:avLst/>
              <a:pathLst>
                <a:path w="31146" h="167167">
                  <a:moveTo>
                    <a:pt x="31146" y="0"/>
                  </a:moveTo>
                  <a:lnTo>
                    <a:pt x="23316" y="183"/>
                  </a:lnTo>
                  <a:lnTo>
                    <a:pt x="15504" y="733"/>
                  </a:lnTo>
                  <a:lnTo>
                    <a:pt x="7726" y="1648"/>
                  </a:lnTo>
                  <a:lnTo>
                    <a:pt x="0" y="2927"/>
                  </a:lnTo>
                  <a:lnTo>
                    <a:pt x="311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89892" y="5021140"/>
              <a:ext cx="31146" cy="164240"/>
            </a:xfrm>
            <a:custGeom>
              <a:avLst/>
              <a:pathLst>
                <a:path w="31146" h="164240">
                  <a:moveTo>
                    <a:pt x="0" y="0"/>
                  </a:moveTo>
                  <a:lnTo>
                    <a:pt x="31146" y="164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89892" y="5021140"/>
              <a:ext cx="31146" cy="164240"/>
            </a:xfrm>
            <a:custGeom>
              <a:avLst/>
              <a:pathLst>
                <a:path w="31146" h="164240">
                  <a:moveTo>
                    <a:pt x="0" y="0"/>
                  </a:moveTo>
                  <a:lnTo>
                    <a:pt x="31146" y="1642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9892" y="5021140"/>
              <a:ext cx="31146" cy="164240"/>
            </a:xfrm>
            <a:custGeom>
              <a:avLst/>
              <a:pathLst>
                <a:path w="31146" h="164240">
                  <a:moveTo>
                    <a:pt x="0" y="0"/>
                  </a:moveTo>
                  <a:lnTo>
                    <a:pt x="31146" y="1642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53872" y="5021140"/>
              <a:ext cx="167166" cy="195584"/>
            </a:xfrm>
            <a:custGeom>
              <a:avLst/>
              <a:pathLst>
                <a:path w="167166" h="195584">
                  <a:moveTo>
                    <a:pt x="136019" y="0"/>
                  </a:moveTo>
                  <a:lnTo>
                    <a:pt x="130767" y="1083"/>
                  </a:lnTo>
                  <a:lnTo>
                    <a:pt x="125552" y="2335"/>
                  </a:lnTo>
                  <a:lnTo>
                    <a:pt x="120381" y="3753"/>
                  </a:lnTo>
                  <a:lnTo>
                    <a:pt x="115257" y="5336"/>
                  </a:lnTo>
                  <a:lnTo>
                    <a:pt x="110186" y="7083"/>
                  </a:lnTo>
                  <a:lnTo>
                    <a:pt x="105175" y="8991"/>
                  </a:lnTo>
                  <a:lnTo>
                    <a:pt x="100227" y="11060"/>
                  </a:lnTo>
                  <a:lnTo>
                    <a:pt x="95348" y="13286"/>
                  </a:lnTo>
                  <a:lnTo>
                    <a:pt x="90543" y="15667"/>
                  </a:lnTo>
                  <a:lnTo>
                    <a:pt x="85817" y="18201"/>
                  </a:lnTo>
                  <a:lnTo>
                    <a:pt x="81174" y="20886"/>
                  </a:lnTo>
                  <a:lnTo>
                    <a:pt x="76620" y="23718"/>
                  </a:lnTo>
                  <a:lnTo>
                    <a:pt x="72159" y="26694"/>
                  </a:lnTo>
                  <a:lnTo>
                    <a:pt x="67796" y="29813"/>
                  </a:lnTo>
                  <a:lnTo>
                    <a:pt x="63535" y="33069"/>
                  </a:lnTo>
                  <a:lnTo>
                    <a:pt x="59381" y="36461"/>
                  </a:lnTo>
                  <a:lnTo>
                    <a:pt x="55338" y="39984"/>
                  </a:lnTo>
                  <a:lnTo>
                    <a:pt x="51410" y="43635"/>
                  </a:lnTo>
                  <a:lnTo>
                    <a:pt x="47601" y="47410"/>
                  </a:lnTo>
                  <a:lnTo>
                    <a:pt x="43915" y="51305"/>
                  </a:lnTo>
                  <a:lnTo>
                    <a:pt x="40356" y="55317"/>
                  </a:lnTo>
                  <a:lnTo>
                    <a:pt x="36927" y="59440"/>
                  </a:lnTo>
                  <a:lnTo>
                    <a:pt x="33633" y="63672"/>
                  </a:lnTo>
                  <a:lnTo>
                    <a:pt x="30476" y="68007"/>
                  </a:lnTo>
                  <a:lnTo>
                    <a:pt x="27459" y="72441"/>
                  </a:lnTo>
                  <a:lnTo>
                    <a:pt x="24587" y="76969"/>
                  </a:lnTo>
                  <a:lnTo>
                    <a:pt x="21861" y="81587"/>
                  </a:lnTo>
                  <a:lnTo>
                    <a:pt x="19284" y="86291"/>
                  </a:lnTo>
                  <a:lnTo>
                    <a:pt x="16860" y="91074"/>
                  </a:lnTo>
                  <a:lnTo>
                    <a:pt x="14591" y="95933"/>
                  </a:lnTo>
                  <a:lnTo>
                    <a:pt x="12478" y="100863"/>
                  </a:lnTo>
                  <a:lnTo>
                    <a:pt x="10525" y="105857"/>
                  </a:lnTo>
                  <a:lnTo>
                    <a:pt x="8733" y="110911"/>
                  </a:lnTo>
                  <a:lnTo>
                    <a:pt x="7104" y="116021"/>
                  </a:lnTo>
                  <a:lnTo>
                    <a:pt x="5639" y="121180"/>
                  </a:lnTo>
                  <a:lnTo>
                    <a:pt x="4341" y="126383"/>
                  </a:lnTo>
                  <a:lnTo>
                    <a:pt x="3211" y="131625"/>
                  </a:lnTo>
                  <a:lnTo>
                    <a:pt x="2249" y="136901"/>
                  </a:lnTo>
                  <a:lnTo>
                    <a:pt x="1457" y="142205"/>
                  </a:lnTo>
                  <a:lnTo>
                    <a:pt x="835" y="147532"/>
                  </a:lnTo>
                  <a:lnTo>
                    <a:pt x="385" y="152876"/>
                  </a:lnTo>
                  <a:lnTo>
                    <a:pt x="106" y="158231"/>
                  </a:lnTo>
                  <a:lnTo>
                    <a:pt x="0" y="163593"/>
                  </a:lnTo>
                  <a:lnTo>
                    <a:pt x="65" y="168955"/>
                  </a:lnTo>
                  <a:lnTo>
                    <a:pt x="302" y="174313"/>
                  </a:lnTo>
                  <a:lnTo>
                    <a:pt x="711" y="179660"/>
                  </a:lnTo>
                  <a:lnTo>
                    <a:pt x="1291" y="184991"/>
                  </a:lnTo>
                  <a:lnTo>
                    <a:pt x="2042" y="190301"/>
                  </a:lnTo>
                  <a:lnTo>
                    <a:pt x="2963" y="195584"/>
                  </a:lnTo>
                  <a:lnTo>
                    <a:pt x="167166" y="1642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6836" y="5018213"/>
              <a:ext cx="331361" cy="334322"/>
            </a:xfrm>
            <a:custGeom>
              <a:avLst/>
              <a:pathLst>
                <a:path w="331361" h="334322">
                  <a:moveTo>
                    <a:pt x="0" y="198512"/>
                  </a:moveTo>
                  <a:lnTo>
                    <a:pt x="1081" y="203726"/>
                  </a:lnTo>
                  <a:lnTo>
                    <a:pt x="2328" y="208903"/>
                  </a:lnTo>
                  <a:lnTo>
                    <a:pt x="3740" y="214038"/>
                  </a:lnTo>
                  <a:lnTo>
                    <a:pt x="5314" y="219125"/>
                  </a:lnTo>
                  <a:lnTo>
                    <a:pt x="7050" y="224160"/>
                  </a:lnTo>
                  <a:lnTo>
                    <a:pt x="8945" y="229136"/>
                  </a:lnTo>
                  <a:lnTo>
                    <a:pt x="10998" y="234050"/>
                  </a:lnTo>
                  <a:lnTo>
                    <a:pt x="13206" y="238896"/>
                  </a:lnTo>
                  <a:lnTo>
                    <a:pt x="15567" y="243669"/>
                  </a:lnTo>
                  <a:lnTo>
                    <a:pt x="18079" y="248365"/>
                  </a:lnTo>
                  <a:lnTo>
                    <a:pt x="20740" y="252978"/>
                  </a:lnTo>
                  <a:lnTo>
                    <a:pt x="23546" y="257504"/>
                  </a:lnTo>
                  <a:lnTo>
                    <a:pt x="26495" y="261938"/>
                  </a:lnTo>
                  <a:lnTo>
                    <a:pt x="29583" y="266277"/>
                  </a:lnTo>
                  <a:lnTo>
                    <a:pt x="32808" y="270514"/>
                  </a:lnTo>
                  <a:lnTo>
                    <a:pt x="36167" y="274647"/>
                  </a:lnTo>
                  <a:lnTo>
                    <a:pt x="39655" y="278671"/>
                  </a:lnTo>
                  <a:lnTo>
                    <a:pt x="43270" y="282581"/>
                  </a:lnTo>
                  <a:lnTo>
                    <a:pt x="47008" y="286374"/>
                  </a:lnTo>
                  <a:lnTo>
                    <a:pt x="50864" y="290047"/>
                  </a:lnTo>
                  <a:lnTo>
                    <a:pt x="54836" y="293595"/>
                  </a:lnTo>
                  <a:lnTo>
                    <a:pt x="58918" y="297014"/>
                  </a:lnTo>
                  <a:lnTo>
                    <a:pt x="63107" y="300302"/>
                  </a:lnTo>
                  <a:lnTo>
                    <a:pt x="67399" y="303454"/>
                  </a:lnTo>
                  <a:lnTo>
                    <a:pt x="71790" y="306468"/>
                  </a:lnTo>
                  <a:lnTo>
                    <a:pt x="76273" y="309341"/>
                  </a:lnTo>
                  <a:lnTo>
                    <a:pt x="80847" y="312070"/>
                  </a:lnTo>
                  <a:lnTo>
                    <a:pt x="85504" y="314651"/>
                  </a:lnTo>
                  <a:lnTo>
                    <a:pt x="90242" y="317083"/>
                  </a:lnTo>
                  <a:lnTo>
                    <a:pt x="95055" y="319363"/>
                  </a:lnTo>
                  <a:lnTo>
                    <a:pt x="99938" y="321488"/>
                  </a:lnTo>
                  <a:lnTo>
                    <a:pt x="104886" y="323457"/>
                  </a:lnTo>
                  <a:lnTo>
                    <a:pt x="109894" y="325267"/>
                  </a:lnTo>
                  <a:lnTo>
                    <a:pt x="114957" y="326916"/>
                  </a:lnTo>
                  <a:lnTo>
                    <a:pt x="120071" y="328404"/>
                  </a:lnTo>
                  <a:lnTo>
                    <a:pt x="125229" y="329728"/>
                  </a:lnTo>
                  <a:lnTo>
                    <a:pt x="130426" y="330887"/>
                  </a:lnTo>
                  <a:lnTo>
                    <a:pt x="135658" y="331879"/>
                  </a:lnTo>
                  <a:lnTo>
                    <a:pt x="140919" y="332705"/>
                  </a:lnTo>
                  <a:lnTo>
                    <a:pt x="146204" y="333363"/>
                  </a:lnTo>
                  <a:lnTo>
                    <a:pt x="151507" y="333852"/>
                  </a:lnTo>
                  <a:lnTo>
                    <a:pt x="156822" y="334171"/>
                  </a:lnTo>
                  <a:lnTo>
                    <a:pt x="162146" y="334322"/>
                  </a:lnTo>
                  <a:lnTo>
                    <a:pt x="167471" y="334302"/>
                  </a:lnTo>
                  <a:lnTo>
                    <a:pt x="172793" y="334113"/>
                  </a:lnTo>
                  <a:lnTo>
                    <a:pt x="178106" y="333755"/>
                  </a:lnTo>
                  <a:lnTo>
                    <a:pt x="183405" y="333228"/>
                  </a:lnTo>
                  <a:lnTo>
                    <a:pt x="188685" y="332532"/>
                  </a:lnTo>
                  <a:lnTo>
                    <a:pt x="193940" y="331668"/>
                  </a:lnTo>
                  <a:lnTo>
                    <a:pt x="199164" y="330637"/>
                  </a:lnTo>
                  <a:lnTo>
                    <a:pt x="204353" y="329441"/>
                  </a:lnTo>
                  <a:lnTo>
                    <a:pt x="209502" y="328080"/>
                  </a:lnTo>
                  <a:lnTo>
                    <a:pt x="214604" y="326555"/>
                  </a:lnTo>
                  <a:lnTo>
                    <a:pt x="219656" y="324869"/>
                  </a:lnTo>
                  <a:lnTo>
                    <a:pt x="224651" y="323022"/>
                  </a:lnTo>
                  <a:lnTo>
                    <a:pt x="229584" y="321018"/>
                  </a:lnTo>
                  <a:lnTo>
                    <a:pt x="234451" y="318857"/>
                  </a:lnTo>
                  <a:lnTo>
                    <a:pt x="239248" y="316543"/>
                  </a:lnTo>
                  <a:lnTo>
                    <a:pt x="243967" y="314077"/>
                  </a:lnTo>
                  <a:lnTo>
                    <a:pt x="248606" y="311461"/>
                  </a:lnTo>
                  <a:lnTo>
                    <a:pt x="253160" y="308700"/>
                  </a:lnTo>
                  <a:lnTo>
                    <a:pt x="257623" y="305794"/>
                  </a:lnTo>
                  <a:lnTo>
                    <a:pt x="261991" y="302748"/>
                  </a:lnTo>
                  <a:lnTo>
                    <a:pt x="266260" y="299565"/>
                  </a:lnTo>
                  <a:lnTo>
                    <a:pt x="270425" y="296247"/>
                  </a:lnTo>
                  <a:lnTo>
                    <a:pt x="274483" y="292798"/>
                  </a:lnTo>
                  <a:lnTo>
                    <a:pt x="278428" y="289222"/>
                  </a:lnTo>
                  <a:lnTo>
                    <a:pt x="282258" y="285521"/>
                  </a:lnTo>
                  <a:lnTo>
                    <a:pt x="285968" y="281701"/>
                  </a:lnTo>
                  <a:lnTo>
                    <a:pt x="289554" y="277764"/>
                  </a:lnTo>
                  <a:lnTo>
                    <a:pt x="293013" y="273715"/>
                  </a:lnTo>
                  <a:lnTo>
                    <a:pt x="296342" y="269558"/>
                  </a:lnTo>
                  <a:lnTo>
                    <a:pt x="299536" y="265298"/>
                  </a:lnTo>
                  <a:lnTo>
                    <a:pt x="302593" y="260937"/>
                  </a:lnTo>
                  <a:lnTo>
                    <a:pt x="305510" y="256481"/>
                  </a:lnTo>
                  <a:lnTo>
                    <a:pt x="308283" y="251935"/>
                  </a:lnTo>
                  <a:lnTo>
                    <a:pt x="310910" y="247303"/>
                  </a:lnTo>
                  <a:lnTo>
                    <a:pt x="313388" y="242589"/>
                  </a:lnTo>
                  <a:lnTo>
                    <a:pt x="315715" y="237799"/>
                  </a:lnTo>
                  <a:lnTo>
                    <a:pt x="317887" y="232937"/>
                  </a:lnTo>
                  <a:lnTo>
                    <a:pt x="319904" y="228009"/>
                  </a:lnTo>
                  <a:lnTo>
                    <a:pt x="321763" y="223018"/>
                  </a:lnTo>
                  <a:lnTo>
                    <a:pt x="323462" y="217971"/>
                  </a:lnTo>
                  <a:lnTo>
                    <a:pt x="325000" y="212873"/>
                  </a:lnTo>
                  <a:lnTo>
                    <a:pt x="326374" y="207728"/>
                  </a:lnTo>
                  <a:lnTo>
                    <a:pt x="327584" y="202542"/>
                  </a:lnTo>
                  <a:lnTo>
                    <a:pt x="328628" y="197320"/>
                  </a:lnTo>
                  <a:lnTo>
                    <a:pt x="329505" y="192067"/>
                  </a:lnTo>
                  <a:lnTo>
                    <a:pt x="330214" y="186789"/>
                  </a:lnTo>
                  <a:lnTo>
                    <a:pt x="330755" y="181491"/>
                  </a:lnTo>
                  <a:lnTo>
                    <a:pt x="331126" y="176179"/>
                  </a:lnTo>
                  <a:lnTo>
                    <a:pt x="331329" y="170858"/>
                  </a:lnTo>
                  <a:lnTo>
                    <a:pt x="331361" y="165532"/>
                  </a:lnTo>
                  <a:lnTo>
                    <a:pt x="331225" y="160209"/>
                  </a:lnTo>
                  <a:lnTo>
                    <a:pt x="330918" y="154892"/>
                  </a:lnTo>
                  <a:lnTo>
                    <a:pt x="330443" y="149588"/>
                  </a:lnTo>
                  <a:lnTo>
                    <a:pt x="329798" y="144302"/>
                  </a:lnTo>
                  <a:lnTo>
                    <a:pt x="328986" y="139039"/>
                  </a:lnTo>
                  <a:lnTo>
                    <a:pt x="328007" y="133805"/>
                  </a:lnTo>
                  <a:lnTo>
                    <a:pt x="326861" y="128604"/>
                  </a:lnTo>
                  <a:lnTo>
                    <a:pt x="325550" y="123443"/>
                  </a:lnTo>
                  <a:lnTo>
                    <a:pt x="324075" y="118326"/>
                  </a:lnTo>
                  <a:lnTo>
                    <a:pt x="322438" y="113258"/>
                  </a:lnTo>
                  <a:lnTo>
                    <a:pt x="320641" y="108245"/>
                  </a:lnTo>
                  <a:lnTo>
                    <a:pt x="318685" y="103292"/>
                  </a:lnTo>
                  <a:lnTo>
                    <a:pt x="316572" y="98404"/>
                  </a:lnTo>
                  <a:lnTo>
                    <a:pt x="314304" y="93586"/>
                  </a:lnTo>
                  <a:lnTo>
                    <a:pt x="311885" y="88842"/>
                  </a:lnTo>
                  <a:lnTo>
                    <a:pt x="309315" y="84178"/>
                  </a:lnTo>
                  <a:lnTo>
                    <a:pt x="306598" y="79598"/>
                  </a:lnTo>
                  <a:lnTo>
                    <a:pt x="303736" y="75106"/>
                  </a:lnTo>
                  <a:lnTo>
                    <a:pt x="300733" y="70709"/>
                  </a:lnTo>
                  <a:lnTo>
                    <a:pt x="297591" y="66409"/>
                  </a:lnTo>
                  <a:lnTo>
                    <a:pt x="294314" y="62211"/>
                  </a:lnTo>
                  <a:lnTo>
                    <a:pt x="290905" y="58120"/>
                  </a:lnTo>
                  <a:lnTo>
                    <a:pt x="287368" y="54140"/>
                  </a:lnTo>
                  <a:lnTo>
                    <a:pt x="283705" y="50274"/>
                  </a:lnTo>
                  <a:lnTo>
                    <a:pt x="279921" y="46527"/>
                  </a:lnTo>
                  <a:lnTo>
                    <a:pt x="276020" y="42902"/>
                  </a:lnTo>
                  <a:lnTo>
                    <a:pt x="272005" y="39403"/>
                  </a:lnTo>
                  <a:lnTo>
                    <a:pt x="267881" y="36035"/>
                  </a:lnTo>
                  <a:lnTo>
                    <a:pt x="263651" y="32799"/>
                  </a:lnTo>
                  <a:lnTo>
                    <a:pt x="259321" y="29699"/>
                  </a:lnTo>
                  <a:lnTo>
                    <a:pt x="254894" y="26739"/>
                  </a:lnTo>
                  <a:lnTo>
                    <a:pt x="250375" y="23922"/>
                  </a:lnTo>
                  <a:lnTo>
                    <a:pt x="245769" y="21250"/>
                  </a:lnTo>
                  <a:lnTo>
                    <a:pt x="241079" y="18726"/>
                  </a:lnTo>
                  <a:lnTo>
                    <a:pt x="236312" y="16352"/>
                  </a:lnTo>
                  <a:lnTo>
                    <a:pt x="231472" y="14132"/>
                  </a:lnTo>
                  <a:lnTo>
                    <a:pt x="226563" y="12067"/>
                  </a:lnTo>
                  <a:lnTo>
                    <a:pt x="221591" y="10159"/>
                  </a:lnTo>
                  <a:lnTo>
                    <a:pt x="216561" y="8411"/>
                  </a:lnTo>
                  <a:lnTo>
                    <a:pt x="211478" y="6824"/>
                  </a:lnTo>
                  <a:lnTo>
                    <a:pt x="206347" y="5399"/>
                  </a:lnTo>
                  <a:lnTo>
                    <a:pt x="201173" y="4139"/>
                  </a:lnTo>
                  <a:lnTo>
                    <a:pt x="195961" y="3044"/>
                  </a:lnTo>
                  <a:lnTo>
                    <a:pt x="190717" y="2116"/>
                  </a:lnTo>
                  <a:lnTo>
                    <a:pt x="185447" y="1355"/>
                  </a:lnTo>
                  <a:lnTo>
                    <a:pt x="180154" y="762"/>
                  </a:lnTo>
                  <a:lnTo>
                    <a:pt x="174846" y="339"/>
                  </a:lnTo>
                  <a:lnTo>
                    <a:pt x="169527" y="84"/>
                  </a:lnTo>
                  <a:lnTo>
                    <a:pt x="164202" y="0"/>
                  </a:lnTo>
                  <a:lnTo>
                    <a:pt x="16420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42605" y="4659281"/>
              <a:ext cx="80629" cy="167167"/>
            </a:xfrm>
            <a:custGeom>
              <a:avLst/>
              <a:pathLst>
                <a:path w="80629" h="167167">
                  <a:moveTo>
                    <a:pt x="80629" y="0"/>
                  </a:moveTo>
                  <a:lnTo>
                    <a:pt x="75021" y="94"/>
                  </a:lnTo>
                  <a:lnTo>
                    <a:pt x="69419" y="376"/>
                  </a:lnTo>
                  <a:lnTo>
                    <a:pt x="63830" y="846"/>
                  </a:lnTo>
                  <a:lnTo>
                    <a:pt x="58260" y="1503"/>
                  </a:lnTo>
                  <a:lnTo>
                    <a:pt x="52715" y="2347"/>
                  </a:lnTo>
                  <a:lnTo>
                    <a:pt x="47201" y="3376"/>
                  </a:lnTo>
                  <a:lnTo>
                    <a:pt x="41725" y="4589"/>
                  </a:lnTo>
                  <a:lnTo>
                    <a:pt x="36293" y="5986"/>
                  </a:lnTo>
                  <a:lnTo>
                    <a:pt x="30911" y="7564"/>
                  </a:lnTo>
                  <a:lnTo>
                    <a:pt x="25584" y="9322"/>
                  </a:lnTo>
                  <a:lnTo>
                    <a:pt x="20320" y="11258"/>
                  </a:lnTo>
                  <a:lnTo>
                    <a:pt x="15123" y="13369"/>
                  </a:lnTo>
                  <a:lnTo>
                    <a:pt x="10001" y="15653"/>
                  </a:lnTo>
                  <a:lnTo>
                    <a:pt x="4958" y="18107"/>
                  </a:lnTo>
                  <a:lnTo>
                    <a:pt x="0" y="20730"/>
                  </a:lnTo>
                  <a:lnTo>
                    <a:pt x="8062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42605" y="4680012"/>
              <a:ext cx="80629" cy="146437"/>
            </a:xfrm>
            <a:custGeom>
              <a:avLst/>
              <a:pathLst>
                <a:path w="80629" h="146437">
                  <a:moveTo>
                    <a:pt x="0" y="0"/>
                  </a:moveTo>
                  <a:lnTo>
                    <a:pt x="80629" y="1464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42605" y="4680012"/>
              <a:ext cx="80629" cy="146437"/>
            </a:xfrm>
            <a:custGeom>
              <a:avLst/>
              <a:pathLst>
                <a:path w="80629" h="146437">
                  <a:moveTo>
                    <a:pt x="0" y="0"/>
                  </a:moveTo>
                  <a:lnTo>
                    <a:pt x="80629" y="1464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256085" y="4680012"/>
              <a:ext cx="276334" cy="313596"/>
            </a:xfrm>
            <a:custGeom>
              <a:avLst/>
              <a:pathLst>
                <a:path w="276334" h="313596">
                  <a:moveTo>
                    <a:pt x="86519" y="0"/>
                  </a:moveTo>
                  <a:lnTo>
                    <a:pt x="81889" y="2646"/>
                  </a:lnTo>
                  <a:lnTo>
                    <a:pt x="77346" y="5439"/>
                  </a:lnTo>
                  <a:lnTo>
                    <a:pt x="72894" y="8375"/>
                  </a:lnTo>
                  <a:lnTo>
                    <a:pt x="68537" y="11452"/>
                  </a:lnTo>
                  <a:lnTo>
                    <a:pt x="64282" y="14667"/>
                  </a:lnTo>
                  <a:lnTo>
                    <a:pt x="60131" y="18015"/>
                  </a:lnTo>
                  <a:lnTo>
                    <a:pt x="56089" y="21494"/>
                  </a:lnTo>
                  <a:lnTo>
                    <a:pt x="52160" y="25101"/>
                  </a:lnTo>
                  <a:lnTo>
                    <a:pt x="48347" y="28831"/>
                  </a:lnTo>
                  <a:lnTo>
                    <a:pt x="44656" y="32680"/>
                  </a:lnTo>
                  <a:lnTo>
                    <a:pt x="41090" y="36646"/>
                  </a:lnTo>
                  <a:lnTo>
                    <a:pt x="37652" y="40723"/>
                  </a:lnTo>
                  <a:lnTo>
                    <a:pt x="34345" y="44907"/>
                  </a:lnTo>
                  <a:lnTo>
                    <a:pt x="31174" y="49195"/>
                  </a:lnTo>
                  <a:lnTo>
                    <a:pt x="28142" y="53582"/>
                  </a:lnTo>
                  <a:lnTo>
                    <a:pt x="25250" y="58064"/>
                  </a:lnTo>
                  <a:lnTo>
                    <a:pt x="22504" y="62635"/>
                  </a:lnTo>
                  <a:lnTo>
                    <a:pt x="19904" y="67292"/>
                  </a:lnTo>
                  <a:lnTo>
                    <a:pt x="17454" y="72030"/>
                  </a:lnTo>
                  <a:lnTo>
                    <a:pt x="15157" y="76843"/>
                  </a:lnTo>
                  <a:lnTo>
                    <a:pt x="13014" y="81726"/>
                  </a:lnTo>
                  <a:lnTo>
                    <a:pt x="11028" y="86676"/>
                  </a:lnTo>
                  <a:lnTo>
                    <a:pt x="9202" y="91687"/>
                  </a:lnTo>
                  <a:lnTo>
                    <a:pt x="7535" y="96753"/>
                  </a:lnTo>
                  <a:lnTo>
                    <a:pt x="6032" y="101870"/>
                  </a:lnTo>
                  <a:lnTo>
                    <a:pt x="4692" y="107032"/>
                  </a:lnTo>
                  <a:lnTo>
                    <a:pt x="3518" y="112235"/>
                  </a:lnTo>
                  <a:lnTo>
                    <a:pt x="2510" y="117472"/>
                  </a:lnTo>
                  <a:lnTo>
                    <a:pt x="1670" y="122738"/>
                  </a:lnTo>
                  <a:lnTo>
                    <a:pt x="998" y="128029"/>
                  </a:lnTo>
                  <a:lnTo>
                    <a:pt x="496" y="133339"/>
                  </a:lnTo>
                  <a:lnTo>
                    <a:pt x="163" y="138662"/>
                  </a:lnTo>
                  <a:lnTo>
                    <a:pt x="0" y="143992"/>
                  </a:lnTo>
                  <a:lnTo>
                    <a:pt x="7" y="149326"/>
                  </a:lnTo>
                  <a:lnTo>
                    <a:pt x="184" y="154656"/>
                  </a:lnTo>
                  <a:lnTo>
                    <a:pt x="531" y="159978"/>
                  </a:lnTo>
                  <a:lnTo>
                    <a:pt x="1048" y="165286"/>
                  </a:lnTo>
                  <a:lnTo>
                    <a:pt x="1734" y="170575"/>
                  </a:lnTo>
                  <a:lnTo>
                    <a:pt x="2588" y="175839"/>
                  </a:lnTo>
                  <a:lnTo>
                    <a:pt x="3609" y="181074"/>
                  </a:lnTo>
                  <a:lnTo>
                    <a:pt x="4798" y="186273"/>
                  </a:lnTo>
                  <a:lnTo>
                    <a:pt x="6151" y="191432"/>
                  </a:lnTo>
                  <a:lnTo>
                    <a:pt x="7668" y="196544"/>
                  </a:lnTo>
                  <a:lnTo>
                    <a:pt x="9348" y="201606"/>
                  </a:lnTo>
                  <a:lnTo>
                    <a:pt x="11188" y="206612"/>
                  </a:lnTo>
                  <a:lnTo>
                    <a:pt x="13187" y="211556"/>
                  </a:lnTo>
                  <a:lnTo>
                    <a:pt x="15343" y="216435"/>
                  </a:lnTo>
                  <a:lnTo>
                    <a:pt x="17653" y="221242"/>
                  </a:lnTo>
                  <a:lnTo>
                    <a:pt x="20115" y="225972"/>
                  </a:lnTo>
                  <a:lnTo>
                    <a:pt x="22727" y="230622"/>
                  </a:lnTo>
                  <a:lnTo>
                    <a:pt x="25486" y="235186"/>
                  </a:lnTo>
                  <a:lnTo>
                    <a:pt x="28389" y="239660"/>
                  </a:lnTo>
                  <a:lnTo>
                    <a:pt x="31434" y="244039"/>
                  </a:lnTo>
                  <a:lnTo>
                    <a:pt x="34616" y="248319"/>
                  </a:lnTo>
                  <a:lnTo>
                    <a:pt x="37934" y="252495"/>
                  </a:lnTo>
                  <a:lnTo>
                    <a:pt x="41383" y="256563"/>
                  </a:lnTo>
                  <a:lnTo>
                    <a:pt x="44960" y="260518"/>
                  </a:lnTo>
                  <a:lnTo>
                    <a:pt x="48661" y="264358"/>
                  </a:lnTo>
                  <a:lnTo>
                    <a:pt x="52483" y="268078"/>
                  </a:lnTo>
                  <a:lnTo>
                    <a:pt x="56421" y="271674"/>
                  </a:lnTo>
                  <a:lnTo>
                    <a:pt x="60473" y="275142"/>
                  </a:lnTo>
                  <a:lnTo>
                    <a:pt x="64633" y="278480"/>
                  </a:lnTo>
                  <a:lnTo>
                    <a:pt x="68897" y="281683"/>
                  </a:lnTo>
                  <a:lnTo>
                    <a:pt x="73261" y="284748"/>
                  </a:lnTo>
                  <a:lnTo>
                    <a:pt x="77721" y="287673"/>
                  </a:lnTo>
                  <a:lnTo>
                    <a:pt x="82272" y="290453"/>
                  </a:lnTo>
                  <a:lnTo>
                    <a:pt x="86909" y="293088"/>
                  </a:lnTo>
                  <a:lnTo>
                    <a:pt x="91628" y="295573"/>
                  </a:lnTo>
                  <a:lnTo>
                    <a:pt x="96424" y="297906"/>
                  </a:lnTo>
                  <a:lnTo>
                    <a:pt x="101292" y="300085"/>
                  </a:lnTo>
                  <a:lnTo>
                    <a:pt x="106227" y="302107"/>
                  </a:lnTo>
                  <a:lnTo>
                    <a:pt x="111223" y="303972"/>
                  </a:lnTo>
                  <a:lnTo>
                    <a:pt x="116277" y="305675"/>
                  </a:lnTo>
                  <a:lnTo>
                    <a:pt x="121383" y="307217"/>
                  </a:lnTo>
                  <a:lnTo>
                    <a:pt x="126535" y="308595"/>
                  </a:lnTo>
                  <a:lnTo>
                    <a:pt x="131728" y="309808"/>
                  </a:lnTo>
                  <a:lnTo>
                    <a:pt x="136958" y="310855"/>
                  </a:lnTo>
                  <a:lnTo>
                    <a:pt x="142218" y="311734"/>
                  </a:lnTo>
                  <a:lnTo>
                    <a:pt x="147504" y="312446"/>
                  </a:lnTo>
                  <a:lnTo>
                    <a:pt x="152809" y="312988"/>
                  </a:lnTo>
                  <a:lnTo>
                    <a:pt x="158130" y="313360"/>
                  </a:lnTo>
                  <a:lnTo>
                    <a:pt x="163459" y="313563"/>
                  </a:lnTo>
                  <a:lnTo>
                    <a:pt x="168792" y="313596"/>
                  </a:lnTo>
                  <a:lnTo>
                    <a:pt x="174124" y="313458"/>
                  </a:lnTo>
                  <a:lnTo>
                    <a:pt x="179448" y="313151"/>
                  </a:lnTo>
                  <a:lnTo>
                    <a:pt x="184760" y="312674"/>
                  </a:lnTo>
                  <a:lnTo>
                    <a:pt x="190054" y="312027"/>
                  </a:lnTo>
                  <a:lnTo>
                    <a:pt x="195324" y="311212"/>
                  </a:lnTo>
                  <a:lnTo>
                    <a:pt x="200566" y="310230"/>
                  </a:lnTo>
                  <a:lnTo>
                    <a:pt x="205774" y="309080"/>
                  </a:lnTo>
                  <a:lnTo>
                    <a:pt x="210943" y="307766"/>
                  </a:lnTo>
                  <a:lnTo>
                    <a:pt x="216067" y="306286"/>
                  </a:lnTo>
                  <a:lnTo>
                    <a:pt x="221141" y="304645"/>
                  </a:lnTo>
                  <a:lnTo>
                    <a:pt x="226160" y="302842"/>
                  </a:lnTo>
                  <a:lnTo>
                    <a:pt x="231120" y="300880"/>
                  </a:lnTo>
                  <a:lnTo>
                    <a:pt x="236014" y="298761"/>
                  </a:lnTo>
                  <a:lnTo>
                    <a:pt x="240838" y="296486"/>
                  </a:lnTo>
                  <a:lnTo>
                    <a:pt x="245587" y="294059"/>
                  </a:lnTo>
                  <a:lnTo>
                    <a:pt x="250256" y="291482"/>
                  </a:lnTo>
                  <a:lnTo>
                    <a:pt x="254840" y="288757"/>
                  </a:lnTo>
                  <a:lnTo>
                    <a:pt x="259336" y="285887"/>
                  </a:lnTo>
                  <a:lnTo>
                    <a:pt x="263737" y="282876"/>
                  </a:lnTo>
                  <a:lnTo>
                    <a:pt x="268040" y="279725"/>
                  </a:lnTo>
                  <a:lnTo>
                    <a:pt x="272241" y="276439"/>
                  </a:lnTo>
                  <a:lnTo>
                    <a:pt x="276334" y="273020"/>
                  </a:lnTo>
                  <a:lnTo>
                    <a:pt x="167149" y="1464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167165" cy="293751"/>
            </a:xfrm>
            <a:custGeom>
              <a:avLst/>
              <a:pathLst>
                <a:path w="167165" h="293751">
                  <a:moveTo>
                    <a:pt x="109185" y="293751"/>
                  </a:moveTo>
                  <a:lnTo>
                    <a:pt x="113176" y="290196"/>
                  </a:lnTo>
                  <a:lnTo>
                    <a:pt x="117050" y="286515"/>
                  </a:lnTo>
                  <a:lnTo>
                    <a:pt x="120806" y="282713"/>
                  </a:lnTo>
                  <a:lnTo>
                    <a:pt x="124438" y="278792"/>
                  </a:lnTo>
                  <a:lnTo>
                    <a:pt x="127942" y="274757"/>
                  </a:lnTo>
                  <a:lnTo>
                    <a:pt x="131316" y="270612"/>
                  </a:lnTo>
                  <a:lnTo>
                    <a:pt x="134556" y="266361"/>
                  </a:lnTo>
                  <a:lnTo>
                    <a:pt x="137658" y="262010"/>
                  </a:lnTo>
                  <a:lnTo>
                    <a:pt x="140619" y="257561"/>
                  </a:lnTo>
                  <a:lnTo>
                    <a:pt x="143437" y="253019"/>
                  </a:lnTo>
                  <a:lnTo>
                    <a:pt x="146108" y="248390"/>
                  </a:lnTo>
                  <a:lnTo>
                    <a:pt x="148630" y="243678"/>
                  </a:lnTo>
                  <a:lnTo>
                    <a:pt x="151000" y="238888"/>
                  </a:lnTo>
                  <a:lnTo>
                    <a:pt x="153215" y="234024"/>
                  </a:lnTo>
                  <a:lnTo>
                    <a:pt x="155274" y="229092"/>
                  </a:lnTo>
                  <a:lnTo>
                    <a:pt x="157174" y="224097"/>
                  </a:lnTo>
                  <a:lnTo>
                    <a:pt x="158914" y="219044"/>
                  </a:lnTo>
                  <a:lnTo>
                    <a:pt x="160491" y="213937"/>
                  </a:lnTo>
                  <a:lnTo>
                    <a:pt x="161904" y="208783"/>
                  </a:lnTo>
                  <a:lnTo>
                    <a:pt x="163151" y="203586"/>
                  </a:lnTo>
                  <a:lnTo>
                    <a:pt x="164232" y="198352"/>
                  </a:lnTo>
                  <a:lnTo>
                    <a:pt x="165145" y="193087"/>
                  </a:lnTo>
                  <a:lnTo>
                    <a:pt x="165889" y="187794"/>
                  </a:lnTo>
                  <a:lnTo>
                    <a:pt x="166464" y="182481"/>
                  </a:lnTo>
                  <a:lnTo>
                    <a:pt x="166868" y="177152"/>
                  </a:lnTo>
                  <a:lnTo>
                    <a:pt x="167102" y="171812"/>
                  </a:lnTo>
                  <a:lnTo>
                    <a:pt x="167165" y="166468"/>
                  </a:lnTo>
                  <a:lnTo>
                    <a:pt x="167058" y="161125"/>
                  </a:lnTo>
                  <a:lnTo>
                    <a:pt x="166779" y="155788"/>
                  </a:lnTo>
                  <a:lnTo>
                    <a:pt x="166330" y="150462"/>
                  </a:lnTo>
                  <a:lnTo>
                    <a:pt x="165711" y="145154"/>
                  </a:lnTo>
                  <a:lnTo>
                    <a:pt x="164923" y="139868"/>
                  </a:lnTo>
                  <a:lnTo>
                    <a:pt x="163966" y="134610"/>
                  </a:lnTo>
                  <a:lnTo>
                    <a:pt x="162841" y="129385"/>
                  </a:lnTo>
                  <a:lnTo>
                    <a:pt x="161550" y="124199"/>
                  </a:lnTo>
                  <a:lnTo>
                    <a:pt x="160094" y="119057"/>
                  </a:lnTo>
                  <a:lnTo>
                    <a:pt x="158475" y="113964"/>
                  </a:lnTo>
                  <a:lnTo>
                    <a:pt x="156693" y="108925"/>
                  </a:lnTo>
                  <a:lnTo>
                    <a:pt x="154751" y="103946"/>
                  </a:lnTo>
                  <a:lnTo>
                    <a:pt x="152651" y="99031"/>
                  </a:lnTo>
                  <a:lnTo>
                    <a:pt x="150395" y="94186"/>
                  </a:lnTo>
                  <a:lnTo>
                    <a:pt x="147985" y="89416"/>
                  </a:lnTo>
                  <a:lnTo>
                    <a:pt x="145424" y="84725"/>
                  </a:lnTo>
                  <a:lnTo>
                    <a:pt x="142715" y="80119"/>
                  </a:lnTo>
                  <a:lnTo>
                    <a:pt x="139859" y="75601"/>
                  </a:lnTo>
                  <a:lnTo>
                    <a:pt x="136860" y="71177"/>
                  </a:lnTo>
                  <a:lnTo>
                    <a:pt x="133722" y="66851"/>
                  </a:lnTo>
                  <a:lnTo>
                    <a:pt x="130447" y="62628"/>
                  </a:lnTo>
                  <a:lnTo>
                    <a:pt x="127039" y="58511"/>
                  </a:lnTo>
                  <a:lnTo>
                    <a:pt x="123500" y="54506"/>
                  </a:lnTo>
                  <a:lnTo>
                    <a:pt x="119836" y="50616"/>
                  </a:lnTo>
                  <a:lnTo>
                    <a:pt x="116049" y="46845"/>
                  </a:lnTo>
                  <a:lnTo>
                    <a:pt x="112143" y="43196"/>
                  </a:lnTo>
                  <a:lnTo>
                    <a:pt x="108123" y="39675"/>
                  </a:lnTo>
                  <a:lnTo>
                    <a:pt x="103992" y="36284"/>
                  </a:lnTo>
                  <a:lnTo>
                    <a:pt x="99755" y="33026"/>
                  </a:lnTo>
                  <a:lnTo>
                    <a:pt x="95416" y="29906"/>
                  </a:lnTo>
                  <a:lnTo>
                    <a:pt x="90980" y="26926"/>
                  </a:lnTo>
                  <a:lnTo>
                    <a:pt x="86451" y="24089"/>
                  </a:lnTo>
                  <a:lnTo>
                    <a:pt x="81833" y="21399"/>
                  </a:lnTo>
                  <a:lnTo>
                    <a:pt x="77131" y="18858"/>
                  </a:lnTo>
                  <a:lnTo>
                    <a:pt x="72351" y="16468"/>
                  </a:lnTo>
                  <a:lnTo>
                    <a:pt x="67497" y="14232"/>
                  </a:lnTo>
                  <a:lnTo>
                    <a:pt x="62573" y="12153"/>
                  </a:lnTo>
                  <a:lnTo>
                    <a:pt x="57586" y="10231"/>
                  </a:lnTo>
                  <a:lnTo>
                    <a:pt x="52540" y="8471"/>
                  </a:lnTo>
                  <a:lnTo>
                    <a:pt x="47440" y="6872"/>
                  </a:lnTo>
                  <a:lnTo>
                    <a:pt x="42292" y="5438"/>
                  </a:lnTo>
                  <a:lnTo>
                    <a:pt x="37100" y="4169"/>
                  </a:lnTo>
                  <a:lnTo>
                    <a:pt x="31871" y="3066"/>
                  </a:lnTo>
                  <a:lnTo>
                    <a:pt x="26609" y="2131"/>
                  </a:lnTo>
                  <a:lnTo>
                    <a:pt x="21320" y="1365"/>
                  </a:lnTo>
                  <a:lnTo>
                    <a:pt x="16009" y="768"/>
                  </a:lnTo>
                  <a:lnTo>
                    <a:pt x="10682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28510" y="4213821"/>
              <a:ext cx="99962" cy="167167"/>
            </a:xfrm>
            <a:custGeom>
              <a:avLst/>
              <a:pathLst>
                <a:path w="99962" h="167167">
                  <a:moveTo>
                    <a:pt x="99962" y="0"/>
                  </a:moveTo>
                  <a:lnTo>
                    <a:pt x="94323" y="95"/>
                  </a:lnTo>
                  <a:lnTo>
                    <a:pt x="88691" y="380"/>
                  </a:lnTo>
                  <a:lnTo>
                    <a:pt x="83072" y="855"/>
                  </a:lnTo>
                  <a:lnTo>
                    <a:pt x="77472" y="1519"/>
                  </a:lnTo>
                  <a:lnTo>
                    <a:pt x="71898" y="2372"/>
                  </a:lnTo>
                  <a:lnTo>
                    <a:pt x="66355" y="3412"/>
                  </a:lnTo>
                  <a:lnTo>
                    <a:pt x="60851" y="4639"/>
                  </a:lnTo>
                  <a:lnTo>
                    <a:pt x="55392" y="6051"/>
                  </a:lnTo>
                  <a:lnTo>
                    <a:pt x="49983" y="7646"/>
                  </a:lnTo>
                  <a:lnTo>
                    <a:pt x="44631" y="9422"/>
                  </a:lnTo>
                  <a:lnTo>
                    <a:pt x="39341" y="11378"/>
                  </a:lnTo>
                  <a:lnTo>
                    <a:pt x="34121" y="13511"/>
                  </a:lnTo>
                  <a:lnTo>
                    <a:pt x="28976" y="15820"/>
                  </a:lnTo>
                  <a:lnTo>
                    <a:pt x="23912" y="18300"/>
                  </a:lnTo>
                  <a:lnTo>
                    <a:pt x="18934" y="20950"/>
                  </a:lnTo>
                  <a:lnTo>
                    <a:pt x="14048" y="23766"/>
                  </a:lnTo>
                  <a:lnTo>
                    <a:pt x="9260" y="26745"/>
                  </a:lnTo>
                  <a:lnTo>
                    <a:pt x="4576" y="29885"/>
                  </a:lnTo>
                  <a:lnTo>
                    <a:pt x="0" y="33180"/>
                  </a:lnTo>
                  <a:lnTo>
                    <a:pt x="9996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28510" y="4247001"/>
              <a:ext cx="99962" cy="133987"/>
            </a:xfrm>
            <a:custGeom>
              <a:avLst/>
              <a:pathLst>
                <a:path w="99962" h="133987">
                  <a:moveTo>
                    <a:pt x="0" y="0"/>
                  </a:moveTo>
                  <a:lnTo>
                    <a:pt x="99962" y="1339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561307" y="4247001"/>
              <a:ext cx="334328" cy="301133"/>
            </a:xfrm>
            <a:custGeom>
              <a:avLst/>
              <a:pathLst>
                <a:path w="334328" h="301133">
                  <a:moveTo>
                    <a:pt x="67202" y="0"/>
                  </a:moveTo>
                  <a:lnTo>
                    <a:pt x="62985" y="3251"/>
                  </a:lnTo>
                  <a:lnTo>
                    <a:pt x="58874" y="6635"/>
                  </a:lnTo>
                  <a:lnTo>
                    <a:pt x="54873" y="10149"/>
                  </a:lnTo>
                  <a:lnTo>
                    <a:pt x="50986" y="13788"/>
                  </a:lnTo>
                  <a:lnTo>
                    <a:pt x="47217" y="17549"/>
                  </a:lnTo>
                  <a:lnTo>
                    <a:pt x="43569" y="21428"/>
                  </a:lnTo>
                  <a:lnTo>
                    <a:pt x="40047" y="25422"/>
                  </a:lnTo>
                  <a:lnTo>
                    <a:pt x="36654" y="29525"/>
                  </a:lnTo>
                  <a:lnTo>
                    <a:pt x="33394" y="33735"/>
                  </a:lnTo>
                  <a:lnTo>
                    <a:pt x="30269" y="38046"/>
                  </a:lnTo>
                  <a:lnTo>
                    <a:pt x="27282" y="42454"/>
                  </a:lnTo>
                  <a:lnTo>
                    <a:pt x="24438" y="46956"/>
                  </a:lnTo>
                  <a:lnTo>
                    <a:pt x="21739" y="51546"/>
                  </a:lnTo>
                  <a:lnTo>
                    <a:pt x="19187" y="56219"/>
                  </a:lnTo>
                  <a:lnTo>
                    <a:pt x="16785" y="60971"/>
                  </a:lnTo>
                  <a:lnTo>
                    <a:pt x="14536" y="65798"/>
                  </a:lnTo>
                  <a:lnTo>
                    <a:pt x="12442" y="70693"/>
                  </a:lnTo>
                  <a:lnTo>
                    <a:pt x="10505" y="75653"/>
                  </a:lnTo>
                  <a:lnTo>
                    <a:pt x="8726" y="80672"/>
                  </a:lnTo>
                  <a:lnTo>
                    <a:pt x="7109" y="85745"/>
                  </a:lnTo>
                  <a:lnTo>
                    <a:pt x="5653" y="90867"/>
                  </a:lnTo>
                  <a:lnTo>
                    <a:pt x="4362" y="96033"/>
                  </a:lnTo>
                  <a:lnTo>
                    <a:pt x="3236" y="101237"/>
                  </a:lnTo>
                  <a:lnTo>
                    <a:pt x="2276" y="106474"/>
                  </a:lnTo>
                  <a:lnTo>
                    <a:pt x="1483" y="111740"/>
                  </a:lnTo>
                  <a:lnTo>
                    <a:pt x="859" y="117028"/>
                  </a:lnTo>
                  <a:lnTo>
                    <a:pt x="403" y="122333"/>
                  </a:lnTo>
                  <a:lnTo>
                    <a:pt x="117" y="127650"/>
                  </a:lnTo>
                  <a:lnTo>
                    <a:pt x="0" y="132973"/>
                  </a:lnTo>
                  <a:lnTo>
                    <a:pt x="52" y="138298"/>
                  </a:lnTo>
                  <a:lnTo>
                    <a:pt x="274" y="143618"/>
                  </a:lnTo>
                  <a:lnTo>
                    <a:pt x="666" y="148928"/>
                  </a:lnTo>
                  <a:lnTo>
                    <a:pt x="1226" y="154223"/>
                  </a:lnTo>
                  <a:lnTo>
                    <a:pt x="1955" y="159498"/>
                  </a:lnTo>
                  <a:lnTo>
                    <a:pt x="2851" y="164746"/>
                  </a:lnTo>
                  <a:lnTo>
                    <a:pt x="3914" y="169964"/>
                  </a:lnTo>
                  <a:lnTo>
                    <a:pt x="5142" y="175145"/>
                  </a:lnTo>
                  <a:lnTo>
                    <a:pt x="6535" y="180284"/>
                  </a:lnTo>
                  <a:lnTo>
                    <a:pt x="8091" y="185376"/>
                  </a:lnTo>
                  <a:lnTo>
                    <a:pt x="9809" y="190417"/>
                  </a:lnTo>
                  <a:lnTo>
                    <a:pt x="11686" y="195399"/>
                  </a:lnTo>
                  <a:lnTo>
                    <a:pt x="13721" y="200320"/>
                  </a:lnTo>
                  <a:lnTo>
                    <a:pt x="15911" y="205173"/>
                  </a:lnTo>
                  <a:lnTo>
                    <a:pt x="18255" y="209954"/>
                  </a:lnTo>
                  <a:lnTo>
                    <a:pt x="20750" y="214658"/>
                  </a:lnTo>
                  <a:lnTo>
                    <a:pt x="23394" y="219281"/>
                  </a:lnTo>
                  <a:lnTo>
                    <a:pt x="26183" y="223816"/>
                  </a:lnTo>
                  <a:lnTo>
                    <a:pt x="29115" y="228261"/>
                  </a:lnTo>
                  <a:lnTo>
                    <a:pt x="32188" y="232609"/>
                  </a:lnTo>
                  <a:lnTo>
                    <a:pt x="35397" y="236858"/>
                  </a:lnTo>
                  <a:lnTo>
                    <a:pt x="38741" y="241002"/>
                  </a:lnTo>
                  <a:lnTo>
                    <a:pt x="42214" y="245038"/>
                  </a:lnTo>
                  <a:lnTo>
                    <a:pt x="45814" y="248961"/>
                  </a:lnTo>
                  <a:lnTo>
                    <a:pt x="49538" y="252768"/>
                  </a:lnTo>
                  <a:lnTo>
                    <a:pt x="53380" y="256454"/>
                  </a:lnTo>
                  <a:lnTo>
                    <a:pt x="57338" y="260015"/>
                  </a:lnTo>
                  <a:lnTo>
                    <a:pt x="61408" y="263449"/>
                  </a:lnTo>
                  <a:lnTo>
                    <a:pt x="65585" y="266752"/>
                  </a:lnTo>
                  <a:lnTo>
                    <a:pt x="69865" y="269920"/>
                  </a:lnTo>
                  <a:lnTo>
                    <a:pt x="74243" y="272949"/>
                  </a:lnTo>
                  <a:lnTo>
                    <a:pt x="78716" y="275838"/>
                  </a:lnTo>
                  <a:lnTo>
                    <a:pt x="83279" y="278583"/>
                  </a:lnTo>
                  <a:lnTo>
                    <a:pt x="87926" y="281182"/>
                  </a:lnTo>
                  <a:lnTo>
                    <a:pt x="92655" y="283631"/>
                  </a:lnTo>
                  <a:lnTo>
                    <a:pt x="97458" y="285928"/>
                  </a:lnTo>
                  <a:lnTo>
                    <a:pt x="102333" y="288071"/>
                  </a:lnTo>
                  <a:lnTo>
                    <a:pt x="107273" y="290057"/>
                  </a:lnTo>
                  <a:lnTo>
                    <a:pt x="112274" y="291885"/>
                  </a:lnTo>
                  <a:lnTo>
                    <a:pt x="117331" y="293553"/>
                  </a:lnTo>
                  <a:lnTo>
                    <a:pt x="122438" y="295060"/>
                  </a:lnTo>
                  <a:lnTo>
                    <a:pt x="127591" y="296402"/>
                  </a:lnTo>
                  <a:lnTo>
                    <a:pt x="132783" y="297580"/>
                  </a:lnTo>
                  <a:lnTo>
                    <a:pt x="138011" y="298592"/>
                  </a:lnTo>
                  <a:lnTo>
                    <a:pt x="143268" y="299437"/>
                  </a:lnTo>
                  <a:lnTo>
                    <a:pt x="148550" y="300114"/>
                  </a:lnTo>
                  <a:lnTo>
                    <a:pt x="153850" y="300623"/>
                  </a:lnTo>
                  <a:lnTo>
                    <a:pt x="159164" y="300962"/>
                  </a:lnTo>
                  <a:lnTo>
                    <a:pt x="164486" y="301133"/>
                  </a:lnTo>
                  <a:lnTo>
                    <a:pt x="169811" y="301133"/>
                  </a:lnTo>
                  <a:lnTo>
                    <a:pt x="175133" y="300964"/>
                  </a:lnTo>
                  <a:lnTo>
                    <a:pt x="180446" y="300625"/>
                  </a:lnTo>
                  <a:lnTo>
                    <a:pt x="185747" y="300118"/>
                  </a:lnTo>
                  <a:lnTo>
                    <a:pt x="191028" y="299442"/>
                  </a:lnTo>
                  <a:lnTo>
                    <a:pt x="196286" y="298598"/>
                  </a:lnTo>
                  <a:lnTo>
                    <a:pt x="201514" y="297587"/>
                  </a:lnTo>
                  <a:lnTo>
                    <a:pt x="206707" y="296410"/>
                  </a:lnTo>
                  <a:lnTo>
                    <a:pt x="211860" y="295068"/>
                  </a:lnTo>
                  <a:lnTo>
                    <a:pt x="216967" y="293563"/>
                  </a:lnTo>
                  <a:lnTo>
                    <a:pt x="222024" y="291896"/>
                  </a:lnTo>
                  <a:lnTo>
                    <a:pt x="227025" y="290068"/>
                  </a:lnTo>
                  <a:lnTo>
                    <a:pt x="231966" y="288083"/>
                  </a:lnTo>
                  <a:lnTo>
                    <a:pt x="236841" y="285941"/>
                  </a:lnTo>
                  <a:lnTo>
                    <a:pt x="241645" y="283645"/>
                  </a:lnTo>
                  <a:lnTo>
                    <a:pt x="246374" y="281196"/>
                  </a:lnTo>
                  <a:lnTo>
                    <a:pt x="251022" y="278599"/>
                  </a:lnTo>
                  <a:lnTo>
                    <a:pt x="255585" y="275855"/>
                  </a:lnTo>
                  <a:lnTo>
                    <a:pt x="260058" y="272967"/>
                  </a:lnTo>
                  <a:lnTo>
                    <a:pt x="264438" y="269938"/>
                  </a:lnTo>
                  <a:lnTo>
                    <a:pt x="268718" y="266771"/>
                  </a:lnTo>
                  <a:lnTo>
                    <a:pt x="272896" y="263469"/>
                  </a:lnTo>
                  <a:lnTo>
                    <a:pt x="276966" y="260036"/>
                  </a:lnTo>
                  <a:lnTo>
                    <a:pt x="280924" y="256475"/>
                  </a:lnTo>
                  <a:lnTo>
                    <a:pt x="284768" y="252790"/>
                  </a:lnTo>
                  <a:lnTo>
                    <a:pt x="288492" y="248984"/>
                  </a:lnTo>
                  <a:lnTo>
                    <a:pt x="292093" y="245062"/>
                  </a:lnTo>
                  <a:lnTo>
                    <a:pt x="295567" y="241027"/>
                  </a:lnTo>
                  <a:lnTo>
                    <a:pt x="298911" y="236883"/>
                  </a:lnTo>
                  <a:lnTo>
                    <a:pt x="302121" y="232635"/>
                  </a:lnTo>
                  <a:lnTo>
                    <a:pt x="305195" y="228286"/>
                  </a:lnTo>
                  <a:lnTo>
                    <a:pt x="308128" y="223843"/>
                  </a:lnTo>
                  <a:lnTo>
                    <a:pt x="310918" y="219308"/>
                  </a:lnTo>
                  <a:lnTo>
                    <a:pt x="313563" y="214686"/>
                  </a:lnTo>
                  <a:lnTo>
                    <a:pt x="316058" y="209982"/>
                  </a:lnTo>
                  <a:lnTo>
                    <a:pt x="318403" y="205202"/>
                  </a:lnTo>
                  <a:lnTo>
                    <a:pt x="320595" y="200349"/>
                  </a:lnTo>
                  <a:lnTo>
                    <a:pt x="322630" y="195429"/>
                  </a:lnTo>
                  <a:lnTo>
                    <a:pt x="324508" y="190446"/>
                  </a:lnTo>
                  <a:lnTo>
                    <a:pt x="326227" y="185406"/>
                  </a:lnTo>
                  <a:lnTo>
                    <a:pt x="327784" y="180314"/>
                  </a:lnTo>
                  <a:lnTo>
                    <a:pt x="329178" y="175175"/>
                  </a:lnTo>
                  <a:lnTo>
                    <a:pt x="330407" y="169995"/>
                  </a:lnTo>
                  <a:lnTo>
                    <a:pt x="331471" y="164777"/>
                  </a:lnTo>
                  <a:lnTo>
                    <a:pt x="332368" y="159529"/>
                  </a:lnTo>
                  <a:lnTo>
                    <a:pt x="333098" y="154254"/>
                  </a:lnTo>
                  <a:lnTo>
                    <a:pt x="333659" y="148959"/>
                  </a:lnTo>
                  <a:lnTo>
                    <a:pt x="334052" y="143649"/>
                  </a:lnTo>
                  <a:lnTo>
                    <a:pt x="334275" y="138329"/>
                  </a:lnTo>
                  <a:lnTo>
                    <a:pt x="334328" y="133005"/>
                  </a:lnTo>
                  <a:lnTo>
                    <a:pt x="334212" y="127681"/>
                  </a:lnTo>
                  <a:lnTo>
                    <a:pt x="333927" y="122364"/>
                  </a:lnTo>
                  <a:lnTo>
                    <a:pt x="333472" y="117059"/>
                  </a:lnTo>
                  <a:lnTo>
                    <a:pt x="167164" y="1339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166308" cy="167167"/>
            </a:xfrm>
            <a:custGeom>
              <a:avLst/>
              <a:pathLst>
                <a:path w="166308" h="167167">
                  <a:moveTo>
                    <a:pt x="166308" y="150239"/>
                  </a:moveTo>
                  <a:lnTo>
                    <a:pt x="165666" y="144819"/>
                  </a:lnTo>
                  <a:lnTo>
                    <a:pt x="164849" y="139422"/>
                  </a:lnTo>
                  <a:lnTo>
                    <a:pt x="163855" y="134055"/>
                  </a:lnTo>
                  <a:lnTo>
                    <a:pt x="162687" y="128724"/>
                  </a:lnTo>
                  <a:lnTo>
                    <a:pt x="161345" y="123433"/>
                  </a:lnTo>
                  <a:lnTo>
                    <a:pt x="159831" y="118189"/>
                  </a:lnTo>
                  <a:lnTo>
                    <a:pt x="158147" y="112997"/>
                  </a:lnTo>
                  <a:lnTo>
                    <a:pt x="156294" y="107863"/>
                  </a:lnTo>
                  <a:lnTo>
                    <a:pt x="154275" y="102792"/>
                  </a:lnTo>
                  <a:lnTo>
                    <a:pt x="152091" y="97790"/>
                  </a:lnTo>
                  <a:lnTo>
                    <a:pt x="149745" y="92862"/>
                  </a:lnTo>
                  <a:lnTo>
                    <a:pt x="147239" y="88012"/>
                  </a:lnTo>
                  <a:lnTo>
                    <a:pt x="144577" y="83248"/>
                  </a:lnTo>
                  <a:lnTo>
                    <a:pt x="141760" y="78573"/>
                  </a:lnTo>
                  <a:lnTo>
                    <a:pt x="138792" y="73992"/>
                  </a:lnTo>
                  <a:lnTo>
                    <a:pt x="135676" y="69510"/>
                  </a:lnTo>
                  <a:lnTo>
                    <a:pt x="132416" y="65133"/>
                  </a:lnTo>
                  <a:lnTo>
                    <a:pt x="129014" y="60864"/>
                  </a:lnTo>
                  <a:lnTo>
                    <a:pt x="125475" y="56709"/>
                  </a:lnTo>
                  <a:lnTo>
                    <a:pt x="121802" y="52672"/>
                  </a:lnTo>
                  <a:lnTo>
                    <a:pt x="117999" y="48756"/>
                  </a:lnTo>
                  <a:lnTo>
                    <a:pt x="114070" y="44967"/>
                  </a:lnTo>
                  <a:lnTo>
                    <a:pt x="110020" y="41308"/>
                  </a:lnTo>
                  <a:lnTo>
                    <a:pt x="105853" y="37784"/>
                  </a:lnTo>
                  <a:lnTo>
                    <a:pt x="101572" y="34397"/>
                  </a:lnTo>
                  <a:lnTo>
                    <a:pt x="97184" y="31152"/>
                  </a:lnTo>
                  <a:lnTo>
                    <a:pt x="92691" y="28051"/>
                  </a:lnTo>
                  <a:lnTo>
                    <a:pt x="88100" y="25099"/>
                  </a:lnTo>
                  <a:lnTo>
                    <a:pt x="83415" y="22299"/>
                  </a:lnTo>
                  <a:lnTo>
                    <a:pt x="78641" y="19653"/>
                  </a:lnTo>
                  <a:lnTo>
                    <a:pt x="73784" y="17164"/>
                  </a:lnTo>
                  <a:lnTo>
                    <a:pt x="68847" y="14835"/>
                  </a:lnTo>
                  <a:lnTo>
                    <a:pt x="63837" y="12669"/>
                  </a:lnTo>
                  <a:lnTo>
                    <a:pt x="58760" y="10667"/>
                  </a:lnTo>
                  <a:lnTo>
                    <a:pt x="53619" y="8832"/>
                  </a:lnTo>
                  <a:lnTo>
                    <a:pt x="48421" y="7166"/>
                  </a:lnTo>
                  <a:lnTo>
                    <a:pt x="43172" y="5671"/>
                  </a:lnTo>
                  <a:lnTo>
                    <a:pt x="37877" y="4347"/>
                  </a:lnTo>
                  <a:lnTo>
                    <a:pt x="32541" y="3197"/>
                  </a:lnTo>
                  <a:lnTo>
                    <a:pt x="27171" y="2222"/>
                  </a:lnTo>
                  <a:lnTo>
                    <a:pt x="21771" y="1423"/>
                  </a:lnTo>
                  <a:lnTo>
                    <a:pt x="16349" y="801"/>
                  </a:lnTo>
                  <a:lnTo>
                    <a:pt x="10909" y="356"/>
                  </a:lnTo>
                  <a:lnTo>
                    <a:pt x="5457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56354" y="3707720"/>
              <a:ext cx="162657" cy="167167"/>
            </a:xfrm>
            <a:custGeom>
              <a:avLst/>
              <a:pathLst>
                <a:path w="162657" h="167167">
                  <a:moveTo>
                    <a:pt x="162657" y="0"/>
                  </a:moveTo>
                  <a:lnTo>
                    <a:pt x="157202" y="89"/>
                  </a:lnTo>
                  <a:lnTo>
                    <a:pt x="151754" y="355"/>
                  </a:lnTo>
                  <a:lnTo>
                    <a:pt x="146317" y="800"/>
                  </a:lnTo>
                  <a:lnTo>
                    <a:pt x="140898" y="1422"/>
                  </a:lnTo>
                  <a:lnTo>
                    <a:pt x="135501" y="2220"/>
                  </a:lnTo>
                  <a:lnTo>
                    <a:pt x="130134" y="3194"/>
                  </a:lnTo>
                  <a:lnTo>
                    <a:pt x="124801" y="4342"/>
                  </a:lnTo>
                  <a:lnTo>
                    <a:pt x="119509" y="5664"/>
                  </a:lnTo>
                  <a:lnTo>
                    <a:pt x="114262" y="7158"/>
                  </a:lnTo>
                  <a:lnTo>
                    <a:pt x="109067" y="8822"/>
                  </a:lnTo>
                  <a:lnTo>
                    <a:pt x="103929" y="10655"/>
                  </a:lnTo>
                  <a:lnTo>
                    <a:pt x="98854" y="12654"/>
                  </a:lnTo>
                  <a:lnTo>
                    <a:pt x="93846" y="14818"/>
                  </a:lnTo>
                  <a:lnTo>
                    <a:pt x="88912" y="17145"/>
                  </a:lnTo>
                  <a:lnTo>
                    <a:pt x="84057" y="19631"/>
                  </a:lnTo>
                  <a:lnTo>
                    <a:pt x="79285" y="22274"/>
                  </a:lnTo>
                  <a:lnTo>
                    <a:pt x="74601" y="25071"/>
                  </a:lnTo>
                  <a:lnTo>
                    <a:pt x="70012" y="28020"/>
                  </a:lnTo>
                  <a:lnTo>
                    <a:pt x="65521" y="31117"/>
                  </a:lnTo>
                  <a:lnTo>
                    <a:pt x="61134" y="34358"/>
                  </a:lnTo>
                  <a:lnTo>
                    <a:pt x="56855" y="37742"/>
                  </a:lnTo>
                  <a:lnTo>
                    <a:pt x="52688" y="41263"/>
                  </a:lnTo>
                  <a:lnTo>
                    <a:pt x="48639" y="44918"/>
                  </a:lnTo>
                  <a:lnTo>
                    <a:pt x="44711" y="48703"/>
                  </a:lnTo>
                  <a:lnTo>
                    <a:pt x="40908" y="52614"/>
                  </a:lnTo>
                  <a:lnTo>
                    <a:pt x="37236" y="56648"/>
                  </a:lnTo>
                  <a:lnTo>
                    <a:pt x="33696" y="60799"/>
                  </a:lnTo>
                  <a:lnTo>
                    <a:pt x="30295" y="65063"/>
                  </a:lnTo>
                  <a:lnTo>
                    <a:pt x="27034" y="69436"/>
                  </a:lnTo>
                  <a:lnTo>
                    <a:pt x="23917" y="73913"/>
                  </a:lnTo>
                  <a:lnTo>
                    <a:pt x="20948" y="78490"/>
                  </a:lnTo>
                  <a:lnTo>
                    <a:pt x="18130" y="83161"/>
                  </a:lnTo>
                  <a:lnTo>
                    <a:pt x="15466" y="87921"/>
                  </a:lnTo>
                  <a:lnTo>
                    <a:pt x="12959" y="92766"/>
                  </a:lnTo>
                  <a:lnTo>
                    <a:pt x="10611" y="97690"/>
                  </a:lnTo>
                  <a:lnTo>
                    <a:pt x="8425" y="102687"/>
                  </a:lnTo>
                  <a:lnTo>
                    <a:pt x="6404" y="107754"/>
                  </a:lnTo>
                  <a:lnTo>
                    <a:pt x="4548" y="112884"/>
                  </a:lnTo>
                  <a:lnTo>
                    <a:pt x="2861" y="118071"/>
                  </a:lnTo>
                  <a:lnTo>
                    <a:pt x="1345" y="123311"/>
                  </a:lnTo>
                  <a:lnTo>
                    <a:pt x="0" y="128598"/>
                  </a:lnTo>
                  <a:lnTo>
                    <a:pt x="16265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1854" y="3707732"/>
              <a:ext cx="334316" cy="334323"/>
            </a:xfrm>
            <a:custGeom>
              <a:avLst/>
              <a:pathLst>
                <a:path w="334316" h="334323">
                  <a:moveTo>
                    <a:pt x="4499" y="128586"/>
                  </a:moveTo>
                  <a:lnTo>
                    <a:pt x="3361" y="133749"/>
                  </a:lnTo>
                  <a:lnTo>
                    <a:pt x="2386" y="138944"/>
                  </a:lnTo>
                  <a:lnTo>
                    <a:pt x="1577" y="144168"/>
                  </a:lnTo>
                  <a:lnTo>
                    <a:pt x="933" y="149415"/>
                  </a:lnTo>
                  <a:lnTo>
                    <a:pt x="455" y="154680"/>
                  </a:lnTo>
                  <a:lnTo>
                    <a:pt x="144" y="159957"/>
                  </a:lnTo>
                  <a:lnTo>
                    <a:pt x="0" y="165241"/>
                  </a:lnTo>
                  <a:lnTo>
                    <a:pt x="23" y="170528"/>
                  </a:lnTo>
                  <a:lnTo>
                    <a:pt x="213" y="175811"/>
                  </a:lnTo>
                  <a:lnTo>
                    <a:pt x="570" y="181085"/>
                  </a:lnTo>
                  <a:lnTo>
                    <a:pt x="1094" y="186345"/>
                  </a:lnTo>
                  <a:lnTo>
                    <a:pt x="1783" y="191586"/>
                  </a:lnTo>
                  <a:lnTo>
                    <a:pt x="2639" y="196803"/>
                  </a:lnTo>
                  <a:lnTo>
                    <a:pt x="3658" y="201990"/>
                  </a:lnTo>
                  <a:lnTo>
                    <a:pt x="4841" y="207142"/>
                  </a:lnTo>
                  <a:lnTo>
                    <a:pt x="6187" y="212254"/>
                  </a:lnTo>
                  <a:lnTo>
                    <a:pt x="7693" y="217322"/>
                  </a:lnTo>
                  <a:lnTo>
                    <a:pt x="9359" y="222338"/>
                  </a:lnTo>
                  <a:lnTo>
                    <a:pt x="11183" y="227300"/>
                  </a:lnTo>
                  <a:lnTo>
                    <a:pt x="13163" y="232202"/>
                  </a:lnTo>
                  <a:lnTo>
                    <a:pt x="15297" y="237038"/>
                  </a:lnTo>
                  <a:lnTo>
                    <a:pt x="17582" y="241805"/>
                  </a:lnTo>
                  <a:lnTo>
                    <a:pt x="20017" y="246497"/>
                  </a:lnTo>
                  <a:lnTo>
                    <a:pt x="22599" y="251110"/>
                  </a:lnTo>
                  <a:lnTo>
                    <a:pt x="25326" y="255639"/>
                  </a:lnTo>
                  <a:lnTo>
                    <a:pt x="28195" y="260079"/>
                  </a:lnTo>
                  <a:lnTo>
                    <a:pt x="31203" y="264426"/>
                  </a:lnTo>
                  <a:lnTo>
                    <a:pt x="34346" y="268676"/>
                  </a:lnTo>
                  <a:lnTo>
                    <a:pt x="37623" y="272825"/>
                  </a:lnTo>
                  <a:lnTo>
                    <a:pt x="41029" y="276868"/>
                  </a:lnTo>
                  <a:lnTo>
                    <a:pt x="44561" y="280801"/>
                  </a:lnTo>
                  <a:lnTo>
                    <a:pt x="48215" y="284620"/>
                  </a:lnTo>
                  <a:lnTo>
                    <a:pt x="51989" y="288322"/>
                  </a:lnTo>
                  <a:lnTo>
                    <a:pt x="55878" y="291903"/>
                  </a:lnTo>
                  <a:lnTo>
                    <a:pt x="59878" y="295359"/>
                  </a:lnTo>
                  <a:lnTo>
                    <a:pt x="63985" y="298687"/>
                  </a:lnTo>
                  <a:lnTo>
                    <a:pt x="68195" y="301884"/>
                  </a:lnTo>
                  <a:lnTo>
                    <a:pt x="72505" y="304945"/>
                  </a:lnTo>
                  <a:lnTo>
                    <a:pt x="76909" y="307869"/>
                  </a:lnTo>
                  <a:lnTo>
                    <a:pt x="81403" y="310652"/>
                  </a:lnTo>
                  <a:lnTo>
                    <a:pt x="85983" y="313292"/>
                  </a:lnTo>
                  <a:lnTo>
                    <a:pt x="90645" y="315786"/>
                  </a:lnTo>
                  <a:lnTo>
                    <a:pt x="95382" y="318130"/>
                  </a:lnTo>
                  <a:lnTo>
                    <a:pt x="100192" y="320324"/>
                  </a:lnTo>
                  <a:lnTo>
                    <a:pt x="105069" y="322365"/>
                  </a:lnTo>
                  <a:lnTo>
                    <a:pt x="110007" y="324251"/>
                  </a:lnTo>
                  <a:lnTo>
                    <a:pt x="115003" y="325979"/>
                  </a:lnTo>
                  <a:lnTo>
                    <a:pt x="120051" y="327549"/>
                  </a:lnTo>
                  <a:lnTo>
                    <a:pt x="125146" y="328958"/>
                  </a:lnTo>
                  <a:lnTo>
                    <a:pt x="130283" y="330205"/>
                  </a:lnTo>
                  <a:lnTo>
                    <a:pt x="135457" y="331290"/>
                  </a:lnTo>
                  <a:lnTo>
                    <a:pt x="140662" y="332210"/>
                  </a:lnTo>
                  <a:lnTo>
                    <a:pt x="145894" y="332965"/>
                  </a:lnTo>
                  <a:lnTo>
                    <a:pt x="151148" y="333554"/>
                  </a:lnTo>
                  <a:lnTo>
                    <a:pt x="156417" y="333977"/>
                  </a:lnTo>
                  <a:lnTo>
                    <a:pt x="161697" y="334234"/>
                  </a:lnTo>
                  <a:lnTo>
                    <a:pt x="166983" y="334323"/>
                  </a:lnTo>
                  <a:lnTo>
                    <a:pt x="172269" y="334244"/>
                  </a:lnTo>
                  <a:lnTo>
                    <a:pt x="177549" y="333999"/>
                  </a:lnTo>
                  <a:lnTo>
                    <a:pt x="182819" y="333587"/>
                  </a:lnTo>
                  <a:lnTo>
                    <a:pt x="188074" y="333009"/>
                  </a:lnTo>
                  <a:lnTo>
                    <a:pt x="193308" y="332264"/>
                  </a:lnTo>
                  <a:lnTo>
                    <a:pt x="198515" y="331355"/>
                  </a:lnTo>
                  <a:lnTo>
                    <a:pt x="203691" y="330281"/>
                  </a:lnTo>
                  <a:lnTo>
                    <a:pt x="208831" y="329045"/>
                  </a:lnTo>
                  <a:lnTo>
                    <a:pt x="213929" y="327646"/>
                  </a:lnTo>
                  <a:lnTo>
                    <a:pt x="218980" y="326087"/>
                  </a:lnTo>
                  <a:lnTo>
                    <a:pt x="223979" y="324369"/>
                  </a:lnTo>
                  <a:lnTo>
                    <a:pt x="228922" y="322493"/>
                  </a:lnTo>
                  <a:lnTo>
                    <a:pt x="233803" y="320463"/>
                  </a:lnTo>
                  <a:lnTo>
                    <a:pt x="238617" y="318279"/>
                  </a:lnTo>
                  <a:lnTo>
                    <a:pt x="243359" y="315944"/>
                  </a:lnTo>
                  <a:lnTo>
                    <a:pt x="248026" y="313460"/>
                  </a:lnTo>
                  <a:lnTo>
                    <a:pt x="252611" y="310830"/>
                  </a:lnTo>
                  <a:lnTo>
                    <a:pt x="257111" y="308056"/>
                  </a:lnTo>
                  <a:lnTo>
                    <a:pt x="261522" y="305141"/>
                  </a:lnTo>
                  <a:lnTo>
                    <a:pt x="265837" y="302088"/>
                  </a:lnTo>
                  <a:lnTo>
                    <a:pt x="270054" y="298901"/>
                  </a:lnTo>
                  <a:lnTo>
                    <a:pt x="274169" y="295581"/>
                  </a:lnTo>
                  <a:lnTo>
                    <a:pt x="278176" y="292133"/>
                  </a:lnTo>
                  <a:lnTo>
                    <a:pt x="282072" y="288561"/>
                  </a:lnTo>
                  <a:lnTo>
                    <a:pt x="285853" y="284866"/>
                  </a:lnTo>
                  <a:lnTo>
                    <a:pt x="289516" y="281055"/>
                  </a:lnTo>
                  <a:lnTo>
                    <a:pt x="293056" y="277129"/>
                  </a:lnTo>
                  <a:lnTo>
                    <a:pt x="296470" y="273093"/>
                  </a:lnTo>
                  <a:lnTo>
                    <a:pt x="299755" y="268951"/>
                  </a:lnTo>
                  <a:lnTo>
                    <a:pt x="302908" y="264708"/>
                  </a:lnTo>
                  <a:lnTo>
                    <a:pt x="305924" y="260366"/>
                  </a:lnTo>
                  <a:lnTo>
                    <a:pt x="308802" y="255932"/>
                  </a:lnTo>
                  <a:lnTo>
                    <a:pt x="311538" y="251409"/>
                  </a:lnTo>
                  <a:lnTo>
                    <a:pt x="314130" y="246802"/>
                  </a:lnTo>
                  <a:lnTo>
                    <a:pt x="316575" y="242115"/>
                  </a:lnTo>
                  <a:lnTo>
                    <a:pt x="318870" y="237353"/>
                  </a:lnTo>
                  <a:lnTo>
                    <a:pt x="321014" y="232521"/>
                  </a:lnTo>
                  <a:lnTo>
                    <a:pt x="323004" y="227623"/>
                  </a:lnTo>
                  <a:lnTo>
                    <a:pt x="324838" y="222665"/>
                  </a:lnTo>
                  <a:lnTo>
                    <a:pt x="326514" y="217652"/>
                  </a:lnTo>
                  <a:lnTo>
                    <a:pt x="328031" y="212588"/>
                  </a:lnTo>
                  <a:lnTo>
                    <a:pt x="329387" y="207478"/>
                  </a:lnTo>
                  <a:lnTo>
                    <a:pt x="330581" y="202329"/>
                  </a:lnTo>
                  <a:lnTo>
                    <a:pt x="331612" y="197144"/>
                  </a:lnTo>
                  <a:lnTo>
                    <a:pt x="332478" y="191929"/>
                  </a:lnTo>
                  <a:lnTo>
                    <a:pt x="333178" y="186689"/>
                  </a:lnTo>
                  <a:lnTo>
                    <a:pt x="333713" y="181430"/>
                  </a:lnTo>
                  <a:lnTo>
                    <a:pt x="334081" y="176156"/>
                  </a:lnTo>
                  <a:lnTo>
                    <a:pt x="334282" y="170874"/>
                  </a:lnTo>
                  <a:lnTo>
                    <a:pt x="334316" y="165588"/>
                  </a:lnTo>
                  <a:lnTo>
                    <a:pt x="334183" y="160303"/>
                  </a:lnTo>
                  <a:lnTo>
                    <a:pt x="333883" y="155025"/>
                  </a:lnTo>
                  <a:lnTo>
                    <a:pt x="333416" y="149760"/>
                  </a:lnTo>
                  <a:lnTo>
                    <a:pt x="332783" y="144511"/>
                  </a:lnTo>
                  <a:lnTo>
                    <a:pt x="331984" y="139286"/>
                  </a:lnTo>
                  <a:lnTo>
                    <a:pt x="331020" y="134088"/>
                  </a:lnTo>
                  <a:lnTo>
                    <a:pt x="329893" y="128923"/>
                  </a:lnTo>
                  <a:lnTo>
                    <a:pt x="328603" y="123797"/>
                  </a:lnTo>
                  <a:lnTo>
                    <a:pt x="327151" y="118714"/>
                  </a:lnTo>
                  <a:lnTo>
                    <a:pt x="325539" y="113679"/>
                  </a:lnTo>
                  <a:lnTo>
                    <a:pt x="323769" y="108698"/>
                  </a:lnTo>
                  <a:lnTo>
                    <a:pt x="321843" y="103775"/>
                  </a:lnTo>
                  <a:lnTo>
                    <a:pt x="319761" y="98916"/>
                  </a:lnTo>
                  <a:lnTo>
                    <a:pt x="317527" y="94125"/>
                  </a:lnTo>
                  <a:lnTo>
                    <a:pt x="315143" y="89407"/>
                  </a:lnTo>
                  <a:lnTo>
                    <a:pt x="312611" y="84766"/>
                  </a:lnTo>
                  <a:lnTo>
                    <a:pt x="309933" y="80209"/>
                  </a:lnTo>
                  <a:lnTo>
                    <a:pt x="307112" y="75738"/>
                  </a:lnTo>
                  <a:lnTo>
                    <a:pt x="304152" y="71358"/>
                  </a:lnTo>
                  <a:lnTo>
                    <a:pt x="301054" y="67074"/>
                  </a:lnTo>
                  <a:lnTo>
                    <a:pt x="297823" y="62891"/>
                  </a:lnTo>
                  <a:lnTo>
                    <a:pt x="294461" y="58811"/>
                  </a:lnTo>
                  <a:lnTo>
                    <a:pt x="290971" y="54840"/>
                  </a:lnTo>
                  <a:lnTo>
                    <a:pt x="287358" y="50981"/>
                  </a:lnTo>
                  <a:lnTo>
                    <a:pt x="283625" y="47239"/>
                  </a:lnTo>
                  <a:lnTo>
                    <a:pt x="279775" y="43616"/>
                  </a:lnTo>
                  <a:lnTo>
                    <a:pt x="275813" y="40117"/>
                  </a:lnTo>
                  <a:lnTo>
                    <a:pt x="271741" y="36745"/>
                  </a:lnTo>
                  <a:lnTo>
                    <a:pt x="267566" y="33503"/>
                  </a:lnTo>
                  <a:lnTo>
                    <a:pt x="263290" y="30395"/>
                  </a:lnTo>
                  <a:lnTo>
                    <a:pt x="258917" y="27424"/>
                  </a:lnTo>
                  <a:lnTo>
                    <a:pt x="254453" y="24592"/>
                  </a:lnTo>
                  <a:lnTo>
                    <a:pt x="249902" y="21903"/>
                  </a:lnTo>
                  <a:lnTo>
                    <a:pt x="245268" y="19360"/>
                  </a:lnTo>
                  <a:lnTo>
                    <a:pt x="240556" y="16964"/>
                  </a:lnTo>
                  <a:lnTo>
                    <a:pt x="235770" y="14718"/>
                  </a:lnTo>
                  <a:lnTo>
                    <a:pt x="230916" y="12625"/>
                  </a:lnTo>
                  <a:lnTo>
                    <a:pt x="225998" y="10686"/>
                  </a:lnTo>
                  <a:lnTo>
                    <a:pt x="221021" y="8904"/>
                  </a:lnTo>
                  <a:lnTo>
                    <a:pt x="215990" y="7280"/>
                  </a:lnTo>
                  <a:lnTo>
                    <a:pt x="210911" y="5816"/>
                  </a:lnTo>
                  <a:lnTo>
                    <a:pt x="205788" y="4513"/>
                  </a:lnTo>
                  <a:lnTo>
                    <a:pt x="200626" y="3373"/>
                  </a:lnTo>
                  <a:lnTo>
                    <a:pt x="195430" y="2396"/>
                  </a:lnTo>
                  <a:lnTo>
                    <a:pt x="190207" y="1585"/>
                  </a:lnTo>
                  <a:lnTo>
                    <a:pt x="184960" y="939"/>
                  </a:lnTo>
                  <a:lnTo>
                    <a:pt x="179696" y="459"/>
                  </a:lnTo>
                  <a:lnTo>
                    <a:pt x="174419" y="146"/>
                  </a:lnTo>
                  <a:lnTo>
                    <a:pt x="169134" y="0"/>
                  </a:lnTo>
                  <a:lnTo>
                    <a:pt x="167156" y="1671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1978" cy="167167"/>
            </a:xfrm>
            <a:custGeom>
              <a:avLst/>
              <a:pathLst>
                <a:path w="1978" h="167167">
                  <a:moveTo>
                    <a:pt x="1978" y="1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tx75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2025-06-05T22:55:39Z</dcterms:modified>
  <cp:category/>
</cp:coreProperties>
</file>