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623465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15007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06220" y="1274626"/>
              <a:ext cx="497318" cy="4125866"/>
            </a:xfrm>
            <a:custGeom>
              <a:avLst/>
              <a:pathLst>
                <a:path w="497318" h="4125866">
                  <a:moveTo>
                    <a:pt x="0" y="0"/>
                  </a:moveTo>
                  <a:lnTo>
                    <a:pt x="497318" y="412586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145424" y="1265108"/>
              <a:ext cx="1281890" cy="3404893"/>
            </a:xfrm>
            <a:custGeom>
              <a:avLst/>
              <a:pathLst>
                <a:path w="1281890" h="3404893">
                  <a:moveTo>
                    <a:pt x="1281890" y="0"/>
                  </a:moveTo>
                  <a:lnTo>
                    <a:pt x="0" y="34048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25946" y="1271038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45115" y="1265108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120661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9366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0804" y="3170392"/>
              <a:ext cx="42974" cy="167167"/>
            </a:xfrm>
            <a:custGeom>
              <a:avLst/>
              <a:pathLst>
                <a:path w="42974" h="167167">
                  <a:moveTo>
                    <a:pt x="42974" y="0"/>
                  </a:moveTo>
                  <a:lnTo>
                    <a:pt x="36767" y="115"/>
                  </a:lnTo>
                  <a:lnTo>
                    <a:pt x="30568" y="461"/>
                  </a:lnTo>
                  <a:lnTo>
                    <a:pt x="24386" y="1036"/>
                  </a:lnTo>
                  <a:lnTo>
                    <a:pt x="18230" y="1841"/>
                  </a:lnTo>
                  <a:lnTo>
                    <a:pt x="12107" y="2874"/>
                  </a:lnTo>
                  <a:lnTo>
                    <a:pt x="6028" y="4133"/>
                  </a:lnTo>
                  <a:lnTo>
                    <a:pt x="0" y="5618"/>
                  </a:lnTo>
                  <a:lnTo>
                    <a:pt x="429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816620" y="3170454"/>
              <a:ext cx="334316" cy="334270"/>
            </a:xfrm>
            <a:custGeom>
              <a:avLst/>
              <a:pathLst>
                <a:path w="334316" h="334270">
                  <a:moveTo>
                    <a:pt x="124184" y="5556"/>
                  </a:moveTo>
                  <a:lnTo>
                    <a:pt x="119081" y="7000"/>
                  </a:lnTo>
                  <a:lnTo>
                    <a:pt x="114027" y="8606"/>
                  </a:lnTo>
                  <a:lnTo>
                    <a:pt x="109026" y="10371"/>
                  </a:lnTo>
                  <a:lnTo>
                    <a:pt x="104084" y="12293"/>
                  </a:lnTo>
                  <a:lnTo>
                    <a:pt x="99205" y="14372"/>
                  </a:lnTo>
                  <a:lnTo>
                    <a:pt x="94395" y="16604"/>
                  </a:lnTo>
                  <a:lnTo>
                    <a:pt x="89658" y="18988"/>
                  </a:lnTo>
                  <a:lnTo>
                    <a:pt x="84999" y="21521"/>
                  </a:lnTo>
                  <a:lnTo>
                    <a:pt x="80422" y="24200"/>
                  </a:lnTo>
                  <a:lnTo>
                    <a:pt x="75933" y="27023"/>
                  </a:lnTo>
                  <a:lnTo>
                    <a:pt x="71536" y="29987"/>
                  </a:lnTo>
                  <a:lnTo>
                    <a:pt x="67234" y="33089"/>
                  </a:lnTo>
                  <a:lnTo>
                    <a:pt x="63034" y="36326"/>
                  </a:lnTo>
                  <a:lnTo>
                    <a:pt x="58938" y="39695"/>
                  </a:lnTo>
                  <a:lnTo>
                    <a:pt x="54951" y="43192"/>
                  </a:lnTo>
                  <a:lnTo>
                    <a:pt x="51077" y="46813"/>
                  </a:lnTo>
                  <a:lnTo>
                    <a:pt x="47320" y="50556"/>
                  </a:lnTo>
                  <a:lnTo>
                    <a:pt x="43683" y="54416"/>
                  </a:lnTo>
                  <a:lnTo>
                    <a:pt x="40171" y="58389"/>
                  </a:lnTo>
                  <a:lnTo>
                    <a:pt x="36787" y="62472"/>
                  </a:lnTo>
                  <a:lnTo>
                    <a:pt x="33533" y="66660"/>
                  </a:lnTo>
                  <a:lnTo>
                    <a:pt x="30414" y="70949"/>
                  </a:lnTo>
                  <a:lnTo>
                    <a:pt x="27433" y="75334"/>
                  </a:lnTo>
                  <a:lnTo>
                    <a:pt x="24593" y="79813"/>
                  </a:lnTo>
                  <a:lnTo>
                    <a:pt x="21896" y="84379"/>
                  </a:lnTo>
                  <a:lnTo>
                    <a:pt x="19345" y="89028"/>
                  </a:lnTo>
                  <a:lnTo>
                    <a:pt x="16942" y="93756"/>
                  </a:lnTo>
                  <a:lnTo>
                    <a:pt x="14691" y="98557"/>
                  </a:lnTo>
                  <a:lnTo>
                    <a:pt x="12594" y="103428"/>
                  </a:lnTo>
                  <a:lnTo>
                    <a:pt x="10652" y="108363"/>
                  </a:lnTo>
                  <a:lnTo>
                    <a:pt x="8867" y="113356"/>
                  </a:lnTo>
                  <a:lnTo>
                    <a:pt x="7242" y="118404"/>
                  </a:lnTo>
                  <a:lnTo>
                    <a:pt x="5778" y="123501"/>
                  </a:lnTo>
                  <a:lnTo>
                    <a:pt x="4476" y="128642"/>
                  </a:lnTo>
                  <a:lnTo>
                    <a:pt x="3338" y="133822"/>
                  </a:lnTo>
                  <a:lnTo>
                    <a:pt x="2365" y="139035"/>
                  </a:lnTo>
                  <a:lnTo>
                    <a:pt x="1557" y="144276"/>
                  </a:lnTo>
                  <a:lnTo>
                    <a:pt x="916" y="149540"/>
                  </a:lnTo>
                  <a:lnTo>
                    <a:pt x="443" y="154822"/>
                  </a:lnTo>
                  <a:lnTo>
                    <a:pt x="137" y="160116"/>
                  </a:lnTo>
                  <a:lnTo>
                    <a:pt x="0" y="165418"/>
                  </a:lnTo>
                  <a:lnTo>
                    <a:pt x="30" y="170721"/>
                  </a:lnTo>
                  <a:lnTo>
                    <a:pt x="229" y="176020"/>
                  </a:lnTo>
                  <a:lnTo>
                    <a:pt x="596" y="181311"/>
                  </a:lnTo>
                  <a:lnTo>
                    <a:pt x="1130" y="186587"/>
                  </a:lnTo>
                  <a:lnTo>
                    <a:pt x="1832" y="191843"/>
                  </a:lnTo>
                  <a:lnTo>
                    <a:pt x="2699" y="197075"/>
                  </a:lnTo>
                  <a:lnTo>
                    <a:pt x="3733" y="202276"/>
                  </a:lnTo>
                  <a:lnTo>
                    <a:pt x="4931" y="207442"/>
                  </a:lnTo>
                  <a:lnTo>
                    <a:pt x="6292" y="212568"/>
                  </a:lnTo>
                  <a:lnTo>
                    <a:pt x="7815" y="217647"/>
                  </a:lnTo>
                  <a:lnTo>
                    <a:pt x="9498" y="222676"/>
                  </a:lnTo>
                  <a:lnTo>
                    <a:pt x="11340" y="227649"/>
                  </a:lnTo>
                  <a:lnTo>
                    <a:pt x="13339" y="232561"/>
                  </a:lnTo>
                  <a:lnTo>
                    <a:pt x="15493" y="237407"/>
                  </a:lnTo>
                  <a:lnTo>
                    <a:pt x="17799" y="242183"/>
                  </a:lnTo>
                  <a:lnTo>
                    <a:pt x="20255" y="246882"/>
                  </a:lnTo>
                  <a:lnTo>
                    <a:pt x="22860" y="251502"/>
                  </a:lnTo>
                  <a:lnTo>
                    <a:pt x="25609" y="256037"/>
                  </a:lnTo>
                  <a:lnTo>
                    <a:pt x="28501" y="260482"/>
                  </a:lnTo>
                  <a:lnTo>
                    <a:pt x="31533" y="264833"/>
                  </a:lnTo>
                  <a:lnTo>
                    <a:pt x="34701" y="269086"/>
                  </a:lnTo>
                  <a:lnTo>
                    <a:pt x="38003" y="273236"/>
                  </a:lnTo>
                  <a:lnTo>
                    <a:pt x="41434" y="277279"/>
                  </a:lnTo>
                  <a:lnTo>
                    <a:pt x="44992" y="281211"/>
                  </a:lnTo>
                  <a:lnTo>
                    <a:pt x="48673" y="285029"/>
                  </a:lnTo>
                  <a:lnTo>
                    <a:pt x="52473" y="288728"/>
                  </a:lnTo>
                  <a:lnTo>
                    <a:pt x="56388" y="292305"/>
                  </a:lnTo>
                  <a:lnTo>
                    <a:pt x="60415" y="295755"/>
                  </a:lnTo>
                  <a:lnTo>
                    <a:pt x="64550" y="299076"/>
                  </a:lnTo>
                  <a:lnTo>
                    <a:pt x="68787" y="302264"/>
                  </a:lnTo>
                  <a:lnTo>
                    <a:pt x="73124" y="305317"/>
                  </a:lnTo>
                  <a:lnTo>
                    <a:pt x="77555" y="308230"/>
                  </a:lnTo>
                  <a:lnTo>
                    <a:pt x="82077" y="311001"/>
                  </a:lnTo>
                  <a:lnTo>
                    <a:pt x="86684" y="313627"/>
                  </a:lnTo>
                  <a:lnTo>
                    <a:pt x="91372" y="316106"/>
                  </a:lnTo>
                  <a:lnTo>
                    <a:pt x="96136" y="318435"/>
                  </a:lnTo>
                  <a:lnTo>
                    <a:pt x="100972" y="320612"/>
                  </a:lnTo>
                  <a:lnTo>
                    <a:pt x="105875" y="322634"/>
                  </a:lnTo>
                  <a:lnTo>
                    <a:pt x="110839" y="324499"/>
                  </a:lnTo>
                  <a:lnTo>
                    <a:pt x="115859" y="326207"/>
                  </a:lnTo>
                  <a:lnTo>
                    <a:pt x="120932" y="327754"/>
                  </a:lnTo>
                  <a:lnTo>
                    <a:pt x="126051" y="329139"/>
                  </a:lnTo>
                  <a:lnTo>
                    <a:pt x="131211" y="330362"/>
                  </a:lnTo>
                  <a:lnTo>
                    <a:pt x="136408" y="331420"/>
                  </a:lnTo>
                  <a:lnTo>
                    <a:pt x="141635" y="332312"/>
                  </a:lnTo>
                  <a:lnTo>
                    <a:pt x="146888" y="333039"/>
                  </a:lnTo>
                  <a:lnTo>
                    <a:pt x="152162" y="333598"/>
                  </a:lnTo>
                  <a:lnTo>
                    <a:pt x="157450" y="333990"/>
                  </a:lnTo>
                  <a:lnTo>
                    <a:pt x="162749" y="334214"/>
                  </a:lnTo>
                  <a:lnTo>
                    <a:pt x="168051" y="334270"/>
                  </a:lnTo>
                  <a:lnTo>
                    <a:pt x="173353" y="334158"/>
                  </a:lnTo>
                  <a:lnTo>
                    <a:pt x="178649" y="333877"/>
                  </a:lnTo>
                  <a:lnTo>
                    <a:pt x="183933" y="333429"/>
                  </a:lnTo>
                  <a:lnTo>
                    <a:pt x="189200" y="332813"/>
                  </a:lnTo>
                  <a:lnTo>
                    <a:pt x="194445" y="332030"/>
                  </a:lnTo>
                  <a:lnTo>
                    <a:pt x="199663" y="331082"/>
                  </a:lnTo>
                  <a:lnTo>
                    <a:pt x="204848" y="329968"/>
                  </a:lnTo>
                  <a:lnTo>
                    <a:pt x="209995" y="328691"/>
                  </a:lnTo>
                  <a:lnTo>
                    <a:pt x="215099" y="327251"/>
                  </a:lnTo>
                  <a:lnTo>
                    <a:pt x="220154" y="325650"/>
                  </a:lnTo>
                  <a:lnTo>
                    <a:pt x="225157" y="323889"/>
                  </a:lnTo>
                  <a:lnTo>
                    <a:pt x="230100" y="321970"/>
                  </a:lnTo>
                  <a:lnTo>
                    <a:pt x="234981" y="319896"/>
                  </a:lnTo>
                  <a:lnTo>
                    <a:pt x="239793" y="317668"/>
                  </a:lnTo>
                  <a:lnTo>
                    <a:pt x="244532" y="315288"/>
                  </a:lnTo>
                  <a:lnTo>
                    <a:pt x="249194" y="312759"/>
                  </a:lnTo>
                  <a:lnTo>
                    <a:pt x="253773" y="310084"/>
                  </a:lnTo>
                  <a:lnTo>
                    <a:pt x="258264" y="307264"/>
                  </a:lnTo>
                  <a:lnTo>
                    <a:pt x="262664" y="304304"/>
                  </a:lnTo>
                  <a:lnTo>
                    <a:pt x="266968" y="301206"/>
                  </a:lnTo>
                  <a:lnTo>
                    <a:pt x="271171" y="297972"/>
                  </a:lnTo>
                  <a:lnTo>
                    <a:pt x="275270" y="294607"/>
                  </a:lnTo>
                  <a:lnTo>
                    <a:pt x="279260" y="291114"/>
                  </a:lnTo>
                  <a:lnTo>
                    <a:pt x="283137" y="287496"/>
                  </a:lnTo>
                  <a:lnTo>
                    <a:pt x="286897" y="283756"/>
                  </a:lnTo>
                  <a:lnTo>
                    <a:pt x="290537" y="279900"/>
                  </a:lnTo>
                  <a:lnTo>
                    <a:pt x="294053" y="275929"/>
                  </a:lnTo>
                  <a:lnTo>
                    <a:pt x="297441" y="271850"/>
                  </a:lnTo>
                  <a:lnTo>
                    <a:pt x="300698" y="267665"/>
                  </a:lnTo>
                  <a:lnTo>
                    <a:pt x="303820" y="263378"/>
                  </a:lnTo>
                  <a:lnTo>
                    <a:pt x="306805" y="258995"/>
                  </a:lnTo>
                  <a:lnTo>
                    <a:pt x="309649" y="254519"/>
                  </a:lnTo>
                  <a:lnTo>
                    <a:pt x="312351" y="249955"/>
                  </a:lnTo>
                  <a:lnTo>
                    <a:pt x="314905" y="245308"/>
                  </a:lnTo>
                  <a:lnTo>
                    <a:pt x="317312" y="240583"/>
                  </a:lnTo>
                  <a:lnTo>
                    <a:pt x="319567" y="235783"/>
                  </a:lnTo>
                  <a:lnTo>
                    <a:pt x="321668" y="230914"/>
                  </a:lnTo>
                  <a:lnTo>
                    <a:pt x="323615" y="225981"/>
                  </a:lnTo>
                  <a:lnTo>
                    <a:pt x="325403" y="220989"/>
                  </a:lnTo>
                  <a:lnTo>
                    <a:pt x="327033" y="215942"/>
                  </a:lnTo>
                  <a:lnTo>
                    <a:pt x="328502" y="210846"/>
                  </a:lnTo>
                  <a:lnTo>
                    <a:pt x="329808" y="205707"/>
                  </a:lnTo>
                  <a:lnTo>
                    <a:pt x="330950" y="200528"/>
                  </a:lnTo>
                  <a:lnTo>
                    <a:pt x="331928" y="195316"/>
                  </a:lnTo>
                  <a:lnTo>
                    <a:pt x="332740" y="190075"/>
                  </a:lnTo>
                  <a:lnTo>
                    <a:pt x="333385" y="184812"/>
                  </a:lnTo>
                  <a:lnTo>
                    <a:pt x="333863" y="179530"/>
                  </a:lnTo>
                  <a:lnTo>
                    <a:pt x="334174" y="174236"/>
                  </a:lnTo>
                  <a:lnTo>
                    <a:pt x="334316" y="168935"/>
                  </a:lnTo>
                  <a:lnTo>
                    <a:pt x="334290" y="163632"/>
                  </a:lnTo>
                  <a:lnTo>
                    <a:pt x="334096" y="158332"/>
                  </a:lnTo>
                  <a:lnTo>
                    <a:pt x="333733" y="153042"/>
                  </a:lnTo>
                  <a:lnTo>
                    <a:pt x="333203" y="147765"/>
                  </a:lnTo>
                  <a:lnTo>
                    <a:pt x="332506" y="142508"/>
                  </a:lnTo>
                  <a:lnTo>
                    <a:pt x="331643" y="137276"/>
                  </a:lnTo>
                  <a:lnTo>
                    <a:pt x="330614" y="132073"/>
                  </a:lnTo>
                  <a:lnTo>
                    <a:pt x="329421" y="126906"/>
                  </a:lnTo>
                  <a:lnTo>
                    <a:pt x="328064" y="121780"/>
                  </a:lnTo>
                  <a:lnTo>
                    <a:pt x="326545" y="116699"/>
                  </a:lnTo>
                  <a:lnTo>
                    <a:pt x="324866" y="111668"/>
                  </a:lnTo>
                  <a:lnTo>
                    <a:pt x="323028" y="106694"/>
                  </a:lnTo>
                  <a:lnTo>
                    <a:pt x="321034" y="101780"/>
                  </a:lnTo>
                  <a:lnTo>
                    <a:pt x="318884" y="96932"/>
                  </a:lnTo>
                  <a:lnTo>
                    <a:pt x="316582" y="92155"/>
                  </a:lnTo>
                  <a:lnTo>
                    <a:pt x="314130" y="87453"/>
                  </a:lnTo>
                  <a:lnTo>
                    <a:pt x="311529" y="82831"/>
                  </a:lnTo>
                  <a:lnTo>
                    <a:pt x="308783" y="78294"/>
                  </a:lnTo>
                  <a:lnTo>
                    <a:pt x="305895" y="73847"/>
                  </a:lnTo>
                  <a:lnTo>
                    <a:pt x="302867" y="69493"/>
                  </a:lnTo>
                  <a:lnTo>
                    <a:pt x="299703" y="65238"/>
                  </a:lnTo>
                  <a:lnTo>
                    <a:pt x="296405" y="61085"/>
                  </a:lnTo>
                  <a:lnTo>
                    <a:pt x="292977" y="57038"/>
                  </a:lnTo>
                  <a:lnTo>
                    <a:pt x="289422" y="53103"/>
                  </a:lnTo>
                  <a:lnTo>
                    <a:pt x="285745" y="49282"/>
                  </a:lnTo>
                  <a:lnTo>
                    <a:pt x="281948" y="45580"/>
                  </a:lnTo>
                  <a:lnTo>
                    <a:pt x="278036" y="42000"/>
                  </a:lnTo>
                  <a:lnTo>
                    <a:pt x="274011" y="38546"/>
                  </a:lnTo>
                  <a:lnTo>
                    <a:pt x="269880" y="35221"/>
                  </a:lnTo>
                  <a:lnTo>
                    <a:pt x="265645" y="32030"/>
                  </a:lnTo>
                  <a:lnTo>
                    <a:pt x="261311" y="28974"/>
                  </a:lnTo>
                  <a:lnTo>
                    <a:pt x="256882" y="26057"/>
                  </a:lnTo>
                  <a:lnTo>
                    <a:pt x="252363" y="23282"/>
                  </a:lnTo>
                  <a:lnTo>
                    <a:pt x="247758" y="20651"/>
                  </a:lnTo>
                  <a:lnTo>
                    <a:pt x="243072" y="18169"/>
                  </a:lnTo>
                  <a:lnTo>
                    <a:pt x="238310" y="15836"/>
                  </a:lnTo>
                  <a:lnTo>
                    <a:pt x="233476" y="13655"/>
                  </a:lnTo>
                  <a:lnTo>
                    <a:pt x="228575" y="11628"/>
                  </a:lnTo>
                  <a:lnTo>
                    <a:pt x="223613" y="9759"/>
                  </a:lnTo>
                  <a:lnTo>
                    <a:pt x="218593" y="8047"/>
                  </a:lnTo>
                  <a:lnTo>
                    <a:pt x="213522" y="6496"/>
                  </a:lnTo>
                  <a:lnTo>
                    <a:pt x="208405" y="5106"/>
                  </a:lnTo>
                  <a:lnTo>
                    <a:pt x="203245" y="3879"/>
                  </a:lnTo>
                  <a:lnTo>
                    <a:pt x="198050" y="2817"/>
                  </a:lnTo>
                  <a:lnTo>
                    <a:pt x="192823" y="1919"/>
                  </a:lnTo>
                  <a:lnTo>
                    <a:pt x="187571" y="1188"/>
                  </a:lnTo>
                  <a:lnTo>
                    <a:pt x="182298" y="624"/>
                  </a:lnTo>
                  <a:lnTo>
                    <a:pt x="177009" y="228"/>
                  </a:lnTo>
                  <a:lnTo>
                    <a:pt x="171711" y="0"/>
                  </a:lnTo>
                  <a:lnTo>
                    <a:pt x="167158" y="167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83779" y="3170392"/>
              <a:ext cx="4552" cy="167167"/>
            </a:xfrm>
            <a:custGeom>
              <a:avLst/>
              <a:pathLst>
                <a:path w="4552" h="167167">
                  <a:moveTo>
                    <a:pt x="4552" y="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3142" y="2633064"/>
              <a:ext cx="165868" cy="167167"/>
            </a:xfrm>
            <a:custGeom>
              <a:avLst/>
              <a:pathLst>
                <a:path w="165868" h="167167">
                  <a:moveTo>
                    <a:pt x="165868" y="0"/>
                  </a:moveTo>
                  <a:lnTo>
                    <a:pt x="160497" y="86"/>
                  </a:lnTo>
                  <a:lnTo>
                    <a:pt x="155132" y="345"/>
                  </a:lnTo>
                  <a:lnTo>
                    <a:pt x="149777" y="776"/>
                  </a:lnTo>
                  <a:lnTo>
                    <a:pt x="144440" y="1379"/>
                  </a:lnTo>
                  <a:lnTo>
                    <a:pt x="139124" y="2153"/>
                  </a:lnTo>
                  <a:lnTo>
                    <a:pt x="133836" y="3097"/>
                  </a:lnTo>
                  <a:lnTo>
                    <a:pt x="128581" y="4211"/>
                  </a:lnTo>
                  <a:lnTo>
                    <a:pt x="123365" y="5493"/>
                  </a:lnTo>
                  <a:lnTo>
                    <a:pt x="118192" y="6942"/>
                  </a:lnTo>
                  <a:lnTo>
                    <a:pt x="113069" y="8557"/>
                  </a:lnTo>
                  <a:lnTo>
                    <a:pt x="108000" y="10335"/>
                  </a:lnTo>
                  <a:lnTo>
                    <a:pt x="102991" y="12275"/>
                  </a:lnTo>
                  <a:lnTo>
                    <a:pt x="98047" y="14375"/>
                  </a:lnTo>
                  <a:lnTo>
                    <a:pt x="93173" y="16633"/>
                  </a:lnTo>
                  <a:lnTo>
                    <a:pt x="88374" y="19047"/>
                  </a:lnTo>
                  <a:lnTo>
                    <a:pt x="83655" y="21613"/>
                  </a:lnTo>
                  <a:lnTo>
                    <a:pt x="79021" y="24329"/>
                  </a:lnTo>
                  <a:lnTo>
                    <a:pt x="74477" y="27193"/>
                  </a:lnTo>
                  <a:lnTo>
                    <a:pt x="70027" y="30202"/>
                  </a:lnTo>
                  <a:lnTo>
                    <a:pt x="65676" y="33352"/>
                  </a:lnTo>
                  <a:lnTo>
                    <a:pt x="61428" y="36640"/>
                  </a:lnTo>
                  <a:lnTo>
                    <a:pt x="57288" y="40063"/>
                  </a:lnTo>
                  <a:lnTo>
                    <a:pt x="53261" y="43617"/>
                  </a:lnTo>
                  <a:lnTo>
                    <a:pt x="49349" y="47299"/>
                  </a:lnTo>
                  <a:lnTo>
                    <a:pt x="45558" y="51105"/>
                  </a:lnTo>
                  <a:lnTo>
                    <a:pt x="41891" y="55030"/>
                  </a:lnTo>
                  <a:lnTo>
                    <a:pt x="38352" y="59071"/>
                  </a:lnTo>
                  <a:lnTo>
                    <a:pt x="34945" y="63224"/>
                  </a:lnTo>
                  <a:lnTo>
                    <a:pt x="31673" y="67484"/>
                  </a:lnTo>
                  <a:lnTo>
                    <a:pt x="28540" y="71847"/>
                  </a:lnTo>
                  <a:lnTo>
                    <a:pt x="25548" y="76309"/>
                  </a:lnTo>
                  <a:lnTo>
                    <a:pt x="22701" y="80864"/>
                  </a:lnTo>
                  <a:lnTo>
                    <a:pt x="20002" y="85508"/>
                  </a:lnTo>
                  <a:lnTo>
                    <a:pt x="17454" y="90237"/>
                  </a:lnTo>
                  <a:lnTo>
                    <a:pt x="15059" y="95045"/>
                  </a:lnTo>
                  <a:lnTo>
                    <a:pt x="12820" y="99928"/>
                  </a:lnTo>
                  <a:lnTo>
                    <a:pt x="10738" y="104880"/>
                  </a:lnTo>
                  <a:lnTo>
                    <a:pt x="8817" y="109896"/>
                  </a:lnTo>
                  <a:lnTo>
                    <a:pt x="7058" y="114972"/>
                  </a:lnTo>
                  <a:lnTo>
                    <a:pt x="5463" y="120101"/>
                  </a:lnTo>
                  <a:lnTo>
                    <a:pt x="4034" y="125279"/>
                  </a:lnTo>
                  <a:lnTo>
                    <a:pt x="2772" y="130500"/>
                  </a:lnTo>
                  <a:lnTo>
                    <a:pt x="1678" y="135759"/>
                  </a:lnTo>
                  <a:lnTo>
                    <a:pt x="753" y="141051"/>
                  </a:lnTo>
                  <a:lnTo>
                    <a:pt x="0" y="146369"/>
                  </a:lnTo>
                  <a:lnTo>
                    <a:pt x="1658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3142" y="2779434"/>
              <a:ext cx="165868" cy="20797"/>
            </a:xfrm>
            <a:custGeom>
              <a:avLst/>
              <a:pathLst>
                <a:path w="165868" h="20797">
                  <a:moveTo>
                    <a:pt x="0" y="0"/>
                  </a:moveTo>
                  <a:lnTo>
                    <a:pt x="165868" y="207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1844" y="2642487"/>
              <a:ext cx="334334" cy="324890"/>
            </a:xfrm>
            <a:custGeom>
              <a:avLst/>
              <a:pathLst>
                <a:path w="334334" h="324890">
                  <a:moveTo>
                    <a:pt x="1298" y="136946"/>
                  </a:moveTo>
                  <a:lnTo>
                    <a:pt x="722" y="142211"/>
                  </a:lnTo>
                  <a:lnTo>
                    <a:pt x="314" y="147493"/>
                  </a:lnTo>
                  <a:lnTo>
                    <a:pt x="73" y="152784"/>
                  </a:lnTo>
                  <a:lnTo>
                    <a:pt x="0" y="158081"/>
                  </a:lnTo>
                  <a:lnTo>
                    <a:pt x="94" y="163377"/>
                  </a:lnTo>
                  <a:lnTo>
                    <a:pt x="356" y="168667"/>
                  </a:lnTo>
                  <a:lnTo>
                    <a:pt x="786" y="173947"/>
                  </a:lnTo>
                  <a:lnTo>
                    <a:pt x="1383" y="179210"/>
                  </a:lnTo>
                  <a:lnTo>
                    <a:pt x="2147" y="184452"/>
                  </a:lnTo>
                  <a:lnTo>
                    <a:pt x="3076" y="189667"/>
                  </a:lnTo>
                  <a:lnTo>
                    <a:pt x="4170" y="194850"/>
                  </a:lnTo>
                  <a:lnTo>
                    <a:pt x="5427" y="199996"/>
                  </a:lnTo>
                  <a:lnTo>
                    <a:pt x="6847" y="205099"/>
                  </a:lnTo>
                  <a:lnTo>
                    <a:pt x="8428" y="210154"/>
                  </a:lnTo>
                  <a:lnTo>
                    <a:pt x="10168" y="215157"/>
                  </a:lnTo>
                  <a:lnTo>
                    <a:pt x="12066" y="220103"/>
                  </a:lnTo>
                  <a:lnTo>
                    <a:pt x="14119" y="224986"/>
                  </a:lnTo>
                  <a:lnTo>
                    <a:pt x="16327" y="229801"/>
                  </a:lnTo>
                  <a:lnTo>
                    <a:pt x="18685" y="234544"/>
                  </a:lnTo>
                  <a:lnTo>
                    <a:pt x="21193" y="239209"/>
                  </a:lnTo>
                  <a:lnTo>
                    <a:pt x="23848" y="243793"/>
                  </a:lnTo>
                  <a:lnTo>
                    <a:pt x="26646" y="248291"/>
                  </a:lnTo>
                  <a:lnTo>
                    <a:pt x="29585" y="252698"/>
                  </a:lnTo>
                  <a:lnTo>
                    <a:pt x="32663" y="257009"/>
                  </a:lnTo>
                  <a:lnTo>
                    <a:pt x="35875" y="261221"/>
                  </a:lnTo>
                  <a:lnTo>
                    <a:pt x="39220" y="265328"/>
                  </a:lnTo>
                  <a:lnTo>
                    <a:pt x="42693" y="269328"/>
                  </a:lnTo>
                  <a:lnTo>
                    <a:pt x="46290" y="273216"/>
                  </a:lnTo>
                  <a:lnTo>
                    <a:pt x="50010" y="276988"/>
                  </a:lnTo>
                  <a:lnTo>
                    <a:pt x="53847" y="280640"/>
                  </a:lnTo>
                  <a:lnTo>
                    <a:pt x="57797" y="284168"/>
                  </a:lnTo>
                  <a:lnTo>
                    <a:pt x="61858" y="287570"/>
                  </a:lnTo>
                  <a:lnTo>
                    <a:pt x="66024" y="290841"/>
                  </a:lnTo>
                  <a:lnTo>
                    <a:pt x="70292" y="293979"/>
                  </a:lnTo>
                  <a:lnTo>
                    <a:pt x="74657" y="296980"/>
                  </a:lnTo>
                  <a:lnTo>
                    <a:pt x="79114" y="299841"/>
                  </a:lnTo>
                  <a:lnTo>
                    <a:pt x="83661" y="302559"/>
                  </a:lnTo>
                  <a:lnTo>
                    <a:pt x="88291" y="305132"/>
                  </a:lnTo>
                  <a:lnTo>
                    <a:pt x="93000" y="307558"/>
                  </a:lnTo>
                  <a:lnTo>
                    <a:pt x="97784" y="309832"/>
                  </a:lnTo>
                  <a:lnTo>
                    <a:pt x="102638" y="311954"/>
                  </a:lnTo>
                  <a:lnTo>
                    <a:pt x="107556" y="313921"/>
                  </a:lnTo>
                  <a:lnTo>
                    <a:pt x="112534" y="315731"/>
                  </a:lnTo>
                  <a:lnTo>
                    <a:pt x="117567" y="317383"/>
                  </a:lnTo>
                  <a:lnTo>
                    <a:pt x="122650" y="318874"/>
                  </a:lnTo>
                  <a:lnTo>
                    <a:pt x="127777" y="320204"/>
                  </a:lnTo>
                  <a:lnTo>
                    <a:pt x="132944" y="321370"/>
                  </a:lnTo>
                  <a:lnTo>
                    <a:pt x="138146" y="322372"/>
                  </a:lnTo>
                  <a:lnTo>
                    <a:pt x="143376" y="323209"/>
                  </a:lnTo>
                  <a:lnTo>
                    <a:pt x="148630" y="323880"/>
                  </a:lnTo>
                  <a:lnTo>
                    <a:pt x="153904" y="324384"/>
                  </a:lnTo>
                  <a:lnTo>
                    <a:pt x="159190" y="324720"/>
                  </a:lnTo>
                  <a:lnTo>
                    <a:pt x="164484" y="324889"/>
                  </a:lnTo>
                  <a:lnTo>
                    <a:pt x="169781" y="324890"/>
                  </a:lnTo>
                  <a:lnTo>
                    <a:pt x="175076" y="324724"/>
                  </a:lnTo>
                  <a:lnTo>
                    <a:pt x="180362" y="324389"/>
                  </a:lnTo>
                  <a:lnTo>
                    <a:pt x="185635" y="323887"/>
                  </a:lnTo>
                  <a:lnTo>
                    <a:pt x="190890" y="323219"/>
                  </a:lnTo>
                  <a:lnTo>
                    <a:pt x="196121" y="322384"/>
                  </a:lnTo>
                  <a:lnTo>
                    <a:pt x="201323" y="321384"/>
                  </a:lnTo>
                  <a:lnTo>
                    <a:pt x="206490" y="320220"/>
                  </a:lnTo>
                  <a:lnTo>
                    <a:pt x="211618" y="318892"/>
                  </a:lnTo>
                  <a:lnTo>
                    <a:pt x="216702" y="317403"/>
                  </a:lnTo>
                  <a:lnTo>
                    <a:pt x="221735" y="315753"/>
                  </a:lnTo>
                  <a:lnTo>
                    <a:pt x="226714" y="313945"/>
                  </a:lnTo>
                  <a:lnTo>
                    <a:pt x="231633" y="311980"/>
                  </a:lnTo>
                  <a:lnTo>
                    <a:pt x="236488" y="309860"/>
                  </a:lnTo>
                  <a:lnTo>
                    <a:pt x="241272" y="307588"/>
                  </a:lnTo>
                  <a:lnTo>
                    <a:pt x="245983" y="305164"/>
                  </a:lnTo>
                  <a:lnTo>
                    <a:pt x="250614" y="302593"/>
                  </a:lnTo>
                  <a:lnTo>
                    <a:pt x="255161" y="299877"/>
                  </a:lnTo>
                  <a:lnTo>
                    <a:pt x="259620" y="297017"/>
                  </a:lnTo>
                  <a:lnTo>
                    <a:pt x="263986" y="294018"/>
                  </a:lnTo>
                  <a:lnTo>
                    <a:pt x="268255" y="290882"/>
                  </a:lnTo>
                  <a:lnTo>
                    <a:pt x="272423" y="287613"/>
                  </a:lnTo>
                  <a:lnTo>
                    <a:pt x="276485" y="284213"/>
                  </a:lnTo>
                  <a:lnTo>
                    <a:pt x="280437" y="280686"/>
                  </a:lnTo>
                  <a:lnTo>
                    <a:pt x="284275" y="277035"/>
                  </a:lnTo>
                  <a:lnTo>
                    <a:pt x="287996" y="273265"/>
                  </a:lnTo>
                  <a:lnTo>
                    <a:pt x="291595" y="269379"/>
                  </a:lnTo>
                  <a:lnTo>
                    <a:pt x="295070" y="265380"/>
                  </a:lnTo>
                  <a:lnTo>
                    <a:pt x="298416" y="261274"/>
                  </a:lnTo>
                  <a:lnTo>
                    <a:pt x="301630" y="257064"/>
                  </a:lnTo>
                  <a:lnTo>
                    <a:pt x="304709" y="252753"/>
                  </a:lnTo>
                  <a:lnTo>
                    <a:pt x="307651" y="248348"/>
                  </a:lnTo>
                  <a:lnTo>
                    <a:pt x="310451" y="243852"/>
                  </a:lnTo>
                  <a:lnTo>
                    <a:pt x="313107" y="239269"/>
                  </a:lnTo>
                  <a:lnTo>
                    <a:pt x="315617" y="234604"/>
                  </a:lnTo>
                  <a:lnTo>
                    <a:pt x="317977" y="229862"/>
                  </a:lnTo>
                  <a:lnTo>
                    <a:pt x="320186" y="225048"/>
                  </a:lnTo>
                  <a:lnTo>
                    <a:pt x="322242" y="220166"/>
                  </a:lnTo>
                  <a:lnTo>
                    <a:pt x="324142" y="215221"/>
                  </a:lnTo>
                  <a:lnTo>
                    <a:pt x="325884" y="210219"/>
                  </a:lnTo>
                  <a:lnTo>
                    <a:pt x="327467" y="205164"/>
                  </a:lnTo>
                  <a:lnTo>
                    <a:pt x="328889" y="200061"/>
                  </a:lnTo>
                  <a:lnTo>
                    <a:pt x="330149" y="194916"/>
                  </a:lnTo>
                  <a:lnTo>
                    <a:pt x="331245" y="189734"/>
                  </a:lnTo>
                  <a:lnTo>
                    <a:pt x="332176" y="184519"/>
                  </a:lnTo>
                  <a:lnTo>
                    <a:pt x="332941" y="179278"/>
                  </a:lnTo>
                  <a:lnTo>
                    <a:pt x="333540" y="174014"/>
                  </a:lnTo>
                  <a:lnTo>
                    <a:pt x="333972" y="168735"/>
                  </a:lnTo>
                  <a:lnTo>
                    <a:pt x="334237" y="163445"/>
                  </a:lnTo>
                  <a:lnTo>
                    <a:pt x="334334" y="158148"/>
                  </a:lnTo>
                  <a:lnTo>
                    <a:pt x="334262" y="152852"/>
                  </a:lnTo>
                  <a:lnTo>
                    <a:pt x="334024" y="147560"/>
                  </a:lnTo>
                  <a:lnTo>
                    <a:pt x="333617" y="142279"/>
                  </a:lnTo>
                  <a:lnTo>
                    <a:pt x="333044" y="137013"/>
                  </a:lnTo>
                  <a:lnTo>
                    <a:pt x="332304" y="131768"/>
                  </a:lnTo>
                  <a:lnTo>
                    <a:pt x="331398" y="126549"/>
                  </a:lnTo>
                  <a:lnTo>
                    <a:pt x="330327" y="121361"/>
                  </a:lnTo>
                  <a:lnTo>
                    <a:pt x="329092" y="116210"/>
                  </a:lnTo>
                  <a:lnTo>
                    <a:pt x="327695" y="111101"/>
                  </a:lnTo>
                  <a:lnTo>
                    <a:pt x="326137" y="106038"/>
                  </a:lnTo>
                  <a:lnTo>
                    <a:pt x="324419" y="101027"/>
                  </a:lnTo>
                  <a:lnTo>
                    <a:pt x="322543" y="96073"/>
                  </a:lnTo>
                  <a:lnTo>
                    <a:pt x="320511" y="91182"/>
                  </a:lnTo>
                  <a:lnTo>
                    <a:pt x="318325" y="86357"/>
                  </a:lnTo>
                  <a:lnTo>
                    <a:pt x="315987" y="81603"/>
                  </a:lnTo>
                  <a:lnTo>
                    <a:pt x="313500" y="76926"/>
                  </a:lnTo>
                  <a:lnTo>
                    <a:pt x="310866" y="72331"/>
                  </a:lnTo>
                  <a:lnTo>
                    <a:pt x="308088" y="67821"/>
                  </a:lnTo>
                  <a:lnTo>
                    <a:pt x="305168" y="63401"/>
                  </a:lnTo>
                  <a:lnTo>
                    <a:pt x="302110" y="59076"/>
                  </a:lnTo>
                  <a:lnTo>
                    <a:pt x="298916" y="54850"/>
                  </a:lnTo>
                  <a:lnTo>
                    <a:pt x="295590" y="50728"/>
                  </a:lnTo>
                  <a:lnTo>
                    <a:pt x="292135" y="46712"/>
                  </a:lnTo>
                  <a:lnTo>
                    <a:pt x="288554" y="42809"/>
                  </a:lnTo>
                  <a:lnTo>
                    <a:pt x="284852" y="39021"/>
                  </a:lnTo>
                  <a:lnTo>
                    <a:pt x="281031" y="35352"/>
                  </a:lnTo>
                  <a:lnTo>
                    <a:pt x="277097" y="31805"/>
                  </a:lnTo>
                  <a:lnTo>
                    <a:pt x="273051" y="28386"/>
                  </a:lnTo>
                  <a:lnTo>
                    <a:pt x="268900" y="25096"/>
                  </a:lnTo>
                  <a:lnTo>
                    <a:pt x="264646" y="21939"/>
                  </a:lnTo>
                  <a:lnTo>
                    <a:pt x="260294" y="18919"/>
                  </a:lnTo>
                  <a:lnTo>
                    <a:pt x="255849" y="16038"/>
                  </a:lnTo>
                  <a:lnTo>
                    <a:pt x="251315" y="13300"/>
                  </a:lnTo>
                  <a:lnTo>
                    <a:pt x="246696" y="10706"/>
                  </a:lnTo>
                  <a:lnTo>
                    <a:pt x="241998" y="8260"/>
                  </a:lnTo>
                  <a:lnTo>
                    <a:pt x="237224" y="5964"/>
                  </a:lnTo>
                  <a:lnTo>
                    <a:pt x="232380" y="3821"/>
                  </a:lnTo>
                  <a:lnTo>
                    <a:pt x="227471" y="1832"/>
                  </a:lnTo>
                  <a:lnTo>
                    <a:pt x="222501" y="0"/>
                  </a:lnTo>
                  <a:lnTo>
                    <a:pt x="167167" y="157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919011" y="2633064"/>
              <a:ext cx="55333" cy="167167"/>
            </a:xfrm>
            <a:custGeom>
              <a:avLst/>
              <a:pathLst>
                <a:path w="55333" h="167167">
                  <a:moveTo>
                    <a:pt x="55333" y="9423"/>
                  </a:moveTo>
                  <a:lnTo>
                    <a:pt x="49383" y="7460"/>
                  </a:lnTo>
                  <a:lnTo>
                    <a:pt x="43363" y="5722"/>
                  </a:lnTo>
                  <a:lnTo>
                    <a:pt x="37282" y="4210"/>
                  </a:lnTo>
                  <a:lnTo>
                    <a:pt x="31148" y="2927"/>
                  </a:lnTo>
                  <a:lnTo>
                    <a:pt x="24971" y="1875"/>
                  </a:lnTo>
                  <a:lnTo>
                    <a:pt x="18759" y="1055"/>
                  </a:lnTo>
                  <a:lnTo>
                    <a:pt x="12521" y="469"/>
                  </a:lnTo>
                  <a:lnTo>
                    <a:pt x="6264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65876" y="2126963"/>
              <a:ext cx="62595" cy="167167"/>
            </a:xfrm>
            <a:custGeom>
              <a:avLst/>
              <a:pathLst>
                <a:path w="62595" h="167167">
                  <a:moveTo>
                    <a:pt x="62595" y="0"/>
                  </a:moveTo>
                  <a:lnTo>
                    <a:pt x="56763" y="101"/>
                  </a:lnTo>
                  <a:lnTo>
                    <a:pt x="50939" y="406"/>
                  </a:lnTo>
                  <a:lnTo>
                    <a:pt x="45129" y="914"/>
                  </a:lnTo>
                  <a:lnTo>
                    <a:pt x="39340" y="1625"/>
                  </a:lnTo>
                  <a:lnTo>
                    <a:pt x="33579" y="2537"/>
                  </a:lnTo>
                  <a:lnTo>
                    <a:pt x="27854" y="3649"/>
                  </a:lnTo>
                  <a:lnTo>
                    <a:pt x="22171" y="4961"/>
                  </a:lnTo>
                  <a:lnTo>
                    <a:pt x="16537" y="6470"/>
                  </a:lnTo>
                  <a:lnTo>
                    <a:pt x="10960" y="8174"/>
                  </a:lnTo>
                  <a:lnTo>
                    <a:pt x="5445" y="10072"/>
                  </a:lnTo>
                  <a:lnTo>
                    <a:pt x="0" y="12161"/>
                  </a:lnTo>
                  <a:lnTo>
                    <a:pt x="6259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5876" y="2139125"/>
              <a:ext cx="62595" cy="155005"/>
            </a:xfrm>
            <a:custGeom>
              <a:avLst/>
              <a:pathLst>
                <a:path w="62595" h="155005">
                  <a:moveTo>
                    <a:pt x="0" y="0"/>
                  </a:moveTo>
                  <a:lnTo>
                    <a:pt x="62595" y="155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561307" y="2139125"/>
              <a:ext cx="167164" cy="308659"/>
            </a:xfrm>
            <a:custGeom>
              <a:avLst/>
              <a:pathLst>
                <a:path w="167164" h="308659">
                  <a:moveTo>
                    <a:pt x="104569" y="0"/>
                  </a:moveTo>
                  <a:lnTo>
                    <a:pt x="99606" y="2097"/>
                  </a:lnTo>
                  <a:lnTo>
                    <a:pt x="94714" y="4354"/>
                  </a:lnTo>
                  <a:lnTo>
                    <a:pt x="89896" y="6767"/>
                  </a:lnTo>
                  <a:lnTo>
                    <a:pt x="85159" y="9334"/>
                  </a:lnTo>
                  <a:lnTo>
                    <a:pt x="80507" y="12052"/>
                  </a:lnTo>
                  <a:lnTo>
                    <a:pt x="75945" y="14919"/>
                  </a:lnTo>
                  <a:lnTo>
                    <a:pt x="71478" y="17932"/>
                  </a:lnTo>
                  <a:lnTo>
                    <a:pt x="67111" y="21087"/>
                  </a:lnTo>
                  <a:lnTo>
                    <a:pt x="62847" y="24381"/>
                  </a:lnTo>
                  <a:lnTo>
                    <a:pt x="58691" y="27810"/>
                  </a:lnTo>
                  <a:lnTo>
                    <a:pt x="54649" y="31372"/>
                  </a:lnTo>
                  <a:lnTo>
                    <a:pt x="50723" y="35062"/>
                  </a:lnTo>
                  <a:lnTo>
                    <a:pt x="46918" y="38877"/>
                  </a:lnTo>
                  <a:lnTo>
                    <a:pt x="43238" y="42812"/>
                  </a:lnTo>
                  <a:lnTo>
                    <a:pt x="39687" y="46864"/>
                  </a:lnTo>
                  <a:lnTo>
                    <a:pt x="36268" y="51029"/>
                  </a:lnTo>
                  <a:lnTo>
                    <a:pt x="32985" y="55301"/>
                  </a:lnTo>
                  <a:lnTo>
                    <a:pt x="29842" y="59677"/>
                  </a:lnTo>
                  <a:lnTo>
                    <a:pt x="26841" y="64152"/>
                  </a:lnTo>
                  <a:lnTo>
                    <a:pt x="23986" y="68721"/>
                  </a:lnTo>
                  <a:lnTo>
                    <a:pt x="21280" y="73380"/>
                  </a:lnTo>
                  <a:lnTo>
                    <a:pt x="18725" y="78124"/>
                  </a:lnTo>
                  <a:lnTo>
                    <a:pt x="16325" y="82948"/>
                  </a:lnTo>
                  <a:lnTo>
                    <a:pt x="14081" y="87846"/>
                  </a:lnTo>
                  <a:lnTo>
                    <a:pt x="11996" y="92814"/>
                  </a:lnTo>
                  <a:lnTo>
                    <a:pt x="10072" y="97847"/>
                  </a:lnTo>
                  <a:lnTo>
                    <a:pt x="8312" y="102939"/>
                  </a:lnTo>
                  <a:lnTo>
                    <a:pt x="6717" y="108086"/>
                  </a:lnTo>
                  <a:lnTo>
                    <a:pt x="5288" y="113281"/>
                  </a:lnTo>
                  <a:lnTo>
                    <a:pt x="4027" y="118519"/>
                  </a:lnTo>
                  <a:lnTo>
                    <a:pt x="2936" y="123795"/>
                  </a:lnTo>
                  <a:lnTo>
                    <a:pt x="2016" y="129104"/>
                  </a:lnTo>
                  <a:lnTo>
                    <a:pt x="1267" y="134440"/>
                  </a:lnTo>
                  <a:lnTo>
                    <a:pt x="690" y="139797"/>
                  </a:lnTo>
                  <a:lnTo>
                    <a:pt x="286" y="145169"/>
                  </a:lnTo>
                  <a:lnTo>
                    <a:pt x="56" y="150552"/>
                  </a:lnTo>
                  <a:lnTo>
                    <a:pt x="0" y="155940"/>
                  </a:lnTo>
                  <a:lnTo>
                    <a:pt x="116" y="161327"/>
                  </a:lnTo>
                  <a:lnTo>
                    <a:pt x="407" y="166707"/>
                  </a:lnTo>
                  <a:lnTo>
                    <a:pt x="871" y="172075"/>
                  </a:lnTo>
                  <a:lnTo>
                    <a:pt x="1507" y="177425"/>
                  </a:lnTo>
                  <a:lnTo>
                    <a:pt x="2316" y="182752"/>
                  </a:lnTo>
                  <a:lnTo>
                    <a:pt x="3295" y="188050"/>
                  </a:lnTo>
                  <a:lnTo>
                    <a:pt x="4446" y="193314"/>
                  </a:lnTo>
                  <a:lnTo>
                    <a:pt x="5765" y="198538"/>
                  </a:lnTo>
                  <a:lnTo>
                    <a:pt x="7251" y="203716"/>
                  </a:lnTo>
                  <a:lnTo>
                    <a:pt x="8904" y="208845"/>
                  </a:lnTo>
                  <a:lnTo>
                    <a:pt x="10721" y="213917"/>
                  </a:lnTo>
                  <a:lnTo>
                    <a:pt x="12701" y="218928"/>
                  </a:lnTo>
                  <a:lnTo>
                    <a:pt x="14841" y="223872"/>
                  </a:lnTo>
                  <a:lnTo>
                    <a:pt x="17140" y="228746"/>
                  </a:lnTo>
                  <a:lnTo>
                    <a:pt x="19594" y="233542"/>
                  </a:lnTo>
                  <a:lnTo>
                    <a:pt x="22202" y="238257"/>
                  </a:lnTo>
                  <a:lnTo>
                    <a:pt x="24960" y="242885"/>
                  </a:lnTo>
                  <a:lnTo>
                    <a:pt x="27866" y="247422"/>
                  </a:lnTo>
                  <a:lnTo>
                    <a:pt x="30917" y="251863"/>
                  </a:lnTo>
                  <a:lnTo>
                    <a:pt x="34109" y="256204"/>
                  </a:lnTo>
                  <a:lnTo>
                    <a:pt x="37439" y="260439"/>
                  </a:lnTo>
                  <a:lnTo>
                    <a:pt x="40904" y="264565"/>
                  </a:lnTo>
                  <a:lnTo>
                    <a:pt x="44501" y="268577"/>
                  </a:lnTo>
                  <a:lnTo>
                    <a:pt x="48224" y="272471"/>
                  </a:lnTo>
                  <a:lnTo>
                    <a:pt x="52072" y="276243"/>
                  </a:lnTo>
                  <a:lnTo>
                    <a:pt x="56039" y="279889"/>
                  </a:lnTo>
                  <a:lnTo>
                    <a:pt x="60121" y="283406"/>
                  </a:lnTo>
                  <a:lnTo>
                    <a:pt x="64314" y="286789"/>
                  </a:lnTo>
                  <a:lnTo>
                    <a:pt x="68615" y="290035"/>
                  </a:lnTo>
                  <a:lnTo>
                    <a:pt x="73017" y="293140"/>
                  </a:lnTo>
                  <a:lnTo>
                    <a:pt x="77518" y="296103"/>
                  </a:lnTo>
                  <a:lnTo>
                    <a:pt x="82112" y="298918"/>
                  </a:lnTo>
                  <a:lnTo>
                    <a:pt x="86794" y="301585"/>
                  </a:lnTo>
                  <a:lnTo>
                    <a:pt x="91559" y="304098"/>
                  </a:lnTo>
                  <a:lnTo>
                    <a:pt x="96403" y="306458"/>
                  </a:lnTo>
                  <a:lnTo>
                    <a:pt x="101321" y="308659"/>
                  </a:lnTo>
                  <a:lnTo>
                    <a:pt x="167164" y="155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62628" y="2126963"/>
              <a:ext cx="233008" cy="334325"/>
            </a:xfrm>
            <a:custGeom>
              <a:avLst/>
              <a:pathLst>
                <a:path w="233008" h="334325">
                  <a:moveTo>
                    <a:pt x="0" y="320821"/>
                  </a:moveTo>
                  <a:lnTo>
                    <a:pt x="4942" y="322846"/>
                  </a:lnTo>
                  <a:lnTo>
                    <a:pt x="9946" y="324712"/>
                  </a:lnTo>
                  <a:lnTo>
                    <a:pt x="15007" y="326417"/>
                  </a:lnTo>
                  <a:lnTo>
                    <a:pt x="20120" y="327960"/>
                  </a:lnTo>
                  <a:lnTo>
                    <a:pt x="25280" y="329338"/>
                  </a:lnTo>
                  <a:lnTo>
                    <a:pt x="30481" y="330551"/>
                  </a:lnTo>
                  <a:lnTo>
                    <a:pt x="35718" y="331598"/>
                  </a:lnTo>
                  <a:lnTo>
                    <a:pt x="40986" y="332476"/>
                  </a:lnTo>
                  <a:lnTo>
                    <a:pt x="46280" y="333186"/>
                  </a:lnTo>
                  <a:lnTo>
                    <a:pt x="51593" y="333726"/>
                  </a:lnTo>
                  <a:lnTo>
                    <a:pt x="56921" y="334096"/>
                  </a:lnTo>
                  <a:lnTo>
                    <a:pt x="62258" y="334296"/>
                  </a:lnTo>
                  <a:lnTo>
                    <a:pt x="67599" y="334325"/>
                  </a:lnTo>
                  <a:lnTo>
                    <a:pt x="72938" y="334184"/>
                  </a:lnTo>
                  <a:lnTo>
                    <a:pt x="78269" y="333872"/>
                  </a:lnTo>
                  <a:lnTo>
                    <a:pt x="83588" y="333390"/>
                  </a:lnTo>
                  <a:lnTo>
                    <a:pt x="88889" y="332738"/>
                  </a:lnTo>
                  <a:lnTo>
                    <a:pt x="94166" y="331918"/>
                  </a:lnTo>
                  <a:lnTo>
                    <a:pt x="99415" y="330929"/>
                  </a:lnTo>
                  <a:lnTo>
                    <a:pt x="104629" y="329773"/>
                  </a:lnTo>
                  <a:lnTo>
                    <a:pt x="109803" y="328451"/>
                  </a:lnTo>
                  <a:lnTo>
                    <a:pt x="114933" y="326964"/>
                  </a:lnTo>
                  <a:lnTo>
                    <a:pt x="120013" y="325314"/>
                  </a:lnTo>
                  <a:lnTo>
                    <a:pt x="125037" y="323503"/>
                  </a:lnTo>
                  <a:lnTo>
                    <a:pt x="130001" y="321533"/>
                  </a:lnTo>
                  <a:lnTo>
                    <a:pt x="134899" y="319404"/>
                  </a:lnTo>
                  <a:lnTo>
                    <a:pt x="139727" y="317121"/>
                  </a:lnTo>
                  <a:lnTo>
                    <a:pt x="144480" y="314684"/>
                  </a:lnTo>
                  <a:lnTo>
                    <a:pt x="149152" y="312097"/>
                  </a:lnTo>
                  <a:lnTo>
                    <a:pt x="153739" y="309361"/>
                  </a:lnTo>
                  <a:lnTo>
                    <a:pt x="158237" y="306481"/>
                  </a:lnTo>
                  <a:lnTo>
                    <a:pt x="162640" y="303459"/>
                  </a:lnTo>
                  <a:lnTo>
                    <a:pt x="166944" y="300297"/>
                  </a:lnTo>
                  <a:lnTo>
                    <a:pt x="171145" y="296999"/>
                  </a:lnTo>
                  <a:lnTo>
                    <a:pt x="175239" y="293569"/>
                  </a:lnTo>
                  <a:lnTo>
                    <a:pt x="179221" y="290010"/>
                  </a:lnTo>
                  <a:lnTo>
                    <a:pt x="183087" y="286326"/>
                  </a:lnTo>
                  <a:lnTo>
                    <a:pt x="186834" y="282520"/>
                  </a:lnTo>
                  <a:lnTo>
                    <a:pt x="190457" y="278596"/>
                  </a:lnTo>
                  <a:lnTo>
                    <a:pt x="193953" y="274558"/>
                  </a:lnTo>
                  <a:lnTo>
                    <a:pt x="197318" y="270411"/>
                  </a:lnTo>
                  <a:lnTo>
                    <a:pt x="200549" y="266158"/>
                  </a:lnTo>
                  <a:lnTo>
                    <a:pt x="203643" y="261805"/>
                  </a:lnTo>
                  <a:lnTo>
                    <a:pt x="206595" y="257354"/>
                  </a:lnTo>
                  <a:lnTo>
                    <a:pt x="209405" y="252812"/>
                  </a:lnTo>
                  <a:lnTo>
                    <a:pt x="212067" y="248182"/>
                  </a:lnTo>
                  <a:lnTo>
                    <a:pt x="214581" y="243470"/>
                  </a:lnTo>
                  <a:lnTo>
                    <a:pt x="216942" y="238680"/>
                  </a:lnTo>
                  <a:lnTo>
                    <a:pt x="219149" y="233817"/>
                  </a:lnTo>
                  <a:lnTo>
                    <a:pt x="221200" y="228885"/>
                  </a:lnTo>
                  <a:lnTo>
                    <a:pt x="223093" y="223891"/>
                  </a:lnTo>
                  <a:lnTo>
                    <a:pt x="224824" y="218839"/>
                  </a:lnTo>
                  <a:lnTo>
                    <a:pt x="226394" y="213734"/>
                  </a:lnTo>
                  <a:lnTo>
                    <a:pt x="227799" y="208581"/>
                  </a:lnTo>
                  <a:lnTo>
                    <a:pt x="229040" y="203387"/>
                  </a:lnTo>
                  <a:lnTo>
                    <a:pt x="230113" y="198155"/>
                  </a:lnTo>
                  <a:lnTo>
                    <a:pt x="231019" y="192892"/>
                  </a:lnTo>
                  <a:lnTo>
                    <a:pt x="231757" y="187602"/>
                  </a:lnTo>
                  <a:lnTo>
                    <a:pt x="232325" y="182291"/>
                  </a:lnTo>
                  <a:lnTo>
                    <a:pt x="232723" y="176966"/>
                  </a:lnTo>
                  <a:lnTo>
                    <a:pt x="232951" y="171630"/>
                  </a:lnTo>
                  <a:lnTo>
                    <a:pt x="233008" y="166289"/>
                  </a:lnTo>
                  <a:lnTo>
                    <a:pt x="232895" y="160950"/>
                  </a:lnTo>
                  <a:lnTo>
                    <a:pt x="232611" y="155616"/>
                  </a:lnTo>
                  <a:lnTo>
                    <a:pt x="232157" y="150295"/>
                  </a:lnTo>
                  <a:lnTo>
                    <a:pt x="231533" y="144991"/>
                  </a:lnTo>
                  <a:lnTo>
                    <a:pt x="230740" y="139709"/>
                  </a:lnTo>
                  <a:lnTo>
                    <a:pt x="229779" y="134456"/>
                  </a:lnTo>
                  <a:lnTo>
                    <a:pt x="228650" y="129236"/>
                  </a:lnTo>
                  <a:lnTo>
                    <a:pt x="227356" y="124054"/>
                  </a:lnTo>
                  <a:lnTo>
                    <a:pt x="225896" y="118917"/>
                  </a:lnTo>
                  <a:lnTo>
                    <a:pt x="224273" y="113829"/>
                  </a:lnTo>
                  <a:lnTo>
                    <a:pt x="222488" y="108795"/>
                  </a:lnTo>
                  <a:lnTo>
                    <a:pt x="220544" y="103821"/>
                  </a:lnTo>
                  <a:lnTo>
                    <a:pt x="218441" y="98911"/>
                  </a:lnTo>
                  <a:lnTo>
                    <a:pt x="216183" y="94071"/>
                  </a:lnTo>
                  <a:lnTo>
                    <a:pt x="213771" y="89306"/>
                  </a:lnTo>
                  <a:lnTo>
                    <a:pt x="211208" y="84620"/>
                  </a:lnTo>
                  <a:lnTo>
                    <a:pt x="208497" y="80019"/>
                  </a:lnTo>
                  <a:lnTo>
                    <a:pt x="205641" y="75506"/>
                  </a:lnTo>
                  <a:lnTo>
                    <a:pt x="202641" y="71087"/>
                  </a:lnTo>
                  <a:lnTo>
                    <a:pt x="199502" y="66767"/>
                  </a:lnTo>
                  <a:lnTo>
                    <a:pt x="196227" y="62548"/>
                  </a:lnTo>
                  <a:lnTo>
                    <a:pt x="192818" y="58436"/>
                  </a:lnTo>
                  <a:lnTo>
                    <a:pt x="189280" y="54436"/>
                  </a:lnTo>
                  <a:lnTo>
                    <a:pt x="185616" y="50550"/>
                  </a:lnTo>
                  <a:lnTo>
                    <a:pt x="181829" y="46784"/>
                  </a:lnTo>
                  <a:lnTo>
                    <a:pt x="177925" y="43140"/>
                  </a:lnTo>
                  <a:lnTo>
                    <a:pt x="173906" y="39623"/>
                  </a:lnTo>
                  <a:lnTo>
                    <a:pt x="169776" y="36236"/>
                  </a:lnTo>
                  <a:lnTo>
                    <a:pt x="165540" y="32983"/>
                  </a:lnTo>
                  <a:lnTo>
                    <a:pt x="161203" y="29866"/>
                  </a:lnTo>
                  <a:lnTo>
                    <a:pt x="156768" y="26890"/>
                  </a:lnTo>
                  <a:lnTo>
                    <a:pt x="152241" y="24057"/>
                  </a:lnTo>
                  <a:lnTo>
                    <a:pt x="147625" y="21370"/>
                  </a:lnTo>
                  <a:lnTo>
                    <a:pt x="142926" y="18832"/>
                  </a:lnTo>
                  <a:lnTo>
                    <a:pt x="138148" y="16446"/>
                  </a:lnTo>
                  <a:lnTo>
                    <a:pt x="133297" y="14213"/>
                  </a:lnTo>
                  <a:lnTo>
                    <a:pt x="128376" y="12136"/>
                  </a:lnTo>
                  <a:lnTo>
                    <a:pt x="123392" y="10218"/>
                  </a:lnTo>
                  <a:lnTo>
                    <a:pt x="118349" y="8459"/>
                  </a:lnTo>
                  <a:lnTo>
                    <a:pt x="113252" y="6863"/>
                  </a:lnTo>
                  <a:lnTo>
                    <a:pt x="108107" y="5430"/>
                  </a:lnTo>
                  <a:lnTo>
                    <a:pt x="102919" y="4163"/>
                  </a:lnTo>
                  <a:lnTo>
                    <a:pt x="97693" y="3062"/>
                  </a:lnTo>
                  <a:lnTo>
                    <a:pt x="92435" y="2128"/>
                  </a:lnTo>
                  <a:lnTo>
                    <a:pt x="87149" y="1363"/>
                  </a:lnTo>
                  <a:lnTo>
                    <a:pt x="81842" y="767"/>
                  </a:lnTo>
                  <a:lnTo>
                    <a:pt x="76518" y="341"/>
                  </a:lnTo>
                  <a:lnTo>
                    <a:pt x="71183" y="85"/>
                  </a:lnTo>
                  <a:lnTo>
                    <a:pt x="65843" y="0"/>
                  </a:lnTo>
                  <a:lnTo>
                    <a:pt x="658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7964" y="1681503"/>
              <a:ext cx="45270" cy="167167"/>
            </a:xfrm>
            <a:custGeom>
              <a:avLst/>
              <a:pathLst>
                <a:path w="45270" h="167167">
                  <a:moveTo>
                    <a:pt x="45270" y="0"/>
                  </a:moveTo>
                  <a:lnTo>
                    <a:pt x="38722" y="128"/>
                  </a:lnTo>
                  <a:lnTo>
                    <a:pt x="32185" y="512"/>
                  </a:lnTo>
                  <a:lnTo>
                    <a:pt x="25668" y="1153"/>
                  </a:lnTo>
                  <a:lnTo>
                    <a:pt x="19181" y="2048"/>
                  </a:lnTo>
                  <a:lnTo>
                    <a:pt x="12734" y="3196"/>
                  </a:lnTo>
                  <a:lnTo>
                    <a:pt x="6337" y="4596"/>
                  </a:lnTo>
                  <a:lnTo>
                    <a:pt x="0" y="6246"/>
                  </a:lnTo>
                  <a:lnTo>
                    <a:pt x="4527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7964" y="1687749"/>
              <a:ext cx="45270" cy="160920"/>
            </a:xfrm>
            <a:custGeom>
              <a:avLst/>
              <a:pathLst>
                <a:path w="45270" h="160920">
                  <a:moveTo>
                    <a:pt x="0" y="0"/>
                  </a:moveTo>
                  <a:lnTo>
                    <a:pt x="45270" y="1609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256070" y="1687749"/>
              <a:ext cx="334327" cy="328081"/>
            </a:xfrm>
            <a:custGeom>
              <a:avLst/>
              <a:pathLst>
                <a:path w="334327" h="328081">
                  <a:moveTo>
                    <a:pt x="121894" y="0"/>
                  </a:moveTo>
                  <a:lnTo>
                    <a:pt x="116808" y="1518"/>
                  </a:lnTo>
                  <a:lnTo>
                    <a:pt x="111772" y="3197"/>
                  </a:lnTo>
                  <a:lnTo>
                    <a:pt x="106792" y="5035"/>
                  </a:lnTo>
                  <a:lnTo>
                    <a:pt x="101873" y="7031"/>
                  </a:lnTo>
                  <a:lnTo>
                    <a:pt x="97020" y="9181"/>
                  </a:lnTo>
                  <a:lnTo>
                    <a:pt x="92238" y="11485"/>
                  </a:lnTo>
                  <a:lnTo>
                    <a:pt x="87531" y="13939"/>
                  </a:lnTo>
                  <a:lnTo>
                    <a:pt x="82904" y="16542"/>
                  </a:lnTo>
                  <a:lnTo>
                    <a:pt x="78363" y="19290"/>
                  </a:lnTo>
                  <a:lnTo>
                    <a:pt x="73911" y="22181"/>
                  </a:lnTo>
                  <a:lnTo>
                    <a:pt x="69553" y="25212"/>
                  </a:lnTo>
                  <a:lnTo>
                    <a:pt x="65293" y="28379"/>
                  </a:lnTo>
                  <a:lnTo>
                    <a:pt x="61136" y="31681"/>
                  </a:lnTo>
                  <a:lnTo>
                    <a:pt x="57086" y="35112"/>
                  </a:lnTo>
                  <a:lnTo>
                    <a:pt x="53147" y="38671"/>
                  </a:lnTo>
                  <a:lnTo>
                    <a:pt x="49323" y="42352"/>
                  </a:lnTo>
                  <a:lnTo>
                    <a:pt x="45618" y="46154"/>
                  </a:lnTo>
                  <a:lnTo>
                    <a:pt x="42036" y="50071"/>
                  </a:lnTo>
                  <a:lnTo>
                    <a:pt x="38579" y="54099"/>
                  </a:lnTo>
                  <a:lnTo>
                    <a:pt x="35252" y="58236"/>
                  </a:lnTo>
                  <a:lnTo>
                    <a:pt x="32059" y="62476"/>
                  </a:lnTo>
                  <a:lnTo>
                    <a:pt x="29001" y="66815"/>
                  </a:lnTo>
                  <a:lnTo>
                    <a:pt x="26083" y="71249"/>
                  </a:lnTo>
                  <a:lnTo>
                    <a:pt x="23307" y="75774"/>
                  </a:lnTo>
                  <a:lnTo>
                    <a:pt x="20676" y="80384"/>
                  </a:lnTo>
                  <a:lnTo>
                    <a:pt x="18193" y="85076"/>
                  </a:lnTo>
                  <a:lnTo>
                    <a:pt x="15860" y="89844"/>
                  </a:lnTo>
                  <a:lnTo>
                    <a:pt x="13679" y="94684"/>
                  </a:lnTo>
                  <a:lnTo>
                    <a:pt x="11654" y="99591"/>
                  </a:lnTo>
                  <a:lnTo>
                    <a:pt x="9785" y="104559"/>
                  </a:lnTo>
                  <a:lnTo>
                    <a:pt x="8075" y="109584"/>
                  </a:lnTo>
                  <a:lnTo>
                    <a:pt x="6525" y="114661"/>
                  </a:lnTo>
                  <a:lnTo>
                    <a:pt x="5137" y="119785"/>
                  </a:lnTo>
                  <a:lnTo>
                    <a:pt x="3913" y="124950"/>
                  </a:lnTo>
                  <a:lnTo>
                    <a:pt x="2853" y="130152"/>
                  </a:lnTo>
                  <a:lnTo>
                    <a:pt x="1959" y="135384"/>
                  </a:lnTo>
                  <a:lnTo>
                    <a:pt x="1232" y="140642"/>
                  </a:lnTo>
                  <a:lnTo>
                    <a:pt x="671" y="145921"/>
                  </a:lnTo>
                  <a:lnTo>
                    <a:pt x="279" y="151215"/>
                  </a:lnTo>
                  <a:lnTo>
                    <a:pt x="55" y="156518"/>
                  </a:lnTo>
                  <a:lnTo>
                    <a:pt x="0" y="161826"/>
                  </a:lnTo>
                  <a:lnTo>
                    <a:pt x="113" y="167133"/>
                  </a:lnTo>
                  <a:lnTo>
                    <a:pt x="394" y="172434"/>
                  </a:lnTo>
                  <a:lnTo>
                    <a:pt x="844" y="177723"/>
                  </a:lnTo>
                  <a:lnTo>
                    <a:pt x="1461" y="182996"/>
                  </a:lnTo>
                  <a:lnTo>
                    <a:pt x="2245" y="188246"/>
                  </a:lnTo>
                  <a:lnTo>
                    <a:pt x="3196" y="193468"/>
                  </a:lnTo>
                  <a:lnTo>
                    <a:pt x="4312" y="198658"/>
                  </a:lnTo>
                  <a:lnTo>
                    <a:pt x="5593" y="203809"/>
                  </a:lnTo>
                  <a:lnTo>
                    <a:pt x="7036" y="208918"/>
                  </a:lnTo>
                  <a:lnTo>
                    <a:pt x="8640" y="213978"/>
                  </a:lnTo>
                  <a:lnTo>
                    <a:pt x="10405" y="218984"/>
                  </a:lnTo>
                  <a:lnTo>
                    <a:pt x="12327" y="223932"/>
                  </a:lnTo>
                  <a:lnTo>
                    <a:pt x="14406" y="228816"/>
                  </a:lnTo>
                  <a:lnTo>
                    <a:pt x="16639" y="233632"/>
                  </a:lnTo>
                  <a:lnTo>
                    <a:pt x="19023" y="238375"/>
                  </a:lnTo>
                  <a:lnTo>
                    <a:pt x="21557" y="243039"/>
                  </a:lnTo>
                  <a:lnTo>
                    <a:pt x="24238" y="247621"/>
                  </a:lnTo>
                  <a:lnTo>
                    <a:pt x="27063" y="252115"/>
                  </a:lnTo>
                  <a:lnTo>
                    <a:pt x="30029" y="256518"/>
                  </a:lnTo>
                  <a:lnTo>
                    <a:pt x="33133" y="260823"/>
                  </a:lnTo>
                  <a:lnTo>
                    <a:pt x="36373" y="265029"/>
                  </a:lnTo>
                  <a:lnTo>
                    <a:pt x="39744" y="269129"/>
                  </a:lnTo>
                  <a:lnTo>
                    <a:pt x="43244" y="273120"/>
                  </a:lnTo>
                  <a:lnTo>
                    <a:pt x="46869" y="276998"/>
                  </a:lnTo>
                  <a:lnTo>
                    <a:pt x="50615" y="280759"/>
                  </a:lnTo>
                  <a:lnTo>
                    <a:pt x="54479" y="284399"/>
                  </a:lnTo>
                  <a:lnTo>
                    <a:pt x="58456" y="287914"/>
                  </a:lnTo>
                  <a:lnTo>
                    <a:pt x="62543" y="291302"/>
                  </a:lnTo>
                  <a:lnTo>
                    <a:pt x="66735" y="294558"/>
                  </a:lnTo>
                  <a:lnTo>
                    <a:pt x="71029" y="297679"/>
                  </a:lnTo>
                  <a:lnTo>
                    <a:pt x="75420" y="300663"/>
                  </a:lnTo>
                  <a:lnTo>
                    <a:pt x="79903" y="303505"/>
                  </a:lnTo>
                  <a:lnTo>
                    <a:pt x="84474" y="306204"/>
                  </a:lnTo>
                  <a:lnTo>
                    <a:pt x="89128" y="308756"/>
                  </a:lnTo>
                  <a:lnTo>
                    <a:pt x="93862" y="311159"/>
                  </a:lnTo>
                  <a:lnTo>
                    <a:pt x="98669" y="313411"/>
                  </a:lnTo>
                  <a:lnTo>
                    <a:pt x="103545" y="315509"/>
                  </a:lnTo>
                  <a:lnTo>
                    <a:pt x="108485" y="317451"/>
                  </a:lnTo>
                  <a:lnTo>
                    <a:pt x="113485" y="319235"/>
                  </a:lnTo>
                  <a:lnTo>
                    <a:pt x="118538" y="320859"/>
                  </a:lnTo>
                  <a:lnTo>
                    <a:pt x="123641" y="322323"/>
                  </a:lnTo>
                  <a:lnTo>
                    <a:pt x="128787" y="323623"/>
                  </a:lnTo>
                  <a:lnTo>
                    <a:pt x="133973" y="324760"/>
                  </a:lnTo>
                  <a:lnTo>
                    <a:pt x="139191" y="325731"/>
                  </a:lnTo>
                  <a:lnTo>
                    <a:pt x="144438" y="326536"/>
                  </a:lnTo>
                  <a:lnTo>
                    <a:pt x="149708" y="327174"/>
                  </a:lnTo>
                  <a:lnTo>
                    <a:pt x="154995" y="327644"/>
                  </a:lnTo>
                  <a:lnTo>
                    <a:pt x="160295" y="327947"/>
                  </a:lnTo>
                  <a:lnTo>
                    <a:pt x="165602" y="328081"/>
                  </a:lnTo>
                  <a:lnTo>
                    <a:pt x="170910" y="328046"/>
                  </a:lnTo>
                  <a:lnTo>
                    <a:pt x="176214" y="327843"/>
                  </a:lnTo>
                  <a:lnTo>
                    <a:pt x="181509" y="327471"/>
                  </a:lnTo>
                  <a:lnTo>
                    <a:pt x="186790" y="326932"/>
                  </a:lnTo>
                  <a:lnTo>
                    <a:pt x="192051" y="326225"/>
                  </a:lnTo>
                  <a:lnTo>
                    <a:pt x="197287" y="325352"/>
                  </a:lnTo>
                  <a:lnTo>
                    <a:pt x="202493" y="324312"/>
                  </a:lnTo>
                  <a:lnTo>
                    <a:pt x="207663" y="323108"/>
                  </a:lnTo>
                  <a:lnTo>
                    <a:pt x="212792" y="321741"/>
                  </a:lnTo>
                  <a:lnTo>
                    <a:pt x="217875" y="320211"/>
                  </a:lnTo>
                  <a:lnTo>
                    <a:pt x="222907" y="318520"/>
                  </a:lnTo>
                  <a:lnTo>
                    <a:pt x="227883" y="316671"/>
                  </a:lnTo>
                  <a:lnTo>
                    <a:pt x="232797" y="314665"/>
                  </a:lnTo>
                  <a:lnTo>
                    <a:pt x="237645" y="312503"/>
                  </a:lnTo>
                  <a:lnTo>
                    <a:pt x="242423" y="310189"/>
                  </a:lnTo>
                  <a:lnTo>
                    <a:pt x="247124" y="307724"/>
                  </a:lnTo>
                  <a:lnTo>
                    <a:pt x="251745" y="305112"/>
                  </a:lnTo>
                  <a:lnTo>
                    <a:pt x="256280" y="302354"/>
                  </a:lnTo>
                  <a:lnTo>
                    <a:pt x="260726" y="299453"/>
                  </a:lnTo>
                  <a:lnTo>
                    <a:pt x="265077" y="296412"/>
                  </a:lnTo>
                  <a:lnTo>
                    <a:pt x="269330" y="293235"/>
                  </a:lnTo>
                  <a:lnTo>
                    <a:pt x="273479" y="289925"/>
                  </a:lnTo>
                  <a:lnTo>
                    <a:pt x="277522" y="286484"/>
                  </a:lnTo>
                  <a:lnTo>
                    <a:pt x="281453" y="282917"/>
                  </a:lnTo>
                  <a:lnTo>
                    <a:pt x="285269" y="279227"/>
                  </a:lnTo>
                  <a:lnTo>
                    <a:pt x="288965" y="275417"/>
                  </a:lnTo>
                  <a:lnTo>
                    <a:pt x="292539" y="271492"/>
                  </a:lnTo>
                  <a:lnTo>
                    <a:pt x="295987" y="267456"/>
                  </a:lnTo>
                  <a:lnTo>
                    <a:pt x="299304" y="263312"/>
                  </a:lnTo>
                  <a:lnTo>
                    <a:pt x="302489" y="259065"/>
                  </a:lnTo>
                  <a:lnTo>
                    <a:pt x="305536" y="254719"/>
                  </a:lnTo>
                  <a:lnTo>
                    <a:pt x="308445" y="250278"/>
                  </a:lnTo>
                  <a:lnTo>
                    <a:pt x="311211" y="245748"/>
                  </a:lnTo>
                  <a:lnTo>
                    <a:pt x="313831" y="241131"/>
                  </a:lnTo>
                  <a:lnTo>
                    <a:pt x="316304" y="236434"/>
                  </a:lnTo>
                  <a:lnTo>
                    <a:pt x="318627" y="231661"/>
                  </a:lnTo>
                  <a:lnTo>
                    <a:pt x="320796" y="226816"/>
                  </a:lnTo>
                  <a:lnTo>
                    <a:pt x="322811" y="221905"/>
                  </a:lnTo>
                  <a:lnTo>
                    <a:pt x="324669" y="216932"/>
                  </a:lnTo>
                  <a:lnTo>
                    <a:pt x="326368" y="211903"/>
                  </a:lnTo>
                  <a:lnTo>
                    <a:pt x="327906" y="206823"/>
                  </a:lnTo>
                  <a:lnTo>
                    <a:pt x="329283" y="201696"/>
                  </a:lnTo>
                  <a:lnTo>
                    <a:pt x="330496" y="196528"/>
                  </a:lnTo>
                  <a:lnTo>
                    <a:pt x="331544" y="191325"/>
                  </a:lnTo>
                  <a:lnTo>
                    <a:pt x="332426" y="186090"/>
                  </a:lnTo>
                  <a:lnTo>
                    <a:pt x="333142" y="180830"/>
                  </a:lnTo>
                  <a:lnTo>
                    <a:pt x="333691" y="175550"/>
                  </a:lnTo>
                  <a:lnTo>
                    <a:pt x="334071" y="170256"/>
                  </a:lnTo>
                  <a:lnTo>
                    <a:pt x="334283" y="164952"/>
                  </a:lnTo>
                  <a:lnTo>
                    <a:pt x="334327" y="159644"/>
                  </a:lnTo>
                  <a:lnTo>
                    <a:pt x="334202" y="154337"/>
                  </a:lnTo>
                  <a:lnTo>
                    <a:pt x="333909" y="149037"/>
                  </a:lnTo>
                  <a:lnTo>
                    <a:pt x="333448" y="143748"/>
                  </a:lnTo>
                  <a:lnTo>
                    <a:pt x="332819" y="138478"/>
                  </a:lnTo>
                  <a:lnTo>
                    <a:pt x="332022" y="133229"/>
                  </a:lnTo>
                  <a:lnTo>
                    <a:pt x="331060" y="128009"/>
                  </a:lnTo>
                  <a:lnTo>
                    <a:pt x="329933" y="122822"/>
                  </a:lnTo>
                  <a:lnTo>
                    <a:pt x="328641" y="117673"/>
                  </a:lnTo>
                  <a:lnTo>
                    <a:pt x="327186" y="112568"/>
                  </a:lnTo>
                  <a:lnTo>
                    <a:pt x="325570" y="107512"/>
                  </a:lnTo>
                  <a:lnTo>
                    <a:pt x="323795" y="102509"/>
                  </a:lnTo>
                  <a:lnTo>
                    <a:pt x="321861" y="97565"/>
                  </a:lnTo>
                  <a:lnTo>
                    <a:pt x="319772" y="92686"/>
                  </a:lnTo>
                  <a:lnTo>
                    <a:pt x="317528" y="87875"/>
                  </a:lnTo>
                  <a:lnTo>
                    <a:pt x="315133" y="83137"/>
                  </a:lnTo>
                  <a:lnTo>
                    <a:pt x="312589" y="78479"/>
                  </a:lnTo>
                  <a:lnTo>
                    <a:pt x="309898" y="73903"/>
                  </a:lnTo>
                  <a:lnTo>
                    <a:pt x="307063" y="69415"/>
                  </a:lnTo>
                  <a:lnTo>
                    <a:pt x="304087" y="65019"/>
                  </a:lnTo>
                  <a:lnTo>
                    <a:pt x="300974" y="60720"/>
                  </a:lnTo>
                  <a:lnTo>
                    <a:pt x="297725" y="56522"/>
                  </a:lnTo>
                  <a:lnTo>
                    <a:pt x="294344" y="52430"/>
                  </a:lnTo>
                  <a:lnTo>
                    <a:pt x="290835" y="48446"/>
                  </a:lnTo>
                  <a:lnTo>
                    <a:pt x="287202" y="44576"/>
                  </a:lnTo>
                  <a:lnTo>
                    <a:pt x="283448" y="40824"/>
                  </a:lnTo>
                  <a:lnTo>
                    <a:pt x="279576" y="37192"/>
                  </a:lnTo>
                  <a:lnTo>
                    <a:pt x="275591" y="33686"/>
                  </a:lnTo>
                  <a:lnTo>
                    <a:pt x="271496" y="30307"/>
                  </a:lnTo>
                  <a:lnTo>
                    <a:pt x="267297" y="27060"/>
                  </a:lnTo>
                  <a:lnTo>
                    <a:pt x="262996" y="23949"/>
                  </a:lnTo>
                  <a:lnTo>
                    <a:pt x="258599" y="20975"/>
                  </a:lnTo>
                  <a:lnTo>
                    <a:pt x="254109" y="18143"/>
                  </a:lnTo>
                  <a:lnTo>
                    <a:pt x="249532" y="15454"/>
                  </a:lnTo>
                  <a:lnTo>
                    <a:pt x="244872" y="12912"/>
                  </a:lnTo>
                  <a:lnTo>
                    <a:pt x="167164" y="1609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23235" y="1681503"/>
              <a:ext cx="77707" cy="167167"/>
            </a:xfrm>
            <a:custGeom>
              <a:avLst/>
              <a:pathLst>
                <a:path w="77707" h="167167">
                  <a:moveTo>
                    <a:pt x="77707" y="19159"/>
                  </a:moveTo>
                  <a:lnTo>
                    <a:pt x="72551" y="16564"/>
                  </a:lnTo>
                  <a:lnTo>
                    <a:pt x="67308" y="14149"/>
                  </a:lnTo>
                  <a:lnTo>
                    <a:pt x="61984" y="11916"/>
                  </a:lnTo>
                  <a:lnTo>
                    <a:pt x="56587" y="9869"/>
                  </a:lnTo>
                  <a:lnTo>
                    <a:pt x="51123" y="8009"/>
                  </a:lnTo>
                  <a:lnTo>
                    <a:pt x="45597" y="6338"/>
                  </a:lnTo>
                  <a:lnTo>
                    <a:pt x="40017" y="4860"/>
                  </a:lnTo>
                  <a:lnTo>
                    <a:pt x="34389" y="3575"/>
                  </a:lnTo>
                  <a:lnTo>
                    <a:pt x="28720" y="2485"/>
                  </a:lnTo>
                  <a:lnTo>
                    <a:pt x="23017" y="1592"/>
                  </a:lnTo>
                  <a:lnTo>
                    <a:pt x="17287" y="896"/>
                  </a:lnTo>
                  <a:lnTo>
                    <a:pt x="11536" y="398"/>
                  </a:lnTo>
                  <a:lnTo>
                    <a:pt x="5771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853884" y="132257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300" y="753"/>
                  </a:lnTo>
                  <a:lnTo>
                    <a:pt x="146040" y="1338"/>
                  </a:lnTo>
                  <a:lnTo>
                    <a:pt x="140801" y="2090"/>
                  </a:lnTo>
                  <a:lnTo>
                    <a:pt x="135588" y="3007"/>
                  </a:lnTo>
                  <a:lnTo>
                    <a:pt x="130407" y="4088"/>
                  </a:lnTo>
                  <a:lnTo>
                    <a:pt x="125263" y="5333"/>
                  </a:lnTo>
                  <a:lnTo>
                    <a:pt x="120161" y="6741"/>
                  </a:lnTo>
                  <a:lnTo>
                    <a:pt x="115106" y="8309"/>
                  </a:lnTo>
                  <a:lnTo>
                    <a:pt x="110103" y="10036"/>
                  </a:lnTo>
                  <a:lnTo>
                    <a:pt x="105158" y="11921"/>
                  </a:lnTo>
                  <a:lnTo>
                    <a:pt x="100274" y="13961"/>
                  </a:lnTo>
                  <a:lnTo>
                    <a:pt x="95458" y="16155"/>
                  </a:lnTo>
                  <a:lnTo>
                    <a:pt x="90713" y="18501"/>
                  </a:lnTo>
                  <a:lnTo>
                    <a:pt x="86045" y="20995"/>
                  </a:lnTo>
                  <a:lnTo>
                    <a:pt x="81458" y="23636"/>
                  </a:lnTo>
                  <a:lnTo>
                    <a:pt x="76958" y="26421"/>
                  </a:lnTo>
                  <a:lnTo>
                    <a:pt x="72547" y="29346"/>
                  </a:lnTo>
                  <a:lnTo>
                    <a:pt x="68232" y="32410"/>
                  </a:lnTo>
                  <a:lnTo>
                    <a:pt x="64016" y="35610"/>
                  </a:lnTo>
                  <a:lnTo>
                    <a:pt x="59903" y="38941"/>
                  </a:lnTo>
                  <a:lnTo>
                    <a:pt x="55897" y="42400"/>
                  </a:lnTo>
                  <a:lnTo>
                    <a:pt x="52003" y="45985"/>
                  </a:lnTo>
                  <a:lnTo>
                    <a:pt x="48225" y="49691"/>
                  </a:lnTo>
                  <a:lnTo>
                    <a:pt x="44565" y="53514"/>
                  </a:lnTo>
                  <a:lnTo>
                    <a:pt x="41029" y="57452"/>
                  </a:lnTo>
                  <a:lnTo>
                    <a:pt x="37619" y="61500"/>
                  </a:lnTo>
                  <a:lnTo>
                    <a:pt x="34339" y="65653"/>
                  </a:lnTo>
                  <a:lnTo>
                    <a:pt x="31192" y="69909"/>
                  </a:lnTo>
                  <a:lnTo>
                    <a:pt x="28181" y="74262"/>
                  </a:lnTo>
                  <a:lnTo>
                    <a:pt x="25310" y="78707"/>
                  </a:lnTo>
                  <a:lnTo>
                    <a:pt x="22581" y="83242"/>
                  </a:lnTo>
                  <a:lnTo>
                    <a:pt x="19996" y="87861"/>
                  </a:lnTo>
                  <a:lnTo>
                    <a:pt x="17559" y="92559"/>
                  </a:lnTo>
                  <a:lnTo>
                    <a:pt x="15273" y="97332"/>
                  </a:lnTo>
                  <a:lnTo>
                    <a:pt x="13138" y="102175"/>
                  </a:lnTo>
                  <a:lnTo>
                    <a:pt x="11158" y="107083"/>
                  </a:lnTo>
                  <a:lnTo>
                    <a:pt x="9334" y="112052"/>
                  </a:lnTo>
                  <a:lnTo>
                    <a:pt x="7668" y="117076"/>
                  </a:lnTo>
                  <a:lnTo>
                    <a:pt x="6162" y="122149"/>
                  </a:lnTo>
                  <a:lnTo>
                    <a:pt x="4818" y="127268"/>
                  </a:lnTo>
                  <a:lnTo>
                    <a:pt x="3636" y="132427"/>
                  </a:lnTo>
                  <a:lnTo>
                    <a:pt x="2619" y="137621"/>
                  </a:lnTo>
                  <a:lnTo>
                    <a:pt x="1766" y="142845"/>
                  </a:lnTo>
                  <a:lnTo>
                    <a:pt x="1079" y="148092"/>
                  </a:lnTo>
                  <a:lnTo>
                    <a:pt x="558" y="153359"/>
                  </a:lnTo>
                  <a:lnTo>
                    <a:pt x="204" y="158640"/>
                  </a:lnTo>
                  <a:lnTo>
                    <a:pt x="18" y="163930"/>
                  </a:lnTo>
                  <a:lnTo>
                    <a:pt x="0" y="169222"/>
                  </a:lnTo>
                  <a:lnTo>
                    <a:pt x="148" y="174513"/>
                  </a:lnTo>
                  <a:lnTo>
                    <a:pt x="465" y="179796"/>
                  </a:lnTo>
                  <a:lnTo>
                    <a:pt x="948" y="185066"/>
                  </a:lnTo>
                  <a:lnTo>
                    <a:pt x="1598" y="190319"/>
                  </a:lnTo>
                  <a:lnTo>
                    <a:pt x="2414" y="195548"/>
                  </a:lnTo>
                  <a:lnTo>
                    <a:pt x="3395" y="200749"/>
                  </a:lnTo>
                  <a:lnTo>
                    <a:pt x="4540" y="205916"/>
                  </a:lnTo>
                  <a:lnTo>
                    <a:pt x="5848" y="211045"/>
                  </a:lnTo>
                  <a:lnTo>
                    <a:pt x="7318" y="216129"/>
                  </a:lnTo>
                  <a:lnTo>
                    <a:pt x="8948" y="221164"/>
                  </a:lnTo>
                  <a:lnTo>
                    <a:pt x="10737" y="226146"/>
                  </a:lnTo>
                  <a:lnTo>
                    <a:pt x="12682" y="231068"/>
                  </a:lnTo>
                  <a:lnTo>
                    <a:pt x="14782" y="235926"/>
                  </a:lnTo>
                  <a:lnTo>
                    <a:pt x="17035" y="240715"/>
                  </a:lnTo>
                  <a:lnTo>
                    <a:pt x="19439" y="245430"/>
                  </a:lnTo>
                  <a:lnTo>
                    <a:pt x="21991" y="250067"/>
                  </a:lnTo>
                  <a:lnTo>
                    <a:pt x="24688" y="254621"/>
                  </a:lnTo>
                  <a:lnTo>
                    <a:pt x="27528" y="259087"/>
                  </a:lnTo>
                  <a:lnTo>
                    <a:pt x="30507" y="263461"/>
                  </a:lnTo>
                  <a:lnTo>
                    <a:pt x="33624" y="267739"/>
                  </a:lnTo>
                  <a:lnTo>
                    <a:pt x="36875" y="271915"/>
                  </a:lnTo>
                  <a:lnTo>
                    <a:pt x="40256" y="275987"/>
                  </a:lnTo>
                  <a:lnTo>
                    <a:pt x="43765" y="279950"/>
                  </a:lnTo>
                  <a:lnTo>
                    <a:pt x="47397" y="283799"/>
                  </a:lnTo>
                  <a:lnTo>
                    <a:pt x="51149" y="287532"/>
                  </a:lnTo>
                  <a:lnTo>
                    <a:pt x="55017" y="291144"/>
                  </a:lnTo>
                  <a:lnTo>
                    <a:pt x="58998" y="294632"/>
                  </a:lnTo>
                  <a:lnTo>
                    <a:pt x="63088" y="297992"/>
                  </a:lnTo>
                  <a:lnTo>
                    <a:pt x="67281" y="301220"/>
                  </a:lnTo>
                  <a:lnTo>
                    <a:pt x="71575" y="304315"/>
                  </a:lnTo>
                  <a:lnTo>
                    <a:pt x="75964" y="307272"/>
                  </a:lnTo>
                  <a:lnTo>
                    <a:pt x="80445" y="310088"/>
                  </a:lnTo>
                  <a:lnTo>
                    <a:pt x="85013" y="312762"/>
                  </a:lnTo>
                  <a:lnTo>
                    <a:pt x="89663" y="315289"/>
                  </a:lnTo>
                  <a:lnTo>
                    <a:pt x="94391" y="317668"/>
                  </a:lnTo>
                  <a:lnTo>
                    <a:pt x="99192" y="319896"/>
                  </a:lnTo>
                  <a:lnTo>
                    <a:pt x="104061" y="321971"/>
                  </a:lnTo>
                  <a:lnTo>
                    <a:pt x="108993" y="323890"/>
                  </a:lnTo>
                  <a:lnTo>
                    <a:pt x="113984" y="325653"/>
                  </a:lnTo>
                  <a:lnTo>
                    <a:pt x="119027" y="327257"/>
                  </a:lnTo>
                  <a:lnTo>
                    <a:pt x="124119" y="328700"/>
                  </a:lnTo>
                  <a:lnTo>
                    <a:pt x="129255" y="329981"/>
                  </a:lnTo>
                  <a:lnTo>
                    <a:pt x="134428" y="331100"/>
                  </a:lnTo>
                  <a:lnTo>
                    <a:pt x="139634" y="332053"/>
                  </a:lnTo>
                  <a:lnTo>
                    <a:pt x="144867" y="332842"/>
                  </a:lnTo>
                  <a:lnTo>
                    <a:pt x="150123" y="333465"/>
                  </a:lnTo>
                  <a:lnTo>
                    <a:pt x="155396" y="333920"/>
                  </a:lnTo>
                  <a:lnTo>
                    <a:pt x="160681" y="334209"/>
                  </a:lnTo>
                  <a:lnTo>
                    <a:pt x="165972" y="334330"/>
                  </a:lnTo>
                  <a:lnTo>
                    <a:pt x="171264" y="334284"/>
                  </a:lnTo>
                  <a:lnTo>
                    <a:pt x="176553" y="334070"/>
                  </a:lnTo>
                  <a:lnTo>
                    <a:pt x="181831" y="333689"/>
                  </a:lnTo>
                  <a:lnTo>
                    <a:pt x="187096" y="333141"/>
                  </a:lnTo>
                  <a:lnTo>
                    <a:pt x="192340" y="332426"/>
                  </a:lnTo>
                  <a:lnTo>
                    <a:pt x="197559" y="331546"/>
                  </a:lnTo>
                  <a:lnTo>
                    <a:pt x="202747" y="330501"/>
                  </a:lnTo>
                  <a:lnTo>
                    <a:pt x="207900" y="329293"/>
                  </a:lnTo>
                  <a:lnTo>
                    <a:pt x="213012" y="327922"/>
                  </a:lnTo>
                  <a:lnTo>
                    <a:pt x="218078" y="326389"/>
                  </a:lnTo>
                  <a:lnTo>
                    <a:pt x="223093" y="324697"/>
                  </a:lnTo>
                  <a:lnTo>
                    <a:pt x="228051" y="322848"/>
                  </a:lnTo>
                  <a:lnTo>
                    <a:pt x="232949" y="320842"/>
                  </a:lnTo>
                  <a:lnTo>
                    <a:pt x="237781" y="318682"/>
                  </a:lnTo>
                  <a:lnTo>
                    <a:pt x="242542" y="316370"/>
                  </a:lnTo>
                  <a:lnTo>
                    <a:pt x="247228" y="313909"/>
                  </a:lnTo>
                  <a:lnTo>
                    <a:pt x="251833" y="311301"/>
                  </a:lnTo>
                  <a:lnTo>
                    <a:pt x="256353" y="308548"/>
                  </a:lnTo>
                  <a:lnTo>
                    <a:pt x="260784" y="305653"/>
                  </a:lnTo>
                  <a:lnTo>
                    <a:pt x="265121" y="302620"/>
                  </a:lnTo>
                  <a:lnTo>
                    <a:pt x="269360" y="299451"/>
                  </a:lnTo>
                  <a:lnTo>
                    <a:pt x="273496" y="296149"/>
                  </a:lnTo>
                  <a:lnTo>
                    <a:pt x="277526" y="292718"/>
                  </a:lnTo>
                  <a:lnTo>
                    <a:pt x="281445" y="289161"/>
                  </a:lnTo>
                  <a:lnTo>
                    <a:pt x="285250" y="285482"/>
                  </a:lnTo>
                  <a:lnTo>
                    <a:pt x="288936" y="281684"/>
                  </a:lnTo>
                  <a:lnTo>
                    <a:pt x="292500" y="277771"/>
                  </a:lnTo>
                  <a:lnTo>
                    <a:pt x="295939" y="273748"/>
                  </a:lnTo>
                  <a:lnTo>
                    <a:pt x="299248" y="269617"/>
                  </a:lnTo>
                  <a:lnTo>
                    <a:pt x="302425" y="265384"/>
                  </a:lnTo>
                  <a:lnTo>
                    <a:pt x="305467" y="261053"/>
                  </a:lnTo>
                  <a:lnTo>
                    <a:pt x="308370" y="256627"/>
                  </a:lnTo>
                  <a:lnTo>
                    <a:pt x="311131" y="252112"/>
                  </a:lnTo>
                  <a:lnTo>
                    <a:pt x="313748" y="247512"/>
                  </a:lnTo>
                  <a:lnTo>
                    <a:pt x="316218" y="242831"/>
                  </a:lnTo>
                  <a:lnTo>
                    <a:pt x="318538" y="238074"/>
                  </a:lnTo>
                  <a:lnTo>
                    <a:pt x="320707" y="233246"/>
                  </a:lnTo>
                  <a:lnTo>
                    <a:pt x="322722" y="228352"/>
                  </a:lnTo>
                  <a:lnTo>
                    <a:pt x="324581" y="223397"/>
                  </a:lnTo>
                  <a:lnTo>
                    <a:pt x="326282" y="218385"/>
                  </a:lnTo>
                  <a:lnTo>
                    <a:pt x="327824" y="213322"/>
                  </a:lnTo>
                  <a:lnTo>
                    <a:pt x="329204" y="208213"/>
                  </a:lnTo>
                  <a:lnTo>
                    <a:pt x="330422" y="203062"/>
                  </a:lnTo>
                  <a:lnTo>
                    <a:pt x="331477" y="197876"/>
                  </a:lnTo>
                  <a:lnTo>
                    <a:pt x="332367" y="192658"/>
                  </a:lnTo>
                  <a:lnTo>
                    <a:pt x="333091" y="187416"/>
                  </a:lnTo>
                  <a:lnTo>
                    <a:pt x="333649" y="182153"/>
                  </a:lnTo>
                  <a:lnTo>
                    <a:pt x="334040" y="176874"/>
                  </a:lnTo>
                  <a:lnTo>
                    <a:pt x="334263" y="171586"/>
                  </a:lnTo>
                  <a:lnTo>
                    <a:pt x="334319" y="166294"/>
                  </a:lnTo>
                  <a:lnTo>
                    <a:pt x="334208" y="161003"/>
                  </a:lnTo>
                  <a:lnTo>
                    <a:pt x="333929" y="155717"/>
                  </a:lnTo>
                  <a:lnTo>
                    <a:pt x="333483" y="150444"/>
                  </a:lnTo>
                  <a:lnTo>
                    <a:pt x="332870" y="145187"/>
                  </a:lnTo>
                  <a:lnTo>
                    <a:pt x="332092" y="139952"/>
                  </a:lnTo>
                  <a:lnTo>
                    <a:pt x="331147" y="134744"/>
                  </a:lnTo>
                  <a:lnTo>
                    <a:pt x="330039" y="129569"/>
                  </a:lnTo>
                  <a:lnTo>
                    <a:pt x="328767" y="124431"/>
                  </a:lnTo>
                  <a:lnTo>
                    <a:pt x="327333" y="119337"/>
                  </a:lnTo>
                  <a:lnTo>
                    <a:pt x="325739" y="114290"/>
                  </a:lnTo>
                  <a:lnTo>
                    <a:pt x="323985" y="109296"/>
                  </a:lnTo>
                  <a:lnTo>
                    <a:pt x="322075" y="104360"/>
                  </a:lnTo>
                  <a:lnTo>
                    <a:pt x="320009" y="99488"/>
                  </a:lnTo>
                  <a:lnTo>
                    <a:pt x="317790" y="94683"/>
                  </a:lnTo>
                  <a:lnTo>
                    <a:pt x="315420" y="89951"/>
                  </a:lnTo>
                  <a:lnTo>
                    <a:pt x="312901" y="85296"/>
                  </a:lnTo>
                  <a:lnTo>
                    <a:pt x="310236" y="80723"/>
                  </a:lnTo>
                  <a:lnTo>
                    <a:pt x="307428" y="76237"/>
                  </a:lnTo>
                  <a:lnTo>
                    <a:pt x="304479" y="71842"/>
                  </a:lnTo>
                  <a:lnTo>
                    <a:pt x="301392" y="67542"/>
                  </a:lnTo>
                  <a:lnTo>
                    <a:pt x="298171" y="63343"/>
                  </a:lnTo>
                  <a:lnTo>
                    <a:pt x="294819" y="59247"/>
                  </a:lnTo>
                  <a:lnTo>
                    <a:pt x="291339" y="55260"/>
                  </a:lnTo>
                  <a:lnTo>
                    <a:pt x="287734" y="51385"/>
                  </a:lnTo>
                  <a:lnTo>
                    <a:pt x="284008" y="47626"/>
                  </a:lnTo>
                  <a:lnTo>
                    <a:pt x="280165" y="43986"/>
                  </a:lnTo>
                  <a:lnTo>
                    <a:pt x="276209" y="40471"/>
                  </a:lnTo>
                  <a:lnTo>
                    <a:pt x="272144" y="37082"/>
                  </a:lnTo>
                  <a:lnTo>
                    <a:pt x="267973" y="33823"/>
                  </a:lnTo>
                  <a:lnTo>
                    <a:pt x="263701" y="30699"/>
                  </a:lnTo>
                  <a:lnTo>
                    <a:pt x="259333" y="27711"/>
                  </a:lnTo>
                  <a:lnTo>
                    <a:pt x="254872" y="24862"/>
                  </a:lnTo>
                  <a:lnTo>
                    <a:pt x="250323" y="22157"/>
                  </a:lnTo>
                  <a:lnTo>
                    <a:pt x="245691" y="19597"/>
                  </a:lnTo>
                  <a:lnTo>
                    <a:pt x="240980" y="17185"/>
                  </a:lnTo>
                  <a:lnTo>
                    <a:pt x="236195" y="14923"/>
                  </a:lnTo>
                  <a:lnTo>
                    <a:pt x="231341" y="12813"/>
                  </a:lnTo>
                  <a:lnTo>
                    <a:pt x="226423" y="10859"/>
                  </a:lnTo>
                  <a:lnTo>
                    <a:pt x="221445" y="9061"/>
                  </a:lnTo>
                  <a:lnTo>
                    <a:pt x="216412" y="7422"/>
                  </a:lnTo>
                  <a:lnTo>
                    <a:pt x="211331" y="5942"/>
                  </a:lnTo>
                  <a:lnTo>
                    <a:pt x="206205" y="4625"/>
                  </a:lnTo>
                  <a:lnTo>
                    <a:pt x="201040" y="3470"/>
                  </a:lnTo>
                  <a:lnTo>
                    <a:pt x="195841" y="2479"/>
                  </a:lnTo>
                  <a:lnTo>
                    <a:pt x="190613" y="1654"/>
                  </a:lnTo>
                  <a:lnTo>
                    <a:pt x="185361" y="994"/>
                  </a:lnTo>
                  <a:lnTo>
                    <a:pt x="180092" y="501"/>
                  </a:lnTo>
                  <a:lnTo>
                    <a:pt x="174809" y="17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747"/>
              <a:ext cx="7655" cy="166992"/>
            </a:xfrm>
            <a:custGeom>
              <a:avLst/>
              <a:pathLst>
                <a:path w="7655" h="166992">
                  <a:moveTo>
                    <a:pt x="7655" y="0"/>
                  </a:moveTo>
                  <a:lnTo>
                    <a:pt x="0" y="166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22571"/>
              <a:ext cx="7655" cy="167167"/>
            </a:xfrm>
            <a:custGeom>
              <a:avLst/>
              <a:pathLst>
                <a:path w="7655" h="167167">
                  <a:moveTo>
                    <a:pt x="7655" y="17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378107" y="1071028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2" y="335"/>
                  </a:lnTo>
                  <a:lnTo>
                    <a:pt x="151281" y="754"/>
                  </a:lnTo>
                  <a:lnTo>
                    <a:pt x="146016" y="1341"/>
                  </a:lnTo>
                  <a:lnTo>
                    <a:pt x="140772" y="2094"/>
                  </a:lnTo>
                  <a:lnTo>
                    <a:pt x="135555" y="3013"/>
                  </a:lnTo>
                  <a:lnTo>
                    <a:pt x="130369" y="4096"/>
                  </a:lnTo>
                  <a:lnTo>
                    <a:pt x="125220" y="5344"/>
                  </a:lnTo>
                  <a:lnTo>
                    <a:pt x="120114" y="6754"/>
                  </a:lnTo>
                  <a:lnTo>
                    <a:pt x="115054" y="8325"/>
                  </a:lnTo>
                  <a:lnTo>
                    <a:pt x="110047" y="10055"/>
                  </a:lnTo>
                  <a:lnTo>
                    <a:pt x="105097" y="11944"/>
                  </a:lnTo>
                  <a:lnTo>
                    <a:pt x="100210" y="13988"/>
                  </a:lnTo>
                  <a:lnTo>
                    <a:pt x="95390" y="16186"/>
                  </a:lnTo>
                  <a:lnTo>
                    <a:pt x="90642" y="18536"/>
                  </a:lnTo>
                  <a:lnTo>
                    <a:pt x="85970" y="21035"/>
                  </a:lnTo>
                  <a:lnTo>
                    <a:pt x="81381" y="23680"/>
                  </a:lnTo>
                  <a:lnTo>
                    <a:pt x="76877" y="26470"/>
                  </a:lnTo>
                  <a:lnTo>
                    <a:pt x="72464" y="29401"/>
                  </a:lnTo>
                  <a:lnTo>
                    <a:pt x="68146" y="32471"/>
                  </a:lnTo>
                  <a:lnTo>
                    <a:pt x="63928" y="35676"/>
                  </a:lnTo>
                  <a:lnTo>
                    <a:pt x="59813" y="39013"/>
                  </a:lnTo>
                  <a:lnTo>
                    <a:pt x="55806" y="42478"/>
                  </a:lnTo>
                  <a:lnTo>
                    <a:pt x="51911" y="46069"/>
                  </a:lnTo>
                  <a:lnTo>
                    <a:pt x="48132" y="49781"/>
                  </a:lnTo>
                  <a:lnTo>
                    <a:pt x="44472" y="53612"/>
                  </a:lnTo>
                  <a:lnTo>
                    <a:pt x="40935" y="57556"/>
                  </a:lnTo>
                  <a:lnTo>
                    <a:pt x="37525" y="61610"/>
                  </a:lnTo>
                  <a:lnTo>
                    <a:pt x="34246" y="65771"/>
                  </a:lnTo>
                  <a:lnTo>
                    <a:pt x="31100" y="70033"/>
                  </a:lnTo>
                  <a:lnTo>
                    <a:pt x="28090" y="74393"/>
                  </a:lnTo>
                  <a:lnTo>
                    <a:pt x="25220" y="78846"/>
                  </a:lnTo>
                  <a:lnTo>
                    <a:pt x="22493" y="83388"/>
                  </a:lnTo>
                  <a:lnTo>
                    <a:pt x="19911" y="88014"/>
                  </a:lnTo>
                  <a:lnTo>
                    <a:pt x="17476" y="92719"/>
                  </a:lnTo>
                  <a:lnTo>
                    <a:pt x="15193" y="97499"/>
                  </a:lnTo>
                  <a:lnTo>
                    <a:pt x="13061" y="102349"/>
                  </a:lnTo>
                  <a:lnTo>
                    <a:pt x="11085" y="107264"/>
                  </a:lnTo>
                  <a:lnTo>
                    <a:pt x="9265" y="112240"/>
                  </a:lnTo>
                  <a:lnTo>
                    <a:pt x="7604" y="117270"/>
                  </a:lnTo>
                  <a:lnTo>
                    <a:pt x="6103" y="122351"/>
                  </a:lnTo>
                  <a:lnTo>
                    <a:pt x="4764" y="127477"/>
                  </a:lnTo>
                  <a:lnTo>
                    <a:pt x="3588" y="132642"/>
                  </a:lnTo>
                  <a:lnTo>
                    <a:pt x="2576" y="137842"/>
                  </a:lnTo>
                  <a:lnTo>
                    <a:pt x="1729" y="143072"/>
                  </a:lnTo>
                  <a:lnTo>
                    <a:pt x="1049" y="148326"/>
                  </a:lnTo>
                  <a:lnTo>
                    <a:pt x="535" y="153599"/>
                  </a:lnTo>
                  <a:lnTo>
                    <a:pt x="189" y="158885"/>
                  </a:lnTo>
                  <a:lnTo>
                    <a:pt x="10" y="164180"/>
                  </a:lnTo>
                  <a:lnTo>
                    <a:pt x="0" y="169477"/>
                  </a:lnTo>
                  <a:lnTo>
                    <a:pt x="157" y="174773"/>
                  </a:lnTo>
                  <a:lnTo>
                    <a:pt x="482" y="180060"/>
                  </a:lnTo>
                  <a:lnTo>
                    <a:pt x="974" y="185335"/>
                  </a:lnTo>
                  <a:lnTo>
                    <a:pt x="1633" y="190592"/>
                  </a:lnTo>
                  <a:lnTo>
                    <a:pt x="2458" y="195825"/>
                  </a:lnTo>
                  <a:lnTo>
                    <a:pt x="3449" y="201029"/>
                  </a:lnTo>
                  <a:lnTo>
                    <a:pt x="4604" y="206199"/>
                  </a:lnTo>
                  <a:lnTo>
                    <a:pt x="5923" y="211330"/>
                  </a:lnTo>
                  <a:lnTo>
                    <a:pt x="7403" y="216417"/>
                  </a:lnTo>
                  <a:lnTo>
                    <a:pt x="9044" y="221454"/>
                  </a:lnTo>
                  <a:lnTo>
                    <a:pt x="10843" y="226437"/>
                  </a:lnTo>
                  <a:lnTo>
                    <a:pt x="12800" y="231360"/>
                  </a:lnTo>
                  <a:lnTo>
                    <a:pt x="14912" y="236219"/>
                  </a:lnTo>
                  <a:lnTo>
                    <a:pt x="17176" y="241008"/>
                  </a:lnTo>
                  <a:lnTo>
                    <a:pt x="19591" y="245723"/>
                  </a:lnTo>
                  <a:lnTo>
                    <a:pt x="22155" y="250359"/>
                  </a:lnTo>
                  <a:lnTo>
                    <a:pt x="24863" y="254912"/>
                  </a:lnTo>
                  <a:lnTo>
                    <a:pt x="27715" y="259377"/>
                  </a:lnTo>
                  <a:lnTo>
                    <a:pt x="30707" y="263749"/>
                  </a:lnTo>
                  <a:lnTo>
                    <a:pt x="33836" y="268024"/>
                  </a:lnTo>
                  <a:lnTo>
                    <a:pt x="37099" y="272197"/>
                  </a:lnTo>
                  <a:lnTo>
                    <a:pt x="40492" y="276266"/>
                  </a:lnTo>
                  <a:lnTo>
                    <a:pt x="44013" y="280224"/>
                  </a:lnTo>
                  <a:lnTo>
                    <a:pt x="47657" y="284069"/>
                  </a:lnTo>
                  <a:lnTo>
                    <a:pt x="51422" y="287797"/>
                  </a:lnTo>
                  <a:lnTo>
                    <a:pt x="55302" y="291404"/>
                  </a:lnTo>
                  <a:lnTo>
                    <a:pt x="59295" y="294885"/>
                  </a:lnTo>
                  <a:lnTo>
                    <a:pt x="63396" y="298239"/>
                  </a:lnTo>
                  <a:lnTo>
                    <a:pt x="67601" y="301461"/>
                  </a:lnTo>
                  <a:lnTo>
                    <a:pt x="71907" y="304548"/>
                  </a:lnTo>
                  <a:lnTo>
                    <a:pt x="76308" y="307497"/>
                  </a:lnTo>
                  <a:lnTo>
                    <a:pt x="80800" y="310305"/>
                  </a:lnTo>
                  <a:lnTo>
                    <a:pt x="85379" y="312969"/>
                  </a:lnTo>
                  <a:lnTo>
                    <a:pt x="90040" y="315487"/>
                  </a:lnTo>
                  <a:lnTo>
                    <a:pt x="94779" y="317856"/>
                  </a:lnTo>
                  <a:lnTo>
                    <a:pt x="99590" y="320074"/>
                  </a:lnTo>
                  <a:lnTo>
                    <a:pt x="104469" y="322138"/>
                  </a:lnTo>
                  <a:lnTo>
                    <a:pt x="109411" y="324046"/>
                  </a:lnTo>
                  <a:lnTo>
                    <a:pt x="114411" y="325797"/>
                  </a:lnTo>
                  <a:lnTo>
                    <a:pt x="119464" y="327388"/>
                  </a:lnTo>
                  <a:lnTo>
                    <a:pt x="124565" y="328819"/>
                  </a:lnTo>
                  <a:lnTo>
                    <a:pt x="129709" y="330087"/>
                  </a:lnTo>
                  <a:lnTo>
                    <a:pt x="134890" y="331192"/>
                  </a:lnTo>
                  <a:lnTo>
                    <a:pt x="140104" y="332132"/>
                  </a:lnTo>
                  <a:lnTo>
                    <a:pt x="145344" y="332906"/>
                  </a:lnTo>
                  <a:lnTo>
                    <a:pt x="150607" y="333514"/>
                  </a:lnTo>
                  <a:lnTo>
                    <a:pt x="155887" y="333954"/>
                  </a:lnTo>
                  <a:lnTo>
                    <a:pt x="161177" y="334228"/>
                  </a:lnTo>
                  <a:lnTo>
                    <a:pt x="166474" y="334333"/>
                  </a:lnTo>
                  <a:lnTo>
                    <a:pt x="171771" y="334271"/>
                  </a:lnTo>
                  <a:lnTo>
                    <a:pt x="177064" y="334040"/>
                  </a:lnTo>
                  <a:lnTo>
                    <a:pt x="182347" y="333642"/>
                  </a:lnTo>
                  <a:lnTo>
                    <a:pt x="187614" y="333077"/>
                  </a:lnTo>
                  <a:lnTo>
                    <a:pt x="192861" y="332345"/>
                  </a:lnTo>
                  <a:lnTo>
                    <a:pt x="198082" y="331448"/>
                  </a:lnTo>
                  <a:lnTo>
                    <a:pt x="203272" y="330385"/>
                  </a:lnTo>
                  <a:lnTo>
                    <a:pt x="208426" y="329159"/>
                  </a:lnTo>
                  <a:lnTo>
                    <a:pt x="213538" y="327769"/>
                  </a:lnTo>
                  <a:lnTo>
                    <a:pt x="218604" y="326219"/>
                  </a:lnTo>
                  <a:lnTo>
                    <a:pt x="223618" y="324509"/>
                  </a:lnTo>
                  <a:lnTo>
                    <a:pt x="228575" y="322640"/>
                  </a:lnTo>
                  <a:lnTo>
                    <a:pt x="233471" y="320616"/>
                  </a:lnTo>
                  <a:lnTo>
                    <a:pt x="238300" y="318437"/>
                  </a:lnTo>
                  <a:lnTo>
                    <a:pt x="243058" y="316107"/>
                  </a:lnTo>
                  <a:lnTo>
                    <a:pt x="247739" y="313627"/>
                  </a:lnTo>
                  <a:lnTo>
                    <a:pt x="252339" y="311000"/>
                  </a:lnTo>
                  <a:lnTo>
                    <a:pt x="256854" y="308228"/>
                  </a:lnTo>
                  <a:lnTo>
                    <a:pt x="261279" y="305315"/>
                  </a:lnTo>
                  <a:lnTo>
                    <a:pt x="265609" y="302263"/>
                  </a:lnTo>
                  <a:lnTo>
                    <a:pt x="269841" y="299075"/>
                  </a:lnTo>
                  <a:lnTo>
                    <a:pt x="273969" y="295755"/>
                  </a:lnTo>
                  <a:lnTo>
                    <a:pt x="277990" y="292306"/>
                  </a:lnTo>
                  <a:lnTo>
                    <a:pt x="281899" y="288731"/>
                  </a:lnTo>
                  <a:lnTo>
                    <a:pt x="285694" y="285034"/>
                  </a:lnTo>
                  <a:lnTo>
                    <a:pt x="289369" y="281218"/>
                  </a:lnTo>
                  <a:lnTo>
                    <a:pt x="292922" y="277288"/>
                  </a:lnTo>
                  <a:lnTo>
                    <a:pt x="296348" y="273248"/>
                  </a:lnTo>
                  <a:lnTo>
                    <a:pt x="299644" y="269100"/>
                  </a:lnTo>
                  <a:lnTo>
                    <a:pt x="302808" y="264851"/>
                  </a:lnTo>
                  <a:lnTo>
                    <a:pt x="305835" y="260503"/>
                  </a:lnTo>
                  <a:lnTo>
                    <a:pt x="308723" y="256062"/>
                  </a:lnTo>
                  <a:lnTo>
                    <a:pt x="311469" y="251531"/>
                  </a:lnTo>
                  <a:lnTo>
                    <a:pt x="314069" y="246916"/>
                  </a:lnTo>
                  <a:lnTo>
                    <a:pt x="316523" y="242220"/>
                  </a:lnTo>
                  <a:lnTo>
                    <a:pt x="318826" y="237450"/>
                  </a:lnTo>
                  <a:lnTo>
                    <a:pt x="320977" y="232608"/>
                  </a:lnTo>
                  <a:lnTo>
                    <a:pt x="322973" y="227701"/>
                  </a:lnTo>
                  <a:lnTo>
                    <a:pt x="324813" y="222733"/>
                  </a:lnTo>
                  <a:lnTo>
                    <a:pt x="326495" y="217709"/>
                  </a:lnTo>
                  <a:lnTo>
                    <a:pt x="328016" y="212635"/>
                  </a:lnTo>
                  <a:lnTo>
                    <a:pt x="329376" y="207515"/>
                  </a:lnTo>
                  <a:lnTo>
                    <a:pt x="330573" y="202354"/>
                  </a:lnTo>
                  <a:lnTo>
                    <a:pt x="331606" y="197158"/>
                  </a:lnTo>
                  <a:lnTo>
                    <a:pt x="332474" y="191932"/>
                  </a:lnTo>
                  <a:lnTo>
                    <a:pt x="333176" y="186681"/>
                  </a:lnTo>
                  <a:lnTo>
                    <a:pt x="333711" y="181410"/>
                  </a:lnTo>
                  <a:lnTo>
                    <a:pt x="334078" y="176125"/>
                  </a:lnTo>
                  <a:lnTo>
                    <a:pt x="334278" y="170831"/>
                  </a:lnTo>
                  <a:lnTo>
                    <a:pt x="334310" y="165534"/>
                  </a:lnTo>
                  <a:lnTo>
                    <a:pt x="334175" y="160238"/>
                  </a:lnTo>
                  <a:lnTo>
                    <a:pt x="333871" y="154949"/>
                  </a:lnTo>
                  <a:lnTo>
                    <a:pt x="333400" y="149672"/>
                  </a:lnTo>
                  <a:lnTo>
                    <a:pt x="332763" y="144413"/>
                  </a:lnTo>
                  <a:lnTo>
                    <a:pt x="331958" y="139176"/>
                  </a:lnTo>
                  <a:lnTo>
                    <a:pt x="330989" y="133968"/>
                  </a:lnTo>
                  <a:lnTo>
                    <a:pt x="329854" y="128793"/>
                  </a:lnTo>
                  <a:lnTo>
                    <a:pt x="328557" y="123657"/>
                  </a:lnTo>
                  <a:lnTo>
                    <a:pt x="327097" y="118564"/>
                  </a:lnTo>
                  <a:lnTo>
                    <a:pt x="325477" y="113521"/>
                  </a:lnTo>
                  <a:lnTo>
                    <a:pt x="323697" y="108531"/>
                  </a:lnTo>
                  <a:lnTo>
                    <a:pt x="321761" y="103600"/>
                  </a:lnTo>
                  <a:lnTo>
                    <a:pt x="319669" y="98732"/>
                  </a:lnTo>
                  <a:lnTo>
                    <a:pt x="317424" y="93934"/>
                  </a:lnTo>
                  <a:lnTo>
                    <a:pt x="315028" y="89209"/>
                  </a:lnTo>
                  <a:lnTo>
                    <a:pt x="312483" y="84562"/>
                  </a:lnTo>
                  <a:lnTo>
                    <a:pt x="309793" y="79999"/>
                  </a:lnTo>
                  <a:lnTo>
                    <a:pt x="306959" y="75523"/>
                  </a:lnTo>
                  <a:lnTo>
                    <a:pt x="303985" y="71139"/>
                  </a:lnTo>
                  <a:lnTo>
                    <a:pt x="300873" y="66851"/>
                  </a:lnTo>
                  <a:lnTo>
                    <a:pt x="297627" y="62664"/>
                  </a:lnTo>
                  <a:lnTo>
                    <a:pt x="294251" y="58582"/>
                  </a:lnTo>
                  <a:lnTo>
                    <a:pt x="290746" y="54609"/>
                  </a:lnTo>
                  <a:lnTo>
                    <a:pt x="287117" y="5074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21778"/>
              <a:ext cx="119966" cy="116417"/>
            </a:xfrm>
            <a:custGeom>
              <a:avLst/>
              <a:pathLst>
                <a:path w="119966" h="116417">
                  <a:moveTo>
                    <a:pt x="119966" y="0"/>
                  </a:moveTo>
                  <a:lnTo>
                    <a:pt x="0" y="1164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118699"/>
              <a:ext cx="119966" cy="119496"/>
            </a:xfrm>
            <a:custGeom>
              <a:avLst/>
              <a:pathLst>
                <a:path w="119966" h="119496">
                  <a:moveTo>
                    <a:pt x="119966" y="3079"/>
                  </a:moveTo>
                  <a:lnTo>
                    <a:pt x="116899" y="0"/>
                  </a:lnTo>
                  <a:lnTo>
                    <a:pt x="0" y="1194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071028"/>
              <a:ext cx="116899" cy="167167"/>
            </a:xfrm>
            <a:custGeom>
              <a:avLst/>
              <a:pathLst>
                <a:path w="116899" h="167167">
                  <a:moveTo>
                    <a:pt x="116899" y="47670"/>
                  </a:moveTo>
                  <a:lnTo>
                    <a:pt x="112810" y="43803"/>
                  </a:lnTo>
                  <a:lnTo>
                    <a:pt x="108593" y="40075"/>
                  </a:lnTo>
                  <a:lnTo>
                    <a:pt x="104253" y="36491"/>
                  </a:lnTo>
                  <a:lnTo>
                    <a:pt x="99795" y="33056"/>
                  </a:lnTo>
                  <a:lnTo>
                    <a:pt x="95224" y="29772"/>
                  </a:lnTo>
                  <a:lnTo>
                    <a:pt x="90545" y="26645"/>
                  </a:lnTo>
                  <a:lnTo>
                    <a:pt x="85763" y="23676"/>
                  </a:lnTo>
                  <a:lnTo>
                    <a:pt x="80884" y="20870"/>
                  </a:lnTo>
                  <a:lnTo>
                    <a:pt x="75913" y="18230"/>
                  </a:lnTo>
                  <a:lnTo>
                    <a:pt x="70856" y="15759"/>
                  </a:lnTo>
                  <a:lnTo>
                    <a:pt x="65719" y="13460"/>
                  </a:lnTo>
                  <a:lnTo>
                    <a:pt x="60508" y="11335"/>
                  </a:lnTo>
                  <a:lnTo>
                    <a:pt x="55227" y="9386"/>
                  </a:lnTo>
                  <a:lnTo>
                    <a:pt x="49885" y="7616"/>
                  </a:lnTo>
                  <a:lnTo>
                    <a:pt x="44485" y="6027"/>
                  </a:lnTo>
                  <a:lnTo>
                    <a:pt x="39035" y="4621"/>
                  </a:lnTo>
                  <a:lnTo>
                    <a:pt x="33541" y="3399"/>
                  </a:lnTo>
                  <a:lnTo>
                    <a:pt x="28009" y="2363"/>
                  </a:lnTo>
                  <a:lnTo>
                    <a:pt x="22446" y="1513"/>
                  </a:lnTo>
                  <a:lnTo>
                    <a:pt x="16856" y="852"/>
                  </a:lnTo>
                  <a:lnTo>
                    <a:pt x="11248" y="378"/>
                  </a:lnTo>
                  <a:lnTo>
                    <a:pt x="562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26377" y="941493"/>
              <a:ext cx="97167" cy="167167"/>
            </a:xfrm>
            <a:custGeom>
              <a:avLst/>
              <a:pathLst>
                <a:path w="97167" h="167167">
                  <a:moveTo>
                    <a:pt x="97167" y="0"/>
                  </a:moveTo>
                  <a:lnTo>
                    <a:pt x="91407" y="99"/>
                  </a:lnTo>
                  <a:lnTo>
                    <a:pt x="85655" y="396"/>
                  </a:lnTo>
                  <a:lnTo>
                    <a:pt x="79916" y="892"/>
                  </a:lnTo>
                  <a:lnTo>
                    <a:pt x="74197" y="1585"/>
                  </a:lnTo>
                  <a:lnTo>
                    <a:pt x="68506" y="2475"/>
                  </a:lnTo>
                  <a:lnTo>
                    <a:pt x="62849" y="3560"/>
                  </a:lnTo>
                  <a:lnTo>
                    <a:pt x="57233" y="4839"/>
                  </a:lnTo>
                  <a:lnTo>
                    <a:pt x="51664" y="6312"/>
                  </a:lnTo>
                  <a:lnTo>
                    <a:pt x="46149" y="7975"/>
                  </a:lnTo>
                  <a:lnTo>
                    <a:pt x="40695" y="9827"/>
                  </a:lnTo>
                  <a:lnTo>
                    <a:pt x="35308" y="11866"/>
                  </a:lnTo>
                  <a:lnTo>
                    <a:pt x="29994" y="14089"/>
                  </a:lnTo>
                  <a:lnTo>
                    <a:pt x="24760" y="16494"/>
                  </a:lnTo>
                  <a:lnTo>
                    <a:pt x="19612" y="19079"/>
                  </a:lnTo>
                  <a:lnTo>
                    <a:pt x="14556" y="21838"/>
                  </a:lnTo>
                  <a:lnTo>
                    <a:pt x="9598" y="24771"/>
                  </a:lnTo>
                  <a:lnTo>
                    <a:pt x="4744" y="27872"/>
                  </a:lnTo>
                  <a:lnTo>
                    <a:pt x="0" y="31139"/>
                  </a:lnTo>
                  <a:lnTo>
                    <a:pt x="9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26377" y="972633"/>
              <a:ext cx="97167" cy="136027"/>
            </a:xfrm>
            <a:custGeom>
              <a:avLst/>
              <a:pathLst>
                <a:path w="97167" h="136027">
                  <a:moveTo>
                    <a:pt x="0" y="0"/>
                  </a:moveTo>
                  <a:lnTo>
                    <a:pt x="97167" y="136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856377" y="972633"/>
              <a:ext cx="334332" cy="303182"/>
            </a:xfrm>
            <a:custGeom>
              <a:avLst/>
              <a:pathLst>
                <a:path w="334332" h="303182">
                  <a:moveTo>
                    <a:pt x="69999" y="0"/>
                  </a:moveTo>
                  <a:lnTo>
                    <a:pt x="65729" y="3154"/>
                  </a:lnTo>
                  <a:lnTo>
                    <a:pt x="61560" y="6442"/>
                  </a:lnTo>
                  <a:lnTo>
                    <a:pt x="57498" y="9861"/>
                  </a:lnTo>
                  <a:lnTo>
                    <a:pt x="53547" y="13408"/>
                  </a:lnTo>
                  <a:lnTo>
                    <a:pt x="49710" y="17078"/>
                  </a:lnTo>
                  <a:lnTo>
                    <a:pt x="45992" y="20868"/>
                  </a:lnTo>
                  <a:lnTo>
                    <a:pt x="42396" y="24774"/>
                  </a:lnTo>
                  <a:lnTo>
                    <a:pt x="38925" y="28793"/>
                  </a:lnTo>
                  <a:lnTo>
                    <a:pt x="35585" y="32920"/>
                  </a:lnTo>
                  <a:lnTo>
                    <a:pt x="32377" y="37150"/>
                  </a:lnTo>
                  <a:lnTo>
                    <a:pt x="29305" y="41481"/>
                  </a:lnTo>
                  <a:lnTo>
                    <a:pt x="26372" y="45906"/>
                  </a:lnTo>
                  <a:lnTo>
                    <a:pt x="23581" y="50423"/>
                  </a:lnTo>
                  <a:lnTo>
                    <a:pt x="20934" y="55026"/>
                  </a:lnTo>
                  <a:lnTo>
                    <a:pt x="18436" y="59711"/>
                  </a:lnTo>
                  <a:lnTo>
                    <a:pt x="16087" y="64473"/>
                  </a:lnTo>
                  <a:lnTo>
                    <a:pt x="13891" y="69307"/>
                  </a:lnTo>
                  <a:lnTo>
                    <a:pt x="11850" y="74208"/>
                  </a:lnTo>
                  <a:lnTo>
                    <a:pt x="9965" y="79172"/>
                  </a:lnTo>
                  <a:lnTo>
                    <a:pt x="8238" y="84193"/>
                  </a:lnTo>
                  <a:lnTo>
                    <a:pt x="6672" y="89266"/>
                  </a:lnTo>
                  <a:lnTo>
                    <a:pt x="5268" y="94386"/>
                  </a:lnTo>
                  <a:lnTo>
                    <a:pt x="4028" y="99549"/>
                  </a:lnTo>
                  <a:lnTo>
                    <a:pt x="2951" y="104748"/>
                  </a:lnTo>
                  <a:lnTo>
                    <a:pt x="2041" y="109979"/>
                  </a:lnTo>
                  <a:lnTo>
                    <a:pt x="1297" y="115236"/>
                  </a:lnTo>
                  <a:lnTo>
                    <a:pt x="720" y="120514"/>
                  </a:lnTo>
                  <a:lnTo>
                    <a:pt x="312" y="125808"/>
                  </a:lnTo>
                  <a:lnTo>
                    <a:pt x="71" y="131112"/>
                  </a:lnTo>
                  <a:lnTo>
                    <a:pt x="0" y="136421"/>
                  </a:lnTo>
                  <a:lnTo>
                    <a:pt x="96" y="141729"/>
                  </a:lnTo>
                  <a:lnTo>
                    <a:pt x="362" y="147032"/>
                  </a:lnTo>
                  <a:lnTo>
                    <a:pt x="795" y="152324"/>
                  </a:lnTo>
                  <a:lnTo>
                    <a:pt x="1397" y="157599"/>
                  </a:lnTo>
                  <a:lnTo>
                    <a:pt x="2165" y="162853"/>
                  </a:lnTo>
                  <a:lnTo>
                    <a:pt x="3101" y="168079"/>
                  </a:lnTo>
                  <a:lnTo>
                    <a:pt x="4201" y="173273"/>
                  </a:lnTo>
                  <a:lnTo>
                    <a:pt x="5466" y="178430"/>
                  </a:lnTo>
                  <a:lnTo>
                    <a:pt x="6894" y="183544"/>
                  </a:lnTo>
                  <a:lnTo>
                    <a:pt x="8484" y="188609"/>
                  </a:lnTo>
                  <a:lnTo>
                    <a:pt x="10234" y="193622"/>
                  </a:lnTo>
                  <a:lnTo>
                    <a:pt x="12142" y="198577"/>
                  </a:lnTo>
                  <a:lnTo>
                    <a:pt x="14207" y="203469"/>
                  </a:lnTo>
                  <a:lnTo>
                    <a:pt x="16426" y="208292"/>
                  </a:lnTo>
                  <a:lnTo>
                    <a:pt x="18797" y="213043"/>
                  </a:lnTo>
                  <a:lnTo>
                    <a:pt x="21318" y="217716"/>
                  </a:lnTo>
                  <a:lnTo>
                    <a:pt x="23985" y="222306"/>
                  </a:lnTo>
                  <a:lnTo>
                    <a:pt x="26798" y="226810"/>
                  </a:lnTo>
                  <a:lnTo>
                    <a:pt x="29751" y="231222"/>
                  </a:lnTo>
                  <a:lnTo>
                    <a:pt x="32844" y="235538"/>
                  </a:lnTo>
                  <a:lnTo>
                    <a:pt x="36072" y="239753"/>
                  </a:lnTo>
                  <a:lnTo>
                    <a:pt x="39432" y="243864"/>
                  </a:lnTo>
                  <a:lnTo>
                    <a:pt x="42921" y="247866"/>
                  </a:lnTo>
                  <a:lnTo>
                    <a:pt x="46535" y="251756"/>
                  </a:lnTo>
                  <a:lnTo>
                    <a:pt x="50271" y="255528"/>
                  </a:lnTo>
                  <a:lnTo>
                    <a:pt x="54125" y="259180"/>
                  </a:lnTo>
                  <a:lnTo>
                    <a:pt x="58093" y="262708"/>
                  </a:lnTo>
                  <a:lnTo>
                    <a:pt x="62171" y="266108"/>
                  </a:lnTo>
                  <a:lnTo>
                    <a:pt x="66355" y="269377"/>
                  </a:lnTo>
                  <a:lnTo>
                    <a:pt x="70641" y="272511"/>
                  </a:lnTo>
                  <a:lnTo>
                    <a:pt x="75024" y="275507"/>
                  </a:lnTo>
                  <a:lnTo>
                    <a:pt x="79500" y="278363"/>
                  </a:lnTo>
                  <a:lnTo>
                    <a:pt x="84065" y="281076"/>
                  </a:lnTo>
                  <a:lnTo>
                    <a:pt x="88713" y="283641"/>
                  </a:lnTo>
                  <a:lnTo>
                    <a:pt x="93440" y="286058"/>
                  </a:lnTo>
                  <a:lnTo>
                    <a:pt x="98242" y="288324"/>
                  </a:lnTo>
                  <a:lnTo>
                    <a:pt x="103113" y="290436"/>
                  </a:lnTo>
                  <a:lnTo>
                    <a:pt x="108049" y="292392"/>
                  </a:lnTo>
                  <a:lnTo>
                    <a:pt x="113045" y="294191"/>
                  </a:lnTo>
                  <a:lnTo>
                    <a:pt x="118095" y="295830"/>
                  </a:lnTo>
                  <a:lnTo>
                    <a:pt x="123195" y="297308"/>
                  </a:lnTo>
                  <a:lnTo>
                    <a:pt x="128339" y="298623"/>
                  </a:lnTo>
                  <a:lnTo>
                    <a:pt x="133522" y="299774"/>
                  </a:lnTo>
                  <a:lnTo>
                    <a:pt x="138739" y="300760"/>
                  </a:lnTo>
                  <a:lnTo>
                    <a:pt x="143985" y="301579"/>
                  </a:lnTo>
                  <a:lnTo>
                    <a:pt x="149254" y="302232"/>
                  </a:lnTo>
                  <a:lnTo>
                    <a:pt x="154541" y="302717"/>
                  </a:lnTo>
                  <a:lnTo>
                    <a:pt x="159841" y="303034"/>
                  </a:lnTo>
                  <a:lnTo>
                    <a:pt x="165149" y="303182"/>
                  </a:lnTo>
                  <a:lnTo>
                    <a:pt x="170458" y="303162"/>
                  </a:lnTo>
                  <a:lnTo>
                    <a:pt x="175764" y="302973"/>
                  </a:lnTo>
                  <a:lnTo>
                    <a:pt x="181062" y="302616"/>
                  </a:lnTo>
                  <a:lnTo>
                    <a:pt x="186345" y="302091"/>
                  </a:lnTo>
                  <a:lnTo>
                    <a:pt x="191609" y="301398"/>
                  </a:lnTo>
                  <a:lnTo>
                    <a:pt x="196848" y="300538"/>
                  </a:lnTo>
                  <a:lnTo>
                    <a:pt x="202058" y="299513"/>
                  </a:lnTo>
                  <a:lnTo>
                    <a:pt x="207232" y="298322"/>
                  </a:lnTo>
                  <a:lnTo>
                    <a:pt x="212366" y="296968"/>
                  </a:lnTo>
                  <a:lnTo>
                    <a:pt x="217454" y="295451"/>
                  </a:lnTo>
                  <a:lnTo>
                    <a:pt x="222492" y="293774"/>
                  </a:lnTo>
                  <a:lnTo>
                    <a:pt x="227474" y="291937"/>
                  </a:lnTo>
                  <a:lnTo>
                    <a:pt x="232394" y="289944"/>
                  </a:lnTo>
                  <a:lnTo>
                    <a:pt x="237249" y="287794"/>
                  </a:lnTo>
                  <a:lnTo>
                    <a:pt x="242034" y="285492"/>
                  </a:lnTo>
                  <a:lnTo>
                    <a:pt x="246743" y="283039"/>
                  </a:lnTo>
                  <a:lnTo>
                    <a:pt x="251371" y="280438"/>
                  </a:lnTo>
                  <a:lnTo>
                    <a:pt x="255915" y="277691"/>
                  </a:lnTo>
                  <a:lnTo>
                    <a:pt x="260369" y="274801"/>
                  </a:lnTo>
                  <a:lnTo>
                    <a:pt x="264729" y="271771"/>
                  </a:lnTo>
                  <a:lnTo>
                    <a:pt x="268991" y="268605"/>
                  </a:lnTo>
                  <a:lnTo>
                    <a:pt x="273150" y="265304"/>
                  </a:lnTo>
                  <a:lnTo>
                    <a:pt x="277202" y="261873"/>
                  </a:lnTo>
                  <a:lnTo>
                    <a:pt x="281143" y="258315"/>
                  </a:lnTo>
                  <a:lnTo>
                    <a:pt x="284969" y="254634"/>
                  </a:lnTo>
                  <a:lnTo>
                    <a:pt x="288676" y="250833"/>
                  </a:lnTo>
                  <a:lnTo>
                    <a:pt x="292261" y="246916"/>
                  </a:lnTo>
                  <a:lnTo>
                    <a:pt x="295719" y="242888"/>
                  </a:lnTo>
                  <a:lnTo>
                    <a:pt x="299048" y="238751"/>
                  </a:lnTo>
                  <a:lnTo>
                    <a:pt x="302244" y="234511"/>
                  </a:lnTo>
                  <a:lnTo>
                    <a:pt x="305303" y="230172"/>
                  </a:lnTo>
                  <a:lnTo>
                    <a:pt x="308223" y="225738"/>
                  </a:lnTo>
                  <a:lnTo>
                    <a:pt x="311001" y="221213"/>
                  </a:lnTo>
                  <a:lnTo>
                    <a:pt x="313634" y="216602"/>
                  </a:lnTo>
                  <a:lnTo>
                    <a:pt x="316119" y="211910"/>
                  </a:lnTo>
                  <a:lnTo>
                    <a:pt x="318453" y="207141"/>
                  </a:lnTo>
                  <a:lnTo>
                    <a:pt x="320635" y="202301"/>
                  </a:lnTo>
                  <a:lnTo>
                    <a:pt x="322663" y="197394"/>
                  </a:lnTo>
                  <a:lnTo>
                    <a:pt x="324533" y="192425"/>
                  </a:lnTo>
                  <a:lnTo>
                    <a:pt x="326245" y="187399"/>
                  </a:lnTo>
                  <a:lnTo>
                    <a:pt x="327796" y="182321"/>
                  </a:lnTo>
                  <a:lnTo>
                    <a:pt x="329185" y="177196"/>
                  </a:lnTo>
                  <a:lnTo>
                    <a:pt x="330411" y="172030"/>
                  </a:lnTo>
                  <a:lnTo>
                    <a:pt x="331472" y="166828"/>
                  </a:lnTo>
                  <a:lnTo>
                    <a:pt x="332367" y="161595"/>
                  </a:lnTo>
                  <a:lnTo>
                    <a:pt x="333096" y="156335"/>
                  </a:lnTo>
                  <a:lnTo>
                    <a:pt x="333657" y="151056"/>
                  </a:lnTo>
                  <a:lnTo>
                    <a:pt x="334050" y="145761"/>
                  </a:lnTo>
                  <a:lnTo>
                    <a:pt x="334275" y="140456"/>
                  </a:lnTo>
                  <a:lnTo>
                    <a:pt x="334332" y="135147"/>
                  </a:lnTo>
                  <a:lnTo>
                    <a:pt x="334219" y="129839"/>
                  </a:lnTo>
                  <a:lnTo>
                    <a:pt x="333939" y="124537"/>
                  </a:lnTo>
                  <a:lnTo>
                    <a:pt x="333490" y="119246"/>
                  </a:lnTo>
                  <a:lnTo>
                    <a:pt x="332873" y="113973"/>
                  </a:lnTo>
                  <a:lnTo>
                    <a:pt x="332089" y="108721"/>
                  </a:lnTo>
                  <a:lnTo>
                    <a:pt x="331138" y="103498"/>
                  </a:lnTo>
                  <a:lnTo>
                    <a:pt x="330023" y="98307"/>
                  </a:lnTo>
                  <a:lnTo>
                    <a:pt x="328743" y="93154"/>
                  </a:lnTo>
                  <a:lnTo>
                    <a:pt x="327300" y="88044"/>
                  </a:lnTo>
                  <a:lnTo>
                    <a:pt x="325695" y="82983"/>
                  </a:lnTo>
                  <a:lnTo>
                    <a:pt x="323930" y="77975"/>
                  </a:lnTo>
                  <a:lnTo>
                    <a:pt x="322008" y="73026"/>
                  </a:lnTo>
                  <a:lnTo>
                    <a:pt x="319929" y="68141"/>
                  </a:lnTo>
                  <a:lnTo>
                    <a:pt x="317696" y="63324"/>
                  </a:lnTo>
                  <a:lnTo>
                    <a:pt x="315311" y="58580"/>
                  </a:lnTo>
                  <a:lnTo>
                    <a:pt x="312777" y="53914"/>
                  </a:lnTo>
                  <a:lnTo>
                    <a:pt x="310096" y="49332"/>
                  </a:lnTo>
                  <a:lnTo>
                    <a:pt x="307271" y="44836"/>
                  </a:lnTo>
                  <a:lnTo>
                    <a:pt x="304304" y="40433"/>
                  </a:lnTo>
                  <a:lnTo>
                    <a:pt x="301199" y="36126"/>
                  </a:lnTo>
                  <a:lnTo>
                    <a:pt x="297959" y="31920"/>
                  </a:lnTo>
                  <a:lnTo>
                    <a:pt x="294587" y="27819"/>
                  </a:lnTo>
                  <a:lnTo>
                    <a:pt x="291086" y="23827"/>
                  </a:lnTo>
                  <a:lnTo>
                    <a:pt x="287460" y="19948"/>
                  </a:lnTo>
                  <a:lnTo>
                    <a:pt x="283713" y="16186"/>
                  </a:lnTo>
                  <a:lnTo>
                    <a:pt x="279849" y="12546"/>
                  </a:lnTo>
                  <a:lnTo>
                    <a:pt x="275870" y="9029"/>
                  </a:lnTo>
                  <a:lnTo>
                    <a:pt x="271782" y="5641"/>
                  </a:lnTo>
                  <a:lnTo>
                    <a:pt x="267589" y="2385"/>
                  </a:lnTo>
                  <a:lnTo>
                    <a:pt x="167166" y="136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023544" y="941493"/>
              <a:ext cx="100422" cy="167167"/>
            </a:xfrm>
            <a:custGeom>
              <a:avLst/>
              <a:pathLst>
                <a:path w="100422" h="167167">
                  <a:moveTo>
                    <a:pt x="100422" y="33525"/>
                  </a:moveTo>
                  <a:lnTo>
                    <a:pt x="95832" y="30196"/>
                  </a:lnTo>
                  <a:lnTo>
                    <a:pt x="91133" y="27025"/>
                  </a:lnTo>
                  <a:lnTo>
                    <a:pt x="86328" y="24015"/>
                  </a:lnTo>
                  <a:lnTo>
                    <a:pt x="81424" y="21170"/>
                  </a:lnTo>
                  <a:lnTo>
                    <a:pt x="76426" y="18493"/>
                  </a:lnTo>
                  <a:lnTo>
                    <a:pt x="71341" y="15987"/>
                  </a:lnTo>
                  <a:lnTo>
                    <a:pt x="66173" y="13655"/>
                  </a:lnTo>
                  <a:lnTo>
                    <a:pt x="60930" y="11499"/>
                  </a:lnTo>
                  <a:lnTo>
                    <a:pt x="55616" y="9523"/>
                  </a:lnTo>
                  <a:lnTo>
                    <a:pt x="50238" y="7727"/>
                  </a:lnTo>
                  <a:lnTo>
                    <a:pt x="44803" y="6115"/>
                  </a:lnTo>
                  <a:lnTo>
                    <a:pt x="39316" y="4689"/>
                  </a:lnTo>
                  <a:lnTo>
                    <a:pt x="33784" y="3449"/>
                  </a:lnTo>
                  <a:lnTo>
                    <a:pt x="28212" y="2397"/>
                  </a:lnTo>
                  <a:lnTo>
                    <a:pt x="22609" y="1536"/>
                  </a:lnTo>
                  <a:lnTo>
                    <a:pt x="16979" y="864"/>
                  </a:lnTo>
                  <a:lnTo>
                    <a:pt x="11330" y="384"/>
                  </a:lnTo>
                  <a:lnTo>
                    <a:pt x="566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19051" y="941493"/>
              <a:ext cx="167163" cy="189709"/>
            </a:xfrm>
            <a:custGeom>
              <a:avLst/>
              <a:pathLst>
                <a:path w="167163" h="189709">
                  <a:moveTo>
                    <a:pt x="167163" y="0"/>
                  </a:moveTo>
                  <a:lnTo>
                    <a:pt x="161783" y="86"/>
                  </a:lnTo>
                  <a:lnTo>
                    <a:pt x="156409" y="346"/>
                  </a:lnTo>
                  <a:lnTo>
                    <a:pt x="151045" y="778"/>
                  </a:lnTo>
                  <a:lnTo>
                    <a:pt x="145699" y="1383"/>
                  </a:lnTo>
                  <a:lnTo>
                    <a:pt x="140374" y="2160"/>
                  </a:lnTo>
                  <a:lnTo>
                    <a:pt x="135077" y="3108"/>
                  </a:lnTo>
                  <a:lnTo>
                    <a:pt x="129814" y="4225"/>
                  </a:lnTo>
                  <a:lnTo>
                    <a:pt x="124589" y="5512"/>
                  </a:lnTo>
                  <a:lnTo>
                    <a:pt x="119408" y="6966"/>
                  </a:lnTo>
                  <a:lnTo>
                    <a:pt x="114277" y="8586"/>
                  </a:lnTo>
                  <a:lnTo>
                    <a:pt x="109201" y="10370"/>
                  </a:lnTo>
                  <a:lnTo>
                    <a:pt x="104184" y="12317"/>
                  </a:lnTo>
                  <a:lnTo>
                    <a:pt x="99233" y="14424"/>
                  </a:lnTo>
                  <a:lnTo>
                    <a:pt x="94353" y="16689"/>
                  </a:lnTo>
                  <a:lnTo>
                    <a:pt x="89547" y="19111"/>
                  </a:lnTo>
                  <a:lnTo>
                    <a:pt x="84822" y="21685"/>
                  </a:lnTo>
                  <a:lnTo>
                    <a:pt x="80183" y="24411"/>
                  </a:lnTo>
                  <a:lnTo>
                    <a:pt x="75633" y="27284"/>
                  </a:lnTo>
                  <a:lnTo>
                    <a:pt x="71179" y="30302"/>
                  </a:lnTo>
                  <a:lnTo>
                    <a:pt x="66824" y="33462"/>
                  </a:lnTo>
                  <a:lnTo>
                    <a:pt x="62573" y="36761"/>
                  </a:lnTo>
                  <a:lnTo>
                    <a:pt x="58430" y="40195"/>
                  </a:lnTo>
                  <a:lnTo>
                    <a:pt x="54400" y="43760"/>
                  </a:lnTo>
                  <a:lnTo>
                    <a:pt x="50486" y="47453"/>
                  </a:lnTo>
                  <a:lnTo>
                    <a:pt x="46694" y="51270"/>
                  </a:lnTo>
                  <a:lnTo>
                    <a:pt x="43026" y="55208"/>
                  </a:lnTo>
                  <a:lnTo>
                    <a:pt x="39487" y="59261"/>
                  </a:lnTo>
                  <a:lnTo>
                    <a:pt x="36080" y="63426"/>
                  </a:lnTo>
                  <a:lnTo>
                    <a:pt x="32810" y="67698"/>
                  </a:lnTo>
                  <a:lnTo>
                    <a:pt x="29678" y="72074"/>
                  </a:lnTo>
                  <a:lnTo>
                    <a:pt x="26689" y="76548"/>
                  </a:lnTo>
                  <a:lnTo>
                    <a:pt x="23845" y="81116"/>
                  </a:lnTo>
                  <a:lnTo>
                    <a:pt x="21150" y="85773"/>
                  </a:lnTo>
                  <a:lnTo>
                    <a:pt x="18606" y="90515"/>
                  </a:lnTo>
                  <a:lnTo>
                    <a:pt x="16216" y="95336"/>
                  </a:lnTo>
                  <a:lnTo>
                    <a:pt x="13982" y="100231"/>
                  </a:lnTo>
                  <a:lnTo>
                    <a:pt x="11907" y="105196"/>
                  </a:lnTo>
                  <a:lnTo>
                    <a:pt x="9993" y="110225"/>
                  </a:lnTo>
                  <a:lnTo>
                    <a:pt x="8242" y="115313"/>
                  </a:lnTo>
                  <a:lnTo>
                    <a:pt x="6655" y="120454"/>
                  </a:lnTo>
                  <a:lnTo>
                    <a:pt x="5235" y="125644"/>
                  </a:lnTo>
                  <a:lnTo>
                    <a:pt x="3982" y="130877"/>
                  </a:lnTo>
                  <a:lnTo>
                    <a:pt x="2899" y="136148"/>
                  </a:lnTo>
                  <a:lnTo>
                    <a:pt x="1986" y="141451"/>
                  </a:lnTo>
                  <a:lnTo>
                    <a:pt x="1244" y="146780"/>
                  </a:lnTo>
                  <a:lnTo>
                    <a:pt x="674" y="152131"/>
                  </a:lnTo>
                  <a:lnTo>
                    <a:pt x="276" y="157497"/>
                  </a:lnTo>
                  <a:lnTo>
                    <a:pt x="51" y="162873"/>
                  </a:lnTo>
                  <a:lnTo>
                    <a:pt x="0" y="168253"/>
                  </a:lnTo>
                  <a:lnTo>
                    <a:pt x="121" y="173633"/>
                  </a:lnTo>
                  <a:lnTo>
                    <a:pt x="416" y="179006"/>
                  </a:lnTo>
                  <a:lnTo>
                    <a:pt x="883" y="184366"/>
                  </a:lnTo>
                  <a:lnTo>
                    <a:pt x="1523" y="18970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20575" y="1108660"/>
              <a:ext cx="165640" cy="165039"/>
            </a:xfrm>
            <a:custGeom>
              <a:avLst/>
              <a:pathLst>
                <a:path w="165640" h="165039">
                  <a:moveTo>
                    <a:pt x="0" y="22541"/>
                  </a:moveTo>
                  <a:lnTo>
                    <a:pt x="825" y="27947"/>
                  </a:lnTo>
                  <a:lnTo>
                    <a:pt x="1828" y="33323"/>
                  </a:lnTo>
                  <a:lnTo>
                    <a:pt x="3005" y="38663"/>
                  </a:lnTo>
                  <a:lnTo>
                    <a:pt x="4357" y="43962"/>
                  </a:lnTo>
                  <a:lnTo>
                    <a:pt x="5881" y="49213"/>
                  </a:lnTo>
                  <a:lnTo>
                    <a:pt x="7576" y="54412"/>
                  </a:lnTo>
                  <a:lnTo>
                    <a:pt x="9441" y="59553"/>
                  </a:lnTo>
                  <a:lnTo>
                    <a:pt x="11472" y="64630"/>
                  </a:lnTo>
                  <a:lnTo>
                    <a:pt x="13668" y="69638"/>
                  </a:lnTo>
                  <a:lnTo>
                    <a:pt x="16027" y="74572"/>
                  </a:lnTo>
                  <a:lnTo>
                    <a:pt x="18547" y="79425"/>
                  </a:lnTo>
                  <a:lnTo>
                    <a:pt x="21223" y="84194"/>
                  </a:lnTo>
                  <a:lnTo>
                    <a:pt x="24054" y="88872"/>
                  </a:lnTo>
                  <a:lnTo>
                    <a:pt x="27037" y="93456"/>
                  </a:lnTo>
                  <a:lnTo>
                    <a:pt x="30168" y="97939"/>
                  </a:lnTo>
                  <a:lnTo>
                    <a:pt x="33443" y="102318"/>
                  </a:lnTo>
                  <a:lnTo>
                    <a:pt x="36861" y="106587"/>
                  </a:lnTo>
                  <a:lnTo>
                    <a:pt x="40416" y="110742"/>
                  </a:lnTo>
                  <a:lnTo>
                    <a:pt x="44105" y="114778"/>
                  </a:lnTo>
                  <a:lnTo>
                    <a:pt x="47924" y="118692"/>
                  </a:lnTo>
                  <a:lnTo>
                    <a:pt x="51869" y="122479"/>
                  </a:lnTo>
                  <a:lnTo>
                    <a:pt x="55936" y="126134"/>
                  </a:lnTo>
                  <a:lnTo>
                    <a:pt x="60120" y="129655"/>
                  </a:lnTo>
                  <a:lnTo>
                    <a:pt x="64418" y="133037"/>
                  </a:lnTo>
                  <a:lnTo>
                    <a:pt x="68823" y="136277"/>
                  </a:lnTo>
                  <a:lnTo>
                    <a:pt x="73332" y="139370"/>
                  </a:lnTo>
                  <a:lnTo>
                    <a:pt x="77940" y="142315"/>
                  </a:lnTo>
                  <a:lnTo>
                    <a:pt x="82642" y="145107"/>
                  </a:lnTo>
                  <a:lnTo>
                    <a:pt x="87432" y="147744"/>
                  </a:lnTo>
                  <a:lnTo>
                    <a:pt x="92307" y="150223"/>
                  </a:lnTo>
                  <a:lnTo>
                    <a:pt x="97259" y="152541"/>
                  </a:lnTo>
                  <a:lnTo>
                    <a:pt x="102285" y="154696"/>
                  </a:lnTo>
                  <a:lnTo>
                    <a:pt x="107379" y="156686"/>
                  </a:lnTo>
                  <a:lnTo>
                    <a:pt x="112535" y="158508"/>
                  </a:lnTo>
                  <a:lnTo>
                    <a:pt x="117748" y="160160"/>
                  </a:lnTo>
                  <a:lnTo>
                    <a:pt x="123012" y="161640"/>
                  </a:lnTo>
                  <a:lnTo>
                    <a:pt x="128322" y="162948"/>
                  </a:lnTo>
                  <a:lnTo>
                    <a:pt x="133671" y="164082"/>
                  </a:lnTo>
                  <a:lnTo>
                    <a:pt x="139055" y="165039"/>
                  </a:lnTo>
                  <a:lnTo>
                    <a:pt x="16564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459630" y="941493"/>
              <a:ext cx="193732" cy="334334"/>
            </a:xfrm>
            <a:custGeom>
              <a:avLst/>
              <a:pathLst>
                <a:path w="193732" h="334334">
                  <a:moveTo>
                    <a:pt x="0" y="332207"/>
                  </a:moveTo>
                  <a:lnTo>
                    <a:pt x="5251" y="332968"/>
                  </a:lnTo>
                  <a:lnTo>
                    <a:pt x="10524" y="333561"/>
                  </a:lnTo>
                  <a:lnTo>
                    <a:pt x="15813" y="333987"/>
                  </a:lnTo>
                  <a:lnTo>
                    <a:pt x="21113" y="334245"/>
                  </a:lnTo>
                  <a:lnTo>
                    <a:pt x="26418" y="334334"/>
                  </a:lnTo>
                  <a:lnTo>
                    <a:pt x="31724" y="334255"/>
                  </a:lnTo>
                  <a:lnTo>
                    <a:pt x="37024" y="334008"/>
                  </a:lnTo>
                  <a:lnTo>
                    <a:pt x="42314" y="333593"/>
                  </a:lnTo>
                  <a:lnTo>
                    <a:pt x="47588" y="333010"/>
                  </a:lnTo>
                  <a:lnTo>
                    <a:pt x="52841" y="332259"/>
                  </a:lnTo>
                  <a:lnTo>
                    <a:pt x="58068" y="331343"/>
                  </a:lnTo>
                  <a:lnTo>
                    <a:pt x="63263" y="330261"/>
                  </a:lnTo>
                  <a:lnTo>
                    <a:pt x="68420" y="329015"/>
                  </a:lnTo>
                  <a:lnTo>
                    <a:pt x="73536" y="327605"/>
                  </a:lnTo>
                  <a:lnTo>
                    <a:pt x="78604" y="326034"/>
                  </a:lnTo>
                  <a:lnTo>
                    <a:pt x="83620" y="324303"/>
                  </a:lnTo>
                  <a:lnTo>
                    <a:pt x="88579" y="322414"/>
                  </a:lnTo>
                  <a:lnTo>
                    <a:pt x="93475" y="320368"/>
                  </a:lnTo>
                  <a:lnTo>
                    <a:pt x="98303" y="318168"/>
                  </a:lnTo>
                  <a:lnTo>
                    <a:pt x="103060" y="315816"/>
                  </a:lnTo>
                  <a:lnTo>
                    <a:pt x="107739" y="313314"/>
                  </a:lnTo>
                  <a:lnTo>
                    <a:pt x="112337" y="310664"/>
                  </a:lnTo>
                  <a:lnTo>
                    <a:pt x="116848" y="307871"/>
                  </a:lnTo>
                  <a:lnTo>
                    <a:pt x="121268" y="304935"/>
                  </a:lnTo>
                  <a:lnTo>
                    <a:pt x="125593" y="301860"/>
                  </a:lnTo>
                  <a:lnTo>
                    <a:pt x="129818" y="298650"/>
                  </a:lnTo>
                  <a:lnTo>
                    <a:pt x="133939" y="295308"/>
                  </a:lnTo>
                  <a:lnTo>
                    <a:pt x="137952" y="291836"/>
                  </a:lnTo>
                  <a:lnTo>
                    <a:pt x="141852" y="288239"/>
                  </a:lnTo>
                  <a:lnTo>
                    <a:pt x="145637" y="284519"/>
                  </a:lnTo>
                  <a:lnTo>
                    <a:pt x="149301" y="280682"/>
                  </a:lnTo>
                  <a:lnTo>
                    <a:pt x="152842" y="276730"/>
                  </a:lnTo>
                  <a:lnTo>
                    <a:pt x="156256" y="272667"/>
                  </a:lnTo>
                  <a:lnTo>
                    <a:pt x="159539" y="268499"/>
                  </a:lnTo>
                  <a:lnTo>
                    <a:pt x="162688" y="264228"/>
                  </a:lnTo>
                  <a:lnTo>
                    <a:pt x="165700" y="259859"/>
                  </a:lnTo>
                  <a:lnTo>
                    <a:pt x="168572" y="255397"/>
                  </a:lnTo>
                  <a:lnTo>
                    <a:pt x="171300" y="250847"/>
                  </a:lnTo>
                  <a:lnTo>
                    <a:pt x="173883" y="246211"/>
                  </a:lnTo>
                  <a:lnTo>
                    <a:pt x="176318" y="241497"/>
                  </a:lnTo>
                  <a:lnTo>
                    <a:pt x="178601" y="236707"/>
                  </a:lnTo>
                  <a:lnTo>
                    <a:pt x="180732" y="231847"/>
                  </a:lnTo>
                  <a:lnTo>
                    <a:pt x="182707" y="226922"/>
                  </a:lnTo>
                  <a:lnTo>
                    <a:pt x="184525" y="221937"/>
                  </a:lnTo>
                  <a:lnTo>
                    <a:pt x="186184" y="216897"/>
                  </a:lnTo>
                  <a:lnTo>
                    <a:pt x="187682" y="211807"/>
                  </a:lnTo>
                  <a:lnTo>
                    <a:pt x="189017" y="206671"/>
                  </a:lnTo>
                  <a:lnTo>
                    <a:pt x="190189" y="201496"/>
                  </a:lnTo>
                  <a:lnTo>
                    <a:pt x="191196" y="196286"/>
                  </a:lnTo>
                  <a:lnTo>
                    <a:pt x="192038" y="191047"/>
                  </a:lnTo>
                  <a:lnTo>
                    <a:pt x="192712" y="185784"/>
                  </a:lnTo>
                  <a:lnTo>
                    <a:pt x="193219" y="180502"/>
                  </a:lnTo>
                  <a:lnTo>
                    <a:pt x="193559" y="175207"/>
                  </a:lnTo>
                  <a:lnTo>
                    <a:pt x="193730" y="169903"/>
                  </a:lnTo>
                  <a:lnTo>
                    <a:pt x="193732" y="164597"/>
                  </a:lnTo>
                  <a:lnTo>
                    <a:pt x="193566" y="159293"/>
                  </a:lnTo>
                  <a:lnTo>
                    <a:pt x="193232" y="153998"/>
                  </a:lnTo>
                  <a:lnTo>
                    <a:pt x="192731" y="148715"/>
                  </a:lnTo>
                  <a:lnTo>
                    <a:pt x="192061" y="143451"/>
                  </a:lnTo>
                  <a:lnTo>
                    <a:pt x="191225" y="138211"/>
                  </a:lnTo>
                  <a:lnTo>
                    <a:pt x="190223" y="133001"/>
                  </a:lnTo>
                  <a:lnTo>
                    <a:pt x="189056" y="127824"/>
                  </a:lnTo>
                  <a:lnTo>
                    <a:pt x="187726" y="122688"/>
                  </a:lnTo>
                  <a:lnTo>
                    <a:pt x="186233" y="117596"/>
                  </a:lnTo>
                  <a:lnTo>
                    <a:pt x="184579" y="112554"/>
                  </a:lnTo>
                  <a:lnTo>
                    <a:pt x="182766" y="107567"/>
                  </a:lnTo>
                  <a:lnTo>
                    <a:pt x="180796" y="102640"/>
                  </a:lnTo>
                  <a:lnTo>
                    <a:pt x="178670" y="97778"/>
                  </a:lnTo>
                  <a:lnTo>
                    <a:pt x="176392" y="92986"/>
                  </a:lnTo>
                  <a:lnTo>
                    <a:pt x="173962" y="88269"/>
                  </a:lnTo>
                  <a:lnTo>
                    <a:pt x="171383" y="83631"/>
                  </a:lnTo>
                  <a:lnTo>
                    <a:pt x="168659" y="79078"/>
                  </a:lnTo>
                  <a:lnTo>
                    <a:pt x="165792" y="74613"/>
                  </a:lnTo>
                  <a:lnTo>
                    <a:pt x="162784" y="70241"/>
                  </a:lnTo>
                  <a:lnTo>
                    <a:pt x="159639" y="65967"/>
                  </a:lnTo>
                  <a:lnTo>
                    <a:pt x="156361" y="61796"/>
                  </a:lnTo>
                  <a:lnTo>
                    <a:pt x="152951" y="57730"/>
                  </a:lnTo>
                  <a:lnTo>
                    <a:pt x="149414" y="53774"/>
                  </a:lnTo>
                  <a:lnTo>
                    <a:pt x="145753" y="49933"/>
                  </a:lnTo>
                  <a:lnTo>
                    <a:pt x="141972" y="46210"/>
                  </a:lnTo>
                  <a:lnTo>
                    <a:pt x="138075" y="42609"/>
                  </a:lnTo>
                  <a:lnTo>
                    <a:pt x="134066" y="39133"/>
                  </a:lnTo>
                  <a:lnTo>
                    <a:pt x="129948" y="35786"/>
                  </a:lnTo>
                  <a:lnTo>
                    <a:pt x="125726" y="32572"/>
                  </a:lnTo>
                  <a:lnTo>
                    <a:pt x="121405" y="29493"/>
                  </a:lnTo>
                  <a:lnTo>
                    <a:pt x="116988" y="26553"/>
                  </a:lnTo>
                  <a:lnTo>
                    <a:pt x="112479" y="23755"/>
                  </a:lnTo>
                  <a:lnTo>
                    <a:pt x="107884" y="21101"/>
                  </a:lnTo>
                  <a:lnTo>
                    <a:pt x="103207" y="18594"/>
                  </a:lnTo>
                  <a:lnTo>
                    <a:pt x="98453" y="16237"/>
                  </a:lnTo>
                  <a:lnTo>
                    <a:pt x="93627" y="14032"/>
                  </a:lnTo>
                  <a:lnTo>
                    <a:pt x="88733" y="11982"/>
                  </a:lnTo>
                  <a:lnTo>
                    <a:pt x="83777" y="10087"/>
                  </a:lnTo>
                  <a:lnTo>
                    <a:pt x="78762" y="8351"/>
                  </a:lnTo>
                  <a:lnTo>
                    <a:pt x="73696" y="6775"/>
                  </a:lnTo>
                  <a:lnTo>
                    <a:pt x="68581" y="5361"/>
                  </a:lnTo>
                  <a:lnTo>
                    <a:pt x="63425" y="4109"/>
                  </a:lnTo>
                  <a:lnTo>
                    <a:pt x="58231" y="3022"/>
                  </a:lnTo>
                  <a:lnTo>
                    <a:pt x="53006" y="2101"/>
                  </a:lnTo>
                  <a:lnTo>
                    <a:pt x="47753" y="1345"/>
                  </a:lnTo>
                  <a:lnTo>
                    <a:pt x="42480" y="757"/>
                  </a:lnTo>
                  <a:lnTo>
                    <a:pt x="37190" y="336"/>
                  </a:lnTo>
                  <a:lnTo>
                    <a:pt x="31890" y="84"/>
                  </a:lnTo>
                  <a:lnTo>
                    <a:pt x="26585" y="0"/>
                  </a:lnTo>
                  <a:lnTo>
                    <a:pt x="265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797335" y="1071028"/>
              <a:ext cx="167165" cy="329850"/>
            </a:xfrm>
            <a:custGeom>
              <a:avLst/>
              <a:pathLst>
                <a:path w="167165" h="329850">
                  <a:moveTo>
                    <a:pt x="167165" y="0"/>
                  </a:moveTo>
                  <a:lnTo>
                    <a:pt x="161822" y="85"/>
                  </a:lnTo>
                  <a:lnTo>
                    <a:pt x="156483" y="341"/>
                  </a:lnTo>
                  <a:lnTo>
                    <a:pt x="151156" y="768"/>
                  </a:lnTo>
                  <a:lnTo>
                    <a:pt x="145845" y="1365"/>
                  </a:lnTo>
                  <a:lnTo>
                    <a:pt x="140556" y="2131"/>
                  </a:lnTo>
                  <a:lnTo>
                    <a:pt x="135294" y="3066"/>
                  </a:lnTo>
                  <a:lnTo>
                    <a:pt x="130064" y="4169"/>
                  </a:lnTo>
                  <a:lnTo>
                    <a:pt x="124873" y="5438"/>
                  </a:lnTo>
                  <a:lnTo>
                    <a:pt x="119724" y="6873"/>
                  </a:lnTo>
                  <a:lnTo>
                    <a:pt x="114625" y="8471"/>
                  </a:lnTo>
                  <a:lnTo>
                    <a:pt x="109578" y="10232"/>
                  </a:lnTo>
                  <a:lnTo>
                    <a:pt x="104591" y="12153"/>
                  </a:lnTo>
                  <a:lnTo>
                    <a:pt x="99668" y="14232"/>
                  </a:lnTo>
                  <a:lnTo>
                    <a:pt x="94814" y="16468"/>
                  </a:lnTo>
                  <a:lnTo>
                    <a:pt x="90033" y="18858"/>
                  </a:lnTo>
                  <a:lnTo>
                    <a:pt x="85332" y="21399"/>
                  </a:lnTo>
                  <a:lnTo>
                    <a:pt x="80714" y="24090"/>
                  </a:lnTo>
                  <a:lnTo>
                    <a:pt x="76184" y="26926"/>
                  </a:lnTo>
                  <a:lnTo>
                    <a:pt x="71748" y="29907"/>
                  </a:lnTo>
                  <a:lnTo>
                    <a:pt x="67409" y="33027"/>
                  </a:lnTo>
                  <a:lnTo>
                    <a:pt x="63172" y="36284"/>
                  </a:lnTo>
                  <a:lnTo>
                    <a:pt x="59041" y="39675"/>
                  </a:lnTo>
                  <a:lnTo>
                    <a:pt x="55021" y="43197"/>
                  </a:lnTo>
                  <a:lnTo>
                    <a:pt x="51115" y="46845"/>
                  </a:lnTo>
                  <a:lnTo>
                    <a:pt x="47328" y="50616"/>
                  </a:lnTo>
                  <a:lnTo>
                    <a:pt x="43664" y="54507"/>
                  </a:lnTo>
                  <a:lnTo>
                    <a:pt x="40126" y="58512"/>
                  </a:lnTo>
                  <a:lnTo>
                    <a:pt x="36717" y="62629"/>
                  </a:lnTo>
                  <a:lnTo>
                    <a:pt x="33442" y="66852"/>
                  </a:lnTo>
                  <a:lnTo>
                    <a:pt x="30304" y="71178"/>
                  </a:lnTo>
                  <a:lnTo>
                    <a:pt x="27305" y="75602"/>
                  </a:lnTo>
                  <a:lnTo>
                    <a:pt x="24450" y="80120"/>
                  </a:lnTo>
                  <a:lnTo>
                    <a:pt x="21740" y="84727"/>
                  </a:lnTo>
                  <a:lnTo>
                    <a:pt x="19179" y="89417"/>
                  </a:lnTo>
                  <a:lnTo>
                    <a:pt x="16769" y="94188"/>
                  </a:lnTo>
                  <a:lnTo>
                    <a:pt x="14513" y="99033"/>
                  </a:lnTo>
                  <a:lnTo>
                    <a:pt x="12413" y="103947"/>
                  </a:lnTo>
                  <a:lnTo>
                    <a:pt x="10471" y="108927"/>
                  </a:lnTo>
                  <a:lnTo>
                    <a:pt x="8690" y="113965"/>
                  </a:lnTo>
                  <a:lnTo>
                    <a:pt x="7070" y="119058"/>
                  </a:lnTo>
                  <a:lnTo>
                    <a:pt x="5614" y="124201"/>
                  </a:lnTo>
                  <a:lnTo>
                    <a:pt x="4323" y="129387"/>
                  </a:lnTo>
                  <a:lnTo>
                    <a:pt x="3199" y="134612"/>
                  </a:lnTo>
                  <a:lnTo>
                    <a:pt x="2242" y="139870"/>
                  </a:lnTo>
                  <a:lnTo>
                    <a:pt x="1454" y="145156"/>
                  </a:lnTo>
                  <a:lnTo>
                    <a:pt x="835" y="150464"/>
                  </a:lnTo>
                  <a:lnTo>
                    <a:pt x="386" y="155790"/>
                  </a:lnTo>
                  <a:lnTo>
                    <a:pt x="107" y="161127"/>
                  </a:lnTo>
                  <a:lnTo>
                    <a:pt x="0" y="166470"/>
                  </a:lnTo>
                  <a:lnTo>
                    <a:pt x="63" y="171815"/>
                  </a:lnTo>
                  <a:lnTo>
                    <a:pt x="297" y="177154"/>
                  </a:lnTo>
                  <a:lnTo>
                    <a:pt x="701" y="182483"/>
                  </a:lnTo>
                  <a:lnTo>
                    <a:pt x="1276" y="187796"/>
                  </a:lnTo>
                  <a:lnTo>
                    <a:pt x="2020" y="193089"/>
                  </a:lnTo>
                  <a:lnTo>
                    <a:pt x="2933" y="198355"/>
                  </a:lnTo>
                  <a:lnTo>
                    <a:pt x="4014" y="203589"/>
                  </a:lnTo>
                  <a:lnTo>
                    <a:pt x="5262" y="208786"/>
                  </a:lnTo>
                  <a:lnTo>
                    <a:pt x="6675" y="213940"/>
                  </a:lnTo>
                  <a:lnTo>
                    <a:pt x="8252" y="219046"/>
                  </a:lnTo>
                  <a:lnTo>
                    <a:pt x="9992" y="224100"/>
                  </a:lnTo>
                  <a:lnTo>
                    <a:pt x="11892" y="229095"/>
                  </a:lnTo>
                  <a:lnTo>
                    <a:pt x="13951" y="234027"/>
                  </a:lnTo>
                  <a:lnTo>
                    <a:pt x="16166" y="238890"/>
                  </a:lnTo>
                  <a:lnTo>
                    <a:pt x="18536" y="243681"/>
                  </a:lnTo>
                  <a:lnTo>
                    <a:pt x="21058" y="248393"/>
                  </a:lnTo>
                  <a:lnTo>
                    <a:pt x="23729" y="253022"/>
                  </a:lnTo>
                  <a:lnTo>
                    <a:pt x="26547" y="257563"/>
                  </a:lnTo>
                  <a:lnTo>
                    <a:pt x="29509" y="262012"/>
                  </a:lnTo>
                  <a:lnTo>
                    <a:pt x="32611" y="266364"/>
                  </a:lnTo>
                  <a:lnTo>
                    <a:pt x="35851" y="270614"/>
                  </a:lnTo>
                  <a:lnTo>
                    <a:pt x="39225" y="274759"/>
                  </a:lnTo>
                  <a:lnTo>
                    <a:pt x="42729" y="278794"/>
                  </a:lnTo>
                  <a:lnTo>
                    <a:pt x="46361" y="282715"/>
                  </a:lnTo>
                  <a:lnTo>
                    <a:pt x="50117" y="286517"/>
                  </a:lnTo>
                  <a:lnTo>
                    <a:pt x="53992" y="290198"/>
                  </a:lnTo>
                  <a:lnTo>
                    <a:pt x="57982" y="293753"/>
                  </a:lnTo>
                  <a:lnTo>
                    <a:pt x="62085" y="297178"/>
                  </a:lnTo>
                  <a:lnTo>
                    <a:pt x="66295" y="300471"/>
                  </a:lnTo>
                  <a:lnTo>
                    <a:pt x="70607" y="303627"/>
                  </a:lnTo>
                  <a:lnTo>
                    <a:pt x="75019" y="306644"/>
                  </a:lnTo>
                  <a:lnTo>
                    <a:pt x="79525" y="309519"/>
                  </a:lnTo>
                  <a:lnTo>
                    <a:pt x="84120" y="312248"/>
                  </a:lnTo>
                  <a:lnTo>
                    <a:pt x="88800" y="314828"/>
                  </a:lnTo>
                  <a:lnTo>
                    <a:pt x="93560" y="317258"/>
                  </a:lnTo>
                  <a:lnTo>
                    <a:pt x="98396" y="319534"/>
                  </a:lnTo>
                  <a:lnTo>
                    <a:pt x="103302" y="321654"/>
                  </a:lnTo>
                  <a:lnTo>
                    <a:pt x="108273" y="323617"/>
                  </a:lnTo>
                  <a:lnTo>
                    <a:pt x="113304" y="325420"/>
                  </a:lnTo>
                  <a:lnTo>
                    <a:pt x="118390" y="327060"/>
                  </a:lnTo>
                  <a:lnTo>
                    <a:pt x="123526" y="328538"/>
                  </a:lnTo>
                  <a:lnTo>
                    <a:pt x="128707" y="32985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26043" y="1238196"/>
              <a:ext cx="38458" cy="162683"/>
            </a:xfrm>
            <a:custGeom>
              <a:avLst/>
              <a:pathLst>
                <a:path w="38458" h="162683">
                  <a:moveTo>
                    <a:pt x="0" y="162683"/>
                  </a:moveTo>
                  <a:lnTo>
                    <a:pt x="384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26043" y="1071848"/>
              <a:ext cx="205618" cy="333507"/>
            </a:xfrm>
            <a:custGeom>
              <a:avLst/>
              <a:pathLst>
                <a:path w="205618" h="333507">
                  <a:moveTo>
                    <a:pt x="0" y="329031"/>
                  </a:moveTo>
                  <a:lnTo>
                    <a:pt x="5190" y="330171"/>
                  </a:lnTo>
                  <a:lnTo>
                    <a:pt x="10415" y="331146"/>
                  </a:lnTo>
                  <a:lnTo>
                    <a:pt x="15667" y="331954"/>
                  </a:lnTo>
                  <a:lnTo>
                    <a:pt x="20943" y="332595"/>
                  </a:lnTo>
                  <a:lnTo>
                    <a:pt x="26237" y="333068"/>
                  </a:lnTo>
                  <a:lnTo>
                    <a:pt x="31542" y="333372"/>
                  </a:lnTo>
                  <a:lnTo>
                    <a:pt x="36855" y="333507"/>
                  </a:lnTo>
                  <a:lnTo>
                    <a:pt x="42170" y="333474"/>
                  </a:lnTo>
                  <a:lnTo>
                    <a:pt x="47480" y="333271"/>
                  </a:lnTo>
                  <a:lnTo>
                    <a:pt x="52782" y="332900"/>
                  </a:lnTo>
                  <a:lnTo>
                    <a:pt x="58069" y="332361"/>
                  </a:lnTo>
                  <a:lnTo>
                    <a:pt x="63336" y="331653"/>
                  </a:lnTo>
                  <a:lnTo>
                    <a:pt x="68578" y="330779"/>
                  </a:lnTo>
                  <a:lnTo>
                    <a:pt x="73790" y="329739"/>
                  </a:lnTo>
                  <a:lnTo>
                    <a:pt x="78966" y="328533"/>
                  </a:lnTo>
                  <a:lnTo>
                    <a:pt x="84101" y="327163"/>
                  </a:lnTo>
                  <a:lnTo>
                    <a:pt x="89190" y="325631"/>
                  </a:lnTo>
                  <a:lnTo>
                    <a:pt x="94228" y="323938"/>
                  </a:lnTo>
                  <a:lnTo>
                    <a:pt x="99209" y="322085"/>
                  </a:lnTo>
                  <a:lnTo>
                    <a:pt x="104129" y="320076"/>
                  </a:lnTo>
                  <a:lnTo>
                    <a:pt x="108982" y="317910"/>
                  </a:lnTo>
                  <a:lnTo>
                    <a:pt x="113764" y="315592"/>
                  </a:lnTo>
                  <a:lnTo>
                    <a:pt x="118470" y="313123"/>
                  </a:lnTo>
                  <a:lnTo>
                    <a:pt x="123096" y="310505"/>
                  </a:lnTo>
                  <a:lnTo>
                    <a:pt x="127635" y="307742"/>
                  </a:lnTo>
                  <a:lnTo>
                    <a:pt x="132085" y="304836"/>
                  </a:lnTo>
                  <a:lnTo>
                    <a:pt x="136440" y="301789"/>
                  </a:lnTo>
                  <a:lnTo>
                    <a:pt x="140696" y="298606"/>
                  </a:lnTo>
                  <a:lnTo>
                    <a:pt x="144848" y="295290"/>
                  </a:lnTo>
                  <a:lnTo>
                    <a:pt x="148893" y="291843"/>
                  </a:lnTo>
                  <a:lnTo>
                    <a:pt x="152827" y="288269"/>
                  </a:lnTo>
                  <a:lnTo>
                    <a:pt x="156644" y="284572"/>
                  </a:lnTo>
                  <a:lnTo>
                    <a:pt x="160343" y="280755"/>
                  </a:lnTo>
                  <a:lnTo>
                    <a:pt x="163918" y="276823"/>
                  </a:lnTo>
                  <a:lnTo>
                    <a:pt x="167366" y="272779"/>
                  </a:lnTo>
                  <a:lnTo>
                    <a:pt x="170684" y="268627"/>
                  </a:lnTo>
                  <a:lnTo>
                    <a:pt x="173869" y="264372"/>
                  </a:lnTo>
                  <a:lnTo>
                    <a:pt x="176916" y="260018"/>
                  </a:lnTo>
                  <a:lnTo>
                    <a:pt x="179824" y="255570"/>
                  </a:lnTo>
                  <a:lnTo>
                    <a:pt x="182588" y="251031"/>
                  </a:lnTo>
                  <a:lnTo>
                    <a:pt x="185208" y="246407"/>
                  </a:lnTo>
                  <a:lnTo>
                    <a:pt x="187678" y="241701"/>
                  </a:lnTo>
                  <a:lnTo>
                    <a:pt x="189998" y="236920"/>
                  </a:lnTo>
                  <a:lnTo>
                    <a:pt x="192165" y="232067"/>
                  </a:lnTo>
                  <a:lnTo>
                    <a:pt x="194176" y="227148"/>
                  </a:lnTo>
                  <a:lnTo>
                    <a:pt x="196030" y="222167"/>
                  </a:lnTo>
                  <a:lnTo>
                    <a:pt x="197725" y="217130"/>
                  </a:lnTo>
                  <a:lnTo>
                    <a:pt x="199259" y="212042"/>
                  </a:lnTo>
                  <a:lnTo>
                    <a:pt x="200630" y="206907"/>
                  </a:lnTo>
                  <a:lnTo>
                    <a:pt x="201837" y="201732"/>
                  </a:lnTo>
                  <a:lnTo>
                    <a:pt x="202880" y="196520"/>
                  </a:lnTo>
                  <a:lnTo>
                    <a:pt x="203756" y="191278"/>
                  </a:lnTo>
                  <a:lnTo>
                    <a:pt x="204465" y="186011"/>
                  </a:lnTo>
                  <a:lnTo>
                    <a:pt x="205006" y="180724"/>
                  </a:lnTo>
                  <a:lnTo>
                    <a:pt x="205379" y="175423"/>
                  </a:lnTo>
                  <a:lnTo>
                    <a:pt x="205583" y="170112"/>
                  </a:lnTo>
                  <a:lnTo>
                    <a:pt x="205618" y="164798"/>
                  </a:lnTo>
                  <a:lnTo>
                    <a:pt x="205484" y="159485"/>
                  </a:lnTo>
                  <a:lnTo>
                    <a:pt x="205182" y="154179"/>
                  </a:lnTo>
                  <a:lnTo>
                    <a:pt x="204711" y="148886"/>
                  </a:lnTo>
                  <a:lnTo>
                    <a:pt x="204072" y="143610"/>
                  </a:lnTo>
                  <a:lnTo>
                    <a:pt x="203265" y="138357"/>
                  </a:lnTo>
                  <a:lnTo>
                    <a:pt x="202292" y="133132"/>
                  </a:lnTo>
                  <a:lnTo>
                    <a:pt x="201153" y="127941"/>
                  </a:lnTo>
                  <a:lnTo>
                    <a:pt x="199850" y="122788"/>
                  </a:lnTo>
                  <a:lnTo>
                    <a:pt x="198384" y="117680"/>
                  </a:lnTo>
                  <a:lnTo>
                    <a:pt x="196756" y="112621"/>
                  </a:lnTo>
                  <a:lnTo>
                    <a:pt x="194968" y="107616"/>
                  </a:lnTo>
                  <a:lnTo>
                    <a:pt x="193022" y="102671"/>
                  </a:lnTo>
                  <a:lnTo>
                    <a:pt x="190920" y="97790"/>
                  </a:lnTo>
                  <a:lnTo>
                    <a:pt x="188664" y="92978"/>
                  </a:lnTo>
                  <a:lnTo>
                    <a:pt x="186256" y="88240"/>
                  </a:lnTo>
                  <a:lnTo>
                    <a:pt x="183698" y="83582"/>
                  </a:lnTo>
                  <a:lnTo>
                    <a:pt x="180994" y="79007"/>
                  </a:lnTo>
                  <a:lnTo>
                    <a:pt x="178145" y="74520"/>
                  </a:lnTo>
                  <a:lnTo>
                    <a:pt x="175156" y="70126"/>
                  </a:lnTo>
                  <a:lnTo>
                    <a:pt x="172028" y="65829"/>
                  </a:lnTo>
                  <a:lnTo>
                    <a:pt x="168765" y="61634"/>
                  </a:lnTo>
                  <a:lnTo>
                    <a:pt x="165371" y="57545"/>
                  </a:lnTo>
                  <a:lnTo>
                    <a:pt x="161848" y="53566"/>
                  </a:lnTo>
                  <a:lnTo>
                    <a:pt x="158201" y="49700"/>
                  </a:lnTo>
                  <a:lnTo>
                    <a:pt x="154432" y="45953"/>
                  </a:lnTo>
                  <a:lnTo>
                    <a:pt x="150546" y="42327"/>
                  </a:lnTo>
                  <a:lnTo>
                    <a:pt x="146547" y="38827"/>
                  </a:lnTo>
                  <a:lnTo>
                    <a:pt x="142439" y="35455"/>
                  </a:lnTo>
                  <a:lnTo>
                    <a:pt x="138226" y="32216"/>
                  </a:lnTo>
                  <a:lnTo>
                    <a:pt x="133912" y="29113"/>
                  </a:lnTo>
                  <a:lnTo>
                    <a:pt x="129501" y="26148"/>
                  </a:lnTo>
                  <a:lnTo>
                    <a:pt x="124999" y="23324"/>
                  </a:lnTo>
                  <a:lnTo>
                    <a:pt x="120408" y="20646"/>
                  </a:lnTo>
                  <a:lnTo>
                    <a:pt x="115735" y="18114"/>
                  </a:lnTo>
                  <a:lnTo>
                    <a:pt x="110984" y="15733"/>
                  </a:lnTo>
                  <a:lnTo>
                    <a:pt x="106160" y="13503"/>
                  </a:lnTo>
                  <a:lnTo>
                    <a:pt x="101267" y="11429"/>
                  </a:lnTo>
                  <a:lnTo>
                    <a:pt x="96311" y="9510"/>
                  </a:lnTo>
                  <a:lnTo>
                    <a:pt x="91296" y="7751"/>
                  </a:lnTo>
                  <a:lnTo>
                    <a:pt x="86228" y="6151"/>
                  </a:lnTo>
                  <a:lnTo>
                    <a:pt x="81112" y="4714"/>
                  </a:lnTo>
                  <a:lnTo>
                    <a:pt x="75952" y="3439"/>
                  </a:lnTo>
                  <a:lnTo>
                    <a:pt x="70755" y="2330"/>
                  </a:lnTo>
                  <a:lnTo>
                    <a:pt x="65525" y="1386"/>
                  </a:lnTo>
                  <a:lnTo>
                    <a:pt x="60267" y="609"/>
                  </a:lnTo>
                  <a:lnTo>
                    <a:pt x="54988" y="0"/>
                  </a:lnTo>
                  <a:lnTo>
                    <a:pt x="38458" y="1663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64501" y="1071028"/>
              <a:ext cx="16530" cy="167167"/>
            </a:xfrm>
            <a:custGeom>
              <a:avLst/>
              <a:pathLst>
                <a:path w="16530" h="167167">
                  <a:moveTo>
                    <a:pt x="16530" y="819"/>
                  </a:moveTo>
                  <a:lnTo>
                    <a:pt x="8275" y="2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75119" y="1322571"/>
              <a:ext cx="113601" cy="167167"/>
            </a:xfrm>
            <a:custGeom>
              <a:avLst/>
              <a:pathLst>
                <a:path w="113601" h="167167">
                  <a:moveTo>
                    <a:pt x="113601" y="0"/>
                  </a:moveTo>
                  <a:lnTo>
                    <a:pt x="107925" y="96"/>
                  </a:lnTo>
                  <a:lnTo>
                    <a:pt x="102255" y="385"/>
                  </a:lnTo>
                  <a:lnTo>
                    <a:pt x="96598" y="866"/>
                  </a:lnTo>
                  <a:lnTo>
                    <a:pt x="90961" y="1540"/>
                  </a:lnTo>
                  <a:lnTo>
                    <a:pt x="85350" y="2404"/>
                  </a:lnTo>
                  <a:lnTo>
                    <a:pt x="79772" y="3458"/>
                  </a:lnTo>
                  <a:lnTo>
                    <a:pt x="74233" y="4701"/>
                  </a:lnTo>
                  <a:lnTo>
                    <a:pt x="68739" y="6132"/>
                  </a:lnTo>
                  <a:lnTo>
                    <a:pt x="63296" y="7748"/>
                  </a:lnTo>
                  <a:lnTo>
                    <a:pt x="57912" y="9548"/>
                  </a:lnTo>
                  <a:lnTo>
                    <a:pt x="52592" y="11530"/>
                  </a:lnTo>
                  <a:lnTo>
                    <a:pt x="47343" y="13691"/>
                  </a:lnTo>
                  <a:lnTo>
                    <a:pt x="42169" y="16030"/>
                  </a:lnTo>
                  <a:lnTo>
                    <a:pt x="37079" y="18542"/>
                  </a:lnTo>
                  <a:lnTo>
                    <a:pt x="32076" y="21226"/>
                  </a:lnTo>
                  <a:lnTo>
                    <a:pt x="27167" y="24079"/>
                  </a:lnTo>
                  <a:lnTo>
                    <a:pt x="22359" y="27096"/>
                  </a:lnTo>
                  <a:lnTo>
                    <a:pt x="17655" y="30275"/>
                  </a:lnTo>
                  <a:lnTo>
                    <a:pt x="13062" y="33612"/>
                  </a:lnTo>
                  <a:lnTo>
                    <a:pt x="8585" y="37103"/>
                  </a:lnTo>
                  <a:lnTo>
                    <a:pt x="4229" y="40744"/>
                  </a:lnTo>
                  <a:lnTo>
                    <a:pt x="0" y="44531"/>
                  </a:lnTo>
                  <a:lnTo>
                    <a:pt x="11360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75119" y="1367102"/>
              <a:ext cx="113601" cy="122636"/>
            </a:xfrm>
            <a:custGeom>
              <a:avLst/>
              <a:pathLst>
                <a:path w="113601" h="122636">
                  <a:moveTo>
                    <a:pt x="0" y="0"/>
                  </a:moveTo>
                  <a:lnTo>
                    <a:pt x="113601" y="1226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21554" y="1355786"/>
              <a:ext cx="334329" cy="301110"/>
            </a:xfrm>
            <a:custGeom>
              <a:avLst/>
              <a:pathLst>
                <a:path w="334329" h="301110">
                  <a:moveTo>
                    <a:pt x="53565" y="11316"/>
                  </a:moveTo>
                  <a:lnTo>
                    <a:pt x="49725" y="14988"/>
                  </a:lnTo>
                  <a:lnTo>
                    <a:pt x="46004" y="18780"/>
                  </a:lnTo>
                  <a:lnTo>
                    <a:pt x="42405" y="22689"/>
                  </a:lnTo>
                  <a:lnTo>
                    <a:pt x="38932" y="26709"/>
                  </a:lnTo>
                  <a:lnTo>
                    <a:pt x="35589" y="30839"/>
                  </a:lnTo>
                  <a:lnTo>
                    <a:pt x="32379" y="35072"/>
                  </a:lnTo>
                  <a:lnTo>
                    <a:pt x="29305" y="39405"/>
                  </a:lnTo>
                  <a:lnTo>
                    <a:pt x="26370" y="43834"/>
                  </a:lnTo>
                  <a:lnTo>
                    <a:pt x="23577" y="48354"/>
                  </a:lnTo>
                  <a:lnTo>
                    <a:pt x="20929" y="52960"/>
                  </a:lnTo>
                  <a:lnTo>
                    <a:pt x="18429" y="57648"/>
                  </a:lnTo>
                  <a:lnTo>
                    <a:pt x="16080" y="62413"/>
                  </a:lnTo>
                  <a:lnTo>
                    <a:pt x="13883" y="67251"/>
                  </a:lnTo>
                  <a:lnTo>
                    <a:pt x="11840" y="72156"/>
                  </a:lnTo>
                  <a:lnTo>
                    <a:pt x="9955" y="77123"/>
                  </a:lnTo>
                  <a:lnTo>
                    <a:pt x="8228" y="82148"/>
                  </a:lnTo>
                  <a:lnTo>
                    <a:pt x="6662" y="87224"/>
                  </a:lnTo>
                  <a:lnTo>
                    <a:pt x="5259" y="92349"/>
                  </a:lnTo>
                  <a:lnTo>
                    <a:pt x="4018" y="97515"/>
                  </a:lnTo>
                  <a:lnTo>
                    <a:pt x="2943" y="102718"/>
                  </a:lnTo>
                  <a:lnTo>
                    <a:pt x="2033" y="107952"/>
                  </a:lnTo>
                  <a:lnTo>
                    <a:pt x="1290" y="113213"/>
                  </a:lnTo>
                  <a:lnTo>
                    <a:pt x="715" y="118495"/>
                  </a:lnTo>
                  <a:lnTo>
                    <a:pt x="308" y="123792"/>
                  </a:lnTo>
                  <a:lnTo>
                    <a:pt x="69" y="129100"/>
                  </a:lnTo>
                  <a:lnTo>
                    <a:pt x="0" y="134412"/>
                  </a:lnTo>
                  <a:lnTo>
                    <a:pt x="99" y="139724"/>
                  </a:lnTo>
                  <a:lnTo>
                    <a:pt x="366" y="145031"/>
                  </a:lnTo>
                  <a:lnTo>
                    <a:pt x="803" y="150326"/>
                  </a:lnTo>
                  <a:lnTo>
                    <a:pt x="1407" y="155604"/>
                  </a:lnTo>
                  <a:lnTo>
                    <a:pt x="2179" y="160861"/>
                  </a:lnTo>
                  <a:lnTo>
                    <a:pt x="3117" y="166090"/>
                  </a:lnTo>
                  <a:lnTo>
                    <a:pt x="4221" y="171287"/>
                  </a:lnTo>
                  <a:lnTo>
                    <a:pt x="5490" y="176447"/>
                  </a:lnTo>
                  <a:lnTo>
                    <a:pt x="6922" y="181563"/>
                  </a:lnTo>
                  <a:lnTo>
                    <a:pt x="8516" y="186631"/>
                  </a:lnTo>
                  <a:lnTo>
                    <a:pt x="10270" y="191646"/>
                  </a:lnTo>
                  <a:lnTo>
                    <a:pt x="12183" y="196603"/>
                  </a:lnTo>
                  <a:lnTo>
                    <a:pt x="14252" y="201496"/>
                  </a:lnTo>
                  <a:lnTo>
                    <a:pt x="16476" y="206322"/>
                  </a:lnTo>
                  <a:lnTo>
                    <a:pt x="18852" y="211074"/>
                  </a:lnTo>
                  <a:lnTo>
                    <a:pt x="21377" y="215748"/>
                  </a:lnTo>
                  <a:lnTo>
                    <a:pt x="24050" y="220340"/>
                  </a:lnTo>
                  <a:lnTo>
                    <a:pt x="26868" y="224844"/>
                  </a:lnTo>
                  <a:lnTo>
                    <a:pt x="29827" y="229257"/>
                  </a:lnTo>
                  <a:lnTo>
                    <a:pt x="32925" y="233573"/>
                  </a:lnTo>
                  <a:lnTo>
                    <a:pt x="36159" y="237788"/>
                  </a:lnTo>
                  <a:lnTo>
                    <a:pt x="39525" y="241899"/>
                  </a:lnTo>
                  <a:lnTo>
                    <a:pt x="43020" y="245901"/>
                  </a:lnTo>
                  <a:lnTo>
                    <a:pt x="46640" y="249790"/>
                  </a:lnTo>
                  <a:lnTo>
                    <a:pt x="50382" y="253561"/>
                  </a:lnTo>
                  <a:lnTo>
                    <a:pt x="54242" y="257212"/>
                  </a:lnTo>
                  <a:lnTo>
                    <a:pt x="58216" y="260738"/>
                  </a:lnTo>
                  <a:lnTo>
                    <a:pt x="62300" y="264137"/>
                  </a:lnTo>
                  <a:lnTo>
                    <a:pt x="66490" y="267403"/>
                  </a:lnTo>
                  <a:lnTo>
                    <a:pt x="70782" y="270535"/>
                  </a:lnTo>
                  <a:lnTo>
                    <a:pt x="75171" y="273529"/>
                  </a:lnTo>
                  <a:lnTo>
                    <a:pt x="79653" y="276382"/>
                  </a:lnTo>
                  <a:lnTo>
                    <a:pt x="84223" y="279091"/>
                  </a:lnTo>
                  <a:lnTo>
                    <a:pt x="88877" y="281654"/>
                  </a:lnTo>
                  <a:lnTo>
                    <a:pt x="93611" y="284067"/>
                  </a:lnTo>
                  <a:lnTo>
                    <a:pt x="98418" y="286329"/>
                  </a:lnTo>
                  <a:lnTo>
                    <a:pt x="103295" y="288436"/>
                  </a:lnTo>
                  <a:lnTo>
                    <a:pt x="108237" y="290388"/>
                  </a:lnTo>
                  <a:lnTo>
                    <a:pt x="113238" y="292182"/>
                  </a:lnTo>
                  <a:lnTo>
                    <a:pt x="118293" y="293816"/>
                  </a:lnTo>
                  <a:lnTo>
                    <a:pt x="123398" y="295288"/>
                  </a:lnTo>
                  <a:lnTo>
                    <a:pt x="128547" y="296597"/>
                  </a:lnTo>
                  <a:lnTo>
                    <a:pt x="133735" y="297743"/>
                  </a:lnTo>
                  <a:lnTo>
                    <a:pt x="138957" y="298722"/>
                  </a:lnTo>
                  <a:lnTo>
                    <a:pt x="144208" y="299535"/>
                  </a:lnTo>
                  <a:lnTo>
                    <a:pt x="149481" y="300181"/>
                  </a:lnTo>
                  <a:lnTo>
                    <a:pt x="154773" y="300659"/>
                  </a:lnTo>
                  <a:lnTo>
                    <a:pt x="160077" y="300969"/>
                  </a:lnTo>
                  <a:lnTo>
                    <a:pt x="165388" y="301110"/>
                  </a:lnTo>
                  <a:lnTo>
                    <a:pt x="170701" y="301082"/>
                  </a:lnTo>
                  <a:lnTo>
                    <a:pt x="176010" y="300885"/>
                  </a:lnTo>
                  <a:lnTo>
                    <a:pt x="181310" y="300520"/>
                  </a:lnTo>
                  <a:lnTo>
                    <a:pt x="186596" y="299986"/>
                  </a:lnTo>
                  <a:lnTo>
                    <a:pt x="191863" y="299285"/>
                  </a:lnTo>
                  <a:lnTo>
                    <a:pt x="197104" y="298417"/>
                  </a:lnTo>
                  <a:lnTo>
                    <a:pt x="202316" y="297382"/>
                  </a:lnTo>
                  <a:lnTo>
                    <a:pt x="207492" y="296183"/>
                  </a:lnTo>
                  <a:lnTo>
                    <a:pt x="212627" y="294819"/>
                  </a:lnTo>
                  <a:lnTo>
                    <a:pt x="217716" y="293294"/>
                  </a:lnTo>
                  <a:lnTo>
                    <a:pt x="222754" y="291607"/>
                  </a:lnTo>
                  <a:lnTo>
                    <a:pt x="227736" y="289761"/>
                  </a:lnTo>
                  <a:lnTo>
                    <a:pt x="232657" y="287757"/>
                  </a:lnTo>
                  <a:lnTo>
                    <a:pt x="237511" y="285598"/>
                  </a:lnTo>
                  <a:lnTo>
                    <a:pt x="242295" y="283286"/>
                  </a:lnTo>
                  <a:lnTo>
                    <a:pt x="247002" y="280823"/>
                  </a:lnTo>
                  <a:lnTo>
                    <a:pt x="251629" y="278212"/>
                  </a:lnTo>
                  <a:lnTo>
                    <a:pt x="256171" y="275455"/>
                  </a:lnTo>
                  <a:lnTo>
                    <a:pt x="260623" y="272555"/>
                  </a:lnTo>
                  <a:lnTo>
                    <a:pt x="264980" y="269515"/>
                  </a:lnTo>
                  <a:lnTo>
                    <a:pt x="269239" y="266339"/>
                  </a:lnTo>
                  <a:lnTo>
                    <a:pt x="273394" y="263028"/>
                  </a:lnTo>
                  <a:lnTo>
                    <a:pt x="277442" y="259587"/>
                  </a:lnTo>
                  <a:lnTo>
                    <a:pt x="281379" y="256019"/>
                  </a:lnTo>
                  <a:lnTo>
                    <a:pt x="285201" y="252328"/>
                  </a:lnTo>
                  <a:lnTo>
                    <a:pt x="288903" y="248517"/>
                  </a:lnTo>
                  <a:lnTo>
                    <a:pt x="292482" y="244591"/>
                  </a:lnTo>
                  <a:lnTo>
                    <a:pt x="295935" y="240553"/>
                  </a:lnTo>
                  <a:lnTo>
                    <a:pt x="299257" y="236407"/>
                  </a:lnTo>
                  <a:lnTo>
                    <a:pt x="302446" y="232157"/>
                  </a:lnTo>
                  <a:lnTo>
                    <a:pt x="305499" y="227809"/>
                  </a:lnTo>
                  <a:lnTo>
                    <a:pt x="308412" y="223365"/>
                  </a:lnTo>
                  <a:lnTo>
                    <a:pt x="311182" y="218832"/>
                  </a:lnTo>
                  <a:lnTo>
                    <a:pt x="313806" y="214212"/>
                  </a:lnTo>
                  <a:lnTo>
                    <a:pt x="316283" y="209512"/>
                  </a:lnTo>
                  <a:lnTo>
                    <a:pt x="318609" y="204735"/>
                  </a:lnTo>
                  <a:lnTo>
                    <a:pt x="320781" y="199887"/>
                  </a:lnTo>
                  <a:lnTo>
                    <a:pt x="322799" y="194972"/>
                  </a:lnTo>
                  <a:lnTo>
                    <a:pt x="324660" y="189995"/>
                  </a:lnTo>
                  <a:lnTo>
                    <a:pt x="326361" y="184962"/>
                  </a:lnTo>
                  <a:lnTo>
                    <a:pt x="327902" y="179877"/>
                  </a:lnTo>
                  <a:lnTo>
                    <a:pt x="329280" y="174746"/>
                  </a:lnTo>
                  <a:lnTo>
                    <a:pt x="330494" y="169574"/>
                  </a:lnTo>
                  <a:lnTo>
                    <a:pt x="331544" y="164365"/>
                  </a:lnTo>
                  <a:lnTo>
                    <a:pt x="332427" y="159126"/>
                  </a:lnTo>
                  <a:lnTo>
                    <a:pt x="333144" y="153862"/>
                  </a:lnTo>
                  <a:lnTo>
                    <a:pt x="333693" y="148577"/>
                  </a:lnTo>
                  <a:lnTo>
                    <a:pt x="334073" y="143278"/>
                  </a:lnTo>
                  <a:lnTo>
                    <a:pt x="334285" y="137969"/>
                  </a:lnTo>
                  <a:lnTo>
                    <a:pt x="334329" y="132657"/>
                  </a:lnTo>
                  <a:lnTo>
                    <a:pt x="334203" y="127345"/>
                  </a:lnTo>
                  <a:lnTo>
                    <a:pt x="333909" y="122040"/>
                  </a:lnTo>
                  <a:lnTo>
                    <a:pt x="333446" y="116747"/>
                  </a:lnTo>
                  <a:lnTo>
                    <a:pt x="332815" y="111472"/>
                  </a:lnTo>
                  <a:lnTo>
                    <a:pt x="332017" y="106219"/>
                  </a:lnTo>
                  <a:lnTo>
                    <a:pt x="331053" y="100995"/>
                  </a:lnTo>
                  <a:lnTo>
                    <a:pt x="329923" y="95803"/>
                  </a:lnTo>
                  <a:lnTo>
                    <a:pt x="328628" y="90650"/>
                  </a:lnTo>
                  <a:lnTo>
                    <a:pt x="327171" y="85541"/>
                  </a:lnTo>
                  <a:lnTo>
                    <a:pt x="325551" y="80481"/>
                  </a:lnTo>
                  <a:lnTo>
                    <a:pt x="323772" y="75475"/>
                  </a:lnTo>
                  <a:lnTo>
                    <a:pt x="321835" y="70528"/>
                  </a:lnTo>
                  <a:lnTo>
                    <a:pt x="319741" y="65645"/>
                  </a:lnTo>
                  <a:lnTo>
                    <a:pt x="317493" y="60831"/>
                  </a:lnTo>
                  <a:lnTo>
                    <a:pt x="315094" y="56090"/>
                  </a:lnTo>
                  <a:lnTo>
                    <a:pt x="312545" y="51429"/>
                  </a:lnTo>
                  <a:lnTo>
                    <a:pt x="309849" y="46851"/>
                  </a:lnTo>
                  <a:lnTo>
                    <a:pt x="307009" y="42360"/>
                  </a:lnTo>
                  <a:lnTo>
                    <a:pt x="304027" y="37963"/>
                  </a:lnTo>
                  <a:lnTo>
                    <a:pt x="300908" y="33662"/>
                  </a:lnTo>
                  <a:lnTo>
                    <a:pt x="297653" y="29462"/>
                  </a:lnTo>
                  <a:lnTo>
                    <a:pt x="294267" y="25369"/>
                  </a:lnTo>
                  <a:lnTo>
                    <a:pt x="290752" y="21384"/>
                  </a:lnTo>
                  <a:lnTo>
                    <a:pt x="287112" y="17514"/>
                  </a:lnTo>
                  <a:lnTo>
                    <a:pt x="283352" y="13761"/>
                  </a:lnTo>
                  <a:lnTo>
                    <a:pt x="279474" y="10129"/>
                  </a:lnTo>
                  <a:lnTo>
                    <a:pt x="275482" y="6623"/>
                  </a:lnTo>
                  <a:lnTo>
                    <a:pt x="271381" y="3245"/>
                  </a:lnTo>
                  <a:lnTo>
                    <a:pt x="267175" y="0"/>
                  </a:lnTo>
                  <a:lnTo>
                    <a:pt x="167166" y="1339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488720" y="1322571"/>
              <a:ext cx="100008" cy="167167"/>
            </a:xfrm>
            <a:custGeom>
              <a:avLst/>
              <a:pathLst>
                <a:path w="100008" h="167167">
                  <a:moveTo>
                    <a:pt x="100008" y="33214"/>
                  </a:moveTo>
                  <a:lnTo>
                    <a:pt x="95430" y="29916"/>
                  </a:lnTo>
                  <a:lnTo>
                    <a:pt x="90744" y="26773"/>
                  </a:lnTo>
                  <a:lnTo>
                    <a:pt x="85955" y="23791"/>
                  </a:lnTo>
                  <a:lnTo>
                    <a:pt x="81067" y="20972"/>
                  </a:lnTo>
                  <a:lnTo>
                    <a:pt x="76087" y="18319"/>
                  </a:lnTo>
                  <a:lnTo>
                    <a:pt x="71021" y="15836"/>
                  </a:lnTo>
                  <a:lnTo>
                    <a:pt x="65873" y="13526"/>
                  </a:lnTo>
                  <a:lnTo>
                    <a:pt x="60651" y="11390"/>
                  </a:lnTo>
                  <a:lnTo>
                    <a:pt x="55359" y="9432"/>
                  </a:lnTo>
                  <a:lnTo>
                    <a:pt x="50005" y="7654"/>
                  </a:lnTo>
                  <a:lnTo>
                    <a:pt x="44593" y="6057"/>
                  </a:lnTo>
                  <a:lnTo>
                    <a:pt x="39131" y="4644"/>
                  </a:lnTo>
                  <a:lnTo>
                    <a:pt x="33624" y="3416"/>
                  </a:lnTo>
                  <a:lnTo>
                    <a:pt x="28078" y="2375"/>
                  </a:lnTo>
                  <a:lnTo>
                    <a:pt x="22501" y="1521"/>
                  </a:lnTo>
                  <a:lnTo>
                    <a:pt x="16898" y="856"/>
                  </a:lnTo>
                  <a:lnTo>
                    <a:pt x="11276" y="380"/>
                  </a:lnTo>
                  <a:lnTo>
                    <a:pt x="564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02568" y="1681503"/>
              <a:ext cx="83956" cy="167167"/>
            </a:xfrm>
            <a:custGeom>
              <a:avLst/>
              <a:pathLst>
                <a:path w="83956" h="167167">
                  <a:moveTo>
                    <a:pt x="83956" y="0"/>
                  </a:moveTo>
                  <a:lnTo>
                    <a:pt x="78094" y="102"/>
                  </a:lnTo>
                  <a:lnTo>
                    <a:pt x="72238" y="411"/>
                  </a:lnTo>
                  <a:lnTo>
                    <a:pt x="66397" y="924"/>
                  </a:lnTo>
                  <a:lnTo>
                    <a:pt x="60577" y="1642"/>
                  </a:lnTo>
                  <a:lnTo>
                    <a:pt x="54786" y="2564"/>
                  </a:lnTo>
                  <a:lnTo>
                    <a:pt x="49032" y="3688"/>
                  </a:lnTo>
                  <a:lnTo>
                    <a:pt x="43320" y="5014"/>
                  </a:lnTo>
                  <a:lnTo>
                    <a:pt x="37658" y="6539"/>
                  </a:lnTo>
                  <a:lnTo>
                    <a:pt x="32053" y="8261"/>
                  </a:lnTo>
                  <a:lnTo>
                    <a:pt x="26512" y="10179"/>
                  </a:lnTo>
                  <a:lnTo>
                    <a:pt x="21041" y="12291"/>
                  </a:lnTo>
                  <a:lnTo>
                    <a:pt x="15648" y="14593"/>
                  </a:lnTo>
                  <a:lnTo>
                    <a:pt x="10339" y="17082"/>
                  </a:lnTo>
                  <a:lnTo>
                    <a:pt x="5121" y="19756"/>
                  </a:lnTo>
                  <a:lnTo>
                    <a:pt x="0" y="22612"/>
                  </a:lnTo>
                  <a:lnTo>
                    <a:pt x="8395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02568" y="1704115"/>
              <a:ext cx="83956" cy="144555"/>
            </a:xfrm>
            <a:custGeom>
              <a:avLst/>
              <a:pathLst>
                <a:path w="83956" h="144555">
                  <a:moveTo>
                    <a:pt x="0" y="0"/>
                  </a:moveTo>
                  <a:lnTo>
                    <a:pt x="83956" y="1445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919357" y="1681503"/>
              <a:ext cx="334325" cy="334326"/>
            </a:xfrm>
            <a:custGeom>
              <a:avLst/>
              <a:pathLst>
                <a:path w="334325" h="334326">
                  <a:moveTo>
                    <a:pt x="83210" y="22612"/>
                  </a:moveTo>
                  <a:lnTo>
                    <a:pt x="78680" y="25339"/>
                  </a:lnTo>
                  <a:lnTo>
                    <a:pt x="74239" y="28209"/>
                  </a:lnTo>
                  <a:lnTo>
                    <a:pt x="69891" y="31217"/>
                  </a:lnTo>
                  <a:lnTo>
                    <a:pt x="65640" y="34362"/>
                  </a:lnTo>
                  <a:lnTo>
                    <a:pt x="61490" y="37639"/>
                  </a:lnTo>
                  <a:lnTo>
                    <a:pt x="57447" y="41046"/>
                  </a:lnTo>
                  <a:lnTo>
                    <a:pt x="53513" y="44579"/>
                  </a:lnTo>
                  <a:lnTo>
                    <a:pt x="49693" y="48235"/>
                  </a:lnTo>
                  <a:lnTo>
                    <a:pt x="45990" y="52010"/>
                  </a:lnTo>
                  <a:lnTo>
                    <a:pt x="42409" y="55900"/>
                  </a:lnTo>
                  <a:lnTo>
                    <a:pt x="38952" y="59901"/>
                  </a:lnTo>
                  <a:lnTo>
                    <a:pt x="35624" y="64010"/>
                  </a:lnTo>
                  <a:lnTo>
                    <a:pt x="32427" y="68222"/>
                  </a:lnTo>
                  <a:lnTo>
                    <a:pt x="29365" y="72533"/>
                  </a:lnTo>
                  <a:lnTo>
                    <a:pt x="26441" y="76938"/>
                  </a:lnTo>
                  <a:lnTo>
                    <a:pt x="23658" y="81434"/>
                  </a:lnTo>
                  <a:lnTo>
                    <a:pt x="21018" y="86016"/>
                  </a:lnTo>
                  <a:lnTo>
                    <a:pt x="18525" y="90679"/>
                  </a:lnTo>
                  <a:lnTo>
                    <a:pt x="16180" y="95418"/>
                  </a:lnTo>
                  <a:lnTo>
                    <a:pt x="13986" y="100229"/>
                  </a:lnTo>
                  <a:lnTo>
                    <a:pt x="11946" y="105107"/>
                  </a:lnTo>
                  <a:lnTo>
                    <a:pt x="10061" y="110047"/>
                  </a:lnTo>
                  <a:lnTo>
                    <a:pt x="8333" y="115045"/>
                  </a:lnTo>
                  <a:lnTo>
                    <a:pt x="6764" y="120094"/>
                  </a:lnTo>
                  <a:lnTo>
                    <a:pt x="5355" y="125191"/>
                  </a:lnTo>
                  <a:lnTo>
                    <a:pt x="4109" y="130329"/>
                  </a:lnTo>
                  <a:lnTo>
                    <a:pt x="3025" y="135504"/>
                  </a:lnTo>
                  <a:lnTo>
                    <a:pt x="2106" y="140712"/>
                  </a:lnTo>
                  <a:lnTo>
                    <a:pt x="1352" y="145945"/>
                  </a:lnTo>
                  <a:lnTo>
                    <a:pt x="764" y="151200"/>
                  </a:lnTo>
                  <a:lnTo>
                    <a:pt x="342" y="156471"/>
                  </a:lnTo>
                  <a:lnTo>
                    <a:pt x="87" y="161752"/>
                  </a:lnTo>
                  <a:lnTo>
                    <a:pt x="0" y="167039"/>
                  </a:lnTo>
                  <a:lnTo>
                    <a:pt x="79" y="172326"/>
                  </a:lnTo>
                  <a:lnTo>
                    <a:pt x="326" y="177608"/>
                  </a:lnTo>
                  <a:lnTo>
                    <a:pt x="740" y="182879"/>
                  </a:lnTo>
                  <a:lnTo>
                    <a:pt x="1320" y="188135"/>
                  </a:lnTo>
                  <a:lnTo>
                    <a:pt x="2066" y="193370"/>
                  </a:lnTo>
                  <a:lnTo>
                    <a:pt x="2977" y="198578"/>
                  </a:lnTo>
                  <a:lnTo>
                    <a:pt x="4053" y="203755"/>
                  </a:lnTo>
                  <a:lnTo>
                    <a:pt x="5291" y="208896"/>
                  </a:lnTo>
                  <a:lnTo>
                    <a:pt x="6692" y="213994"/>
                  </a:lnTo>
                  <a:lnTo>
                    <a:pt x="8253" y="219046"/>
                  </a:lnTo>
                  <a:lnTo>
                    <a:pt x="9974" y="224046"/>
                  </a:lnTo>
                  <a:lnTo>
                    <a:pt x="11851" y="228989"/>
                  </a:lnTo>
                  <a:lnTo>
                    <a:pt x="13884" y="233870"/>
                  </a:lnTo>
                  <a:lnTo>
                    <a:pt x="16070" y="238685"/>
                  </a:lnTo>
                  <a:lnTo>
                    <a:pt x="18408" y="243428"/>
                  </a:lnTo>
                  <a:lnTo>
                    <a:pt x="20894" y="248094"/>
                  </a:lnTo>
                  <a:lnTo>
                    <a:pt x="23527" y="252680"/>
                  </a:lnTo>
                  <a:lnTo>
                    <a:pt x="26303" y="257180"/>
                  </a:lnTo>
                  <a:lnTo>
                    <a:pt x="29220" y="261590"/>
                  </a:lnTo>
                  <a:lnTo>
                    <a:pt x="32276" y="265906"/>
                  </a:lnTo>
                  <a:lnTo>
                    <a:pt x="35466" y="270122"/>
                  </a:lnTo>
                  <a:lnTo>
                    <a:pt x="38788" y="274236"/>
                  </a:lnTo>
                  <a:lnTo>
                    <a:pt x="42238" y="278243"/>
                  </a:lnTo>
                  <a:lnTo>
                    <a:pt x="45814" y="282138"/>
                  </a:lnTo>
                  <a:lnTo>
                    <a:pt x="49511" y="285919"/>
                  </a:lnTo>
                  <a:lnTo>
                    <a:pt x="53325" y="289580"/>
                  </a:lnTo>
                  <a:lnTo>
                    <a:pt x="57254" y="293120"/>
                  </a:lnTo>
                  <a:lnTo>
                    <a:pt x="61292" y="296533"/>
                  </a:lnTo>
                  <a:lnTo>
                    <a:pt x="65437" y="299816"/>
                  </a:lnTo>
                  <a:lnTo>
                    <a:pt x="69683" y="302967"/>
                  </a:lnTo>
                  <a:lnTo>
                    <a:pt x="74026" y="305983"/>
                  </a:lnTo>
                  <a:lnTo>
                    <a:pt x="78463" y="308859"/>
                  </a:lnTo>
                  <a:lnTo>
                    <a:pt x="82989" y="311593"/>
                  </a:lnTo>
                  <a:lnTo>
                    <a:pt x="87599" y="314183"/>
                  </a:lnTo>
                  <a:lnTo>
                    <a:pt x="92288" y="316626"/>
                  </a:lnTo>
                  <a:lnTo>
                    <a:pt x="97053" y="318920"/>
                  </a:lnTo>
                  <a:lnTo>
                    <a:pt x="101887" y="321061"/>
                  </a:lnTo>
                  <a:lnTo>
                    <a:pt x="106787" y="323049"/>
                  </a:lnTo>
                  <a:lnTo>
                    <a:pt x="111747" y="324881"/>
                  </a:lnTo>
                  <a:lnTo>
                    <a:pt x="116763" y="326554"/>
                  </a:lnTo>
                  <a:lnTo>
                    <a:pt x="121829" y="328069"/>
                  </a:lnTo>
                  <a:lnTo>
                    <a:pt x="126940" y="329422"/>
                  </a:lnTo>
                  <a:lnTo>
                    <a:pt x="132092" y="330613"/>
                  </a:lnTo>
                  <a:lnTo>
                    <a:pt x="137279" y="331641"/>
                  </a:lnTo>
                  <a:lnTo>
                    <a:pt x="142496" y="332504"/>
                  </a:lnTo>
                  <a:lnTo>
                    <a:pt x="147737" y="333201"/>
                  </a:lnTo>
                  <a:lnTo>
                    <a:pt x="152998" y="333733"/>
                  </a:lnTo>
                  <a:lnTo>
                    <a:pt x="158273" y="334098"/>
                  </a:lnTo>
                  <a:lnTo>
                    <a:pt x="163557" y="334295"/>
                  </a:lnTo>
                  <a:lnTo>
                    <a:pt x="168844" y="334326"/>
                  </a:lnTo>
                  <a:lnTo>
                    <a:pt x="174130" y="334189"/>
                  </a:lnTo>
                  <a:lnTo>
                    <a:pt x="179409" y="333886"/>
                  </a:lnTo>
                  <a:lnTo>
                    <a:pt x="184676" y="333415"/>
                  </a:lnTo>
                  <a:lnTo>
                    <a:pt x="189925" y="332778"/>
                  </a:lnTo>
                  <a:lnTo>
                    <a:pt x="195151" y="331975"/>
                  </a:lnTo>
                  <a:lnTo>
                    <a:pt x="200349" y="331008"/>
                  </a:lnTo>
                  <a:lnTo>
                    <a:pt x="205514" y="329877"/>
                  </a:lnTo>
                  <a:lnTo>
                    <a:pt x="210641" y="328582"/>
                  </a:lnTo>
                  <a:lnTo>
                    <a:pt x="215724" y="327127"/>
                  </a:lnTo>
                  <a:lnTo>
                    <a:pt x="220759" y="325511"/>
                  </a:lnTo>
                  <a:lnTo>
                    <a:pt x="225740" y="323737"/>
                  </a:lnTo>
                  <a:lnTo>
                    <a:pt x="230663" y="321806"/>
                  </a:lnTo>
                  <a:lnTo>
                    <a:pt x="235522" y="319720"/>
                  </a:lnTo>
                  <a:lnTo>
                    <a:pt x="240312" y="317482"/>
                  </a:lnTo>
                  <a:lnTo>
                    <a:pt x="245030" y="315094"/>
                  </a:lnTo>
                  <a:lnTo>
                    <a:pt x="249669" y="312557"/>
                  </a:lnTo>
                  <a:lnTo>
                    <a:pt x="254226" y="309875"/>
                  </a:lnTo>
                  <a:lnTo>
                    <a:pt x="258696" y="307050"/>
                  </a:lnTo>
                  <a:lnTo>
                    <a:pt x="263074" y="304086"/>
                  </a:lnTo>
                  <a:lnTo>
                    <a:pt x="267356" y="300984"/>
                  </a:lnTo>
                  <a:lnTo>
                    <a:pt x="271538" y="297748"/>
                  </a:lnTo>
                  <a:lnTo>
                    <a:pt x="275616" y="294382"/>
                  </a:lnTo>
                  <a:lnTo>
                    <a:pt x="279585" y="290889"/>
                  </a:lnTo>
                  <a:lnTo>
                    <a:pt x="283442" y="287271"/>
                  </a:lnTo>
                  <a:lnTo>
                    <a:pt x="287182" y="283534"/>
                  </a:lnTo>
                  <a:lnTo>
                    <a:pt x="290803" y="279680"/>
                  </a:lnTo>
                  <a:lnTo>
                    <a:pt x="294299" y="275714"/>
                  </a:lnTo>
                  <a:lnTo>
                    <a:pt x="297668" y="271638"/>
                  </a:lnTo>
                  <a:lnTo>
                    <a:pt x="300907" y="267459"/>
                  </a:lnTo>
                  <a:lnTo>
                    <a:pt x="304012" y="263179"/>
                  </a:lnTo>
                  <a:lnTo>
                    <a:pt x="306980" y="258803"/>
                  </a:lnTo>
                  <a:lnTo>
                    <a:pt x="309809" y="254335"/>
                  </a:lnTo>
                  <a:lnTo>
                    <a:pt x="312494" y="249780"/>
                  </a:lnTo>
                  <a:lnTo>
                    <a:pt x="315034" y="245143"/>
                  </a:lnTo>
                  <a:lnTo>
                    <a:pt x="317426" y="240427"/>
                  </a:lnTo>
                  <a:lnTo>
                    <a:pt x="319668" y="235638"/>
                  </a:lnTo>
                  <a:lnTo>
                    <a:pt x="321757" y="230781"/>
                  </a:lnTo>
                  <a:lnTo>
                    <a:pt x="323692" y="225860"/>
                  </a:lnTo>
                  <a:lnTo>
                    <a:pt x="325470" y="220880"/>
                  </a:lnTo>
                  <a:lnTo>
                    <a:pt x="327089" y="215847"/>
                  </a:lnTo>
                  <a:lnTo>
                    <a:pt x="328549" y="210765"/>
                  </a:lnTo>
                  <a:lnTo>
                    <a:pt x="329847" y="205639"/>
                  </a:lnTo>
                  <a:lnTo>
                    <a:pt x="330982" y="200475"/>
                  </a:lnTo>
                  <a:lnTo>
                    <a:pt x="331954" y="195277"/>
                  </a:lnTo>
                  <a:lnTo>
                    <a:pt x="332761" y="190051"/>
                  </a:lnTo>
                  <a:lnTo>
                    <a:pt x="333401" y="184803"/>
                  </a:lnTo>
                  <a:lnTo>
                    <a:pt x="333876" y="179537"/>
                  </a:lnTo>
                  <a:lnTo>
                    <a:pt x="334184" y="174258"/>
                  </a:lnTo>
                  <a:lnTo>
                    <a:pt x="334325" y="168972"/>
                  </a:lnTo>
                  <a:lnTo>
                    <a:pt x="334298" y="163685"/>
                  </a:lnTo>
                  <a:lnTo>
                    <a:pt x="334104" y="158401"/>
                  </a:lnTo>
                  <a:lnTo>
                    <a:pt x="333744" y="153125"/>
                  </a:lnTo>
                  <a:lnTo>
                    <a:pt x="333216" y="147864"/>
                  </a:lnTo>
                  <a:lnTo>
                    <a:pt x="332523" y="142622"/>
                  </a:lnTo>
                  <a:lnTo>
                    <a:pt x="331664" y="137405"/>
                  </a:lnTo>
                  <a:lnTo>
                    <a:pt x="330640" y="132217"/>
                  </a:lnTo>
                  <a:lnTo>
                    <a:pt x="329453" y="127065"/>
                  </a:lnTo>
                  <a:lnTo>
                    <a:pt x="328103" y="121952"/>
                  </a:lnTo>
                  <a:lnTo>
                    <a:pt x="326593" y="116885"/>
                  </a:lnTo>
                  <a:lnTo>
                    <a:pt x="324923" y="111868"/>
                  </a:lnTo>
                  <a:lnTo>
                    <a:pt x="323095" y="106906"/>
                  </a:lnTo>
                  <a:lnTo>
                    <a:pt x="321111" y="102005"/>
                  </a:lnTo>
                  <a:lnTo>
                    <a:pt x="318973" y="97169"/>
                  </a:lnTo>
                  <a:lnTo>
                    <a:pt x="316684" y="92403"/>
                  </a:lnTo>
                  <a:lnTo>
                    <a:pt x="314244" y="87711"/>
                  </a:lnTo>
                  <a:lnTo>
                    <a:pt x="311658" y="83099"/>
                  </a:lnTo>
                  <a:lnTo>
                    <a:pt x="308927" y="78572"/>
                  </a:lnTo>
                  <a:lnTo>
                    <a:pt x="306054" y="74133"/>
                  </a:lnTo>
                  <a:lnTo>
                    <a:pt x="303042" y="69787"/>
                  </a:lnTo>
                  <a:lnTo>
                    <a:pt x="299894" y="65538"/>
                  </a:lnTo>
                  <a:lnTo>
                    <a:pt x="296614" y="61391"/>
                  </a:lnTo>
                  <a:lnTo>
                    <a:pt x="293204" y="57350"/>
                  </a:lnTo>
                  <a:lnTo>
                    <a:pt x="289667" y="53419"/>
                  </a:lnTo>
                  <a:lnTo>
                    <a:pt x="286009" y="49602"/>
                  </a:lnTo>
                  <a:lnTo>
                    <a:pt x="282231" y="45902"/>
                  </a:lnTo>
                  <a:lnTo>
                    <a:pt x="278338" y="42324"/>
                  </a:lnTo>
                  <a:lnTo>
                    <a:pt x="274334" y="38870"/>
                  </a:lnTo>
                  <a:lnTo>
                    <a:pt x="270223" y="35545"/>
                  </a:lnTo>
                  <a:lnTo>
                    <a:pt x="266009" y="32351"/>
                  </a:lnTo>
                  <a:lnTo>
                    <a:pt x="261696" y="29293"/>
                  </a:lnTo>
                  <a:lnTo>
                    <a:pt x="257288" y="26372"/>
                  </a:lnTo>
                  <a:lnTo>
                    <a:pt x="252790" y="23592"/>
                  </a:lnTo>
                  <a:lnTo>
                    <a:pt x="248206" y="20956"/>
                  </a:lnTo>
                  <a:lnTo>
                    <a:pt x="243541" y="18466"/>
                  </a:lnTo>
                  <a:lnTo>
                    <a:pt x="238800" y="16125"/>
                  </a:lnTo>
                  <a:lnTo>
                    <a:pt x="233988" y="13935"/>
                  </a:lnTo>
                  <a:lnTo>
                    <a:pt x="229108" y="11899"/>
                  </a:lnTo>
                  <a:lnTo>
                    <a:pt x="224166" y="10017"/>
                  </a:lnTo>
                  <a:lnTo>
                    <a:pt x="219168" y="8293"/>
                  </a:lnTo>
                  <a:lnTo>
                    <a:pt x="214117" y="6728"/>
                  </a:lnTo>
                  <a:lnTo>
                    <a:pt x="209019" y="5323"/>
                  </a:lnTo>
                  <a:lnTo>
                    <a:pt x="203880" y="4081"/>
                  </a:lnTo>
                  <a:lnTo>
                    <a:pt x="198704" y="3001"/>
                  </a:lnTo>
                  <a:lnTo>
                    <a:pt x="193496" y="2086"/>
                  </a:lnTo>
                  <a:lnTo>
                    <a:pt x="188262" y="1336"/>
                  </a:lnTo>
                  <a:lnTo>
                    <a:pt x="183007" y="752"/>
                  </a:lnTo>
                  <a:lnTo>
                    <a:pt x="177735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75410" y="2126963"/>
              <a:ext cx="105877" cy="167167"/>
            </a:xfrm>
            <a:custGeom>
              <a:avLst/>
              <a:pathLst>
                <a:path w="105877" h="167167">
                  <a:moveTo>
                    <a:pt x="105877" y="0"/>
                  </a:moveTo>
                  <a:lnTo>
                    <a:pt x="100145" y="98"/>
                  </a:lnTo>
                  <a:lnTo>
                    <a:pt x="94420" y="393"/>
                  </a:lnTo>
                  <a:lnTo>
                    <a:pt x="88708" y="883"/>
                  </a:lnTo>
                  <a:lnTo>
                    <a:pt x="83017" y="1570"/>
                  </a:lnTo>
                  <a:lnTo>
                    <a:pt x="77353" y="2451"/>
                  </a:lnTo>
                  <a:lnTo>
                    <a:pt x="71722" y="3526"/>
                  </a:lnTo>
                  <a:lnTo>
                    <a:pt x="66131" y="4793"/>
                  </a:lnTo>
                  <a:lnTo>
                    <a:pt x="60587" y="6252"/>
                  </a:lnTo>
                  <a:lnTo>
                    <a:pt x="55096" y="7899"/>
                  </a:lnTo>
                  <a:lnTo>
                    <a:pt x="49665" y="9734"/>
                  </a:lnTo>
                  <a:lnTo>
                    <a:pt x="44300" y="11754"/>
                  </a:lnTo>
                  <a:lnTo>
                    <a:pt x="39007" y="13957"/>
                  </a:lnTo>
                  <a:lnTo>
                    <a:pt x="33793" y="16339"/>
                  </a:lnTo>
                  <a:lnTo>
                    <a:pt x="28664" y="18900"/>
                  </a:lnTo>
                  <a:lnTo>
                    <a:pt x="23626" y="21634"/>
                  </a:lnTo>
                  <a:lnTo>
                    <a:pt x="18684" y="24540"/>
                  </a:lnTo>
                  <a:lnTo>
                    <a:pt x="13845" y="27614"/>
                  </a:lnTo>
                  <a:lnTo>
                    <a:pt x="9114" y="30851"/>
                  </a:lnTo>
                  <a:lnTo>
                    <a:pt x="4497" y="34249"/>
                  </a:lnTo>
                  <a:lnTo>
                    <a:pt x="0" y="37803"/>
                  </a:lnTo>
                  <a:lnTo>
                    <a:pt x="1058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5410" y="2164767"/>
              <a:ext cx="105877" cy="129363"/>
            </a:xfrm>
            <a:custGeom>
              <a:avLst/>
              <a:pathLst>
                <a:path w="105877" h="129363">
                  <a:moveTo>
                    <a:pt x="0" y="0"/>
                  </a:moveTo>
                  <a:lnTo>
                    <a:pt x="105877" y="1293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14120" y="2127693"/>
              <a:ext cx="334327" cy="333594"/>
            </a:xfrm>
            <a:custGeom>
              <a:avLst/>
              <a:pathLst>
                <a:path w="334327" h="333594">
                  <a:moveTo>
                    <a:pt x="61290" y="37074"/>
                  </a:moveTo>
                  <a:lnTo>
                    <a:pt x="57251" y="40487"/>
                  </a:lnTo>
                  <a:lnTo>
                    <a:pt x="53323" y="44026"/>
                  </a:lnTo>
                  <a:lnTo>
                    <a:pt x="49509" y="47688"/>
                  </a:lnTo>
                  <a:lnTo>
                    <a:pt x="45812" y="51468"/>
                  </a:lnTo>
                  <a:lnTo>
                    <a:pt x="42237" y="55363"/>
                  </a:lnTo>
                  <a:lnTo>
                    <a:pt x="38786" y="59370"/>
                  </a:lnTo>
                  <a:lnTo>
                    <a:pt x="35464" y="63484"/>
                  </a:lnTo>
                  <a:lnTo>
                    <a:pt x="32274" y="67700"/>
                  </a:lnTo>
                  <a:lnTo>
                    <a:pt x="29219" y="72016"/>
                  </a:lnTo>
                  <a:lnTo>
                    <a:pt x="26302" y="76426"/>
                  </a:lnTo>
                  <a:lnTo>
                    <a:pt x="23526" y="80926"/>
                  </a:lnTo>
                  <a:lnTo>
                    <a:pt x="20893" y="85511"/>
                  </a:lnTo>
                  <a:lnTo>
                    <a:pt x="18407" y="90178"/>
                  </a:lnTo>
                  <a:lnTo>
                    <a:pt x="16070" y="94921"/>
                  </a:lnTo>
                  <a:lnTo>
                    <a:pt x="13884" y="99735"/>
                  </a:lnTo>
                  <a:lnTo>
                    <a:pt x="11851" y="104616"/>
                  </a:lnTo>
                  <a:lnTo>
                    <a:pt x="9973" y="109559"/>
                  </a:lnTo>
                  <a:lnTo>
                    <a:pt x="8253" y="114559"/>
                  </a:lnTo>
                  <a:lnTo>
                    <a:pt x="6692" y="119611"/>
                  </a:lnTo>
                  <a:lnTo>
                    <a:pt x="5291" y="124709"/>
                  </a:lnTo>
                  <a:lnTo>
                    <a:pt x="4052" y="129850"/>
                  </a:lnTo>
                  <a:lnTo>
                    <a:pt x="2977" y="135027"/>
                  </a:lnTo>
                  <a:lnTo>
                    <a:pt x="2066" y="140235"/>
                  </a:lnTo>
                  <a:lnTo>
                    <a:pt x="1320" y="145470"/>
                  </a:lnTo>
                  <a:lnTo>
                    <a:pt x="739" y="150725"/>
                  </a:lnTo>
                  <a:lnTo>
                    <a:pt x="326" y="155996"/>
                  </a:lnTo>
                  <a:lnTo>
                    <a:pt x="79" y="161278"/>
                  </a:lnTo>
                  <a:lnTo>
                    <a:pt x="0" y="166565"/>
                  </a:lnTo>
                  <a:lnTo>
                    <a:pt x="87" y="171852"/>
                  </a:lnTo>
                  <a:lnTo>
                    <a:pt x="342" y="177133"/>
                  </a:lnTo>
                  <a:lnTo>
                    <a:pt x="764" y="182404"/>
                  </a:lnTo>
                  <a:lnTo>
                    <a:pt x="1352" y="187658"/>
                  </a:lnTo>
                  <a:lnTo>
                    <a:pt x="2106" y="192892"/>
                  </a:lnTo>
                  <a:lnTo>
                    <a:pt x="3025" y="198099"/>
                  </a:lnTo>
                  <a:lnTo>
                    <a:pt x="4109" y="203274"/>
                  </a:lnTo>
                  <a:lnTo>
                    <a:pt x="5355" y="208413"/>
                  </a:lnTo>
                  <a:lnTo>
                    <a:pt x="6764" y="213509"/>
                  </a:lnTo>
                  <a:lnTo>
                    <a:pt x="8333" y="218558"/>
                  </a:lnTo>
                  <a:lnTo>
                    <a:pt x="10060" y="223556"/>
                  </a:lnTo>
                  <a:lnTo>
                    <a:pt x="11945" y="228496"/>
                  </a:lnTo>
                  <a:lnTo>
                    <a:pt x="13986" y="233374"/>
                  </a:lnTo>
                  <a:lnTo>
                    <a:pt x="16179" y="238185"/>
                  </a:lnTo>
                  <a:lnTo>
                    <a:pt x="18524" y="242924"/>
                  </a:lnTo>
                  <a:lnTo>
                    <a:pt x="21017" y="247587"/>
                  </a:lnTo>
                  <a:lnTo>
                    <a:pt x="23657" y="252168"/>
                  </a:lnTo>
                  <a:lnTo>
                    <a:pt x="26440" y="256664"/>
                  </a:lnTo>
                  <a:lnTo>
                    <a:pt x="29364" y="261069"/>
                  </a:lnTo>
                  <a:lnTo>
                    <a:pt x="32425" y="265380"/>
                  </a:lnTo>
                  <a:lnTo>
                    <a:pt x="35622" y="269592"/>
                  </a:lnTo>
                  <a:lnTo>
                    <a:pt x="38950" y="273701"/>
                  </a:lnTo>
                  <a:lnTo>
                    <a:pt x="42407" y="277702"/>
                  </a:lnTo>
                  <a:lnTo>
                    <a:pt x="45988" y="281592"/>
                  </a:lnTo>
                  <a:lnTo>
                    <a:pt x="49690" y="285367"/>
                  </a:lnTo>
                  <a:lnTo>
                    <a:pt x="53510" y="289022"/>
                  </a:lnTo>
                  <a:lnTo>
                    <a:pt x="57444" y="292556"/>
                  </a:lnTo>
                  <a:lnTo>
                    <a:pt x="61488" y="295963"/>
                  </a:lnTo>
                  <a:lnTo>
                    <a:pt x="65637" y="299240"/>
                  </a:lnTo>
                  <a:lnTo>
                    <a:pt x="69888" y="302385"/>
                  </a:lnTo>
                  <a:lnTo>
                    <a:pt x="74236" y="305393"/>
                  </a:lnTo>
                  <a:lnTo>
                    <a:pt x="78677" y="308263"/>
                  </a:lnTo>
                  <a:lnTo>
                    <a:pt x="83206" y="310990"/>
                  </a:lnTo>
                  <a:lnTo>
                    <a:pt x="87820" y="313573"/>
                  </a:lnTo>
                  <a:lnTo>
                    <a:pt x="92513" y="316009"/>
                  </a:lnTo>
                  <a:lnTo>
                    <a:pt x="97281" y="318295"/>
                  </a:lnTo>
                  <a:lnTo>
                    <a:pt x="102118" y="320430"/>
                  </a:lnTo>
                  <a:lnTo>
                    <a:pt x="107021" y="322410"/>
                  </a:lnTo>
                  <a:lnTo>
                    <a:pt x="111984" y="324234"/>
                  </a:lnTo>
                  <a:lnTo>
                    <a:pt x="117002" y="325900"/>
                  </a:lnTo>
                  <a:lnTo>
                    <a:pt x="122070" y="327407"/>
                  </a:lnTo>
                  <a:lnTo>
                    <a:pt x="127184" y="328753"/>
                  </a:lnTo>
                  <a:lnTo>
                    <a:pt x="132337" y="329936"/>
                  </a:lnTo>
                  <a:lnTo>
                    <a:pt x="137525" y="330956"/>
                  </a:lnTo>
                  <a:lnTo>
                    <a:pt x="142743" y="331811"/>
                  </a:lnTo>
                  <a:lnTo>
                    <a:pt x="147985" y="332500"/>
                  </a:lnTo>
                  <a:lnTo>
                    <a:pt x="153247" y="333024"/>
                  </a:lnTo>
                  <a:lnTo>
                    <a:pt x="158522" y="333381"/>
                  </a:lnTo>
                  <a:lnTo>
                    <a:pt x="163806" y="333571"/>
                  </a:lnTo>
                  <a:lnTo>
                    <a:pt x="169094" y="333594"/>
                  </a:lnTo>
                  <a:lnTo>
                    <a:pt x="174379" y="333449"/>
                  </a:lnTo>
                  <a:lnTo>
                    <a:pt x="179658" y="333137"/>
                  </a:lnTo>
                  <a:lnTo>
                    <a:pt x="184923" y="332659"/>
                  </a:lnTo>
                  <a:lnTo>
                    <a:pt x="190171" y="332014"/>
                  </a:lnTo>
                  <a:lnTo>
                    <a:pt x="195396" y="331204"/>
                  </a:lnTo>
                  <a:lnTo>
                    <a:pt x="200593" y="330229"/>
                  </a:lnTo>
                  <a:lnTo>
                    <a:pt x="205756" y="329090"/>
                  </a:lnTo>
                  <a:lnTo>
                    <a:pt x="210881" y="327788"/>
                  </a:lnTo>
                  <a:lnTo>
                    <a:pt x="215962" y="326325"/>
                  </a:lnTo>
                  <a:lnTo>
                    <a:pt x="220994" y="324701"/>
                  </a:lnTo>
                  <a:lnTo>
                    <a:pt x="225973" y="322920"/>
                  </a:lnTo>
                  <a:lnTo>
                    <a:pt x="230892" y="320982"/>
                  </a:lnTo>
                  <a:lnTo>
                    <a:pt x="235748" y="318889"/>
                  </a:lnTo>
                  <a:lnTo>
                    <a:pt x="240535" y="316644"/>
                  </a:lnTo>
                  <a:lnTo>
                    <a:pt x="245249" y="314248"/>
                  </a:lnTo>
                  <a:lnTo>
                    <a:pt x="249884" y="311705"/>
                  </a:lnTo>
                  <a:lnTo>
                    <a:pt x="254437" y="309016"/>
                  </a:lnTo>
                  <a:lnTo>
                    <a:pt x="258903" y="306185"/>
                  </a:lnTo>
                  <a:lnTo>
                    <a:pt x="263277" y="303214"/>
                  </a:lnTo>
                  <a:lnTo>
                    <a:pt x="267554" y="300106"/>
                  </a:lnTo>
                  <a:lnTo>
                    <a:pt x="271731" y="296864"/>
                  </a:lnTo>
                  <a:lnTo>
                    <a:pt x="275804" y="293492"/>
                  </a:lnTo>
                  <a:lnTo>
                    <a:pt x="279768" y="289993"/>
                  </a:lnTo>
                  <a:lnTo>
                    <a:pt x="283619" y="286370"/>
                  </a:lnTo>
                  <a:lnTo>
                    <a:pt x="287354" y="282627"/>
                  </a:lnTo>
                  <a:lnTo>
                    <a:pt x="290968" y="278768"/>
                  </a:lnTo>
                  <a:lnTo>
                    <a:pt x="294459" y="274796"/>
                  </a:lnTo>
                  <a:lnTo>
                    <a:pt x="297822" y="270716"/>
                  </a:lnTo>
                  <a:lnTo>
                    <a:pt x="301055" y="266532"/>
                  </a:lnTo>
                  <a:lnTo>
                    <a:pt x="304153" y="262248"/>
                  </a:lnTo>
                  <a:lnTo>
                    <a:pt x="307115" y="257868"/>
                  </a:lnTo>
                  <a:lnTo>
                    <a:pt x="309936" y="253396"/>
                  </a:lnTo>
                  <a:lnTo>
                    <a:pt x="312615" y="248837"/>
                  </a:lnTo>
                  <a:lnTo>
                    <a:pt x="315148" y="244196"/>
                  </a:lnTo>
                  <a:lnTo>
                    <a:pt x="317534" y="239477"/>
                  </a:lnTo>
                  <a:lnTo>
                    <a:pt x="319768" y="234685"/>
                  </a:lnTo>
                  <a:lnTo>
                    <a:pt x="321850" y="229825"/>
                  </a:lnTo>
                  <a:lnTo>
                    <a:pt x="323778" y="224901"/>
                  </a:lnTo>
                  <a:lnTo>
                    <a:pt x="325548" y="219919"/>
                  </a:lnTo>
                  <a:lnTo>
                    <a:pt x="327160" y="214883"/>
                  </a:lnTo>
                  <a:lnTo>
                    <a:pt x="328613" y="209799"/>
                  </a:lnTo>
                  <a:lnTo>
                    <a:pt x="329903" y="204671"/>
                  </a:lnTo>
                  <a:lnTo>
                    <a:pt x="331031" y="199506"/>
                  </a:lnTo>
                  <a:lnTo>
                    <a:pt x="331995" y="194307"/>
                  </a:lnTo>
                  <a:lnTo>
                    <a:pt x="332794" y="189080"/>
                  </a:lnTo>
                  <a:lnTo>
                    <a:pt x="333427" y="183830"/>
                  </a:lnTo>
                  <a:lnTo>
                    <a:pt x="333894" y="178564"/>
                  </a:lnTo>
                  <a:lnTo>
                    <a:pt x="334194" y="173285"/>
                  </a:lnTo>
                  <a:lnTo>
                    <a:pt x="334327" y="167999"/>
                  </a:lnTo>
                  <a:lnTo>
                    <a:pt x="334293" y="162712"/>
                  </a:lnTo>
                  <a:lnTo>
                    <a:pt x="334091" y="157428"/>
                  </a:lnTo>
                  <a:lnTo>
                    <a:pt x="333723" y="152153"/>
                  </a:lnTo>
                  <a:lnTo>
                    <a:pt x="333188" y="146893"/>
                  </a:lnTo>
                  <a:lnTo>
                    <a:pt x="332487" y="141652"/>
                  </a:lnTo>
                  <a:lnTo>
                    <a:pt x="331620" y="136436"/>
                  </a:lnTo>
                  <a:lnTo>
                    <a:pt x="330589" y="131250"/>
                  </a:lnTo>
                  <a:lnTo>
                    <a:pt x="329395" y="126099"/>
                  </a:lnTo>
                  <a:lnTo>
                    <a:pt x="328038" y="120989"/>
                  </a:lnTo>
                  <a:lnTo>
                    <a:pt x="326520" y="115924"/>
                  </a:lnTo>
                  <a:lnTo>
                    <a:pt x="324843" y="110910"/>
                  </a:lnTo>
                  <a:lnTo>
                    <a:pt x="323008" y="105951"/>
                  </a:lnTo>
                  <a:lnTo>
                    <a:pt x="321017" y="101052"/>
                  </a:lnTo>
                  <a:lnTo>
                    <a:pt x="318872" y="96219"/>
                  </a:lnTo>
                  <a:lnTo>
                    <a:pt x="316575" y="91457"/>
                  </a:lnTo>
                  <a:lnTo>
                    <a:pt x="314129" y="86769"/>
                  </a:lnTo>
                  <a:lnTo>
                    <a:pt x="311536" y="82161"/>
                  </a:lnTo>
                  <a:lnTo>
                    <a:pt x="308799" y="77638"/>
                  </a:lnTo>
                  <a:lnTo>
                    <a:pt x="305919" y="73203"/>
                  </a:lnTo>
                  <a:lnTo>
                    <a:pt x="302901" y="68861"/>
                  </a:lnTo>
                  <a:lnTo>
                    <a:pt x="299748" y="64617"/>
                  </a:lnTo>
                  <a:lnTo>
                    <a:pt x="296461" y="60475"/>
                  </a:lnTo>
                  <a:lnTo>
                    <a:pt x="293045" y="56439"/>
                  </a:lnTo>
                  <a:lnTo>
                    <a:pt x="289504" y="52513"/>
                  </a:lnTo>
                  <a:lnTo>
                    <a:pt x="285839" y="48701"/>
                  </a:lnTo>
                  <a:lnTo>
                    <a:pt x="282057" y="45007"/>
                  </a:lnTo>
                  <a:lnTo>
                    <a:pt x="278159" y="41434"/>
                  </a:lnTo>
                  <a:lnTo>
                    <a:pt x="274150" y="37986"/>
                  </a:lnTo>
                  <a:lnTo>
                    <a:pt x="270034" y="34667"/>
                  </a:lnTo>
                  <a:lnTo>
                    <a:pt x="265815" y="31480"/>
                  </a:lnTo>
                  <a:lnTo>
                    <a:pt x="261498" y="28428"/>
                  </a:lnTo>
                  <a:lnTo>
                    <a:pt x="257086" y="25513"/>
                  </a:lnTo>
                  <a:lnTo>
                    <a:pt x="252584" y="22740"/>
                  </a:lnTo>
                  <a:lnTo>
                    <a:pt x="247997" y="20111"/>
                  </a:lnTo>
                  <a:lnTo>
                    <a:pt x="243329" y="17627"/>
                  </a:lnTo>
                  <a:lnTo>
                    <a:pt x="238584" y="15293"/>
                  </a:lnTo>
                  <a:lnTo>
                    <a:pt x="233769" y="13110"/>
                  </a:lnTo>
                  <a:lnTo>
                    <a:pt x="228886" y="11081"/>
                  </a:lnTo>
                  <a:lnTo>
                    <a:pt x="223942" y="9206"/>
                  </a:lnTo>
                  <a:lnTo>
                    <a:pt x="218941" y="7489"/>
                  </a:lnTo>
                  <a:lnTo>
                    <a:pt x="213888" y="5931"/>
                  </a:lnTo>
                  <a:lnTo>
                    <a:pt x="208789" y="4534"/>
                  </a:lnTo>
                  <a:lnTo>
                    <a:pt x="203648" y="3299"/>
                  </a:lnTo>
                  <a:lnTo>
                    <a:pt x="198470" y="2227"/>
                  </a:lnTo>
                  <a:lnTo>
                    <a:pt x="193261" y="1319"/>
                  </a:lnTo>
                  <a:lnTo>
                    <a:pt x="188026" y="576"/>
                  </a:lnTo>
                  <a:lnTo>
                    <a:pt x="182770" y="0"/>
                  </a:lnTo>
                  <a:lnTo>
                    <a:pt x="167167" y="1664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2126963"/>
              <a:ext cx="15603" cy="167167"/>
            </a:xfrm>
            <a:custGeom>
              <a:avLst/>
              <a:pathLst>
                <a:path w="15603" h="167167">
                  <a:moveTo>
                    <a:pt x="15603" y="7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423592" y="2633064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1" y="334"/>
                  </a:lnTo>
                  <a:lnTo>
                    <a:pt x="151306" y="753"/>
                  </a:lnTo>
                  <a:lnTo>
                    <a:pt x="146048" y="1337"/>
                  </a:lnTo>
                  <a:lnTo>
                    <a:pt x="140811" y="2088"/>
                  </a:lnTo>
                  <a:lnTo>
                    <a:pt x="135600" y="3005"/>
                  </a:lnTo>
                  <a:lnTo>
                    <a:pt x="130421" y="4086"/>
                  </a:lnTo>
                  <a:lnTo>
                    <a:pt x="125279" y="5330"/>
                  </a:lnTo>
                  <a:lnTo>
                    <a:pt x="120178" y="6736"/>
                  </a:lnTo>
                  <a:lnTo>
                    <a:pt x="115125" y="8303"/>
                  </a:lnTo>
                  <a:lnTo>
                    <a:pt x="110124" y="10029"/>
                  </a:lnTo>
                  <a:lnTo>
                    <a:pt x="105180" y="11912"/>
                  </a:lnTo>
                  <a:lnTo>
                    <a:pt x="100298" y="13951"/>
                  </a:lnTo>
                  <a:lnTo>
                    <a:pt x="95483" y="16144"/>
                  </a:lnTo>
                  <a:lnTo>
                    <a:pt x="90739" y="18488"/>
                  </a:lnTo>
                  <a:lnTo>
                    <a:pt x="86073" y="20980"/>
                  </a:lnTo>
                  <a:lnTo>
                    <a:pt x="81487" y="23619"/>
                  </a:lnTo>
                  <a:lnTo>
                    <a:pt x="76987" y="26402"/>
                  </a:lnTo>
                  <a:lnTo>
                    <a:pt x="72578" y="29326"/>
                  </a:lnTo>
                  <a:lnTo>
                    <a:pt x="68263" y="32388"/>
                  </a:lnTo>
                  <a:lnTo>
                    <a:pt x="64048" y="35585"/>
                  </a:lnTo>
                  <a:lnTo>
                    <a:pt x="59935" y="38914"/>
                  </a:lnTo>
                  <a:lnTo>
                    <a:pt x="55931" y="42371"/>
                  </a:lnTo>
                  <a:lnTo>
                    <a:pt x="52037" y="45953"/>
                  </a:lnTo>
                  <a:lnTo>
                    <a:pt x="48259" y="49657"/>
                  </a:lnTo>
                  <a:lnTo>
                    <a:pt x="44600" y="53478"/>
                  </a:lnTo>
                  <a:lnTo>
                    <a:pt x="41063" y="57414"/>
                  </a:lnTo>
                  <a:lnTo>
                    <a:pt x="37653" y="61459"/>
                  </a:lnTo>
                  <a:lnTo>
                    <a:pt x="34373" y="65610"/>
                  </a:lnTo>
                  <a:lnTo>
                    <a:pt x="31226" y="69863"/>
                  </a:lnTo>
                  <a:lnTo>
                    <a:pt x="28215" y="74213"/>
                  </a:lnTo>
                  <a:lnTo>
                    <a:pt x="25343" y="78656"/>
                  </a:lnTo>
                  <a:lnTo>
                    <a:pt x="22613" y="83188"/>
                  </a:lnTo>
                  <a:lnTo>
                    <a:pt x="20028" y="87805"/>
                  </a:lnTo>
                  <a:lnTo>
                    <a:pt x="17590" y="92500"/>
                  </a:lnTo>
                  <a:lnTo>
                    <a:pt x="15302" y="97271"/>
                  </a:lnTo>
                  <a:lnTo>
                    <a:pt x="13166" y="102111"/>
                  </a:lnTo>
                  <a:lnTo>
                    <a:pt x="11185" y="107017"/>
                  </a:lnTo>
                  <a:lnTo>
                    <a:pt x="9359" y="111983"/>
                  </a:lnTo>
                  <a:lnTo>
                    <a:pt x="7692" y="117004"/>
                  </a:lnTo>
                  <a:lnTo>
                    <a:pt x="6184" y="122075"/>
                  </a:lnTo>
                  <a:lnTo>
                    <a:pt x="4838" y="127192"/>
                  </a:lnTo>
                  <a:lnTo>
                    <a:pt x="3654" y="132348"/>
                  </a:lnTo>
                  <a:lnTo>
                    <a:pt x="2634" y="137540"/>
                  </a:lnTo>
                  <a:lnTo>
                    <a:pt x="1779" y="142761"/>
                  </a:lnTo>
                  <a:lnTo>
                    <a:pt x="1090" y="148007"/>
                  </a:lnTo>
                  <a:lnTo>
                    <a:pt x="567" y="153271"/>
                  </a:lnTo>
                  <a:lnTo>
                    <a:pt x="210" y="158550"/>
                  </a:lnTo>
                  <a:lnTo>
                    <a:pt x="21" y="163837"/>
                  </a:lnTo>
                  <a:lnTo>
                    <a:pt x="0" y="169128"/>
                  </a:lnTo>
                  <a:lnTo>
                    <a:pt x="145" y="174417"/>
                  </a:lnTo>
                  <a:lnTo>
                    <a:pt x="458" y="179698"/>
                  </a:lnTo>
                  <a:lnTo>
                    <a:pt x="938" y="184967"/>
                  </a:lnTo>
                  <a:lnTo>
                    <a:pt x="1585" y="190218"/>
                  </a:lnTo>
                  <a:lnTo>
                    <a:pt x="2397" y="195446"/>
                  </a:lnTo>
                  <a:lnTo>
                    <a:pt x="3375" y="200646"/>
                  </a:lnTo>
                  <a:lnTo>
                    <a:pt x="4516" y="205812"/>
                  </a:lnTo>
                  <a:lnTo>
                    <a:pt x="5821" y="210939"/>
                  </a:lnTo>
                  <a:lnTo>
                    <a:pt x="7287" y="216023"/>
                  </a:lnTo>
                  <a:lnTo>
                    <a:pt x="8913" y="221058"/>
                  </a:lnTo>
                  <a:lnTo>
                    <a:pt x="10697" y="226038"/>
                  </a:lnTo>
                  <a:lnTo>
                    <a:pt x="12639" y="230960"/>
                  </a:lnTo>
                  <a:lnTo>
                    <a:pt x="14735" y="235818"/>
                  </a:lnTo>
                  <a:lnTo>
                    <a:pt x="16984" y="240607"/>
                  </a:lnTo>
                  <a:lnTo>
                    <a:pt x="19383" y="245322"/>
                  </a:lnTo>
                  <a:lnTo>
                    <a:pt x="21930" y="249959"/>
                  </a:lnTo>
                  <a:lnTo>
                    <a:pt x="24623" y="254513"/>
                  </a:lnTo>
                  <a:lnTo>
                    <a:pt x="27458" y="258980"/>
                  </a:lnTo>
                  <a:lnTo>
                    <a:pt x="30434" y="263355"/>
                  </a:lnTo>
                  <a:lnTo>
                    <a:pt x="33546" y="267633"/>
                  </a:lnTo>
                  <a:lnTo>
                    <a:pt x="36792" y="271811"/>
                  </a:lnTo>
                  <a:lnTo>
                    <a:pt x="40169" y="275884"/>
                  </a:lnTo>
                  <a:lnTo>
                    <a:pt x="43673" y="279848"/>
                  </a:lnTo>
                  <a:lnTo>
                    <a:pt x="47301" y="283699"/>
                  </a:lnTo>
                  <a:lnTo>
                    <a:pt x="51049" y="287434"/>
                  </a:lnTo>
                  <a:lnTo>
                    <a:pt x="54913" y="291048"/>
                  </a:lnTo>
                  <a:lnTo>
                    <a:pt x="58889" y="294538"/>
                  </a:lnTo>
                  <a:lnTo>
                    <a:pt x="62974" y="297900"/>
                  </a:lnTo>
                  <a:lnTo>
                    <a:pt x="67163" y="301132"/>
                  </a:lnTo>
                  <a:lnTo>
                    <a:pt x="71453" y="304229"/>
                  </a:lnTo>
                  <a:lnTo>
                    <a:pt x="75838" y="307189"/>
                  </a:lnTo>
                  <a:lnTo>
                    <a:pt x="80315" y="310008"/>
                  </a:lnTo>
                  <a:lnTo>
                    <a:pt x="84878" y="312685"/>
                  </a:lnTo>
                  <a:lnTo>
                    <a:pt x="89525" y="315216"/>
                  </a:lnTo>
                  <a:lnTo>
                    <a:pt x="94248" y="317598"/>
                  </a:lnTo>
                  <a:lnTo>
                    <a:pt x="99045" y="319830"/>
                  </a:lnTo>
                  <a:lnTo>
                    <a:pt x="103911" y="321909"/>
                  </a:lnTo>
                  <a:lnTo>
                    <a:pt x="108839" y="323833"/>
                  </a:lnTo>
                  <a:lnTo>
                    <a:pt x="113826" y="325600"/>
                  </a:lnTo>
                  <a:lnTo>
                    <a:pt x="118866" y="327208"/>
                  </a:lnTo>
                  <a:lnTo>
                    <a:pt x="123955" y="328656"/>
                  </a:lnTo>
                  <a:lnTo>
                    <a:pt x="129087" y="329942"/>
                  </a:lnTo>
                  <a:lnTo>
                    <a:pt x="134257" y="331065"/>
                  </a:lnTo>
                  <a:lnTo>
                    <a:pt x="139460" y="332024"/>
                  </a:lnTo>
                  <a:lnTo>
                    <a:pt x="144691" y="332818"/>
                  </a:lnTo>
                  <a:lnTo>
                    <a:pt x="149945" y="333446"/>
                  </a:lnTo>
                  <a:lnTo>
                    <a:pt x="155215" y="333907"/>
                  </a:lnTo>
                  <a:lnTo>
                    <a:pt x="160498" y="334202"/>
                  </a:lnTo>
                  <a:lnTo>
                    <a:pt x="165787" y="334329"/>
                  </a:lnTo>
                  <a:lnTo>
                    <a:pt x="171077" y="334288"/>
                  </a:lnTo>
                  <a:lnTo>
                    <a:pt x="176364" y="334081"/>
                  </a:lnTo>
                  <a:lnTo>
                    <a:pt x="181641" y="333706"/>
                  </a:lnTo>
                  <a:lnTo>
                    <a:pt x="186904" y="333164"/>
                  </a:lnTo>
                  <a:lnTo>
                    <a:pt x="192147" y="332456"/>
                  </a:lnTo>
                  <a:lnTo>
                    <a:pt x="197366" y="331582"/>
                  </a:lnTo>
                  <a:lnTo>
                    <a:pt x="202553" y="330544"/>
                  </a:lnTo>
                  <a:lnTo>
                    <a:pt x="207706" y="329342"/>
                  </a:lnTo>
                  <a:lnTo>
                    <a:pt x="212818" y="327977"/>
                  </a:lnTo>
                  <a:lnTo>
                    <a:pt x="217884" y="326452"/>
                  </a:lnTo>
                  <a:lnTo>
                    <a:pt x="222899" y="324767"/>
                  </a:lnTo>
                  <a:lnTo>
                    <a:pt x="227858" y="322924"/>
                  </a:lnTo>
                  <a:lnTo>
                    <a:pt x="232757" y="320925"/>
                  </a:lnTo>
                  <a:lnTo>
                    <a:pt x="237590" y="318772"/>
                  </a:lnTo>
                  <a:lnTo>
                    <a:pt x="242352" y="316467"/>
                  </a:lnTo>
                  <a:lnTo>
                    <a:pt x="247039" y="314012"/>
                  </a:lnTo>
                  <a:lnTo>
                    <a:pt x="251646" y="311411"/>
                  </a:lnTo>
                  <a:lnTo>
                    <a:pt x="256168" y="308665"/>
                  </a:lnTo>
                  <a:lnTo>
                    <a:pt x="260601" y="305777"/>
                  </a:lnTo>
                  <a:lnTo>
                    <a:pt x="264941" y="302751"/>
                  </a:lnTo>
                  <a:lnTo>
                    <a:pt x="269182" y="299588"/>
                  </a:lnTo>
                  <a:lnTo>
                    <a:pt x="273322" y="296293"/>
                  </a:lnTo>
                  <a:lnTo>
                    <a:pt x="277355" y="292869"/>
                  </a:lnTo>
                  <a:lnTo>
                    <a:pt x="281278" y="289319"/>
                  </a:lnTo>
                  <a:lnTo>
                    <a:pt x="285086" y="285646"/>
                  </a:lnTo>
                  <a:lnTo>
                    <a:pt x="288776" y="281855"/>
                  </a:lnTo>
                  <a:lnTo>
                    <a:pt x="292345" y="277949"/>
                  </a:lnTo>
                  <a:lnTo>
                    <a:pt x="295788" y="273932"/>
                  </a:lnTo>
                  <a:lnTo>
                    <a:pt x="299102" y="269808"/>
                  </a:lnTo>
                  <a:lnTo>
                    <a:pt x="302284" y="265581"/>
                  </a:lnTo>
                  <a:lnTo>
                    <a:pt x="305330" y="261255"/>
                  </a:lnTo>
                  <a:lnTo>
                    <a:pt x="308239" y="256836"/>
                  </a:lnTo>
                  <a:lnTo>
                    <a:pt x="311006" y="252326"/>
                  </a:lnTo>
                  <a:lnTo>
                    <a:pt x="313628" y="247731"/>
                  </a:lnTo>
                  <a:lnTo>
                    <a:pt x="316105" y="243056"/>
                  </a:lnTo>
                  <a:lnTo>
                    <a:pt x="318432" y="238304"/>
                  </a:lnTo>
                  <a:lnTo>
                    <a:pt x="320607" y="233481"/>
                  </a:lnTo>
                  <a:lnTo>
                    <a:pt x="322629" y="228592"/>
                  </a:lnTo>
                  <a:lnTo>
                    <a:pt x="324495" y="223641"/>
                  </a:lnTo>
                  <a:lnTo>
                    <a:pt x="326203" y="218634"/>
                  </a:lnTo>
                  <a:lnTo>
                    <a:pt x="327752" y="213575"/>
                  </a:lnTo>
                  <a:lnTo>
                    <a:pt x="329140" y="208470"/>
                  </a:lnTo>
                  <a:lnTo>
                    <a:pt x="330366" y="203323"/>
                  </a:lnTo>
                  <a:lnTo>
                    <a:pt x="331428" y="198140"/>
                  </a:lnTo>
                  <a:lnTo>
                    <a:pt x="332326" y="192926"/>
                  </a:lnTo>
                  <a:lnTo>
                    <a:pt x="333059" y="187686"/>
                  </a:lnTo>
                  <a:lnTo>
                    <a:pt x="333625" y="182426"/>
                  </a:lnTo>
                  <a:lnTo>
                    <a:pt x="334025" y="177150"/>
                  </a:lnTo>
                  <a:lnTo>
                    <a:pt x="334257" y="171865"/>
                  </a:lnTo>
                  <a:lnTo>
                    <a:pt x="334322" y="166574"/>
                  </a:lnTo>
                  <a:lnTo>
                    <a:pt x="334219" y="161285"/>
                  </a:lnTo>
                  <a:lnTo>
                    <a:pt x="333950" y="156001"/>
                  </a:lnTo>
                  <a:lnTo>
                    <a:pt x="333513" y="150728"/>
                  </a:lnTo>
                  <a:lnTo>
                    <a:pt x="332909" y="145472"/>
                  </a:lnTo>
                  <a:lnTo>
                    <a:pt x="332140" y="140238"/>
                  </a:lnTo>
                  <a:lnTo>
                    <a:pt x="331205" y="13503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68094"/>
              <a:ext cx="164049" cy="32136"/>
            </a:xfrm>
            <a:custGeom>
              <a:avLst/>
              <a:pathLst>
                <a:path w="164049" h="32136">
                  <a:moveTo>
                    <a:pt x="164049" y="0"/>
                  </a:moveTo>
                  <a:lnTo>
                    <a:pt x="0" y="32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639226"/>
              <a:ext cx="164049" cy="161004"/>
            </a:xfrm>
            <a:custGeom>
              <a:avLst/>
              <a:pathLst>
                <a:path w="164049" h="161004">
                  <a:moveTo>
                    <a:pt x="164049" y="128867"/>
                  </a:moveTo>
                  <a:lnTo>
                    <a:pt x="162918" y="123554"/>
                  </a:lnTo>
                  <a:lnTo>
                    <a:pt x="161615" y="118280"/>
                  </a:lnTo>
                  <a:lnTo>
                    <a:pt x="160141" y="113051"/>
                  </a:lnTo>
                  <a:lnTo>
                    <a:pt x="158499" y="107873"/>
                  </a:lnTo>
                  <a:lnTo>
                    <a:pt x="156689" y="102751"/>
                  </a:lnTo>
                  <a:lnTo>
                    <a:pt x="154713" y="97690"/>
                  </a:lnTo>
                  <a:lnTo>
                    <a:pt x="152574" y="92696"/>
                  </a:lnTo>
                  <a:lnTo>
                    <a:pt x="150274" y="87775"/>
                  </a:lnTo>
                  <a:lnTo>
                    <a:pt x="147815" y="82930"/>
                  </a:lnTo>
                  <a:lnTo>
                    <a:pt x="145200" y="78168"/>
                  </a:lnTo>
                  <a:lnTo>
                    <a:pt x="142432" y="73494"/>
                  </a:lnTo>
                  <a:lnTo>
                    <a:pt x="139513" y="68912"/>
                  </a:lnTo>
                  <a:lnTo>
                    <a:pt x="136447" y="64428"/>
                  </a:lnTo>
                  <a:lnTo>
                    <a:pt x="133237" y="60045"/>
                  </a:lnTo>
                  <a:lnTo>
                    <a:pt x="129886" y="55769"/>
                  </a:lnTo>
                  <a:lnTo>
                    <a:pt x="126398" y="51604"/>
                  </a:lnTo>
                  <a:lnTo>
                    <a:pt x="122776" y="47555"/>
                  </a:lnTo>
                  <a:lnTo>
                    <a:pt x="119025" y="43625"/>
                  </a:lnTo>
                  <a:lnTo>
                    <a:pt x="115148" y="39820"/>
                  </a:lnTo>
                  <a:lnTo>
                    <a:pt x="111150" y="36142"/>
                  </a:lnTo>
                  <a:lnTo>
                    <a:pt x="107034" y="32596"/>
                  </a:lnTo>
                  <a:lnTo>
                    <a:pt x="102805" y="29186"/>
                  </a:lnTo>
                  <a:lnTo>
                    <a:pt x="98467" y="25915"/>
                  </a:lnTo>
                  <a:lnTo>
                    <a:pt x="94026" y="22787"/>
                  </a:lnTo>
                  <a:lnTo>
                    <a:pt x="89485" y="19805"/>
                  </a:lnTo>
                  <a:lnTo>
                    <a:pt x="84850" y="16972"/>
                  </a:lnTo>
                  <a:lnTo>
                    <a:pt x="80125" y="14291"/>
                  </a:lnTo>
                  <a:lnTo>
                    <a:pt x="75315" y="11764"/>
                  </a:lnTo>
                  <a:lnTo>
                    <a:pt x="70426" y="9396"/>
                  </a:lnTo>
                  <a:lnTo>
                    <a:pt x="65463" y="7188"/>
                  </a:lnTo>
                  <a:lnTo>
                    <a:pt x="60430" y="5142"/>
                  </a:lnTo>
                  <a:lnTo>
                    <a:pt x="55333" y="3260"/>
                  </a:lnTo>
                  <a:lnTo>
                    <a:pt x="50179" y="1546"/>
                  </a:lnTo>
                  <a:lnTo>
                    <a:pt x="44971" y="0"/>
                  </a:lnTo>
                  <a:lnTo>
                    <a:pt x="0" y="1610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633064"/>
              <a:ext cx="44971" cy="167167"/>
            </a:xfrm>
            <a:custGeom>
              <a:avLst/>
              <a:pathLst>
                <a:path w="44971" h="167167">
                  <a:moveTo>
                    <a:pt x="44971" y="6162"/>
                  </a:moveTo>
                  <a:lnTo>
                    <a:pt x="38673" y="4535"/>
                  </a:lnTo>
                  <a:lnTo>
                    <a:pt x="32318" y="3153"/>
                  </a:lnTo>
                  <a:lnTo>
                    <a:pt x="25913" y="2020"/>
                  </a:lnTo>
                  <a:lnTo>
                    <a:pt x="19469" y="1137"/>
                  </a:lnTo>
                  <a:lnTo>
                    <a:pt x="12996" y="505"/>
                  </a:lnTo>
                  <a:lnTo>
                    <a:pt x="6502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358831" y="3170392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6"/>
                  </a:lnTo>
                  <a:lnTo>
                    <a:pt x="151272" y="755"/>
                  </a:lnTo>
                  <a:lnTo>
                    <a:pt x="146004" y="1342"/>
                  </a:lnTo>
                  <a:lnTo>
                    <a:pt x="140758" y="2096"/>
                  </a:lnTo>
                  <a:lnTo>
                    <a:pt x="135538" y="3015"/>
                  </a:lnTo>
                  <a:lnTo>
                    <a:pt x="130350" y="4100"/>
                  </a:lnTo>
                  <a:lnTo>
                    <a:pt x="125199" y="5349"/>
                  </a:lnTo>
                  <a:lnTo>
                    <a:pt x="120090" y="6760"/>
                  </a:lnTo>
                  <a:lnTo>
                    <a:pt x="115029" y="8332"/>
                  </a:lnTo>
                  <a:lnTo>
                    <a:pt x="110020" y="10065"/>
                  </a:lnTo>
                  <a:lnTo>
                    <a:pt x="105068" y="11955"/>
                  </a:lnTo>
                  <a:lnTo>
                    <a:pt x="100179" y="14001"/>
                  </a:lnTo>
                  <a:lnTo>
                    <a:pt x="95357" y="16201"/>
                  </a:lnTo>
                  <a:lnTo>
                    <a:pt x="90607" y="18553"/>
                  </a:lnTo>
                  <a:lnTo>
                    <a:pt x="85934" y="21054"/>
                  </a:lnTo>
                  <a:lnTo>
                    <a:pt x="81343" y="23702"/>
                  </a:lnTo>
                  <a:lnTo>
                    <a:pt x="76838" y="26494"/>
                  </a:lnTo>
                  <a:lnTo>
                    <a:pt x="72424" y="29428"/>
                  </a:lnTo>
                  <a:lnTo>
                    <a:pt x="68105" y="32500"/>
                  </a:lnTo>
                  <a:lnTo>
                    <a:pt x="63885" y="35708"/>
                  </a:lnTo>
                  <a:lnTo>
                    <a:pt x="59770" y="39048"/>
                  </a:lnTo>
                  <a:lnTo>
                    <a:pt x="55762" y="42516"/>
                  </a:lnTo>
                  <a:lnTo>
                    <a:pt x="51866" y="46110"/>
                  </a:lnTo>
                  <a:lnTo>
                    <a:pt x="48087" y="49825"/>
                  </a:lnTo>
                  <a:lnTo>
                    <a:pt x="44426" y="53659"/>
                  </a:lnTo>
                  <a:lnTo>
                    <a:pt x="40890" y="57606"/>
                  </a:lnTo>
                  <a:lnTo>
                    <a:pt x="37480" y="61664"/>
                  </a:lnTo>
                  <a:lnTo>
                    <a:pt x="34200" y="65828"/>
                  </a:lnTo>
                  <a:lnTo>
                    <a:pt x="31055" y="70094"/>
                  </a:lnTo>
                  <a:lnTo>
                    <a:pt x="28046" y="74457"/>
                  </a:lnTo>
                  <a:lnTo>
                    <a:pt x="25177" y="78913"/>
                  </a:lnTo>
                  <a:lnTo>
                    <a:pt x="22450" y="83458"/>
                  </a:lnTo>
                  <a:lnTo>
                    <a:pt x="19869" y="88088"/>
                  </a:lnTo>
                  <a:lnTo>
                    <a:pt x="17436" y="92797"/>
                  </a:lnTo>
                  <a:lnTo>
                    <a:pt x="15154" y="97580"/>
                  </a:lnTo>
                  <a:lnTo>
                    <a:pt x="13024" y="102434"/>
                  </a:lnTo>
                  <a:lnTo>
                    <a:pt x="11049" y="107352"/>
                  </a:lnTo>
                  <a:lnTo>
                    <a:pt x="9232" y="112331"/>
                  </a:lnTo>
                  <a:lnTo>
                    <a:pt x="7573" y="117365"/>
                  </a:lnTo>
                  <a:lnTo>
                    <a:pt x="6074" y="122449"/>
                  </a:lnTo>
                  <a:lnTo>
                    <a:pt x="4737" y="127578"/>
                  </a:lnTo>
                  <a:lnTo>
                    <a:pt x="3564" y="132746"/>
                  </a:lnTo>
                  <a:lnTo>
                    <a:pt x="2555" y="137949"/>
                  </a:lnTo>
                  <a:lnTo>
                    <a:pt x="1711" y="143182"/>
                  </a:lnTo>
                  <a:lnTo>
                    <a:pt x="1034" y="148439"/>
                  </a:lnTo>
                  <a:lnTo>
                    <a:pt x="524" y="153714"/>
                  </a:lnTo>
                  <a:lnTo>
                    <a:pt x="181" y="159003"/>
                  </a:lnTo>
                  <a:lnTo>
                    <a:pt x="6" y="164301"/>
                  </a:lnTo>
                  <a:lnTo>
                    <a:pt x="0" y="169601"/>
                  </a:lnTo>
                  <a:lnTo>
                    <a:pt x="161" y="174899"/>
                  </a:lnTo>
                  <a:lnTo>
                    <a:pt x="490" y="180189"/>
                  </a:lnTo>
                  <a:lnTo>
                    <a:pt x="986" y="185465"/>
                  </a:lnTo>
                  <a:lnTo>
                    <a:pt x="1650" y="190724"/>
                  </a:lnTo>
                  <a:lnTo>
                    <a:pt x="2480" y="195959"/>
                  </a:lnTo>
                  <a:lnTo>
                    <a:pt x="3475" y="201165"/>
                  </a:lnTo>
                  <a:lnTo>
                    <a:pt x="4635" y="206336"/>
                  </a:lnTo>
                  <a:lnTo>
                    <a:pt x="5959" y="211469"/>
                  </a:lnTo>
                  <a:lnTo>
                    <a:pt x="7444" y="216556"/>
                  </a:lnTo>
                  <a:lnTo>
                    <a:pt x="9090" y="221594"/>
                  </a:lnTo>
                  <a:lnTo>
                    <a:pt x="10895" y="226578"/>
                  </a:lnTo>
                  <a:lnTo>
                    <a:pt x="12857" y="231501"/>
                  </a:lnTo>
                  <a:lnTo>
                    <a:pt x="14974" y="236360"/>
                  </a:lnTo>
                  <a:lnTo>
                    <a:pt x="17244" y="241150"/>
                  </a:lnTo>
                  <a:lnTo>
                    <a:pt x="19665" y="245865"/>
                  </a:lnTo>
                  <a:lnTo>
                    <a:pt x="22234" y="250501"/>
                  </a:lnTo>
                  <a:lnTo>
                    <a:pt x="24949" y="255053"/>
                  </a:lnTo>
                  <a:lnTo>
                    <a:pt x="27806" y="259517"/>
                  </a:lnTo>
                  <a:lnTo>
                    <a:pt x="30804" y="263888"/>
                  </a:lnTo>
                  <a:lnTo>
                    <a:pt x="33939" y="268162"/>
                  </a:lnTo>
                  <a:lnTo>
                    <a:pt x="37208" y="272334"/>
                  </a:lnTo>
                  <a:lnTo>
                    <a:pt x="40607" y="276401"/>
                  </a:lnTo>
                  <a:lnTo>
                    <a:pt x="44133" y="280357"/>
                  </a:lnTo>
                  <a:lnTo>
                    <a:pt x="47784" y="284200"/>
                  </a:lnTo>
                  <a:lnTo>
                    <a:pt x="51554" y="287925"/>
                  </a:lnTo>
                  <a:lnTo>
                    <a:pt x="55440" y="291529"/>
                  </a:lnTo>
                  <a:lnTo>
                    <a:pt x="59439" y="295008"/>
                  </a:lnTo>
                  <a:lnTo>
                    <a:pt x="63546" y="298359"/>
                  </a:lnTo>
                  <a:lnTo>
                    <a:pt x="67757" y="301577"/>
                  </a:lnTo>
                  <a:lnTo>
                    <a:pt x="72068" y="304660"/>
                  </a:lnTo>
                  <a:lnTo>
                    <a:pt x="76474" y="307606"/>
                  </a:lnTo>
                  <a:lnTo>
                    <a:pt x="80972" y="310410"/>
                  </a:lnTo>
                  <a:lnTo>
                    <a:pt x="85556" y="313070"/>
                  </a:lnTo>
                  <a:lnTo>
                    <a:pt x="90223" y="315583"/>
                  </a:lnTo>
                  <a:lnTo>
                    <a:pt x="94967" y="317947"/>
                  </a:lnTo>
                  <a:lnTo>
                    <a:pt x="99783" y="320160"/>
                  </a:lnTo>
                  <a:lnTo>
                    <a:pt x="104667" y="322218"/>
                  </a:lnTo>
                  <a:lnTo>
                    <a:pt x="109614" y="324121"/>
                  </a:lnTo>
                  <a:lnTo>
                    <a:pt x="114618" y="325866"/>
                  </a:lnTo>
                  <a:lnTo>
                    <a:pt x="119676" y="327452"/>
                  </a:lnTo>
                  <a:lnTo>
                    <a:pt x="124781" y="328876"/>
                  </a:lnTo>
                  <a:lnTo>
                    <a:pt x="129929" y="330138"/>
                  </a:lnTo>
                  <a:lnTo>
                    <a:pt x="135114" y="331236"/>
                  </a:lnTo>
                  <a:lnTo>
                    <a:pt x="140331" y="332169"/>
                  </a:lnTo>
                  <a:lnTo>
                    <a:pt x="145576" y="332936"/>
                  </a:lnTo>
                  <a:lnTo>
                    <a:pt x="150842" y="333537"/>
                  </a:lnTo>
                  <a:lnTo>
                    <a:pt x="156124" y="333970"/>
                  </a:lnTo>
                  <a:lnTo>
                    <a:pt x="161418" y="334236"/>
                  </a:lnTo>
                  <a:lnTo>
                    <a:pt x="166717" y="334334"/>
                  </a:lnTo>
                  <a:lnTo>
                    <a:pt x="172017" y="334264"/>
                  </a:lnTo>
                  <a:lnTo>
                    <a:pt x="177311" y="334025"/>
                  </a:lnTo>
                  <a:lnTo>
                    <a:pt x="182596" y="333619"/>
                  </a:lnTo>
                  <a:lnTo>
                    <a:pt x="187865" y="333046"/>
                  </a:lnTo>
                  <a:lnTo>
                    <a:pt x="193113" y="332306"/>
                  </a:lnTo>
                  <a:lnTo>
                    <a:pt x="198336" y="331400"/>
                  </a:lnTo>
                  <a:lnTo>
                    <a:pt x="203526" y="330328"/>
                  </a:lnTo>
                  <a:lnTo>
                    <a:pt x="208681" y="329093"/>
                  </a:lnTo>
                  <a:lnTo>
                    <a:pt x="213793" y="327695"/>
                  </a:lnTo>
                  <a:lnTo>
                    <a:pt x="218859" y="326136"/>
                  </a:lnTo>
                  <a:lnTo>
                    <a:pt x="223872" y="324417"/>
                  </a:lnTo>
                  <a:lnTo>
                    <a:pt x="228829" y="322539"/>
                  </a:lnTo>
                  <a:lnTo>
                    <a:pt x="233723" y="320506"/>
                  </a:lnTo>
                  <a:lnTo>
                    <a:pt x="238551" y="318318"/>
                  </a:lnTo>
                  <a:lnTo>
                    <a:pt x="243307" y="315979"/>
                  </a:lnTo>
                  <a:lnTo>
                    <a:pt x="247986" y="313490"/>
                  </a:lnTo>
                  <a:lnTo>
                    <a:pt x="252584" y="310853"/>
                  </a:lnTo>
                  <a:lnTo>
                    <a:pt x="257097" y="308073"/>
                  </a:lnTo>
                  <a:lnTo>
                    <a:pt x="261518" y="305150"/>
                  </a:lnTo>
                  <a:lnTo>
                    <a:pt x="265845" y="302089"/>
                  </a:lnTo>
                  <a:lnTo>
                    <a:pt x="270073" y="298893"/>
                  </a:lnTo>
                  <a:lnTo>
                    <a:pt x="274197" y="295564"/>
                  </a:lnTo>
                  <a:lnTo>
                    <a:pt x="278214" y="292105"/>
                  </a:lnTo>
                  <a:lnTo>
                    <a:pt x="282119" y="288522"/>
                  </a:lnTo>
                  <a:lnTo>
                    <a:pt x="285908" y="284816"/>
                  </a:lnTo>
                  <a:lnTo>
                    <a:pt x="289578" y="280992"/>
                  </a:lnTo>
                  <a:lnTo>
                    <a:pt x="293125" y="277054"/>
                  </a:lnTo>
                  <a:lnTo>
                    <a:pt x="296545" y="273005"/>
                  </a:lnTo>
                  <a:lnTo>
                    <a:pt x="299835" y="268849"/>
                  </a:lnTo>
                  <a:lnTo>
                    <a:pt x="302992" y="264592"/>
                  </a:lnTo>
                  <a:lnTo>
                    <a:pt x="306013" y="260236"/>
                  </a:lnTo>
                  <a:lnTo>
                    <a:pt x="308893" y="255787"/>
                  </a:lnTo>
                  <a:lnTo>
                    <a:pt x="311631" y="251249"/>
                  </a:lnTo>
                  <a:lnTo>
                    <a:pt x="314224" y="246627"/>
                  </a:lnTo>
                  <a:lnTo>
                    <a:pt x="316669" y="241924"/>
                  </a:lnTo>
                  <a:lnTo>
                    <a:pt x="318964" y="237147"/>
                  </a:lnTo>
                  <a:lnTo>
                    <a:pt x="321106" y="232299"/>
                  </a:lnTo>
                  <a:lnTo>
                    <a:pt x="323094" y="227385"/>
                  </a:lnTo>
                  <a:lnTo>
                    <a:pt x="324924" y="222411"/>
                  </a:lnTo>
                  <a:lnTo>
                    <a:pt x="326597" y="217382"/>
                  </a:lnTo>
                  <a:lnTo>
                    <a:pt x="328108" y="212302"/>
                  </a:lnTo>
                  <a:lnTo>
                    <a:pt x="329458" y="207176"/>
                  </a:lnTo>
                  <a:lnTo>
                    <a:pt x="330645" y="202011"/>
                  </a:lnTo>
                  <a:lnTo>
                    <a:pt x="331667" y="196810"/>
                  </a:lnTo>
                  <a:lnTo>
                    <a:pt x="332524" y="191580"/>
                  </a:lnTo>
                  <a:lnTo>
                    <a:pt x="333215" y="186325"/>
                  </a:lnTo>
                  <a:lnTo>
                    <a:pt x="333739" y="181050"/>
                  </a:lnTo>
                  <a:lnTo>
                    <a:pt x="334096" y="175762"/>
                  </a:lnTo>
                  <a:lnTo>
                    <a:pt x="334284" y="170465"/>
                  </a:lnTo>
                  <a:lnTo>
                    <a:pt x="334305" y="165165"/>
                  </a:lnTo>
                  <a:lnTo>
                    <a:pt x="334157" y="159867"/>
                  </a:lnTo>
                  <a:lnTo>
                    <a:pt x="333842" y="154576"/>
                  </a:lnTo>
                  <a:lnTo>
                    <a:pt x="333359" y="149298"/>
                  </a:lnTo>
                  <a:lnTo>
                    <a:pt x="332709" y="144038"/>
                  </a:lnTo>
                  <a:lnTo>
                    <a:pt x="331892" y="138801"/>
                  </a:lnTo>
                  <a:lnTo>
                    <a:pt x="330910" y="133593"/>
                  </a:lnTo>
                  <a:lnTo>
                    <a:pt x="329764" y="128418"/>
                  </a:lnTo>
                  <a:lnTo>
                    <a:pt x="328454" y="123282"/>
                  </a:lnTo>
                  <a:lnTo>
                    <a:pt x="326981" y="118191"/>
                  </a:lnTo>
                  <a:lnTo>
                    <a:pt x="325348" y="113148"/>
                  </a:lnTo>
                  <a:lnTo>
                    <a:pt x="323556" y="108160"/>
                  </a:lnTo>
                  <a:lnTo>
                    <a:pt x="321607" y="103232"/>
                  </a:lnTo>
                  <a:lnTo>
                    <a:pt x="319503" y="98367"/>
                  </a:lnTo>
                  <a:lnTo>
                    <a:pt x="317245" y="93572"/>
                  </a:lnTo>
                  <a:lnTo>
                    <a:pt x="314836" y="88851"/>
                  </a:lnTo>
                  <a:lnTo>
                    <a:pt x="312279" y="84208"/>
                  </a:lnTo>
                  <a:lnTo>
                    <a:pt x="309576" y="79649"/>
                  </a:lnTo>
                  <a:lnTo>
                    <a:pt x="306730" y="75178"/>
                  </a:lnTo>
                  <a:lnTo>
                    <a:pt x="303744" y="70799"/>
                  </a:lnTo>
                  <a:lnTo>
                    <a:pt x="300620" y="66517"/>
                  </a:lnTo>
                  <a:lnTo>
                    <a:pt x="297362" y="62336"/>
                  </a:lnTo>
                  <a:lnTo>
                    <a:pt x="293974" y="58261"/>
                  </a:lnTo>
                  <a:lnTo>
                    <a:pt x="290457" y="54295"/>
                  </a:lnTo>
                  <a:lnTo>
                    <a:pt x="286817" y="50443"/>
                  </a:lnTo>
                  <a:lnTo>
                    <a:pt x="283057" y="46708"/>
                  </a:lnTo>
                  <a:lnTo>
                    <a:pt x="279180" y="43094"/>
                  </a:lnTo>
                  <a:lnTo>
                    <a:pt x="275190" y="39605"/>
                  </a:lnTo>
                  <a:lnTo>
                    <a:pt x="271092" y="36244"/>
                  </a:lnTo>
                  <a:lnTo>
                    <a:pt x="266889" y="33014"/>
                  </a:lnTo>
                  <a:lnTo>
                    <a:pt x="262586" y="29920"/>
                  </a:lnTo>
                  <a:lnTo>
                    <a:pt x="258187" y="26963"/>
                  </a:lnTo>
                  <a:lnTo>
                    <a:pt x="253696" y="24148"/>
                  </a:lnTo>
                  <a:lnTo>
                    <a:pt x="249119" y="21476"/>
                  </a:lnTo>
                  <a:lnTo>
                    <a:pt x="244459" y="18950"/>
                  </a:lnTo>
                  <a:lnTo>
                    <a:pt x="239722" y="16574"/>
                  </a:lnTo>
                  <a:lnTo>
                    <a:pt x="234911" y="14349"/>
                  </a:lnTo>
                  <a:lnTo>
                    <a:pt x="230032" y="12278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76751"/>
              <a:ext cx="62883" cy="160808"/>
            </a:xfrm>
            <a:custGeom>
              <a:avLst/>
              <a:pathLst>
                <a:path w="62883" h="160808">
                  <a:moveTo>
                    <a:pt x="62883" y="5919"/>
                  </a:moveTo>
                  <a:lnTo>
                    <a:pt x="54356" y="2725"/>
                  </a:lnTo>
                  <a:lnTo>
                    <a:pt x="45668" y="0"/>
                  </a:lnTo>
                  <a:lnTo>
                    <a:pt x="0" y="1608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70392"/>
              <a:ext cx="45668" cy="167167"/>
            </a:xfrm>
            <a:custGeom>
              <a:avLst/>
              <a:pathLst>
                <a:path w="45668" h="167167">
                  <a:moveTo>
                    <a:pt x="45668" y="6359"/>
                  </a:moveTo>
                  <a:lnTo>
                    <a:pt x="39277" y="4679"/>
                  </a:lnTo>
                  <a:lnTo>
                    <a:pt x="32825" y="3254"/>
                  </a:lnTo>
                  <a:lnTo>
                    <a:pt x="26322" y="2085"/>
                  </a:lnTo>
                  <a:lnTo>
                    <a:pt x="19777" y="1174"/>
                  </a:lnTo>
                  <a:lnTo>
                    <a:pt x="13202" y="522"/>
                  </a:lnTo>
                  <a:lnTo>
                    <a:pt x="6606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423588" y="3707720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9" y="333"/>
                  </a:lnTo>
                  <a:lnTo>
                    <a:pt x="151331" y="750"/>
                  </a:lnTo>
                  <a:lnTo>
                    <a:pt x="146080" y="1334"/>
                  </a:lnTo>
                  <a:lnTo>
                    <a:pt x="140850" y="2083"/>
                  </a:lnTo>
                  <a:lnTo>
                    <a:pt x="135646" y="2997"/>
                  </a:lnTo>
                  <a:lnTo>
                    <a:pt x="130473" y="4075"/>
                  </a:lnTo>
                  <a:lnTo>
                    <a:pt x="125337" y="5316"/>
                  </a:lnTo>
                  <a:lnTo>
                    <a:pt x="120243" y="6718"/>
                  </a:lnTo>
                  <a:lnTo>
                    <a:pt x="115196" y="8281"/>
                  </a:lnTo>
                  <a:lnTo>
                    <a:pt x="110201" y="10002"/>
                  </a:lnTo>
                  <a:lnTo>
                    <a:pt x="105262" y="11881"/>
                  </a:lnTo>
                  <a:lnTo>
                    <a:pt x="100386" y="13915"/>
                  </a:lnTo>
                  <a:lnTo>
                    <a:pt x="95576" y="16101"/>
                  </a:lnTo>
                  <a:lnTo>
                    <a:pt x="90838" y="18439"/>
                  </a:lnTo>
                  <a:lnTo>
                    <a:pt x="86175" y="20925"/>
                  </a:lnTo>
                  <a:lnTo>
                    <a:pt x="81594" y="23558"/>
                  </a:lnTo>
                  <a:lnTo>
                    <a:pt x="77098" y="26334"/>
                  </a:lnTo>
                  <a:lnTo>
                    <a:pt x="72693" y="29250"/>
                  </a:lnTo>
                  <a:lnTo>
                    <a:pt x="68381" y="32304"/>
                  </a:lnTo>
                  <a:lnTo>
                    <a:pt x="64169" y="35494"/>
                  </a:lnTo>
                  <a:lnTo>
                    <a:pt x="60059" y="38814"/>
                  </a:lnTo>
                  <a:lnTo>
                    <a:pt x="56056" y="42263"/>
                  </a:lnTo>
                  <a:lnTo>
                    <a:pt x="52164" y="45836"/>
                  </a:lnTo>
                  <a:lnTo>
                    <a:pt x="48387" y="49531"/>
                  </a:lnTo>
                  <a:lnTo>
                    <a:pt x="44729" y="53344"/>
                  </a:lnTo>
                  <a:lnTo>
                    <a:pt x="41193" y="57270"/>
                  </a:lnTo>
                  <a:lnTo>
                    <a:pt x="37783" y="61305"/>
                  </a:lnTo>
                  <a:lnTo>
                    <a:pt x="34502" y="65447"/>
                  </a:lnTo>
                  <a:lnTo>
                    <a:pt x="31353" y="69690"/>
                  </a:lnTo>
                  <a:lnTo>
                    <a:pt x="28341" y="74031"/>
                  </a:lnTo>
                  <a:lnTo>
                    <a:pt x="25467" y="78464"/>
                  </a:lnTo>
                  <a:lnTo>
                    <a:pt x="22734" y="82986"/>
                  </a:lnTo>
                  <a:lnTo>
                    <a:pt x="20146" y="87593"/>
                  </a:lnTo>
                  <a:lnTo>
                    <a:pt x="17705" y="92279"/>
                  </a:lnTo>
                  <a:lnTo>
                    <a:pt x="15413" y="97039"/>
                  </a:lnTo>
                  <a:lnTo>
                    <a:pt x="13272" y="101870"/>
                  </a:lnTo>
                  <a:lnTo>
                    <a:pt x="11285" y="106766"/>
                  </a:lnTo>
                  <a:lnTo>
                    <a:pt x="9454" y="111722"/>
                  </a:lnTo>
                  <a:lnTo>
                    <a:pt x="7781" y="116734"/>
                  </a:lnTo>
                  <a:lnTo>
                    <a:pt x="6267" y="121796"/>
                  </a:lnTo>
                  <a:lnTo>
                    <a:pt x="4913" y="126903"/>
                  </a:lnTo>
                  <a:lnTo>
                    <a:pt x="3722" y="132051"/>
                  </a:lnTo>
                  <a:lnTo>
                    <a:pt x="2694" y="137233"/>
                  </a:lnTo>
                  <a:lnTo>
                    <a:pt x="1830" y="142446"/>
                  </a:lnTo>
                  <a:lnTo>
                    <a:pt x="1131" y="147683"/>
                  </a:lnTo>
                  <a:lnTo>
                    <a:pt x="598" y="152940"/>
                  </a:lnTo>
                  <a:lnTo>
                    <a:pt x="232" y="158211"/>
                  </a:lnTo>
                  <a:lnTo>
                    <a:pt x="32" y="163490"/>
                  </a:lnTo>
                  <a:lnTo>
                    <a:pt x="0" y="168774"/>
                  </a:lnTo>
                  <a:lnTo>
                    <a:pt x="134" y="174056"/>
                  </a:lnTo>
                  <a:lnTo>
                    <a:pt x="435" y="179331"/>
                  </a:lnTo>
                  <a:lnTo>
                    <a:pt x="903" y="184594"/>
                  </a:lnTo>
                  <a:lnTo>
                    <a:pt x="1536" y="189839"/>
                  </a:lnTo>
                  <a:lnTo>
                    <a:pt x="2336" y="195062"/>
                  </a:lnTo>
                  <a:lnTo>
                    <a:pt x="3300" y="200257"/>
                  </a:lnTo>
                  <a:lnTo>
                    <a:pt x="4427" y="205419"/>
                  </a:lnTo>
                  <a:lnTo>
                    <a:pt x="5717" y="210543"/>
                  </a:lnTo>
                  <a:lnTo>
                    <a:pt x="7169" y="215623"/>
                  </a:lnTo>
                  <a:lnTo>
                    <a:pt x="8780" y="220655"/>
                  </a:lnTo>
                  <a:lnTo>
                    <a:pt x="10550" y="225634"/>
                  </a:lnTo>
                  <a:lnTo>
                    <a:pt x="12475" y="230554"/>
                  </a:lnTo>
                  <a:lnTo>
                    <a:pt x="14556" y="235411"/>
                  </a:lnTo>
                  <a:lnTo>
                    <a:pt x="16789" y="240199"/>
                  </a:lnTo>
                  <a:lnTo>
                    <a:pt x="19172" y="244915"/>
                  </a:lnTo>
                  <a:lnTo>
                    <a:pt x="21703" y="249553"/>
                  </a:lnTo>
                  <a:lnTo>
                    <a:pt x="24379" y="254109"/>
                  </a:lnTo>
                  <a:lnTo>
                    <a:pt x="27198" y="258577"/>
                  </a:lnTo>
                  <a:lnTo>
                    <a:pt x="30157" y="262955"/>
                  </a:lnTo>
                  <a:lnTo>
                    <a:pt x="33253" y="267237"/>
                  </a:lnTo>
                  <a:lnTo>
                    <a:pt x="36482" y="271419"/>
                  </a:lnTo>
                  <a:lnTo>
                    <a:pt x="39842" y="275496"/>
                  </a:lnTo>
                  <a:lnTo>
                    <a:pt x="43329" y="279466"/>
                  </a:lnTo>
                  <a:lnTo>
                    <a:pt x="46940" y="283323"/>
                  </a:lnTo>
                  <a:lnTo>
                    <a:pt x="50671" y="287064"/>
                  </a:lnTo>
                  <a:lnTo>
                    <a:pt x="54518" y="290686"/>
                  </a:lnTo>
                  <a:lnTo>
                    <a:pt x="58478" y="294184"/>
                  </a:lnTo>
                  <a:lnTo>
                    <a:pt x="62546" y="297555"/>
                  </a:lnTo>
                  <a:lnTo>
                    <a:pt x="66719" y="300796"/>
                  </a:lnTo>
                  <a:lnTo>
                    <a:pt x="70992" y="303904"/>
                  </a:lnTo>
                  <a:lnTo>
                    <a:pt x="75362" y="306874"/>
                  </a:lnTo>
                  <a:lnTo>
                    <a:pt x="79823" y="309706"/>
                  </a:lnTo>
                  <a:lnTo>
                    <a:pt x="84371" y="312395"/>
                  </a:lnTo>
                  <a:lnTo>
                    <a:pt x="89002" y="314938"/>
                  </a:lnTo>
                  <a:lnTo>
                    <a:pt x="93711" y="317335"/>
                  </a:lnTo>
                  <a:lnTo>
                    <a:pt x="98494" y="319581"/>
                  </a:lnTo>
                  <a:lnTo>
                    <a:pt x="103345" y="321675"/>
                  </a:lnTo>
                  <a:lnTo>
                    <a:pt x="108259" y="323614"/>
                  </a:lnTo>
                  <a:lnTo>
                    <a:pt x="113233" y="325398"/>
                  </a:lnTo>
                  <a:lnTo>
                    <a:pt x="118260" y="327023"/>
                  </a:lnTo>
                  <a:lnTo>
                    <a:pt x="123337" y="328488"/>
                  </a:lnTo>
                  <a:lnTo>
                    <a:pt x="128457" y="329793"/>
                  </a:lnTo>
                  <a:lnTo>
                    <a:pt x="133616" y="330934"/>
                  </a:lnTo>
                  <a:lnTo>
                    <a:pt x="138808" y="331913"/>
                  </a:lnTo>
                  <a:lnTo>
                    <a:pt x="144029" y="332726"/>
                  </a:lnTo>
                  <a:lnTo>
                    <a:pt x="149272" y="333375"/>
                  </a:lnTo>
                  <a:lnTo>
                    <a:pt x="154534" y="333857"/>
                  </a:lnTo>
                  <a:lnTo>
                    <a:pt x="159808" y="334173"/>
                  </a:lnTo>
                  <a:lnTo>
                    <a:pt x="165090" y="334322"/>
                  </a:lnTo>
                  <a:lnTo>
                    <a:pt x="170373" y="334303"/>
                  </a:lnTo>
                  <a:lnTo>
                    <a:pt x="175654" y="334118"/>
                  </a:lnTo>
                  <a:lnTo>
                    <a:pt x="180926" y="333767"/>
                  </a:lnTo>
                  <a:lnTo>
                    <a:pt x="186184" y="333248"/>
                  </a:lnTo>
                  <a:lnTo>
                    <a:pt x="191423" y="332564"/>
                  </a:lnTo>
                  <a:lnTo>
                    <a:pt x="196638" y="331715"/>
                  </a:lnTo>
                  <a:lnTo>
                    <a:pt x="201823" y="330701"/>
                  </a:lnTo>
                  <a:lnTo>
                    <a:pt x="206974" y="329524"/>
                  </a:lnTo>
                  <a:lnTo>
                    <a:pt x="212085" y="328184"/>
                  </a:lnTo>
                  <a:lnTo>
                    <a:pt x="217151" y="326684"/>
                  </a:lnTo>
                  <a:lnTo>
                    <a:pt x="222168" y="325025"/>
                  </a:lnTo>
                  <a:lnTo>
                    <a:pt x="227129" y="323207"/>
                  </a:lnTo>
                  <a:lnTo>
                    <a:pt x="232030" y="321234"/>
                  </a:lnTo>
                  <a:lnTo>
                    <a:pt x="236867" y="319107"/>
                  </a:lnTo>
                  <a:lnTo>
                    <a:pt x="241634" y="316828"/>
                  </a:lnTo>
                  <a:lnTo>
                    <a:pt x="246326" y="314400"/>
                  </a:lnTo>
                  <a:lnTo>
                    <a:pt x="250940" y="311824"/>
                  </a:lnTo>
                  <a:lnTo>
                    <a:pt x="255470" y="309104"/>
                  </a:lnTo>
                  <a:lnTo>
                    <a:pt x="259911" y="306243"/>
                  </a:lnTo>
                  <a:lnTo>
                    <a:pt x="264260" y="303242"/>
                  </a:lnTo>
                  <a:lnTo>
                    <a:pt x="268512" y="300105"/>
                  </a:lnTo>
                  <a:lnTo>
                    <a:pt x="272662" y="296836"/>
                  </a:lnTo>
                  <a:lnTo>
                    <a:pt x="276708" y="293437"/>
                  </a:lnTo>
                  <a:lnTo>
                    <a:pt x="280643" y="289912"/>
                  </a:lnTo>
                  <a:lnTo>
                    <a:pt x="284466" y="286264"/>
                  </a:lnTo>
                  <a:lnTo>
                    <a:pt x="288171" y="282497"/>
                  </a:lnTo>
                  <a:lnTo>
                    <a:pt x="291755" y="278615"/>
                  </a:lnTo>
                  <a:lnTo>
                    <a:pt x="295215" y="274622"/>
                  </a:lnTo>
                  <a:lnTo>
                    <a:pt x="298547" y="270521"/>
                  </a:lnTo>
                  <a:lnTo>
                    <a:pt x="301748" y="266318"/>
                  </a:lnTo>
                  <a:lnTo>
                    <a:pt x="304814" y="262015"/>
                  </a:lnTo>
                  <a:lnTo>
                    <a:pt x="307743" y="257617"/>
                  </a:lnTo>
                  <a:lnTo>
                    <a:pt x="310531" y="253129"/>
                  </a:lnTo>
                  <a:lnTo>
                    <a:pt x="313176" y="248555"/>
                  </a:lnTo>
                  <a:lnTo>
                    <a:pt x="315675" y="243900"/>
                  </a:lnTo>
                  <a:lnTo>
                    <a:pt x="318026" y="239168"/>
                  </a:lnTo>
                  <a:lnTo>
                    <a:pt x="320226" y="234364"/>
                  </a:lnTo>
                  <a:lnTo>
                    <a:pt x="322273" y="229493"/>
                  </a:lnTo>
                  <a:lnTo>
                    <a:pt x="324166" y="224560"/>
                  </a:lnTo>
                  <a:lnTo>
                    <a:pt x="325901" y="219570"/>
                  </a:lnTo>
                  <a:lnTo>
                    <a:pt x="327478" y="214527"/>
                  </a:lnTo>
                  <a:lnTo>
                    <a:pt x="328894" y="209436"/>
                  </a:lnTo>
                  <a:lnTo>
                    <a:pt x="330149" y="204304"/>
                  </a:lnTo>
                  <a:lnTo>
                    <a:pt x="331242" y="199135"/>
                  </a:lnTo>
                  <a:lnTo>
                    <a:pt x="332170" y="193933"/>
                  </a:lnTo>
                  <a:lnTo>
                    <a:pt x="332933" y="188705"/>
                  </a:lnTo>
                  <a:lnTo>
                    <a:pt x="333531" y="183455"/>
                  </a:lnTo>
                  <a:lnTo>
                    <a:pt x="333963" y="178189"/>
                  </a:lnTo>
                  <a:lnTo>
                    <a:pt x="334228" y="172912"/>
                  </a:lnTo>
                  <a:lnTo>
                    <a:pt x="334326" y="167629"/>
                  </a:lnTo>
                  <a:lnTo>
                    <a:pt x="334257" y="162346"/>
                  </a:lnTo>
                  <a:lnTo>
                    <a:pt x="334021" y="157068"/>
                  </a:lnTo>
                  <a:lnTo>
                    <a:pt x="333619" y="151800"/>
                  </a:lnTo>
                  <a:lnTo>
                    <a:pt x="333050" y="146547"/>
                  </a:lnTo>
                  <a:lnTo>
                    <a:pt x="332315" y="141314"/>
                  </a:lnTo>
                  <a:lnTo>
                    <a:pt x="331416" y="136108"/>
                  </a:lnTo>
                  <a:lnTo>
                    <a:pt x="330352" y="130932"/>
                  </a:lnTo>
                  <a:lnTo>
                    <a:pt x="329126" y="125793"/>
                  </a:lnTo>
                  <a:lnTo>
                    <a:pt x="327737" y="120695"/>
                  </a:lnTo>
                  <a:lnTo>
                    <a:pt x="326188" y="115644"/>
                  </a:lnTo>
                  <a:lnTo>
                    <a:pt x="324481" y="110644"/>
                  </a:lnTo>
                  <a:lnTo>
                    <a:pt x="322616" y="105700"/>
                  </a:lnTo>
                  <a:lnTo>
                    <a:pt x="320596" y="100818"/>
                  </a:lnTo>
                  <a:lnTo>
                    <a:pt x="318422" y="96002"/>
                  </a:lnTo>
                  <a:lnTo>
                    <a:pt x="316098" y="91257"/>
                  </a:lnTo>
                  <a:lnTo>
                    <a:pt x="313624" y="86588"/>
                  </a:lnTo>
                  <a:lnTo>
                    <a:pt x="311005" y="82000"/>
                  </a:lnTo>
                  <a:lnTo>
                    <a:pt x="308241" y="77496"/>
                  </a:lnTo>
                  <a:lnTo>
                    <a:pt x="305337" y="73082"/>
                  </a:lnTo>
                  <a:lnTo>
                    <a:pt x="302294" y="68763"/>
                  </a:lnTo>
                  <a:lnTo>
                    <a:pt x="299117" y="64541"/>
                  </a:lnTo>
                  <a:lnTo>
                    <a:pt x="295808" y="60422"/>
                  </a:lnTo>
                  <a:lnTo>
                    <a:pt x="292370" y="56410"/>
                  </a:lnTo>
                  <a:lnTo>
                    <a:pt x="288807" y="52508"/>
                  </a:lnTo>
                  <a:lnTo>
                    <a:pt x="285123" y="48721"/>
                  </a:lnTo>
                  <a:lnTo>
                    <a:pt x="281321" y="45052"/>
                  </a:lnTo>
                  <a:lnTo>
                    <a:pt x="277405" y="41505"/>
                  </a:lnTo>
                  <a:lnTo>
                    <a:pt x="273378" y="38084"/>
                  </a:lnTo>
                  <a:lnTo>
                    <a:pt x="269246" y="34791"/>
                  </a:lnTo>
                  <a:lnTo>
                    <a:pt x="265011" y="31631"/>
                  </a:lnTo>
                  <a:lnTo>
                    <a:pt x="260679" y="28607"/>
                  </a:lnTo>
                  <a:lnTo>
                    <a:pt x="256254" y="25720"/>
                  </a:lnTo>
                  <a:lnTo>
                    <a:pt x="251739" y="22975"/>
                  </a:lnTo>
                  <a:lnTo>
                    <a:pt x="247140" y="20374"/>
                  </a:lnTo>
                  <a:lnTo>
                    <a:pt x="242461" y="17920"/>
                  </a:lnTo>
                  <a:lnTo>
                    <a:pt x="237707" y="15615"/>
                  </a:lnTo>
                  <a:lnTo>
                    <a:pt x="232882" y="13461"/>
                  </a:lnTo>
                  <a:lnTo>
                    <a:pt x="227991" y="11461"/>
                  </a:lnTo>
                  <a:lnTo>
                    <a:pt x="223040" y="9616"/>
                  </a:lnTo>
                  <a:lnTo>
                    <a:pt x="218033" y="7929"/>
                  </a:lnTo>
                  <a:lnTo>
                    <a:pt x="212976" y="6401"/>
                  </a:lnTo>
                  <a:lnTo>
                    <a:pt x="207872" y="5033"/>
                  </a:lnTo>
                  <a:lnTo>
                    <a:pt x="202728" y="3827"/>
                  </a:lnTo>
                  <a:lnTo>
                    <a:pt x="197548" y="2785"/>
                  </a:lnTo>
                  <a:lnTo>
                    <a:pt x="192338" y="1907"/>
                  </a:lnTo>
                  <a:lnTo>
                    <a:pt x="187102" y="1193"/>
                  </a:lnTo>
                  <a:lnTo>
                    <a:pt x="181847" y="646"/>
                  </a:lnTo>
                  <a:lnTo>
                    <a:pt x="176577" y="265"/>
                  </a:lnTo>
                  <a:lnTo>
                    <a:pt x="171298" y="5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20"/>
              <a:ext cx="4138" cy="167167"/>
            </a:xfrm>
            <a:custGeom>
              <a:avLst/>
              <a:pathLst>
                <a:path w="4138" h="167167">
                  <a:moveTo>
                    <a:pt x="4138" y="5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14128" y="421382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9" y="333"/>
                  </a:lnTo>
                  <a:lnTo>
                    <a:pt x="151331" y="750"/>
                  </a:lnTo>
                  <a:lnTo>
                    <a:pt x="146080" y="1334"/>
                  </a:lnTo>
                  <a:lnTo>
                    <a:pt x="140850" y="2083"/>
                  </a:lnTo>
                  <a:lnTo>
                    <a:pt x="135646" y="2997"/>
                  </a:lnTo>
                  <a:lnTo>
                    <a:pt x="130473" y="4075"/>
                  </a:lnTo>
                  <a:lnTo>
                    <a:pt x="125337" y="5316"/>
                  </a:lnTo>
                  <a:lnTo>
                    <a:pt x="120243" y="6718"/>
                  </a:lnTo>
                  <a:lnTo>
                    <a:pt x="115196" y="8281"/>
                  </a:lnTo>
                  <a:lnTo>
                    <a:pt x="110201" y="10002"/>
                  </a:lnTo>
                  <a:lnTo>
                    <a:pt x="105262" y="11881"/>
                  </a:lnTo>
                  <a:lnTo>
                    <a:pt x="100386" y="13915"/>
                  </a:lnTo>
                  <a:lnTo>
                    <a:pt x="95576" y="16101"/>
                  </a:lnTo>
                  <a:lnTo>
                    <a:pt x="90838" y="18439"/>
                  </a:lnTo>
                  <a:lnTo>
                    <a:pt x="86175" y="20925"/>
                  </a:lnTo>
                  <a:lnTo>
                    <a:pt x="81594" y="23558"/>
                  </a:lnTo>
                  <a:lnTo>
                    <a:pt x="77098" y="26334"/>
                  </a:lnTo>
                  <a:lnTo>
                    <a:pt x="72693" y="29250"/>
                  </a:lnTo>
                  <a:lnTo>
                    <a:pt x="68381" y="32304"/>
                  </a:lnTo>
                  <a:lnTo>
                    <a:pt x="64169" y="35494"/>
                  </a:lnTo>
                  <a:lnTo>
                    <a:pt x="60059" y="38814"/>
                  </a:lnTo>
                  <a:lnTo>
                    <a:pt x="56056" y="42263"/>
                  </a:lnTo>
                  <a:lnTo>
                    <a:pt x="52164" y="45836"/>
                  </a:lnTo>
                  <a:lnTo>
                    <a:pt x="48387" y="49531"/>
                  </a:lnTo>
                  <a:lnTo>
                    <a:pt x="44729" y="53344"/>
                  </a:lnTo>
                  <a:lnTo>
                    <a:pt x="41193" y="57270"/>
                  </a:lnTo>
                  <a:lnTo>
                    <a:pt x="37783" y="61305"/>
                  </a:lnTo>
                  <a:lnTo>
                    <a:pt x="34502" y="65447"/>
                  </a:lnTo>
                  <a:lnTo>
                    <a:pt x="31353" y="69690"/>
                  </a:lnTo>
                  <a:lnTo>
                    <a:pt x="28341" y="74031"/>
                  </a:lnTo>
                  <a:lnTo>
                    <a:pt x="25467" y="78464"/>
                  </a:lnTo>
                  <a:lnTo>
                    <a:pt x="22734" y="82986"/>
                  </a:lnTo>
                  <a:lnTo>
                    <a:pt x="20146" y="87593"/>
                  </a:lnTo>
                  <a:lnTo>
                    <a:pt x="17705" y="92279"/>
                  </a:lnTo>
                  <a:lnTo>
                    <a:pt x="15413" y="97039"/>
                  </a:lnTo>
                  <a:lnTo>
                    <a:pt x="13272" y="101870"/>
                  </a:lnTo>
                  <a:lnTo>
                    <a:pt x="11285" y="106766"/>
                  </a:lnTo>
                  <a:lnTo>
                    <a:pt x="9454" y="111722"/>
                  </a:lnTo>
                  <a:lnTo>
                    <a:pt x="7781" y="116734"/>
                  </a:lnTo>
                  <a:lnTo>
                    <a:pt x="6267" y="121796"/>
                  </a:lnTo>
                  <a:lnTo>
                    <a:pt x="4913" y="126903"/>
                  </a:lnTo>
                  <a:lnTo>
                    <a:pt x="3722" y="132051"/>
                  </a:lnTo>
                  <a:lnTo>
                    <a:pt x="2694" y="137233"/>
                  </a:lnTo>
                  <a:lnTo>
                    <a:pt x="1830" y="142446"/>
                  </a:lnTo>
                  <a:lnTo>
                    <a:pt x="1131" y="147683"/>
                  </a:lnTo>
                  <a:lnTo>
                    <a:pt x="598" y="152940"/>
                  </a:lnTo>
                  <a:lnTo>
                    <a:pt x="232" y="158211"/>
                  </a:lnTo>
                  <a:lnTo>
                    <a:pt x="32" y="163490"/>
                  </a:lnTo>
                  <a:lnTo>
                    <a:pt x="0" y="168774"/>
                  </a:lnTo>
                  <a:lnTo>
                    <a:pt x="134" y="174056"/>
                  </a:lnTo>
                  <a:lnTo>
                    <a:pt x="435" y="179331"/>
                  </a:lnTo>
                  <a:lnTo>
                    <a:pt x="903" y="184594"/>
                  </a:lnTo>
                  <a:lnTo>
                    <a:pt x="1536" y="189839"/>
                  </a:lnTo>
                  <a:lnTo>
                    <a:pt x="2336" y="195062"/>
                  </a:lnTo>
                  <a:lnTo>
                    <a:pt x="3300" y="200257"/>
                  </a:lnTo>
                  <a:lnTo>
                    <a:pt x="4427" y="205419"/>
                  </a:lnTo>
                  <a:lnTo>
                    <a:pt x="5717" y="210543"/>
                  </a:lnTo>
                  <a:lnTo>
                    <a:pt x="7169" y="215623"/>
                  </a:lnTo>
                  <a:lnTo>
                    <a:pt x="8780" y="220655"/>
                  </a:lnTo>
                  <a:lnTo>
                    <a:pt x="10550" y="225634"/>
                  </a:lnTo>
                  <a:lnTo>
                    <a:pt x="12475" y="230554"/>
                  </a:lnTo>
                  <a:lnTo>
                    <a:pt x="14556" y="235411"/>
                  </a:lnTo>
                  <a:lnTo>
                    <a:pt x="16789" y="240199"/>
                  </a:lnTo>
                  <a:lnTo>
                    <a:pt x="19172" y="244915"/>
                  </a:lnTo>
                  <a:lnTo>
                    <a:pt x="21703" y="249553"/>
                  </a:lnTo>
                  <a:lnTo>
                    <a:pt x="24379" y="254109"/>
                  </a:lnTo>
                  <a:lnTo>
                    <a:pt x="27198" y="258577"/>
                  </a:lnTo>
                  <a:lnTo>
                    <a:pt x="30157" y="262955"/>
                  </a:lnTo>
                  <a:lnTo>
                    <a:pt x="33253" y="267237"/>
                  </a:lnTo>
                  <a:lnTo>
                    <a:pt x="36482" y="271419"/>
                  </a:lnTo>
                  <a:lnTo>
                    <a:pt x="39842" y="275496"/>
                  </a:lnTo>
                  <a:lnTo>
                    <a:pt x="43329" y="279466"/>
                  </a:lnTo>
                  <a:lnTo>
                    <a:pt x="46940" y="283323"/>
                  </a:lnTo>
                  <a:lnTo>
                    <a:pt x="50671" y="287064"/>
                  </a:lnTo>
                  <a:lnTo>
                    <a:pt x="54518" y="290686"/>
                  </a:lnTo>
                  <a:lnTo>
                    <a:pt x="58478" y="294184"/>
                  </a:lnTo>
                  <a:lnTo>
                    <a:pt x="62546" y="297555"/>
                  </a:lnTo>
                  <a:lnTo>
                    <a:pt x="66719" y="300796"/>
                  </a:lnTo>
                  <a:lnTo>
                    <a:pt x="70992" y="303904"/>
                  </a:lnTo>
                  <a:lnTo>
                    <a:pt x="75362" y="306874"/>
                  </a:lnTo>
                  <a:lnTo>
                    <a:pt x="79823" y="309706"/>
                  </a:lnTo>
                  <a:lnTo>
                    <a:pt x="84371" y="312395"/>
                  </a:lnTo>
                  <a:lnTo>
                    <a:pt x="89002" y="314938"/>
                  </a:lnTo>
                  <a:lnTo>
                    <a:pt x="93711" y="317335"/>
                  </a:lnTo>
                  <a:lnTo>
                    <a:pt x="98494" y="319581"/>
                  </a:lnTo>
                  <a:lnTo>
                    <a:pt x="103345" y="321675"/>
                  </a:lnTo>
                  <a:lnTo>
                    <a:pt x="108259" y="323614"/>
                  </a:lnTo>
                  <a:lnTo>
                    <a:pt x="113233" y="325398"/>
                  </a:lnTo>
                  <a:lnTo>
                    <a:pt x="118260" y="327023"/>
                  </a:lnTo>
                  <a:lnTo>
                    <a:pt x="123337" y="328488"/>
                  </a:lnTo>
                  <a:lnTo>
                    <a:pt x="128457" y="329793"/>
                  </a:lnTo>
                  <a:lnTo>
                    <a:pt x="133616" y="330934"/>
                  </a:lnTo>
                  <a:lnTo>
                    <a:pt x="138808" y="331913"/>
                  </a:lnTo>
                  <a:lnTo>
                    <a:pt x="144029" y="332726"/>
                  </a:lnTo>
                  <a:lnTo>
                    <a:pt x="149272" y="333375"/>
                  </a:lnTo>
                  <a:lnTo>
                    <a:pt x="154534" y="333857"/>
                  </a:lnTo>
                  <a:lnTo>
                    <a:pt x="159808" y="334173"/>
                  </a:lnTo>
                  <a:lnTo>
                    <a:pt x="165090" y="334322"/>
                  </a:lnTo>
                  <a:lnTo>
                    <a:pt x="170373" y="334303"/>
                  </a:lnTo>
                  <a:lnTo>
                    <a:pt x="175654" y="334118"/>
                  </a:lnTo>
                  <a:lnTo>
                    <a:pt x="180926" y="333767"/>
                  </a:lnTo>
                  <a:lnTo>
                    <a:pt x="186184" y="333248"/>
                  </a:lnTo>
                  <a:lnTo>
                    <a:pt x="191423" y="332564"/>
                  </a:lnTo>
                  <a:lnTo>
                    <a:pt x="196638" y="331715"/>
                  </a:lnTo>
                  <a:lnTo>
                    <a:pt x="201823" y="330701"/>
                  </a:lnTo>
                  <a:lnTo>
                    <a:pt x="206974" y="329524"/>
                  </a:lnTo>
                  <a:lnTo>
                    <a:pt x="212085" y="328184"/>
                  </a:lnTo>
                  <a:lnTo>
                    <a:pt x="217151" y="326684"/>
                  </a:lnTo>
                  <a:lnTo>
                    <a:pt x="222168" y="325025"/>
                  </a:lnTo>
                  <a:lnTo>
                    <a:pt x="227129" y="323207"/>
                  </a:lnTo>
                  <a:lnTo>
                    <a:pt x="232030" y="321234"/>
                  </a:lnTo>
                  <a:lnTo>
                    <a:pt x="236867" y="319107"/>
                  </a:lnTo>
                  <a:lnTo>
                    <a:pt x="241634" y="316828"/>
                  </a:lnTo>
                  <a:lnTo>
                    <a:pt x="246326" y="314400"/>
                  </a:lnTo>
                  <a:lnTo>
                    <a:pt x="250940" y="311824"/>
                  </a:lnTo>
                  <a:lnTo>
                    <a:pt x="255470" y="309104"/>
                  </a:lnTo>
                  <a:lnTo>
                    <a:pt x="259911" y="306243"/>
                  </a:lnTo>
                  <a:lnTo>
                    <a:pt x="264260" y="303242"/>
                  </a:lnTo>
                  <a:lnTo>
                    <a:pt x="268512" y="300105"/>
                  </a:lnTo>
                  <a:lnTo>
                    <a:pt x="272662" y="296836"/>
                  </a:lnTo>
                  <a:lnTo>
                    <a:pt x="276708" y="293437"/>
                  </a:lnTo>
                  <a:lnTo>
                    <a:pt x="280643" y="289912"/>
                  </a:lnTo>
                  <a:lnTo>
                    <a:pt x="284466" y="286264"/>
                  </a:lnTo>
                  <a:lnTo>
                    <a:pt x="288171" y="282497"/>
                  </a:lnTo>
                  <a:lnTo>
                    <a:pt x="291755" y="278615"/>
                  </a:lnTo>
                  <a:lnTo>
                    <a:pt x="295215" y="274622"/>
                  </a:lnTo>
                  <a:lnTo>
                    <a:pt x="298547" y="270521"/>
                  </a:lnTo>
                  <a:lnTo>
                    <a:pt x="301748" y="266318"/>
                  </a:lnTo>
                  <a:lnTo>
                    <a:pt x="304814" y="262015"/>
                  </a:lnTo>
                  <a:lnTo>
                    <a:pt x="307743" y="257617"/>
                  </a:lnTo>
                  <a:lnTo>
                    <a:pt x="310531" y="253129"/>
                  </a:lnTo>
                  <a:lnTo>
                    <a:pt x="313176" y="248555"/>
                  </a:lnTo>
                  <a:lnTo>
                    <a:pt x="315675" y="243900"/>
                  </a:lnTo>
                  <a:lnTo>
                    <a:pt x="318026" y="239168"/>
                  </a:lnTo>
                  <a:lnTo>
                    <a:pt x="320226" y="234364"/>
                  </a:lnTo>
                  <a:lnTo>
                    <a:pt x="322273" y="229493"/>
                  </a:lnTo>
                  <a:lnTo>
                    <a:pt x="324166" y="224560"/>
                  </a:lnTo>
                  <a:lnTo>
                    <a:pt x="325901" y="219570"/>
                  </a:lnTo>
                  <a:lnTo>
                    <a:pt x="327478" y="214527"/>
                  </a:lnTo>
                  <a:lnTo>
                    <a:pt x="328894" y="209436"/>
                  </a:lnTo>
                  <a:lnTo>
                    <a:pt x="330149" y="204304"/>
                  </a:lnTo>
                  <a:lnTo>
                    <a:pt x="331242" y="199135"/>
                  </a:lnTo>
                  <a:lnTo>
                    <a:pt x="332170" y="193933"/>
                  </a:lnTo>
                  <a:lnTo>
                    <a:pt x="332933" y="188705"/>
                  </a:lnTo>
                  <a:lnTo>
                    <a:pt x="333531" y="183455"/>
                  </a:lnTo>
                  <a:lnTo>
                    <a:pt x="333963" y="178189"/>
                  </a:lnTo>
                  <a:lnTo>
                    <a:pt x="334228" y="172912"/>
                  </a:lnTo>
                  <a:lnTo>
                    <a:pt x="334326" y="167629"/>
                  </a:lnTo>
                  <a:lnTo>
                    <a:pt x="334257" y="162346"/>
                  </a:lnTo>
                  <a:lnTo>
                    <a:pt x="334021" y="157068"/>
                  </a:lnTo>
                  <a:lnTo>
                    <a:pt x="333619" y="151800"/>
                  </a:lnTo>
                  <a:lnTo>
                    <a:pt x="333050" y="146547"/>
                  </a:lnTo>
                  <a:lnTo>
                    <a:pt x="332315" y="141314"/>
                  </a:lnTo>
                  <a:lnTo>
                    <a:pt x="331416" y="136108"/>
                  </a:lnTo>
                  <a:lnTo>
                    <a:pt x="330352" y="130932"/>
                  </a:lnTo>
                  <a:lnTo>
                    <a:pt x="329126" y="125793"/>
                  </a:lnTo>
                  <a:lnTo>
                    <a:pt x="327737" y="120695"/>
                  </a:lnTo>
                  <a:lnTo>
                    <a:pt x="326188" y="115644"/>
                  </a:lnTo>
                  <a:lnTo>
                    <a:pt x="324481" y="110644"/>
                  </a:lnTo>
                  <a:lnTo>
                    <a:pt x="322616" y="105700"/>
                  </a:lnTo>
                  <a:lnTo>
                    <a:pt x="320596" y="100818"/>
                  </a:lnTo>
                  <a:lnTo>
                    <a:pt x="318422" y="96002"/>
                  </a:lnTo>
                  <a:lnTo>
                    <a:pt x="316098" y="91257"/>
                  </a:lnTo>
                  <a:lnTo>
                    <a:pt x="313624" y="86588"/>
                  </a:lnTo>
                  <a:lnTo>
                    <a:pt x="311005" y="82000"/>
                  </a:lnTo>
                  <a:lnTo>
                    <a:pt x="308241" y="77496"/>
                  </a:lnTo>
                  <a:lnTo>
                    <a:pt x="305337" y="73082"/>
                  </a:lnTo>
                  <a:lnTo>
                    <a:pt x="302294" y="68763"/>
                  </a:lnTo>
                  <a:lnTo>
                    <a:pt x="299117" y="64541"/>
                  </a:lnTo>
                  <a:lnTo>
                    <a:pt x="295808" y="60422"/>
                  </a:lnTo>
                  <a:lnTo>
                    <a:pt x="292370" y="56410"/>
                  </a:lnTo>
                  <a:lnTo>
                    <a:pt x="288807" y="52508"/>
                  </a:lnTo>
                  <a:lnTo>
                    <a:pt x="285123" y="48721"/>
                  </a:lnTo>
                  <a:lnTo>
                    <a:pt x="281321" y="45052"/>
                  </a:lnTo>
                  <a:lnTo>
                    <a:pt x="277405" y="41505"/>
                  </a:lnTo>
                  <a:lnTo>
                    <a:pt x="273378" y="38084"/>
                  </a:lnTo>
                  <a:lnTo>
                    <a:pt x="269246" y="34791"/>
                  </a:lnTo>
                  <a:lnTo>
                    <a:pt x="265011" y="31631"/>
                  </a:lnTo>
                  <a:lnTo>
                    <a:pt x="260679" y="28607"/>
                  </a:lnTo>
                  <a:lnTo>
                    <a:pt x="256254" y="25720"/>
                  </a:lnTo>
                  <a:lnTo>
                    <a:pt x="251739" y="22975"/>
                  </a:lnTo>
                  <a:lnTo>
                    <a:pt x="247140" y="20374"/>
                  </a:lnTo>
                  <a:lnTo>
                    <a:pt x="242461" y="17920"/>
                  </a:lnTo>
                  <a:lnTo>
                    <a:pt x="237707" y="15615"/>
                  </a:lnTo>
                  <a:lnTo>
                    <a:pt x="232882" y="13461"/>
                  </a:lnTo>
                  <a:lnTo>
                    <a:pt x="227991" y="11461"/>
                  </a:lnTo>
                  <a:lnTo>
                    <a:pt x="223040" y="9616"/>
                  </a:lnTo>
                  <a:lnTo>
                    <a:pt x="218033" y="7929"/>
                  </a:lnTo>
                  <a:lnTo>
                    <a:pt x="212976" y="6401"/>
                  </a:lnTo>
                  <a:lnTo>
                    <a:pt x="207872" y="5033"/>
                  </a:lnTo>
                  <a:lnTo>
                    <a:pt x="202728" y="3827"/>
                  </a:lnTo>
                  <a:lnTo>
                    <a:pt x="197548" y="2785"/>
                  </a:lnTo>
                  <a:lnTo>
                    <a:pt x="192338" y="1907"/>
                  </a:lnTo>
                  <a:lnTo>
                    <a:pt x="187102" y="1193"/>
                  </a:lnTo>
                  <a:lnTo>
                    <a:pt x="181847" y="646"/>
                  </a:lnTo>
                  <a:lnTo>
                    <a:pt x="176577" y="265"/>
                  </a:lnTo>
                  <a:lnTo>
                    <a:pt x="171298" y="5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21"/>
              <a:ext cx="4138" cy="167167"/>
            </a:xfrm>
            <a:custGeom>
              <a:avLst/>
              <a:pathLst>
                <a:path w="4138" h="167167">
                  <a:moveTo>
                    <a:pt x="4138" y="5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19364" y="4659281"/>
              <a:ext cx="167160" cy="168667"/>
            </a:xfrm>
            <a:custGeom>
              <a:avLst/>
              <a:pathLst>
                <a:path w="167160" h="168667">
                  <a:moveTo>
                    <a:pt x="167160" y="0"/>
                  </a:moveTo>
                  <a:lnTo>
                    <a:pt x="161772" y="86"/>
                  </a:lnTo>
                  <a:lnTo>
                    <a:pt x="156389" y="347"/>
                  </a:lnTo>
                  <a:lnTo>
                    <a:pt x="151017" y="781"/>
                  </a:lnTo>
                  <a:lnTo>
                    <a:pt x="145662" y="1388"/>
                  </a:lnTo>
                  <a:lnTo>
                    <a:pt x="140329" y="2167"/>
                  </a:lnTo>
                  <a:lnTo>
                    <a:pt x="135024" y="3117"/>
                  </a:lnTo>
                  <a:lnTo>
                    <a:pt x="129753" y="4239"/>
                  </a:lnTo>
                  <a:lnTo>
                    <a:pt x="124520" y="5529"/>
                  </a:lnTo>
                  <a:lnTo>
                    <a:pt x="119332" y="6988"/>
                  </a:lnTo>
                  <a:lnTo>
                    <a:pt x="114194" y="8612"/>
                  </a:lnTo>
                  <a:lnTo>
                    <a:pt x="109110" y="10402"/>
                  </a:lnTo>
                  <a:lnTo>
                    <a:pt x="104087" y="12355"/>
                  </a:lnTo>
                  <a:lnTo>
                    <a:pt x="99130" y="14468"/>
                  </a:lnTo>
                  <a:lnTo>
                    <a:pt x="94243" y="16741"/>
                  </a:lnTo>
                  <a:lnTo>
                    <a:pt x="89432" y="19169"/>
                  </a:lnTo>
                  <a:lnTo>
                    <a:pt x="84702" y="21752"/>
                  </a:lnTo>
                  <a:lnTo>
                    <a:pt x="80057" y="24485"/>
                  </a:lnTo>
                  <a:lnTo>
                    <a:pt x="75503" y="27367"/>
                  </a:lnTo>
                  <a:lnTo>
                    <a:pt x="71044" y="30395"/>
                  </a:lnTo>
                  <a:lnTo>
                    <a:pt x="66685" y="33564"/>
                  </a:lnTo>
                  <a:lnTo>
                    <a:pt x="62431" y="36872"/>
                  </a:lnTo>
                  <a:lnTo>
                    <a:pt x="58285" y="40316"/>
                  </a:lnTo>
                  <a:lnTo>
                    <a:pt x="54253" y="43891"/>
                  </a:lnTo>
                  <a:lnTo>
                    <a:pt x="50338" y="47595"/>
                  </a:lnTo>
                  <a:lnTo>
                    <a:pt x="46544" y="51423"/>
                  </a:lnTo>
                  <a:lnTo>
                    <a:pt x="42876" y="55371"/>
                  </a:lnTo>
                  <a:lnTo>
                    <a:pt x="39337" y="59435"/>
                  </a:lnTo>
                  <a:lnTo>
                    <a:pt x="35931" y="63611"/>
                  </a:lnTo>
                  <a:lnTo>
                    <a:pt x="32661" y="67895"/>
                  </a:lnTo>
                  <a:lnTo>
                    <a:pt x="29531" y="72283"/>
                  </a:lnTo>
                  <a:lnTo>
                    <a:pt x="26544" y="76768"/>
                  </a:lnTo>
                  <a:lnTo>
                    <a:pt x="23703" y="81348"/>
                  </a:lnTo>
                  <a:lnTo>
                    <a:pt x="21011" y="86017"/>
                  </a:lnTo>
                  <a:lnTo>
                    <a:pt x="18471" y="90770"/>
                  </a:lnTo>
                  <a:lnTo>
                    <a:pt x="16086" y="95603"/>
                  </a:lnTo>
                  <a:lnTo>
                    <a:pt x="13857" y="100510"/>
                  </a:lnTo>
                  <a:lnTo>
                    <a:pt x="11788" y="105486"/>
                  </a:lnTo>
                  <a:lnTo>
                    <a:pt x="9881" y="110527"/>
                  </a:lnTo>
                  <a:lnTo>
                    <a:pt x="8137" y="115626"/>
                  </a:lnTo>
                  <a:lnTo>
                    <a:pt x="6558" y="120779"/>
                  </a:lnTo>
                  <a:lnTo>
                    <a:pt x="5146" y="125980"/>
                  </a:lnTo>
                  <a:lnTo>
                    <a:pt x="3903" y="131224"/>
                  </a:lnTo>
                  <a:lnTo>
                    <a:pt x="2829" y="136505"/>
                  </a:lnTo>
                  <a:lnTo>
                    <a:pt x="1926" y="141818"/>
                  </a:lnTo>
                  <a:lnTo>
                    <a:pt x="1195" y="147157"/>
                  </a:lnTo>
                  <a:lnTo>
                    <a:pt x="636" y="152518"/>
                  </a:lnTo>
                  <a:lnTo>
                    <a:pt x="250" y="157893"/>
                  </a:lnTo>
                  <a:lnTo>
                    <a:pt x="38" y="163278"/>
                  </a:lnTo>
                  <a:lnTo>
                    <a:pt x="0" y="16866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364" y="4826449"/>
              <a:ext cx="167160" cy="1500"/>
            </a:xfrm>
            <a:custGeom>
              <a:avLst/>
              <a:pathLst>
                <a:path w="167160" h="1500">
                  <a:moveTo>
                    <a:pt x="0" y="1500"/>
                  </a:moveTo>
                  <a:lnTo>
                    <a:pt x="1671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19364" y="4826449"/>
              <a:ext cx="167160" cy="23464"/>
            </a:xfrm>
            <a:custGeom>
              <a:avLst/>
              <a:pathLst>
                <a:path w="167160" h="23464">
                  <a:moveTo>
                    <a:pt x="0" y="1500"/>
                  </a:moveTo>
                  <a:lnTo>
                    <a:pt x="227" y="8843"/>
                  </a:lnTo>
                  <a:lnTo>
                    <a:pt x="777" y="16169"/>
                  </a:lnTo>
                  <a:lnTo>
                    <a:pt x="1648" y="23464"/>
                  </a:lnTo>
                  <a:lnTo>
                    <a:pt x="16716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21012" y="4659281"/>
              <a:ext cx="332660" cy="334334"/>
            </a:xfrm>
            <a:custGeom>
              <a:avLst/>
              <a:pathLst>
                <a:path w="332660" h="334334">
                  <a:moveTo>
                    <a:pt x="0" y="190631"/>
                  </a:moveTo>
                  <a:lnTo>
                    <a:pt x="828" y="195873"/>
                  </a:lnTo>
                  <a:lnTo>
                    <a:pt x="1822" y="201086"/>
                  </a:lnTo>
                  <a:lnTo>
                    <a:pt x="2981" y="206265"/>
                  </a:lnTo>
                  <a:lnTo>
                    <a:pt x="4304" y="211404"/>
                  </a:lnTo>
                  <a:lnTo>
                    <a:pt x="5789" y="216499"/>
                  </a:lnTo>
                  <a:lnTo>
                    <a:pt x="7436" y="221544"/>
                  </a:lnTo>
                  <a:lnTo>
                    <a:pt x="9241" y="226534"/>
                  </a:lnTo>
                  <a:lnTo>
                    <a:pt x="11204" y="231464"/>
                  </a:lnTo>
                  <a:lnTo>
                    <a:pt x="13323" y="236330"/>
                  </a:lnTo>
                  <a:lnTo>
                    <a:pt x="15595" y="241126"/>
                  </a:lnTo>
                  <a:lnTo>
                    <a:pt x="18018" y="245847"/>
                  </a:lnTo>
                  <a:lnTo>
                    <a:pt x="20590" y="250489"/>
                  </a:lnTo>
                  <a:lnTo>
                    <a:pt x="23308" y="255047"/>
                  </a:lnTo>
                  <a:lnTo>
                    <a:pt x="26169" y="259517"/>
                  </a:lnTo>
                  <a:lnTo>
                    <a:pt x="29170" y="263893"/>
                  </a:lnTo>
                  <a:lnTo>
                    <a:pt x="32309" y="268172"/>
                  </a:lnTo>
                  <a:lnTo>
                    <a:pt x="35583" y="272349"/>
                  </a:lnTo>
                  <a:lnTo>
                    <a:pt x="38987" y="276420"/>
                  </a:lnTo>
                  <a:lnTo>
                    <a:pt x="42518" y="280381"/>
                  </a:lnTo>
                  <a:lnTo>
                    <a:pt x="46174" y="284228"/>
                  </a:lnTo>
                  <a:lnTo>
                    <a:pt x="49950" y="287957"/>
                  </a:lnTo>
                  <a:lnTo>
                    <a:pt x="53842" y="291565"/>
                  </a:lnTo>
                  <a:lnTo>
                    <a:pt x="57847" y="295047"/>
                  </a:lnTo>
                  <a:lnTo>
                    <a:pt x="61960" y="298400"/>
                  </a:lnTo>
                  <a:lnTo>
                    <a:pt x="66178" y="301620"/>
                  </a:lnTo>
                  <a:lnTo>
                    <a:pt x="70496" y="304706"/>
                  </a:lnTo>
                  <a:lnTo>
                    <a:pt x="74909" y="307652"/>
                  </a:lnTo>
                  <a:lnTo>
                    <a:pt x="79414" y="310457"/>
                  </a:lnTo>
                  <a:lnTo>
                    <a:pt x="84006" y="313118"/>
                  </a:lnTo>
                  <a:lnTo>
                    <a:pt x="88680" y="315632"/>
                  </a:lnTo>
                  <a:lnTo>
                    <a:pt x="93431" y="317996"/>
                  </a:lnTo>
                  <a:lnTo>
                    <a:pt x="98255" y="320208"/>
                  </a:lnTo>
                  <a:lnTo>
                    <a:pt x="103147" y="322265"/>
                  </a:lnTo>
                  <a:lnTo>
                    <a:pt x="108101" y="324167"/>
                  </a:lnTo>
                  <a:lnTo>
                    <a:pt x="113113" y="325910"/>
                  </a:lnTo>
                  <a:lnTo>
                    <a:pt x="118179" y="327493"/>
                  </a:lnTo>
                  <a:lnTo>
                    <a:pt x="123291" y="328915"/>
                  </a:lnTo>
                  <a:lnTo>
                    <a:pt x="128447" y="330173"/>
                  </a:lnTo>
                  <a:lnTo>
                    <a:pt x="133640" y="331268"/>
                  </a:lnTo>
                  <a:lnTo>
                    <a:pt x="138864" y="332197"/>
                  </a:lnTo>
                  <a:lnTo>
                    <a:pt x="144116" y="332960"/>
                  </a:lnTo>
                  <a:lnTo>
                    <a:pt x="149390" y="333555"/>
                  </a:lnTo>
                  <a:lnTo>
                    <a:pt x="154679" y="333983"/>
                  </a:lnTo>
                  <a:lnTo>
                    <a:pt x="159980" y="334243"/>
                  </a:lnTo>
                  <a:lnTo>
                    <a:pt x="165286" y="334334"/>
                  </a:lnTo>
                  <a:lnTo>
                    <a:pt x="170592" y="334257"/>
                  </a:lnTo>
                  <a:lnTo>
                    <a:pt x="175893" y="334012"/>
                  </a:lnTo>
                  <a:lnTo>
                    <a:pt x="181184" y="333598"/>
                  </a:lnTo>
                  <a:lnTo>
                    <a:pt x="186459" y="333017"/>
                  </a:lnTo>
                  <a:lnTo>
                    <a:pt x="191712" y="332268"/>
                  </a:lnTo>
                  <a:lnTo>
                    <a:pt x="196940" y="331354"/>
                  </a:lnTo>
                  <a:lnTo>
                    <a:pt x="202135" y="330273"/>
                  </a:lnTo>
                  <a:lnTo>
                    <a:pt x="207294" y="329029"/>
                  </a:lnTo>
                  <a:lnTo>
                    <a:pt x="212411" y="327621"/>
                  </a:lnTo>
                  <a:lnTo>
                    <a:pt x="217480" y="326051"/>
                  </a:lnTo>
                  <a:lnTo>
                    <a:pt x="222497" y="324322"/>
                  </a:lnTo>
                  <a:lnTo>
                    <a:pt x="227457" y="322434"/>
                  </a:lnTo>
                  <a:lnTo>
                    <a:pt x="232354" y="320389"/>
                  </a:lnTo>
                  <a:lnTo>
                    <a:pt x="237184" y="318190"/>
                  </a:lnTo>
                  <a:lnTo>
                    <a:pt x="241942" y="315839"/>
                  </a:lnTo>
                  <a:lnTo>
                    <a:pt x="246622" y="313338"/>
                  </a:lnTo>
                  <a:lnTo>
                    <a:pt x="251221" y="310690"/>
                  </a:lnTo>
                  <a:lnTo>
                    <a:pt x="255734" y="307897"/>
                  </a:lnTo>
                  <a:lnTo>
                    <a:pt x="260155" y="304962"/>
                  </a:lnTo>
                  <a:lnTo>
                    <a:pt x="264481" y="301889"/>
                  </a:lnTo>
                  <a:lnTo>
                    <a:pt x="268708" y="298680"/>
                  </a:lnTo>
                  <a:lnTo>
                    <a:pt x="272830" y="295338"/>
                  </a:lnTo>
                  <a:lnTo>
                    <a:pt x="276844" y="291867"/>
                  </a:lnTo>
                  <a:lnTo>
                    <a:pt x="280747" y="288270"/>
                  </a:lnTo>
                  <a:lnTo>
                    <a:pt x="284532" y="284551"/>
                  </a:lnTo>
                  <a:lnTo>
                    <a:pt x="288198" y="280714"/>
                  </a:lnTo>
                  <a:lnTo>
                    <a:pt x="291741" y="276763"/>
                  </a:lnTo>
                  <a:lnTo>
                    <a:pt x="295156" y="272701"/>
                  </a:lnTo>
                  <a:lnTo>
                    <a:pt x="298440" y="268532"/>
                  </a:lnTo>
                  <a:lnTo>
                    <a:pt x="301591" y="264262"/>
                  </a:lnTo>
                  <a:lnTo>
                    <a:pt x="304604" y="259894"/>
                  </a:lnTo>
                  <a:lnTo>
                    <a:pt x="307478" y="255432"/>
                  </a:lnTo>
                  <a:lnTo>
                    <a:pt x="310208" y="250881"/>
                  </a:lnTo>
                  <a:lnTo>
                    <a:pt x="312792" y="246246"/>
                  </a:lnTo>
                  <a:lnTo>
                    <a:pt x="315228" y="241532"/>
                  </a:lnTo>
                  <a:lnTo>
                    <a:pt x="317513" y="236742"/>
                  </a:lnTo>
                  <a:lnTo>
                    <a:pt x="319645" y="231882"/>
                  </a:lnTo>
                  <a:lnTo>
                    <a:pt x="321621" y="226957"/>
                  </a:lnTo>
                  <a:lnTo>
                    <a:pt x="323440" y="221972"/>
                  </a:lnTo>
                  <a:lnTo>
                    <a:pt x="325100" y="216931"/>
                  </a:lnTo>
                  <a:lnTo>
                    <a:pt x="326600" y="211840"/>
                  </a:lnTo>
                  <a:lnTo>
                    <a:pt x="327936" y="206705"/>
                  </a:lnTo>
                  <a:lnTo>
                    <a:pt x="329110" y="201529"/>
                  </a:lnTo>
                  <a:lnTo>
                    <a:pt x="330118" y="196319"/>
                  </a:lnTo>
                  <a:lnTo>
                    <a:pt x="330960" y="191080"/>
                  </a:lnTo>
                  <a:lnTo>
                    <a:pt x="331636" y="185816"/>
                  </a:lnTo>
                  <a:lnTo>
                    <a:pt x="332144" y="180533"/>
                  </a:lnTo>
                  <a:lnTo>
                    <a:pt x="332484" y="175238"/>
                  </a:lnTo>
                  <a:lnTo>
                    <a:pt x="332657" y="169934"/>
                  </a:lnTo>
                  <a:lnTo>
                    <a:pt x="332660" y="164627"/>
                  </a:lnTo>
                  <a:lnTo>
                    <a:pt x="332495" y="159322"/>
                  </a:lnTo>
                  <a:lnTo>
                    <a:pt x="332162" y="154026"/>
                  </a:lnTo>
                  <a:lnTo>
                    <a:pt x="331661" y="148743"/>
                  </a:lnTo>
                  <a:lnTo>
                    <a:pt x="330992" y="143478"/>
                  </a:lnTo>
                  <a:lnTo>
                    <a:pt x="330157" y="138238"/>
                  </a:lnTo>
                  <a:lnTo>
                    <a:pt x="329156" y="133026"/>
                  </a:lnTo>
                  <a:lnTo>
                    <a:pt x="327990" y="127849"/>
                  </a:lnTo>
                  <a:lnTo>
                    <a:pt x="326660" y="122712"/>
                  </a:lnTo>
                  <a:lnTo>
                    <a:pt x="325168" y="117619"/>
                  </a:lnTo>
                  <a:lnTo>
                    <a:pt x="323514" y="112576"/>
                  </a:lnTo>
                  <a:lnTo>
                    <a:pt x="321702" y="107588"/>
                  </a:lnTo>
                  <a:lnTo>
                    <a:pt x="319732" y="102661"/>
                  </a:lnTo>
                  <a:lnTo>
                    <a:pt x="317607" y="97798"/>
                  </a:lnTo>
                  <a:lnTo>
                    <a:pt x="315328" y="93005"/>
                  </a:lnTo>
                  <a:lnTo>
                    <a:pt x="312899" y="88287"/>
                  </a:lnTo>
                  <a:lnTo>
                    <a:pt x="310321" y="83649"/>
                  </a:lnTo>
                  <a:lnTo>
                    <a:pt x="307597" y="79094"/>
                  </a:lnTo>
                  <a:lnTo>
                    <a:pt x="304730" y="74629"/>
                  </a:lnTo>
                  <a:lnTo>
                    <a:pt x="301722" y="70256"/>
                  </a:lnTo>
                  <a:lnTo>
                    <a:pt x="298578" y="65981"/>
                  </a:lnTo>
                  <a:lnTo>
                    <a:pt x="295299" y="61809"/>
                  </a:lnTo>
                  <a:lnTo>
                    <a:pt x="291889" y="57742"/>
                  </a:lnTo>
                  <a:lnTo>
                    <a:pt x="288352" y="53786"/>
                  </a:lnTo>
                  <a:lnTo>
                    <a:pt x="284691" y="49944"/>
                  </a:lnTo>
                  <a:lnTo>
                    <a:pt x="280910" y="46220"/>
                  </a:lnTo>
                  <a:lnTo>
                    <a:pt x="277013" y="42618"/>
                  </a:lnTo>
                  <a:lnTo>
                    <a:pt x="273004" y="39142"/>
                  </a:lnTo>
                  <a:lnTo>
                    <a:pt x="268886" y="35794"/>
                  </a:lnTo>
                  <a:lnTo>
                    <a:pt x="264664" y="32579"/>
                  </a:lnTo>
                  <a:lnTo>
                    <a:pt x="260342" y="29500"/>
                  </a:lnTo>
                  <a:lnTo>
                    <a:pt x="255924" y="26559"/>
                  </a:lnTo>
                  <a:lnTo>
                    <a:pt x="251415" y="23760"/>
                  </a:lnTo>
                  <a:lnTo>
                    <a:pt x="246820" y="21106"/>
                  </a:lnTo>
                  <a:lnTo>
                    <a:pt x="242143" y="18598"/>
                  </a:lnTo>
                  <a:lnTo>
                    <a:pt x="237389" y="16241"/>
                  </a:lnTo>
                  <a:lnTo>
                    <a:pt x="232562" y="14035"/>
                  </a:lnTo>
                  <a:lnTo>
                    <a:pt x="227667" y="11984"/>
                  </a:lnTo>
                  <a:lnTo>
                    <a:pt x="222710" y="10090"/>
                  </a:lnTo>
                  <a:lnTo>
                    <a:pt x="217696" y="8353"/>
                  </a:lnTo>
                  <a:lnTo>
                    <a:pt x="212628" y="6777"/>
                  </a:lnTo>
                  <a:lnTo>
                    <a:pt x="207513" y="5362"/>
                  </a:lnTo>
                  <a:lnTo>
                    <a:pt x="202356" y="4110"/>
                  </a:lnTo>
                  <a:lnTo>
                    <a:pt x="197162" y="3023"/>
                  </a:lnTo>
                  <a:lnTo>
                    <a:pt x="191936" y="2101"/>
                  </a:lnTo>
                  <a:lnTo>
                    <a:pt x="186683" y="1346"/>
                  </a:lnTo>
                  <a:lnTo>
                    <a:pt x="181409" y="757"/>
                  </a:lnTo>
                  <a:lnTo>
                    <a:pt x="176119" y="336"/>
                  </a:lnTo>
                  <a:lnTo>
                    <a:pt x="170818" y="84"/>
                  </a:lnTo>
                  <a:lnTo>
                    <a:pt x="165512" y="0"/>
                  </a:lnTo>
                  <a:lnTo>
                    <a:pt x="1655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6030" y="5018213"/>
              <a:ext cx="2690" cy="167167"/>
            </a:xfrm>
            <a:custGeom>
              <a:avLst/>
              <a:pathLst>
                <a:path w="2690" h="167167">
                  <a:moveTo>
                    <a:pt x="2690" y="0"/>
                  </a:moveTo>
                  <a:lnTo>
                    <a:pt x="0" y="21"/>
                  </a:lnTo>
                  <a:lnTo>
                    <a:pt x="269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6030" y="5018235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6030" y="5018235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6030" y="5018235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6030" y="5018235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6030" y="5018235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030" y="5018235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6030" y="5018235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6030" y="5018235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321558" y="5018231"/>
              <a:ext cx="334323" cy="334316"/>
            </a:xfrm>
            <a:custGeom>
              <a:avLst/>
              <a:pathLst>
                <a:path w="334323" h="334316">
                  <a:moveTo>
                    <a:pt x="164472" y="3"/>
                  </a:moveTo>
                  <a:lnTo>
                    <a:pt x="159196" y="171"/>
                  </a:lnTo>
                  <a:lnTo>
                    <a:pt x="153928" y="506"/>
                  </a:lnTo>
                  <a:lnTo>
                    <a:pt x="148674" y="1007"/>
                  </a:lnTo>
                  <a:lnTo>
                    <a:pt x="143438" y="1673"/>
                  </a:lnTo>
                  <a:lnTo>
                    <a:pt x="138225" y="2505"/>
                  </a:lnTo>
                  <a:lnTo>
                    <a:pt x="133041" y="3500"/>
                  </a:lnTo>
                  <a:lnTo>
                    <a:pt x="127892" y="4659"/>
                  </a:lnTo>
                  <a:lnTo>
                    <a:pt x="122781" y="5980"/>
                  </a:lnTo>
                  <a:lnTo>
                    <a:pt x="117715" y="7462"/>
                  </a:lnTo>
                  <a:lnTo>
                    <a:pt x="112698" y="9102"/>
                  </a:lnTo>
                  <a:lnTo>
                    <a:pt x="107736" y="10901"/>
                  </a:lnTo>
                  <a:lnTo>
                    <a:pt x="102832" y="12855"/>
                  </a:lnTo>
                  <a:lnTo>
                    <a:pt x="97993" y="14963"/>
                  </a:lnTo>
                  <a:lnTo>
                    <a:pt x="93223" y="17222"/>
                  </a:lnTo>
                  <a:lnTo>
                    <a:pt x="88526" y="19631"/>
                  </a:lnTo>
                  <a:lnTo>
                    <a:pt x="83908" y="22188"/>
                  </a:lnTo>
                  <a:lnTo>
                    <a:pt x="79373" y="24888"/>
                  </a:lnTo>
                  <a:lnTo>
                    <a:pt x="74925" y="27731"/>
                  </a:lnTo>
                  <a:lnTo>
                    <a:pt x="70569" y="30713"/>
                  </a:lnTo>
                  <a:lnTo>
                    <a:pt x="66310" y="33830"/>
                  </a:lnTo>
                  <a:lnTo>
                    <a:pt x="62151" y="37081"/>
                  </a:lnTo>
                  <a:lnTo>
                    <a:pt x="58097" y="40461"/>
                  </a:lnTo>
                  <a:lnTo>
                    <a:pt x="54152" y="43967"/>
                  </a:lnTo>
                  <a:lnTo>
                    <a:pt x="50319" y="47597"/>
                  </a:lnTo>
                  <a:lnTo>
                    <a:pt x="46603" y="51345"/>
                  </a:lnTo>
                  <a:lnTo>
                    <a:pt x="43007" y="55209"/>
                  </a:lnTo>
                  <a:lnTo>
                    <a:pt x="39535" y="59185"/>
                  </a:lnTo>
                  <a:lnTo>
                    <a:pt x="36190" y="63268"/>
                  </a:lnTo>
                  <a:lnTo>
                    <a:pt x="32975" y="67455"/>
                  </a:lnTo>
                  <a:lnTo>
                    <a:pt x="29895" y="71741"/>
                  </a:lnTo>
                  <a:lnTo>
                    <a:pt x="26951" y="76123"/>
                  </a:lnTo>
                  <a:lnTo>
                    <a:pt x="24147" y="80595"/>
                  </a:lnTo>
                  <a:lnTo>
                    <a:pt x="21486" y="85153"/>
                  </a:lnTo>
                  <a:lnTo>
                    <a:pt x="18970" y="89793"/>
                  </a:lnTo>
                  <a:lnTo>
                    <a:pt x="16601" y="94510"/>
                  </a:lnTo>
                  <a:lnTo>
                    <a:pt x="14383" y="99300"/>
                  </a:lnTo>
                  <a:lnTo>
                    <a:pt x="12317" y="104157"/>
                  </a:lnTo>
                  <a:lnTo>
                    <a:pt x="10405" y="109078"/>
                  </a:lnTo>
                  <a:lnTo>
                    <a:pt x="8650" y="114056"/>
                  </a:lnTo>
                  <a:lnTo>
                    <a:pt x="7053" y="119087"/>
                  </a:lnTo>
                  <a:lnTo>
                    <a:pt x="5615" y="124165"/>
                  </a:lnTo>
                  <a:lnTo>
                    <a:pt x="4339" y="129287"/>
                  </a:lnTo>
                  <a:lnTo>
                    <a:pt x="3225" y="134447"/>
                  </a:lnTo>
                  <a:lnTo>
                    <a:pt x="2274" y="139639"/>
                  </a:lnTo>
                  <a:lnTo>
                    <a:pt x="1488" y="144858"/>
                  </a:lnTo>
                  <a:lnTo>
                    <a:pt x="867" y="150100"/>
                  </a:lnTo>
                  <a:lnTo>
                    <a:pt x="411" y="155359"/>
                  </a:lnTo>
                  <a:lnTo>
                    <a:pt x="122" y="160629"/>
                  </a:lnTo>
                  <a:lnTo>
                    <a:pt x="0" y="165906"/>
                  </a:lnTo>
                  <a:lnTo>
                    <a:pt x="44" y="171184"/>
                  </a:lnTo>
                  <a:lnTo>
                    <a:pt x="254" y="176459"/>
                  </a:lnTo>
                  <a:lnTo>
                    <a:pt x="631" y="181724"/>
                  </a:lnTo>
                  <a:lnTo>
                    <a:pt x="1175" y="186974"/>
                  </a:lnTo>
                  <a:lnTo>
                    <a:pt x="1883" y="192205"/>
                  </a:lnTo>
                  <a:lnTo>
                    <a:pt x="2757" y="197410"/>
                  </a:lnTo>
                  <a:lnTo>
                    <a:pt x="3794" y="202586"/>
                  </a:lnTo>
                  <a:lnTo>
                    <a:pt x="4994" y="207726"/>
                  </a:lnTo>
                  <a:lnTo>
                    <a:pt x="6356" y="212826"/>
                  </a:lnTo>
                  <a:lnTo>
                    <a:pt x="7879" y="217880"/>
                  </a:lnTo>
                  <a:lnTo>
                    <a:pt x="9560" y="222883"/>
                  </a:lnTo>
                  <a:lnTo>
                    <a:pt x="11398" y="227831"/>
                  </a:lnTo>
                  <a:lnTo>
                    <a:pt x="13391" y="232719"/>
                  </a:lnTo>
                  <a:lnTo>
                    <a:pt x="15538" y="237541"/>
                  </a:lnTo>
                  <a:lnTo>
                    <a:pt x="17836" y="242293"/>
                  </a:lnTo>
                  <a:lnTo>
                    <a:pt x="20283" y="246970"/>
                  </a:lnTo>
                  <a:lnTo>
                    <a:pt x="22876" y="251567"/>
                  </a:lnTo>
                  <a:lnTo>
                    <a:pt x="25614" y="256081"/>
                  </a:lnTo>
                  <a:lnTo>
                    <a:pt x="28492" y="260505"/>
                  </a:lnTo>
                  <a:lnTo>
                    <a:pt x="31508" y="264837"/>
                  </a:lnTo>
                  <a:lnTo>
                    <a:pt x="34660" y="269071"/>
                  </a:lnTo>
                  <a:lnTo>
                    <a:pt x="37944" y="273203"/>
                  </a:lnTo>
                  <a:lnTo>
                    <a:pt x="41357" y="277230"/>
                  </a:lnTo>
                  <a:lnTo>
                    <a:pt x="44895" y="281147"/>
                  </a:lnTo>
                  <a:lnTo>
                    <a:pt x="48555" y="284950"/>
                  </a:lnTo>
                  <a:lnTo>
                    <a:pt x="52333" y="288636"/>
                  </a:lnTo>
                  <a:lnTo>
                    <a:pt x="56226" y="292201"/>
                  </a:lnTo>
                  <a:lnTo>
                    <a:pt x="60230" y="295641"/>
                  </a:lnTo>
                  <a:lnTo>
                    <a:pt x="64340" y="298953"/>
                  </a:lnTo>
                  <a:lnTo>
                    <a:pt x="68552" y="302134"/>
                  </a:lnTo>
                  <a:lnTo>
                    <a:pt x="72863" y="305180"/>
                  </a:lnTo>
                  <a:lnTo>
                    <a:pt x="77268" y="308088"/>
                  </a:lnTo>
                  <a:lnTo>
                    <a:pt x="81763" y="310856"/>
                  </a:lnTo>
                  <a:lnTo>
                    <a:pt x="86342" y="313481"/>
                  </a:lnTo>
                  <a:lnTo>
                    <a:pt x="91002" y="315959"/>
                  </a:lnTo>
                  <a:lnTo>
                    <a:pt x="95739" y="318290"/>
                  </a:lnTo>
                  <a:lnTo>
                    <a:pt x="100546" y="320469"/>
                  </a:lnTo>
                  <a:lnTo>
                    <a:pt x="105420" y="322496"/>
                  </a:lnTo>
                  <a:lnTo>
                    <a:pt x="110355" y="324368"/>
                  </a:lnTo>
                  <a:lnTo>
                    <a:pt x="115347" y="326083"/>
                  </a:lnTo>
                  <a:lnTo>
                    <a:pt x="120391" y="327640"/>
                  </a:lnTo>
                  <a:lnTo>
                    <a:pt x="125481" y="329036"/>
                  </a:lnTo>
                  <a:lnTo>
                    <a:pt x="130613" y="330271"/>
                  </a:lnTo>
                  <a:lnTo>
                    <a:pt x="135781" y="331344"/>
                  </a:lnTo>
                  <a:lnTo>
                    <a:pt x="140981" y="332253"/>
                  </a:lnTo>
                  <a:lnTo>
                    <a:pt x="146207" y="332997"/>
                  </a:lnTo>
                  <a:lnTo>
                    <a:pt x="151453" y="333576"/>
                  </a:lnTo>
                  <a:lnTo>
                    <a:pt x="156715" y="333989"/>
                  </a:lnTo>
                  <a:lnTo>
                    <a:pt x="161988" y="334236"/>
                  </a:lnTo>
                  <a:lnTo>
                    <a:pt x="167266" y="334316"/>
                  </a:lnTo>
                  <a:lnTo>
                    <a:pt x="172544" y="334229"/>
                  </a:lnTo>
                  <a:lnTo>
                    <a:pt x="177816" y="333976"/>
                  </a:lnTo>
                  <a:lnTo>
                    <a:pt x="183078" y="333557"/>
                  </a:lnTo>
                  <a:lnTo>
                    <a:pt x="188323" y="332971"/>
                  </a:lnTo>
                  <a:lnTo>
                    <a:pt x="193548" y="332220"/>
                  </a:lnTo>
                  <a:lnTo>
                    <a:pt x="198747" y="331305"/>
                  </a:lnTo>
                  <a:lnTo>
                    <a:pt x="203914" y="330226"/>
                  </a:lnTo>
                  <a:lnTo>
                    <a:pt x="209044" y="328984"/>
                  </a:lnTo>
                  <a:lnTo>
                    <a:pt x="214132" y="327582"/>
                  </a:lnTo>
                  <a:lnTo>
                    <a:pt x="219174" y="326019"/>
                  </a:lnTo>
                  <a:lnTo>
                    <a:pt x="224164" y="324297"/>
                  </a:lnTo>
                  <a:lnTo>
                    <a:pt x="229097" y="322419"/>
                  </a:lnTo>
                  <a:lnTo>
                    <a:pt x="233968" y="320387"/>
                  </a:lnTo>
                  <a:lnTo>
                    <a:pt x="238773" y="318201"/>
                  </a:lnTo>
                  <a:lnTo>
                    <a:pt x="243506" y="315865"/>
                  </a:lnTo>
                  <a:lnTo>
                    <a:pt x="248164" y="313380"/>
                  </a:lnTo>
                  <a:lnTo>
                    <a:pt x="252740" y="310750"/>
                  </a:lnTo>
                  <a:lnTo>
                    <a:pt x="257231" y="307977"/>
                  </a:lnTo>
                  <a:lnTo>
                    <a:pt x="261632" y="305063"/>
                  </a:lnTo>
                  <a:lnTo>
                    <a:pt x="265939" y="302012"/>
                  </a:lnTo>
                  <a:lnTo>
                    <a:pt x="270148" y="298826"/>
                  </a:lnTo>
                  <a:lnTo>
                    <a:pt x="274254" y="295509"/>
                  </a:lnTo>
                  <a:lnTo>
                    <a:pt x="278253" y="292064"/>
                  </a:lnTo>
                  <a:lnTo>
                    <a:pt x="282141" y="288494"/>
                  </a:lnTo>
                  <a:lnTo>
                    <a:pt x="285915" y="284803"/>
                  </a:lnTo>
                  <a:lnTo>
                    <a:pt x="289571" y="280996"/>
                  </a:lnTo>
                  <a:lnTo>
                    <a:pt x="293104" y="277074"/>
                  </a:lnTo>
                  <a:lnTo>
                    <a:pt x="296512" y="273043"/>
                  </a:lnTo>
                  <a:lnTo>
                    <a:pt x="299791" y="268907"/>
                  </a:lnTo>
                  <a:lnTo>
                    <a:pt x="302937" y="264669"/>
                  </a:lnTo>
                  <a:lnTo>
                    <a:pt x="305948" y="260333"/>
                  </a:lnTo>
                  <a:lnTo>
                    <a:pt x="308821" y="255905"/>
                  </a:lnTo>
                  <a:lnTo>
                    <a:pt x="311553" y="251389"/>
                  </a:lnTo>
                  <a:lnTo>
                    <a:pt x="314140" y="246788"/>
                  </a:lnTo>
                  <a:lnTo>
                    <a:pt x="316581" y="242108"/>
                  </a:lnTo>
                  <a:lnTo>
                    <a:pt x="318873" y="237353"/>
                  </a:lnTo>
                  <a:lnTo>
                    <a:pt x="321014" y="232528"/>
                  </a:lnTo>
                  <a:lnTo>
                    <a:pt x="323002" y="227638"/>
                  </a:lnTo>
                  <a:lnTo>
                    <a:pt x="324834" y="222688"/>
                  </a:lnTo>
                  <a:lnTo>
                    <a:pt x="326509" y="217682"/>
                  </a:lnTo>
                  <a:lnTo>
                    <a:pt x="328025" y="212626"/>
                  </a:lnTo>
                  <a:lnTo>
                    <a:pt x="329380" y="207525"/>
                  </a:lnTo>
                  <a:lnTo>
                    <a:pt x="330574" y="202383"/>
                  </a:lnTo>
                  <a:lnTo>
                    <a:pt x="331605" y="197207"/>
                  </a:lnTo>
                  <a:lnTo>
                    <a:pt x="332472" y="192000"/>
                  </a:lnTo>
                  <a:lnTo>
                    <a:pt x="333174" y="186768"/>
                  </a:lnTo>
                  <a:lnTo>
                    <a:pt x="333711" y="181517"/>
                  </a:lnTo>
                  <a:lnTo>
                    <a:pt x="334082" y="176252"/>
                  </a:lnTo>
                  <a:lnTo>
                    <a:pt x="334286" y="170978"/>
                  </a:lnTo>
                  <a:lnTo>
                    <a:pt x="334323" y="165699"/>
                  </a:lnTo>
                  <a:lnTo>
                    <a:pt x="334194" y="160422"/>
                  </a:lnTo>
                  <a:lnTo>
                    <a:pt x="333899" y="155152"/>
                  </a:lnTo>
                  <a:lnTo>
                    <a:pt x="333437" y="149894"/>
                  </a:lnTo>
                  <a:lnTo>
                    <a:pt x="332809" y="144653"/>
                  </a:lnTo>
                  <a:lnTo>
                    <a:pt x="332016" y="139435"/>
                  </a:lnTo>
                  <a:lnTo>
                    <a:pt x="331059" y="134244"/>
                  </a:lnTo>
                  <a:lnTo>
                    <a:pt x="329939" y="129086"/>
                  </a:lnTo>
                  <a:lnTo>
                    <a:pt x="328656" y="123965"/>
                  </a:lnTo>
                  <a:lnTo>
                    <a:pt x="327212" y="118888"/>
                  </a:lnTo>
                  <a:lnTo>
                    <a:pt x="325609" y="113859"/>
                  </a:lnTo>
                  <a:lnTo>
                    <a:pt x="323847" y="108883"/>
                  </a:lnTo>
                  <a:lnTo>
                    <a:pt x="321930" y="103966"/>
                  </a:lnTo>
                  <a:lnTo>
                    <a:pt x="319858" y="99111"/>
                  </a:lnTo>
                  <a:lnTo>
                    <a:pt x="317633" y="94324"/>
                  </a:lnTo>
                  <a:lnTo>
                    <a:pt x="315259" y="89610"/>
                  </a:lnTo>
                  <a:lnTo>
                    <a:pt x="312737" y="84973"/>
                  </a:lnTo>
                  <a:lnTo>
                    <a:pt x="310070" y="80418"/>
                  </a:lnTo>
                  <a:lnTo>
                    <a:pt x="307261" y="75949"/>
                  </a:lnTo>
                  <a:lnTo>
                    <a:pt x="304312" y="71571"/>
                  </a:lnTo>
                  <a:lnTo>
                    <a:pt x="301226" y="67289"/>
                  </a:lnTo>
                  <a:lnTo>
                    <a:pt x="298006" y="63106"/>
                  </a:lnTo>
                  <a:lnTo>
                    <a:pt x="294656" y="59027"/>
                  </a:lnTo>
                  <a:lnTo>
                    <a:pt x="291179" y="55056"/>
                  </a:lnTo>
                  <a:lnTo>
                    <a:pt x="287578" y="51196"/>
                  </a:lnTo>
                  <a:lnTo>
                    <a:pt x="283857" y="47452"/>
                  </a:lnTo>
                  <a:lnTo>
                    <a:pt x="280020" y="43828"/>
                  </a:lnTo>
                  <a:lnTo>
                    <a:pt x="276071" y="40326"/>
                  </a:lnTo>
                  <a:lnTo>
                    <a:pt x="272012" y="36951"/>
                  </a:lnTo>
                  <a:lnTo>
                    <a:pt x="267849" y="33705"/>
                  </a:lnTo>
                  <a:lnTo>
                    <a:pt x="263586" y="30593"/>
                  </a:lnTo>
                  <a:lnTo>
                    <a:pt x="259227" y="27617"/>
                  </a:lnTo>
                  <a:lnTo>
                    <a:pt x="254776" y="24780"/>
                  </a:lnTo>
                  <a:lnTo>
                    <a:pt x="250237" y="22085"/>
                  </a:lnTo>
                  <a:lnTo>
                    <a:pt x="245616" y="19534"/>
                  </a:lnTo>
                  <a:lnTo>
                    <a:pt x="240916" y="17131"/>
                  </a:lnTo>
                  <a:lnTo>
                    <a:pt x="236143" y="14877"/>
                  </a:lnTo>
                  <a:lnTo>
                    <a:pt x="231301" y="12775"/>
                  </a:lnTo>
                  <a:lnTo>
                    <a:pt x="226396" y="10827"/>
                  </a:lnTo>
                  <a:lnTo>
                    <a:pt x="221431" y="9035"/>
                  </a:lnTo>
                  <a:lnTo>
                    <a:pt x="216412" y="7400"/>
                  </a:lnTo>
                  <a:lnTo>
                    <a:pt x="211344" y="5925"/>
                  </a:lnTo>
                  <a:lnTo>
                    <a:pt x="206232" y="4611"/>
                  </a:lnTo>
                  <a:lnTo>
                    <a:pt x="201081" y="3458"/>
                  </a:lnTo>
                  <a:lnTo>
                    <a:pt x="195896" y="2469"/>
                  </a:lnTo>
                  <a:lnTo>
                    <a:pt x="190682" y="1644"/>
                  </a:lnTo>
                  <a:lnTo>
                    <a:pt x="185445" y="984"/>
                  </a:lnTo>
                  <a:lnTo>
                    <a:pt x="180190" y="489"/>
                  </a:lnTo>
                  <a:lnTo>
                    <a:pt x="174922" y="161"/>
                  </a:lnTo>
                  <a:lnTo>
                    <a:pt x="169646" y="0"/>
                  </a:lnTo>
                  <a:lnTo>
                    <a:pt x="167162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8720" y="5018213"/>
              <a:ext cx="2483" cy="167167"/>
            </a:xfrm>
            <a:custGeom>
              <a:avLst/>
              <a:pathLst>
                <a:path w="2483" h="167167">
                  <a:moveTo>
                    <a:pt x="2483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797338" y="5269756"/>
              <a:ext cx="167163" cy="189811"/>
            </a:xfrm>
            <a:custGeom>
              <a:avLst/>
              <a:pathLst>
                <a:path w="167163" h="189811">
                  <a:moveTo>
                    <a:pt x="167163" y="0"/>
                  </a:moveTo>
                  <a:lnTo>
                    <a:pt x="161781" y="86"/>
                  </a:lnTo>
                  <a:lnTo>
                    <a:pt x="156404" y="346"/>
                  </a:lnTo>
                  <a:lnTo>
                    <a:pt x="151039" y="779"/>
                  </a:lnTo>
                  <a:lnTo>
                    <a:pt x="145690" y="1384"/>
                  </a:lnTo>
                  <a:lnTo>
                    <a:pt x="140364" y="2162"/>
                  </a:lnTo>
                  <a:lnTo>
                    <a:pt x="135065" y="3110"/>
                  </a:lnTo>
                  <a:lnTo>
                    <a:pt x="129800" y="4228"/>
                  </a:lnTo>
                  <a:lnTo>
                    <a:pt x="124573" y="5516"/>
                  </a:lnTo>
                  <a:lnTo>
                    <a:pt x="119391" y="6971"/>
                  </a:lnTo>
                  <a:lnTo>
                    <a:pt x="114258" y="8592"/>
                  </a:lnTo>
                  <a:lnTo>
                    <a:pt x="109180" y="10377"/>
                  </a:lnTo>
                  <a:lnTo>
                    <a:pt x="104162" y="12326"/>
                  </a:lnTo>
                  <a:lnTo>
                    <a:pt x="99209" y="14434"/>
                  </a:lnTo>
                  <a:lnTo>
                    <a:pt x="94327" y="16701"/>
                  </a:lnTo>
                  <a:lnTo>
                    <a:pt x="89521" y="19124"/>
                  </a:lnTo>
                  <a:lnTo>
                    <a:pt x="84795" y="21701"/>
                  </a:lnTo>
                  <a:lnTo>
                    <a:pt x="80154" y="24428"/>
                  </a:lnTo>
                  <a:lnTo>
                    <a:pt x="75603" y="27303"/>
                  </a:lnTo>
                  <a:lnTo>
                    <a:pt x="71148" y="30324"/>
                  </a:lnTo>
                  <a:lnTo>
                    <a:pt x="66792" y="33486"/>
                  </a:lnTo>
                  <a:lnTo>
                    <a:pt x="62540" y="36787"/>
                  </a:lnTo>
                  <a:lnTo>
                    <a:pt x="58396" y="40223"/>
                  </a:lnTo>
                  <a:lnTo>
                    <a:pt x="54366" y="43790"/>
                  </a:lnTo>
                  <a:lnTo>
                    <a:pt x="50452" y="47486"/>
                  </a:lnTo>
                  <a:lnTo>
                    <a:pt x="46659" y="51306"/>
                  </a:lnTo>
                  <a:lnTo>
                    <a:pt x="42992" y="55245"/>
                  </a:lnTo>
                  <a:lnTo>
                    <a:pt x="39452" y="59301"/>
                  </a:lnTo>
                  <a:lnTo>
                    <a:pt x="36046" y="63469"/>
                  </a:lnTo>
                  <a:lnTo>
                    <a:pt x="32775" y="67744"/>
                  </a:lnTo>
                  <a:lnTo>
                    <a:pt x="29644" y="72122"/>
                  </a:lnTo>
                  <a:lnTo>
                    <a:pt x="26655" y="76599"/>
                  </a:lnTo>
                  <a:lnTo>
                    <a:pt x="23812" y="81170"/>
                  </a:lnTo>
                  <a:lnTo>
                    <a:pt x="21118" y="85830"/>
                  </a:lnTo>
                  <a:lnTo>
                    <a:pt x="18575" y="90574"/>
                  </a:lnTo>
                  <a:lnTo>
                    <a:pt x="16186" y="95397"/>
                  </a:lnTo>
                  <a:lnTo>
                    <a:pt x="13953" y="100295"/>
                  </a:lnTo>
                  <a:lnTo>
                    <a:pt x="11880" y="105263"/>
                  </a:lnTo>
                  <a:lnTo>
                    <a:pt x="9967" y="110294"/>
                  </a:lnTo>
                  <a:lnTo>
                    <a:pt x="8218" y="115385"/>
                  </a:lnTo>
                  <a:lnTo>
                    <a:pt x="6633" y="120529"/>
                  </a:lnTo>
                  <a:lnTo>
                    <a:pt x="5214" y="125722"/>
                  </a:lnTo>
                  <a:lnTo>
                    <a:pt x="3964" y="130957"/>
                  </a:lnTo>
                  <a:lnTo>
                    <a:pt x="2883" y="136230"/>
                  </a:lnTo>
                  <a:lnTo>
                    <a:pt x="1972" y="141536"/>
                  </a:lnTo>
                  <a:lnTo>
                    <a:pt x="1232" y="146867"/>
                  </a:lnTo>
                  <a:lnTo>
                    <a:pt x="665" y="152220"/>
                  </a:lnTo>
                  <a:lnTo>
                    <a:pt x="270" y="157588"/>
                  </a:lnTo>
                  <a:lnTo>
                    <a:pt x="48" y="162967"/>
                  </a:lnTo>
                  <a:lnTo>
                    <a:pt x="0" y="168349"/>
                  </a:lnTo>
                  <a:lnTo>
                    <a:pt x="124" y="173731"/>
                  </a:lnTo>
                  <a:lnTo>
                    <a:pt x="422" y="179105"/>
                  </a:lnTo>
                  <a:lnTo>
                    <a:pt x="893" y="184467"/>
                  </a:lnTo>
                  <a:lnTo>
                    <a:pt x="1536" y="18981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798874" y="5269756"/>
              <a:ext cx="332778" cy="334332"/>
            </a:xfrm>
            <a:custGeom>
              <a:avLst/>
              <a:pathLst>
                <a:path w="332778" h="334332">
                  <a:moveTo>
                    <a:pt x="0" y="189811"/>
                  </a:moveTo>
                  <a:lnTo>
                    <a:pt x="803" y="195063"/>
                  </a:lnTo>
                  <a:lnTo>
                    <a:pt x="1772" y="200286"/>
                  </a:lnTo>
                  <a:lnTo>
                    <a:pt x="2907" y="205476"/>
                  </a:lnTo>
                  <a:lnTo>
                    <a:pt x="4207" y="210627"/>
                  </a:lnTo>
                  <a:lnTo>
                    <a:pt x="5669" y="215735"/>
                  </a:lnTo>
                  <a:lnTo>
                    <a:pt x="7294" y="220793"/>
                  </a:lnTo>
                  <a:lnTo>
                    <a:pt x="9078" y="225797"/>
                  </a:lnTo>
                  <a:lnTo>
                    <a:pt x="11020" y="230742"/>
                  </a:lnTo>
                  <a:lnTo>
                    <a:pt x="13118" y="235623"/>
                  </a:lnTo>
                  <a:lnTo>
                    <a:pt x="15370" y="240434"/>
                  </a:lnTo>
                  <a:lnTo>
                    <a:pt x="17774" y="245172"/>
                  </a:lnTo>
                  <a:lnTo>
                    <a:pt x="20327" y="249830"/>
                  </a:lnTo>
                  <a:lnTo>
                    <a:pt x="23028" y="254406"/>
                  </a:lnTo>
                  <a:lnTo>
                    <a:pt x="25872" y="258893"/>
                  </a:lnTo>
                  <a:lnTo>
                    <a:pt x="28857" y="263287"/>
                  </a:lnTo>
                  <a:lnTo>
                    <a:pt x="31980" y="267585"/>
                  </a:lnTo>
                  <a:lnTo>
                    <a:pt x="35239" y="271781"/>
                  </a:lnTo>
                  <a:lnTo>
                    <a:pt x="38629" y="275871"/>
                  </a:lnTo>
                  <a:lnTo>
                    <a:pt x="42147" y="279852"/>
                  </a:lnTo>
                  <a:lnTo>
                    <a:pt x="45790" y="283718"/>
                  </a:lnTo>
                  <a:lnTo>
                    <a:pt x="49554" y="287468"/>
                  </a:lnTo>
                  <a:lnTo>
                    <a:pt x="53435" y="291095"/>
                  </a:lnTo>
                  <a:lnTo>
                    <a:pt x="57430" y="294597"/>
                  </a:lnTo>
                  <a:lnTo>
                    <a:pt x="61534" y="297971"/>
                  </a:lnTo>
                  <a:lnTo>
                    <a:pt x="65743" y="301213"/>
                  </a:lnTo>
                  <a:lnTo>
                    <a:pt x="70053" y="304319"/>
                  </a:lnTo>
                  <a:lnTo>
                    <a:pt x="74459" y="307287"/>
                  </a:lnTo>
                  <a:lnTo>
                    <a:pt x="78958" y="310113"/>
                  </a:lnTo>
                  <a:lnTo>
                    <a:pt x="83544" y="312795"/>
                  </a:lnTo>
                  <a:lnTo>
                    <a:pt x="88213" y="315329"/>
                  </a:lnTo>
                  <a:lnTo>
                    <a:pt x="92960" y="317714"/>
                  </a:lnTo>
                  <a:lnTo>
                    <a:pt x="97780" y="319947"/>
                  </a:lnTo>
                  <a:lnTo>
                    <a:pt x="102669" y="322026"/>
                  </a:lnTo>
                  <a:lnTo>
                    <a:pt x="107622" y="323948"/>
                  </a:lnTo>
                  <a:lnTo>
                    <a:pt x="112633" y="325712"/>
                  </a:lnTo>
                  <a:lnTo>
                    <a:pt x="117698" y="327316"/>
                  </a:lnTo>
                  <a:lnTo>
                    <a:pt x="122811" y="328758"/>
                  </a:lnTo>
                  <a:lnTo>
                    <a:pt x="127967" y="330037"/>
                  </a:lnTo>
                  <a:lnTo>
                    <a:pt x="133161" y="331152"/>
                  </a:lnTo>
                  <a:lnTo>
                    <a:pt x="138389" y="332100"/>
                  </a:lnTo>
                  <a:lnTo>
                    <a:pt x="143643" y="332883"/>
                  </a:lnTo>
                  <a:lnTo>
                    <a:pt x="148920" y="333498"/>
                  </a:lnTo>
                  <a:lnTo>
                    <a:pt x="154214" y="333944"/>
                  </a:lnTo>
                  <a:lnTo>
                    <a:pt x="159519" y="334223"/>
                  </a:lnTo>
                  <a:lnTo>
                    <a:pt x="164831" y="334332"/>
                  </a:lnTo>
                  <a:lnTo>
                    <a:pt x="170143" y="334273"/>
                  </a:lnTo>
                  <a:lnTo>
                    <a:pt x="175451" y="334045"/>
                  </a:lnTo>
                  <a:lnTo>
                    <a:pt x="180748" y="333649"/>
                  </a:lnTo>
                  <a:lnTo>
                    <a:pt x="186031" y="333084"/>
                  </a:lnTo>
                  <a:lnTo>
                    <a:pt x="191293" y="332352"/>
                  </a:lnTo>
                  <a:lnTo>
                    <a:pt x="196529" y="331453"/>
                  </a:lnTo>
                  <a:lnTo>
                    <a:pt x="201733" y="330388"/>
                  </a:lnTo>
                  <a:lnTo>
                    <a:pt x="206902" y="329159"/>
                  </a:lnTo>
                  <a:lnTo>
                    <a:pt x="212028" y="327765"/>
                  </a:lnTo>
                  <a:lnTo>
                    <a:pt x="217108" y="326210"/>
                  </a:lnTo>
                  <a:lnTo>
                    <a:pt x="222136" y="324493"/>
                  </a:lnTo>
                  <a:lnTo>
                    <a:pt x="227106" y="322618"/>
                  </a:lnTo>
                  <a:lnTo>
                    <a:pt x="232015" y="320586"/>
                  </a:lnTo>
                  <a:lnTo>
                    <a:pt x="236857" y="318399"/>
                  </a:lnTo>
                  <a:lnTo>
                    <a:pt x="241626" y="316059"/>
                  </a:lnTo>
                  <a:lnTo>
                    <a:pt x="246319" y="313569"/>
                  </a:lnTo>
                  <a:lnTo>
                    <a:pt x="250930" y="310931"/>
                  </a:lnTo>
                  <a:lnTo>
                    <a:pt x="255455" y="308148"/>
                  </a:lnTo>
                  <a:lnTo>
                    <a:pt x="259890" y="305222"/>
                  </a:lnTo>
                  <a:lnTo>
                    <a:pt x="264229" y="302157"/>
                  </a:lnTo>
                  <a:lnTo>
                    <a:pt x="268469" y="298956"/>
                  </a:lnTo>
                  <a:lnTo>
                    <a:pt x="272605" y="295621"/>
                  </a:lnTo>
                  <a:lnTo>
                    <a:pt x="276632" y="292157"/>
                  </a:lnTo>
                  <a:lnTo>
                    <a:pt x="280548" y="288567"/>
                  </a:lnTo>
                  <a:lnTo>
                    <a:pt x="284348" y="284854"/>
                  </a:lnTo>
                  <a:lnTo>
                    <a:pt x="288027" y="281022"/>
                  </a:lnTo>
                  <a:lnTo>
                    <a:pt x="291583" y="277075"/>
                  </a:lnTo>
                  <a:lnTo>
                    <a:pt x="295012" y="273017"/>
                  </a:lnTo>
                  <a:lnTo>
                    <a:pt x="298310" y="268852"/>
                  </a:lnTo>
                  <a:lnTo>
                    <a:pt x="301474" y="264585"/>
                  </a:lnTo>
                  <a:lnTo>
                    <a:pt x="304501" y="260219"/>
                  </a:lnTo>
                  <a:lnTo>
                    <a:pt x="307388" y="255759"/>
                  </a:lnTo>
                  <a:lnTo>
                    <a:pt x="310131" y="251210"/>
                  </a:lnTo>
                  <a:lnTo>
                    <a:pt x="312729" y="246575"/>
                  </a:lnTo>
                  <a:lnTo>
                    <a:pt x="315178" y="241861"/>
                  </a:lnTo>
                  <a:lnTo>
                    <a:pt x="317476" y="237071"/>
                  </a:lnTo>
                  <a:lnTo>
                    <a:pt x="319621" y="232211"/>
                  </a:lnTo>
                  <a:lnTo>
                    <a:pt x="321610" y="227284"/>
                  </a:lnTo>
                  <a:lnTo>
                    <a:pt x="323441" y="222297"/>
                  </a:lnTo>
                  <a:lnTo>
                    <a:pt x="325113" y="217255"/>
                  </a:lnTo>
                  <a:lnTo>
                    <a:pt x="326624" y="212162"/>
                  </a:lnTo>
                  <a:lnTo>
                    <a:pt x="327973" y="207023"/>
                  </a:lnTo>
                  <a:lnTo>
                    <a:pt x="329157" y="201844"/>
                  </a:lnTo>
                  <a:lnTo>
                    <a:pt x="330177" y="196630"/>
                  </a:lnTo>
                  <a:lnTo>
                    <a:pt x="331030" y="191387"/>
                  </a:lnTo>
                  <a:lnTo>
                    <a:pt x="331716" y="186119"/>
                  </a:lnTo>
                  <a:lnTo>
                    <a:pt x="332234" y="180831"/>
                  </a:lnTo>
                  <a:lnTo>
                    <a:pt x="332584" y="175530"/>
                  </a:lnTo>
                  <a:lnTo>
                    <a:pt x="332766" y="170221"/>
                  </a:lnTo>
                  <a:lnTo>
                    <a:pt x="332778" y="164908"/>
                  </a:lnTo>
                  <a:lnTo>
                    <a:pt x="332622" y="159598"/>
                  </a:lnTo>
                  <a:lnTo>
                    <a:pt x="332297" y="154295"/>
                  </a:lnTo>
                  <a:lnTo>
                    <a:pt x="331804" y="149006"/>
                  </a:lnTo>
                  <a:lnTo>
                    <a:pt x="331143" y="143735"/>
                  </a:lnTo>
                  <a:lnTo>
                    <a:pt x="330315" y="138487"/>
                  </a:lnTo>
                  <a:lnTo>
                    <a:pt x="329320" y="133268"/>
                  </a:lnTo>
                  <a:lnTo>
                    <a:pt x="328161" y="128084"/>
                  </a:lnTo>
                  <a:lnTo>
                    <a:pt x="326837" y="122939"/>
                  </a:lnTo>
                  <a:lnTo>
                    <a:pt x="325350" y="117839"/>
                  </a:lnTo>
                  <a:lnTo>
                    <a:pt x="323702" y="112788"/>
                  </a:lnTo>
                  <a:lnTo>
                    <a:pt x="321894" y="107793"/>
                  </a:lnTo>
                  <a:lnTo>
                    <a:pt x="319928" y="102857"/>
                  </a:lnTo>
                  <a:lnTo>
                    <a:pt x="317807" y="97986"/>
                  </a:lnTo>
                  <a:lnTo>
                    <a:pt x="315532" y="93186"/>
                  </a:lnTo>
                  <a:lnTo>
                    <a:pt x="313105" y="88460"/>
                  </a:lnTo>
                  <a:lnTo>
                    <a:pt x="310530" y="83813"/>
                  </a:lnTo>
                  <a:lnTo>
                    <a:pt x="307808" y="79251"/>
                  </a:lnTo>
                  <a:lnTo>
                    <a:pt x="304943" y="74777"/>
                  </a:lnTo>
                  <a:lnTo>
                    <a:pt x="301936" y="70397"/>
                  </a:lnTo>
                  <a:lnTo>
                    <a:pt x="298793" y="66114"/>
                  </a:lnTo>
                  <a:lnTo>
                    <a:pt x="295514" y="61934"/>
                  </a:lnTo>
                  <a:lnTo>
                    <a:pt x="292105" y="57860"/>
                  </a:lnTo>
                  <a:lnTo>
                    <a:pt x="288568" y="53896"/>
                  </a:lnTo>
                  <a:lnTo>
                    <a:pt x="284906" y="50046"/>
                  </a:lnTo>
                  <a:lnTo>
                    <a:pt x="281124" y="46315"/>
                  </a:lnTo>
                  <a:lnTo>
                    <a:pt x="277226" y="42706"/>
                  </a:lnTo>
                  <a:lnTo>
                    <a:pt x="273215" y="39223"/>
                  </a:lnTo>
                  <a:lnTo>
                    <a:pt x="269095" y="35869"/>
                  </a:lnTo>
                  <a:lnTo>
                    <a:pt x="264870" y="32647"/>
                  </a:lnTo>
                  <a:lnTo>
                    <a:pt x="260546" y="29562"/>
                  </a:lnTo>
                  <a:lnTo>
                    <a:pt x="256125" y="26615"/>
                  </a:lnTo>
                  <a:lnTo>
                    <a:pt x="251613" y="23810"/>
                  </a:lnTo>
                  <a:lnTo>
                    <a:pt x="247015" y="21150"/>
                  </a:lnTo>
                  <a:lnTo>
                    <a:pt x="242334" y="18638"/>
                  </a:lnTo>
                  <a:lnTo>
                    <a:pt x="237575" y="16275"/>
                  </a:lnTo>
                  <a:lnTo>
                    <a:pt x="232744" y="14065"/>
                  </a:lnTo>
                  <a:lnTo>
                    <a:pt x="227845" y="12010"/>
                  </a:lnTo>
                  <a:lnTo>
                    <a:pt x="222884" y="10111"/>
                  </a:lnTo>
                  <a:lnTo>
                    <a:pt x="217864" y="8371"/>
                  </a:lnTo>
                  <a:lnTo>
                    <a:pt x="212792" y="6791"/>
                  </a:lnTo>
                  <a:lnTo>
                    <a:pt x="207672" y="5374"/>
                  </a:lnTo>
                  <a:lnTo>
                    <a:pt x="202510" y="4119"/>
                  </a:lnTo>
                  <a:lnTo>
                    <a:pt x="197310" y="3030"/>
                  </a:lnTo>
                  <a:lnTo>
                    <a:pt x="192078" y="2106"/>
                  </a:lnTo>
                  <a:lnTo>
                    <a:pt x="186820" y="1348"/>
                  </a:lnTo>
                  <a:lnTo>
                    <a:pt x="181540" y="759"/>
                  </a:lnTo>
                  <a:lnTo>
                    <a:pt x="176245" y="337"/>
                  </a:lnTo>
                  <a:lnTo>
                    <a:pt x="170938" y="84"/>
                  </a:lnTo>
                  <a:lnTo>
                    <a:pt x="165626" y="0"/>
                  </a:lnTo>
                  <a:lnTo>
                    <a:pt x="16562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68862" y="5399291"/>
              <a:ext cx="17353" cy="167167"/>
            </a:xfrm>
            <a:custGeom>
              <a:avLst/>
              <a:pathLst>
                <a:path w="17353" h="167167">
                  <a:moveTo>
                    <a:pt x="17353" y="0"/>
                  </a:moveTo>
                  <a:lnTo>
                    <a:pt x="8665" y="225"/>
                  </a:lnTo>
                  <a:lnTo>
                    <a:pt x="0" y="903"/>
                  </a:lnTo>
                  <a:lnTo>
                    <a:pt x="1735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68862" y="5400194"/>
              <a:ext cx="17353" cy="166264"/>
            </a:xfrm>
            <a:custGeom>
              <a:avLst/>
              <a:pathLst>
                <a:path w="17353" h="166264">
                  <a:moveTo>
                    <a:pt x="0" y="0"/>
                  </a:moveTo>
                  <a:lnTo>
                    <a:pt x="17353" y="166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8862" y="5400194"/>
              <a:ext cx="17353" cy="166264"/>
            </a:xfrm>
            <a:custGeom>
              <a:avLst/>
              <a:pathLst>
                <a:path w="17353" h="166264">
                  <a:moveTo>
                    <a:pt x="0" y="0"/>
                  </a:moveTo>
                  <a:lnTo>
                    <a:pt x="17353" y="166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8862" y="5400194"/>
              <a:ext cx="17353" cy="166264"/>
            </a:xfrm>
            <a:custGeom>
              <a:avLst/>
              <a:pathLst>
                <a:path w="17353" h="166264">
                  <a:moveTo>
                    <a:pt x="0" y="0"/>
                  </a:moveTo>
                  <a:lnTo>
                    <a:pt x="17353" y="166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8862" y="5400194"/>
              <a:ext cx="17353" cy="166264"/>
            </a:xfrm>
            <a:custGeom>
              <a:avLst/>
              <a:pathLst>
                <a:path w="17353" h="166264">
                  <a:moveTo>
                    <a:pt x="0" y="0"/>
                  </a:moveTo>
                  <a:lnTo>
                    <a:pt x="17353" y="166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8862" y="5400194"/>
              <a:ext cx="17353" cy="166264"/>
            </a:xfrm>
            <a:custGeom>
              <a:avLst/>
              <a:pathLst>
                <a:path w="17353" h="166264">
                  <a:moveTo>
                    <a:pt x="0" y="0"/>
                  </a:moveTo>
                  <a:lnTo>
                    <a:pt x="17353" y="1662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8862" y="5400194"/>
              <a:ext cx="17353" cy="166264"/>
            </a:xfrm>
            <a:custGeom>
              <a:avLst/>
              <a:pathLst>
                <a:path w="17353" h="166264">
                  <a:moveTo>
                    <a:pt x="0" y="0"/>
                  </a:moveTo>
                  <a:lnTo>
                    <a:pt x="17353" y="1662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319055" y="5400194"/>
              <a:ext cx="334314" cy="333429"/>
            </a:xfrm>
            <a:custGeom>
              <a:avLst/>
              <a:pathLst>
                <a:path w="334314" h="333429">
                  <a:moveTo>
                    <a:pt x="149807" y="0"/>
                  </a:moveTo>
                  <a:lnTo>
                    <a:pt x="144547" y="633"/>
                  </a:lnTo>
                  <a:lnTo>
                    <a:pt x="139309" y="1433"/>
                  </a:lnTo>
                  <a:lnTo>
                    <a:pt x="134100" y="2398"/>
                  </a:lnTo>
                  <a:lnTo>
                    <a:pt x="128924" y="3528"/>
                  </a:lnTo>
                  <a:lnTo>
                    <a:pt x="123786" y="4821"/>
                  </a:lnTo>
                  <a:lnTo>
                    <a:pt x="118692" y="6277"/>
                  </a:lnTo>
                  <a:lnTo>
                    <a:pt x="113647" y="7893"/>
                  </a:lnTo>
                  <a:lnTo>
                    <a:pt x="108655" y="9668"/>
                  </a:lnTo>
                  <a:lnTo>
                    <a:pt x="103722" y="11601"/>
                  </a:lnTo>
                  <a:lnTo>
                    <a:pt x="98853" y="13689"/>
                  </a:lnTo>
                  <a:lnTo>
                    <a:pt x="94053" y="15930"/>
                  </a:lnTo>
                  <a:lnTo>
                    <a:pt x="89326" y="18322"/>
                  </a:lnTo>
                  <a:lnTo>
                    <a:pt x="84677" y="20863"/>
                  </a:lnTo>
                  <a:lnTo>
                    <a:pt x="80110" y="23550"/>
                  </a:lnTo>
                  <a:lnTo>
                    <a:pt x="75632" y="26380"/>
                  </a:lnTo>
                  <a:lnTo>
                    <a:pt x="71245" y="29351"/>
                  </a:lnTo>
                  <a:lnTo>
                    <a:pt x="66955" y="32459"/>
                  </a:lnTo>
                  <a:lnTo>
                    <a:pt x="62765" y="35701"/>
                  </a:lnTo>
                  <a:lnTo>
                    <a:pt x="58680" y="39075"/>
                  </a:lnTo>
                  <a:lnTo>
                    <a:pt x="54704" y="42577"/>
                  </a:lnTo>
                  <a:lnTo>
                    <a:pt x="50841" y="46202"/>
                  </a:lnTo>
                  <a:lnTo>
                    <a:pt x="47095" y="49949"/>
                  </a:lnTo>
                  <a:lnTo>
                    <a:pt x="43469" y="53812"/>
                  </a:lnTo>
                  <a:lnTo>
                    <a:pt x="39968" y="57788"/>
                  </a:lnTo>
                  <a:lnTo>
                    <a:pt x="36594" y="61873"/>
                  </a:lnTo>
                  <a:lnTo>
                    <a:pt x="33352" y="66063"/>
                  </a:lnTo>
                  <a:lnTo>
                    <a:pt x="30244" y="70353"/>
                  </a:lnTo>
                  <a:lnTo>
                    <a:pt x="27273" y="74740"/>
                  </a:lnTo>
                  <a:lnTo>
                    <a:pt x="24443" y="79219"/>
                  </a:lnTo>
                  <a:lnTo>
                    <a:pt x="21757" y="83785"/>
                  </a:lnTo>
                  <a:lnTo>
                    <a:pt x="19216" y="88434"/>
                  </a:lnTo>
                  <a:lnTo>
                    <a:pt x="16824" y="93161"/>
                  </a:lnTo>
                  <a:lnTo>
                    <a:pt x="14583" y="97962"/>
                  </a:lnTo>
                  <a:lnTo>
                    <a:pt x="12495" y="102831"/>
                  </a:lnTo>
                  <a:lnTo>
                    <a:pt x="10563" y="107764"/>
                  </a:lnTo>
                  <a:lnTo>
                    <a:pt x="8788" y="112756"/>
                  </a:lnTo>
                  <a:lnTo>
                    <a:pt x="7172" y="117801"/>
                  </a:lnTo>
                  <a:lnTo>
                    <a:pt x="5716" y="122895"/>
                  </a:lnTo>
                  <a:lnTo>
                    <a:pt x="4423" y="128033"/>
                  </a:lnTo>
                  <a:lnTo>
                    <a:pt x="3293" y="133209"/>
                  </a:lnTo>
                  <a:lnTo>
                    <a:pt x="2328" y="138418"/>
                  </a:lnTo>
                  <a:lnTo>
                    <a:pt x="1529" y="143656"/>
                  </a:lnTo>
                  <a:lnTo>
                    <a:pt x="896" y="148916"/>
                  </a:lnTo>
                  <a:lnTo>
                    <a:pt x="429" y="154193"/>
                  </a:lnTo>
                  <a:lnTo>
                    <a:pt x="130" y="159483"/>
                  </a:lnTo>
                  <a:lnTo>
                    <a:pt x="0" y="164779"/>
                  </a:lnTo>
                  <a:lnTo>
                    <a:pt x="36" y="170077"/>
                  </a:lnTo>
                  <a:lnTo>
                    <a:pt x="241" y="175371"/>
                  </a:lnTo>
                  <a:lnTo>
                    <a:pt x="614" y="180656"/>
                  </a:lnTo>
                  <a:lnTo>
                    <a:pt x="1153" y="185926"/>
                  </a:lnTo>
                  <a:lnTo>
                    <a:pt x="1860" y="191177"/>
                  </a:lnTo>
                  <a:lnTo>
                    <a:pt x="2732" y="196402"/>
                  </a:lnTo>
                  <a:lnTo>
                    <a:pt x="3770" y="201598"/>
                  </a:lnTo>
                  <a:lnTo>
                    <a:pt x="4972" y="206758"/>
                  </a:lnTo>
                  <a:lnTo>
                    <a:pt x="6336" y="211877"/>
                  </a:lnTo>
                  <a:lnTo>
                    <a:pt x="7862" y="216950"/>
                  </a:lnTo>
                  <a:lnTo>
                    <a:pt x="9549" y="221973"/>
                  </a:lnTo>
                  <a:lnTo>
                    <a:pt x="11393" y="226939"/>
                  </a:lnTo>
                  <a:lnTo>
                    <a:pt x="13394" y="231845"/>
                  </a:lnTo>
                  <a:lnTo>
                    <a:pt x="15549" y="236684"/>
                  </a:lnTo>
                  <a:lnTo>
                    <a:pt x="17857" y="241453"/>
                  </a:lnTo>
                  <a:lnTo>
                    <a:pt x="20315" y="246147"/>
                  </a:lnTo>
                  <a:lnTo>
                    <a:pt x="22920" y="250760"/>
                  </a:lnTo>
                  <a:lnTo>
                    <a:pt x="25670" y="255288"/>
                  </a:lnTo>
                  <a:lnTo>
                    <a:pt x="28562" y="259727"/>
                  </a:lnTo>
                  <a:lnTo>
                    <a:pt x="31593" y="264072"/>
                  </a:lnTo>
                  <a:lnTo>
                    <a:pt x="34761" y="268319"/>
                  </a:lnTo>
                  <a:lnTo>
                    <a:pt x="38061" y="272463"/>
                  </a:lnTo>
                  <a:lnTo>
                    <a:pt x="41491" y="276501"/>
                  </a:lnTo>
                  <a:lnTo>
                    <a:pt x="45048" y="280428"/>
                  </a:lnTo>
                  <a:lnTo>
                    <a:pt x="48727" y="284240"/>
                  </a:lnTo>
                  <a:lnTo>
                    <a:pt x="52525" y="287934"/>
                  </a:lnTo>
                  <a:lnTo>
                    <a:pt x="56438" y="291505"/>
                  </a:lnTo>
                  <a:lnTo>
                    <a:pt x="60462" y="294951"/>
                  </a:lnTo>
                  <a:lnTo>
                    <a:pt x="64594" y="298268"/>
                  </a:lnTo>
                  <a:lnTo>
                    <a:pt x="68828" y="301452"/>
                  </a:lnTo>
                  <a:lnTo>
                    <a:pt x="73161" y="304500"/>
                  </a:lnTo>
                  <a:lnTo>
                    <a:pt x="77589" y="307409"/>
                  </a:lnTo>
                  <a:lnTo>
                    <a:pt x="82107" y="310176"/>
                  </a:lnTo>
                  <a:lnTo>
                    <a:pt x="86710" y="312799"/>
                  </a:lnTo>
                  <a:lnTo>
                    <a:pt x="91394" y="315275"/>
                  </a:lnTo>
                  <a:lnTo>
                    <a:pt x="96154" y="317601"/>
                  </a:lnTo>
                  <a:lnTo>
                    <a:pt x="100985" y="319775"/>
                  </a:lnTo>
                  <a:lnTo>
                    <a:pt x="105883" y="321795"/>
                  </a:lnTo>
                  <a:lnTo>
                    <a:pt x="110842" y="323659"/>
                  </a:lnTo>
                  <a:lnTo>
                    <a:pt x="115858" y="325364"/>
                  </a:lnTo>
                  <a:lnTo>
                    <a:pt x="120926" y="326910"/>
                  </a:lnTo>
                  <a:lnTo>
                    <a:pt x="126039" y="328295"/>
                  </a:lnTo>
                  <a:lnTo>
                    <a:pt x="131195" y="329516"/>
                  </a:lnTo>
                  <a:lnTo>
                    <a:pt x="136386" y="330574"/>
                  </a:lnTo>
                  <a:lnTo>
                    <a:pt x="141608" y="331467"/>
                  </a:lnTo>
                  <a:lnTo>
                    <a:pt x="146856" y="332194"/>
                  </a:lnTo>
                  <a:lnTo>
                    <a:pt x="152124" y="332754"/>
                  </a:lnTo>
                  <a:lnTo>
                    <a:pt x="157408" y="333146"/>
                  </a:lnTo>
                  <a:lnTo>
                    <a:pt x="162701" y="333372"/>
                  </a:lnTo>
                  <a:lnTo>
                    <a:pt x="167998" y="333429"/>
                  </a:lnTo>
                  <a:lnTo>
                    <a:pt x="173295" y="333319"/>
                  </a:lnTo>
                  <a:lnTo>
                    <a:pt x="178586" y="333040"/>
                  </a:lnTo>
                  <a:lnTo>
                    <a:pt x="183865" y="332594"/>
                  </a:lnTo>
                  <a:lnTo>
                    <a:pt x="189127" y="331982"/>
                  </a:lnTo>
                  <a:lnTo>
                    <a:pt x="194368" y="331202"/>
                  </a:lnTo>
                  <a:lnTo>
                    <a:pt x="199581" y="330257"/>
                  </a:lnTo>
                  <a:lnTo>
                    <a:pt x="204761" y="329148"/>
                  </a:lnTo>
                  <a:lnTo>
                    <a:pt x="209904" y="327874"/>
                  </a:lnTo>
                  <a:lnTo>
                    <a:pt x="215004" y="326439"/>
                  </a:lnTo>
                  <a:lnTo>
                    <a:pt x="220055" y="324842"/>
                  </a:lnTo>
                  <a:lnTo>
                    <a:pt x="225054" y="323086"/>
                  </a:lnTo>
                  <a:lnTo>
                    <a:pt x="229994" y="321173"/>
                  </a:lnTo>
                  <a:lnTo>
                    <a:pt x="234872" y="319104"/>
                  </a:lnTo>
                  <a:lnTo>
                    <a:pt x="239681" y="316882"/>
                  </a:lnTo>
                  <a:lnTo>
                    <a:pt x="244417" y="314508"/>
                  </a:lnTo>
                  <a:lnTo>
                    <a:pt x="249076" y="311985"/>
                  </a:lnTo>
                  <a:lnTo>
                    <a:pt x="253653" y="309316"/>
                  </a:lnTo>
                  <a:lnTo>
                    <a:pt x="258142" y="306504"/>
                  </a:lnTo>
                  <a:lnTo>
                    <a:pt x="262541" y="303550"/>
                  </a:lnTo>
                  <a:lnTo>
                    <a:pt x="266843" y="300459"/>
                  </a:lnTo>
                  <a:lnTo>
                    <a:pt x="271046" y="297233"/>
                  </a:lnTo>
                  <a:lnTo>
                    <a:pt x="275144" y="293875"/>
                  </a:lnTo>
                  <a:lnTo>
                    <a:pt x="279133" y="290389"/>
                  </a:lnTo>
                  <a:lnTo>
                    <a:pt x="283010" y="286778"/>
                  </a:lnTo>
                  <a:lnTo>
                    <a:pt x="286771" y="283047"/>
                  </a:lnTo>
                  <a:lnTo>
                    <a:pt x="290412" y="279198"/>
                  </a:lnTo>
                  <a:lnTo>
                    <a:pt x="293928" y="275235"/>
                  </a:lnTo>
                  <a:lnTo>
                    <a:pt x="297318" y="271163"/>
                  </a:lnTo>
                  <a:lnTo>
                    <a:pt x="300577" y="266986"/>
                  </a:lnTo>
                  <a:lnTo>
                    <a:pt x="303701" y="262708"/>
                  </a:lnTo>
                  <a:lnTo>
                    <a:pt x="306689" y="258333"/>
                  </a:lnTo>
                  <a:lnTo>
                    <a:pt x="309537" y="253865"/>
                  </a:lnTo>
                  <a:lnTo>
                    <a:pt x="312241" y="249309"/>
                  </a:lnTo>
                  <a:lnTo>
                    <a:pt x="314800" y="244670"/>
                  </a:lnTo>
                  <a:lnTo>
                    <a:pt x="317210" y="239952"/>
                  </a:lnTo>
                  <a:lnTo>
                    <a:pt x="319470" y="235161"/>
                  </a:lnTo>
                  <a:lnTo>
                    <a:pt x="321577" y="230299"/>
                  </a:lnTo>
                  <a:lnTo>
                    <a:pt x="323528" y="225374"/>
                  </a:lnTo>
                  <a:lnTo>
                    <a:pt x="325323" y="220389"/>
                  </a:lnTo>
                  <a:lnTo>
                    <a:pt x="326959" y="215350"/>
                  </a:lnTo>
                  <a:lnTo>
                    <a:pt x="328434" y="210262"/>
                  </a:lnTo>
                  <a:lnTo>
                    <a:pt x="329747" y="205129"/>
                  </a:lnTo>
                  <a:lnTo>
                    <a:pt x="330897" y="199958"/>
                  </a:lnTo>
                  <a:lnTo>
                    <a:pt x="331882" y="194752"/>
                  </a:lnTo>
                  <a:lnTo>
                    <a:pt x="332702" y="189518"/>
                  </a:lnTo>
                  <a:lnTo>
                    <a:pt x="333356" y="184260"/>
                  </a:lnTo>
                  <a:lnTo>
                    <a:pt x="333843" y="178985"/>
                  </a:lnTo>
                  <a:lnTo>
                    <a:pt x="334162" y="173697"/>
                  </a:lnTo>
                  <a:lnTo>
                    <a:pt x="334314" y="168401"/>
                  </a:lnTo>
                  <a:lnTo>
                    <a:pt x="334298" y="163103"/>
                  </a:lnTo>
                  <a:lnTo>
                    <a:pt x="334114" y="157808"/>
                  </a:lnTo>
                  <a:lnTo>
                    <a:pt x="333762" y="152522"/>
                  </a:lnTo>
                  <a:lnTo>
                    <a:pt x="333243" y="147249"/>
                  </a:lnTo>
                  <a:lnTo>
                    <a:pt x="332557" y="141996"/>
                  </a:lnTo>
                  <a:lnTo>
                    <a:pt x="331705" y="136767"/>
                  </a:lnTo>
                  <a:lnTo>
                    <a:pt x="330688" y="131568"/>
                  </a:lnTo>
                  <a:lnTo>
                    <a:pt x="329506" y="126403"/>
                  </a:lnTo>
                  <a:lnTo>
                    <a:pt x="328161" y="121279"/>
                  </a:lnTo>
                  <a:lnTo>
                    <a:pt x="326655" y="116199"/>
                  </a:lnTo>
                  <a:lnTo>
                    <a:pt x="324988" y="111170"/>
                  </a:lnTo>
                  <a:lnTo>
                    <a:pt x="323163" y="106197"/>
                  </a:lnTo>
                  <a:lnTo>
                    <a:pt x="321181" y="101283"/>
                  </a:lnTo>
                  <a:lnTo>
                    <a:pt x="319045" y="96435"/>
                  </a:lnTo>
                  <a:lnTo>
                    <a:pt x="316756" y="91657"/>
                  </a:lnTo>
                  <a:lnTo>
                    <a:pt x="314317" y="86954"/>
                  </a:lnTo>
                  <a:lnTo>
                    <a:pt x="311730" y="82331"/>
                  </a:lnTo>
                  <a:lnTo>
                    <a:pt x="308997" y="77792"/>
                  </a:lnTo>
                  <a:lnTo>
                    <a:pt x="306122" y="73342"/>
                  </a:lnTo>
                  <a:lnTo>
                    <a:pt x="303108" y="68985"/>
                  </a:lnTo>
                  <a:lnTo>
                    <a:pt x="299957" y="64726"/>
                  </a:lnTo>
                  <a:lnTo>
                    <a:pt x="296673" y="60569"/>
                  </a:lnTo>
                  <a:lnTo>
                    <a:pt x="293259" y="56518"/>
                  </a:lnTo>
                  <a:lnTo>
                    <a:pt x="289718" y="52577"/>
                  </a:lnTo>
                  <a:lnTo>
                    <a:pt x="286053" y="48750"/>
                  </a:lnTo>
                  <a:lnTo>
                    <a:pt x="282270" y="45042"/>
                  </a:lnTo>
                  <a:lnTo>
                    <a:pt x="278371" y="41455"/>
                  </a:lnTo>
                  <a:lnTo>
                    <a:pt x="274360" y="37994"/>
                  </a:lnTo>
                  <a:lnTo>
                    <a:pt x="270241" y="34661"/>
                  </a:lnTo>
                  <a:lnTo>
                    <a:pt x="266019" y="31461"/>
                  </a:lnTo>
                  <a:lnTo>
                    <a:pt x="261698" y="28396"/>
                  </a:lnTo>
                  <a:lnTo>
                    <a:pt x="257282" y="25469"/>
                  </a:lnTo>
                  <a:lnTo>
                    <a:pt x="252775" y="22684"/>
                  </a:lnTo>
                  <a:lnTo>
                    <a:pt x="248182" y="20043"/>
                  </a:lnTo>
                  <a:lnTo>
                    <a:pt x="243508" y="17549"/>
                  </a:lnTo>
                  <a:lnTo>
                    <a:pt x="238757" y="15205"/>
                  </a:lnTo>
                  <a:lnTo>
                    <a:pt x="233934" y="13012"/>
                  </a:lnTo>
                  <a:lnTo>
                    <a:pt x="229044" y="10973"/>
                  </a:lnTo>
                  <a:lnTo>
                    <a:pt x="224092" y="9090"/>
                  </a:lnTo>
                  <a:lnTo>
                    <a:pt x="219083" y="7364"/>
                  </a:lnTo>
                  <a:lnTo>
                    <a:pt x="214022" y="5799"/>
                  </a:lnTo>
                  <a:lnTo>
                    <a:pt x="208913" y="4395"/>
                  </a:lnTo>
                  <a:lnTo>
                    <a:pt x="203763" y="3153"/>
                  </a:lnTo>
                  <a:lnTo>
                    <a:pt x="198576" y="2075"/>
                  </a:lnTo>
                  <a:lnTo>
                    <a:pt x="193357" y="1162"/>
                  </a:lnTo>
                  <a:lnTo>
                    <a:pt x="188112" y="414"/>
                  </a:lnTo>
                  <a:lnTo>
                    <a:pt x="167160" y="1662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86215" y="5399291"/>
              <a:ext cx="20951" cy="167167"/>
            </a:xfrm>
            <a:custGeom>
              <a:avLst/>
              <a:pathLst>
                <a:path w="20951" h="167167">
                  <a:moveTo>
                    <a:pt x="20951" y="1318"/>
                  </a:moveTo>
                  <a:lnTo>
                    <a:pt x="13988" y="586"/>
                  </a:lnTo>
                  <a:lnTo>
                    <a:pt x="7000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856376" y="5399291"/>
              <a:ext cx="167167" cy="219513"/>
            </a:xfrm>
            <a:custGeom>
              <a:avLst/>
              <a:pathLst>
                <a:path w="167167" h="219513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3" y="1369"/>
                  </a:lnTo>
                  <a:lnTo>
                    <a:pt x="140516" y="2138"/>
                  </a:lnTo>
                  <a:lnTo>
                    <a:pt x="135246" y="3075"/>
                  </a:lnTo>
                  <a:lnTo>
                    <a:pt x="130009" y="4182"/>
                  </a:lnTo>
                  <a:lnTo>
                    <a:pt x="124809" y="5455"/>
                  </a:lnTo>
                  <a:lnTo>
                    <a:pt x="119654" y="6894"/>
                  </a:lnTo>
                  <a:lnTo>
                    <a:pt x="114547" y="8497"/>
                  </a:lnTo>
                  <a:lnTo>
                    <a:pt x="109494" y="10263"/>
                  </a:lnTo>
                  <a:lnTo>
                    <a:pt x="104500" y="12190"/>
                  </a:lnTo>
                  <a:lnTo>
                    <a:pt x="99570" y="14276"/>
                  </a:lnTo>
                  <a:lnTo>
                    <a:pt x="94710" y="16519"/>
                  </a:lnTo>
                  <a:lnTo>
                    <a:pt x="89924" y="18916"/>
                  </a:lnTo>
                  <a:lnTo>
                    <a:pt x="85217" y="21465"/>
                  </a:lnTo>
                  <a:lnTo>
                    <a:pt x="80594" y="24163"/>
                  </a:lnTo>
                  <a:lnTo>
                    <a:pt x="76060" y="27008"/>
                  </a:lnTo>
                  <a:lnTo>
                    <a:pt x="71619" y="29997"/>
                  </a:lnTo>
                  <a:lnTo>
                    <a:pt x="67276" y="33126"/>
                  </a:lnTo>
                  <a:lnTo>
                    <a:pt x="63036" y="36393"/>
                  </a:lnTo>
                  <a:lnTo>
                    <a:pt x="58903" y="39794"/>
                  </a:lnTo>
                  <a:lnTo>
                    <a:pt x="54880" y="43326"/>
                  </a:lnTo>
                  <a:lnTo>
                    <a:pt x="50973" y="46984"/>
                  </a:lnTo>
                  <a:lnTo>
                    <a:pt x="47185" y="50766"/>
                  </a:lnTo>
                  <a:lnTo>
                    <a:pt x="43519" y="54667"/>
                  </a:lnTo>
                  <a:lnTo>
                    <a:pt x="39981" y="58683"/>
                  </a:lnTo>
                  <a:lnTo>
                    <a:pt x="36573" y="62811"/>
                  </a:lnTo>
                  <a:lnTo>
                    <a:pt x="33299" y="67046"/>
                  </a:lnTo>
                  <a:lnTo>
                    <a:pt x="30162" y="71383"/>
                  </a:lnTo>
                  <a:lnTo>
                    <a:pt x="27165" y="75818"/>
                  </a:lnTo>
                  <a:lnTo>
                    <a:pt x="24312" y="80348"/>
                  </a:lnTo>
                  <a:lnTo>
                    <a:pt x="21606" y="84966"/>
                  </a:lnTo>
                  <a:lnTo>
                    <a:pt x="19049" y="89668"/>
                  </a:lnTo>
                  <a:lnTo>
                    <a:pt x="16644" y="94450"/>
                  </a:lnTo>
                  <a:lnTo>
                    <a:pt x="14393" y="99307"/>
                  </a:lnTo>
                  <a:lnTo>
                    <a:pt x="12298" y="104233"/>
                  </a:lnTo>
                  <a:lnTo>
                    <a:pt x="10363" y="109223"/>
                  </a:lnTo>
                  <a:lnTo>
                    <a:pt x="8588" y="114273"/>
                  </a:lnTo>
                  <a:lnTo>
                    <a:pt x="6976" y="119377"/>
                  </a:lnTo>
                  <a:lnTo>
                    <a:pt x="5528" y="124531"/>
                  </a:lnTo>
                  <a:lnTo>
                    <a:pt x="4246" y="129728"/>
                  </a:lnTo>
                  <a:lnTo>
                    <a:pt x="3131" y="134963"/>
                  </a:lnTo>
                  <a:lnTo>
                    <a:pt x="2184" y="140231"/>
                  </a:lnTo>
                  <a:lnTo>
                    <a:pt x="1406" y="145527"/>
                  </a:lnTo>
                  <a:lnTo>
                    <a:pt x="798" y="150845"/>
                  </a:lnTo>
                  <a:lnTo>
                    <a:pt x="361" y="156180"/>
                  </a:lnTo>
                  <a:lnTo>
                    <a:pt x="94" y="161526"/>
                  </a:lnTo>
                  <a:lnTo>
                    <a:pt x="0" y="166878"/>
                  </a:lnTo>
                  <a:lnTo>
                    <a:pt x="76" y="172231"/>
                  </a:lnTo>
                  <a:lnTo>
                    <a:pt x="324" y="177578"/>
                  </a:lnTo>
                  <a:lnTo>
                    <a:pt x="743" y="182914"/>
                  </a:lnTo>
                  <a:lnTo>
                    <a:pt x="1332" y="188234"/>
                  </a:lnTo>
                  <a:lnTo>
                    <a:pt x="2092" y="193533"/>
                  </a:lnTo>
                  <a:lnTo>
                    <a:pt x="3020" y="198805"/>
                  </a:lnTo>
                  <a:lnTo>
                    <a:pt x="4117" y="204044"/>
                  </a:lnTo>
                  <a:lnTo>
                    <a:pt x="5382" y="209245"/>
                  </a:lnTo>
                  <a:lnTo>
                    <a:pt x="6812" y="214403"/>
                  </a:lnTo>
                  <a:lnTo>
                    <a:pt x="8406" y="21951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864783" y="5566459"/>
              <a:ext cx="158760" cy="52346"/>
            </a:xfrm>
            <a:custGeom>
              <a:avLst/>
              <a:pathLst>
                <a:path w="158760" h="52346">
                  <a:moveTo>
                    <a:pt x="0" y="52346"/>
                  </a:moveTo>
                  <a:lnTo>
                    <a:pt x="1587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64783" y="5566459"/>
              <a:ext cx="158760" cy="52346"/>
            </a:xfrm>
            <a:custGeom>
              <a:avLst/>
              <a:pathLst>
                <a:path w="158760" h="52346">
                  <a:moveTo>
                    <a:pt x="0" y="52346"/>
                  </a:moveTo>
                  <a:lnTo>
                    <a:pt x="1587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864783" y="5566459"/>
              <a:ext cx="158760" cy="52346"/>
            </a:xfrm>
            <a:custGeom>
              <a:avLst/>
              <a:pathLst>
                <a:path w="158760" h="52346">
                  <a:moveTo>
                    <a:pt x="0" y="52346"/>
                  </a:moveTo>
                  <a:lnTo>
                    <a:pt x="1587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864783" y="5566459"/>
              <a:ext cx="158760" cy="52346"/>
            </a:xfrm>
            <a:custGeom>
              <a:avLst/>
              <a:pathLst>
                <a:path w="158760" h="52346">
                  <a:moveTo>
                    <a:pt x="0" y="52346"/>
                  </a:moveTo>
                  <a:lnTo>
                    <a:pt x="1587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864783" y="5566459"/>
              <a:ext cx="158760" cy="52346"/>
            </a:xfrm>
            <a:custGeom>
              <a:avLst/>
              <a:pathLst>
                <a:path w="158760" h="52346">
                  <a:moveTo>
                    <a:pt x="0" y="52346"/>
                  </a:moveTo>
                  <a:lnTo>
                    <a:pt x="1587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864783" y="5566459"/>
              <a:ext cx="158760" cy="139996"/>
            </a:xfrm>
            <a:custGeom>
              <a:avLst/>
              <a:pathLst>
                <a:path w="158760" h="139996">
                  <a:moveTo>
                    <a:pt x="0" y="52346"/>
                  </a:moveTo>
                  <a:lnTo>
                    <a:pt x="1854" y="57666"/>
                  </a:lnTo>
                  <a:lnTo>
                    <a:pt x="3886" y="62921"/>
                  </a:lnTo>
                  <a:lnTo>
                    <a:pt x="6095" y="68104"/>
                  </a:lnTo>
                  <a:lnTo>
                    <a:pt x="8476" y="73211"/>
                  </a:lnTo>
                  <a:lnTo>
                    <a:pt x="11029" y="78234"/>
                  </a:lnTo>
                  <a:lnTo>
                    <a:pt x="13749" y="83168"/>
                  </a:lnTo>
                  <a:lnTo>
                    <a:pt x="16635" y="88007"/>
                  </a:lnTo>
                  <a:lnTo>
                    <a:pt x="19681" y="92747"/>
                  </a:lnTo>
                  <a:lnTo>
                    <a:pt x="22886" y="97381"/>
                  </a:lnTo>
                  <a:lnTo>
                    <a:pt x="26245" y="101905"/>
                  </a:lnTo>
                  <a:lnTo>
                    <a:pt x="29754" y="106313"/>
                  </a:lnTo>
                  <a:lnTo>
                    <a:pt x="33410" y="110600"/>
                  </a:lnTo>
                  <a:lnTo>
                    <a:pt x="37209" y="114761"/>
                  </a:lnTo>
                  <a:lnTo>
                    <a:pt x="41145" y="118792"/>
                  </a:lnTo>
                  <a:lnTo>
                    <a:pt x="45215" y="122688"/>
                  </a:lnTo>
                  <a:lnTo>
                    <a:pt x="49414" y="126445"/>
                  </a:lnTo>
                  <a:lnTo>
                    <a:pt x="53738" y="130058"/>
                  </a:lnTo>
                  <a:lnTo>
                    <a:pt x="58180" y="133524"/>
                  </a:lnTo>
                  <a:lnTo>
                    <a:pt x="62737" y="136837"/>
                  </a:lnTo>
                  <a:lnTo>
                    <a:pt x="67403" y="139996"/>
                  </a:lnTo>
                  <a:lnTo>
                    <a:pt x="15876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932187" y="5399291"/>
              <a:ext cx="258510" cy="334331"/>
            </a:xfrm>
            <a:custGeom>
              <a:avLst/>
              <a:pathLst>
                <a:path w="258510" h="334331">
                  <a:moveTo>
                    <a:pt x="0" y="307163"/>
                  </a:moveTo>
                  <a:lnTo>
                    <a:pt x="4496" y="309996"/>
                  </a:lnTo>
                  <a:lnTo>
                    <a:pt x="9080" y="312685"/>
                  </a:lnTo>
                  <a:lnTo>
                    <a:pt x="13747" y="315227"/>
                  </a:lnTo>
                  <a:lnTo>
                    <a:pt x="18493" y="317619"/>
                  </a:lnTo>
                  <a:lnTo>
                    <a:pt x="23312" y="319859"/>
                  </a:lnTo>
                  <a:lnTo>
                    <a:pt x="28200" y="321945"/>
                  </a:lnTo>
                  <a:lnTo>
                    <a:pt x="33152" y="323874"/>
                  </a:lnTo>
                  <a:lnTo>
                    <a:pt x="38163" y="325645"/>
                  </a:lnTo>
                  <a:lnTo>
                    <a:pt x="43227" y="327256"/>
                  </a:lnTo>
                  <a:lnTo>
                    <a:pt x="48341" y="328705"/>
                  </a:lnTo>
                  <a:lnTo>
                    <a:pt x="53497" y="329991"/>
                  </a:lnTo>
                  <a:lnTo>
                    <a:pt x="58692" y="331112"/>
                  </a:lnTo>
                  <a:lnTo>
                    <a:pt x="63920" y="332068"/>
                  </a:lnTo>
                  <a:lnTo>
                    <a:pt x="69176" y="332856"/>
                  </a:lnTo>
                  <a:lnTo>
                    <a:pt x="74454" y="333478"/>
                  </a:lnTo>
                  <a:lnTo>
                    <a:pt x="79749" y="333931"/>
                  </a:lnTo>
                  <a:lnTo>
                    <a:pt x="85056" y="334216"/>
                  </a:lnTo>
                  <a:lnTo>
                    <a:pt x="90369" y="334331"/>
                  </a:lnTo>
                  <a:lnTo>
                    <a:pt x="95683" y="334278"/>
                  </a:lnTo>
                  <a:lnTo>
                    <a:pt x="100993" y="334056"/>
                  </a:lnTo>
                  <a:lnTo>
                    <a:pt x="106293" y="333666"/>
                  </a:lnTo>
                  <a:lnTo>
                    <a:pt x="111578" y="333107"/>
                  </a:lnTo>
                  <a:lnTo>
                    <a:pt x="116843" y="332380"/>
                  </a:lnTo>
                  <a:lnTo>
                    <a:pt x="122082" y="331486"/>
                  </a:lnTo>
                  <a:lnTo>
                    <a:pt x="127290" y="330427"/>
                  </a:lnTo>
                  <a:lnTo>
                    <a:pt x="132461" y="329202"/>
                  </a:lnTo>
                  <a:lnTo>
                    <a:pt x="137591" y="327813"/>
                  </a:lnTo>
                  <a:lnTo>
                    <a:pt x="142674" y="326263"/>
                  </a:lnTo>
                  <a:lnTo>
                    <a:pt x="147706" y="324551"/>
                  </a:lnTo>
                  <a:lnTo>
                    <a:pt x="152680" y="322680"/>
                  </a:lnTo>
                  <a:lnTo>
                    <a:pt x="157592" y="320652"/>
                  </a:lnTo>
                  <a:lnTo>
                    <a:pt x="162438" y="318469"/>
                  </a:lnTo>
                  <a:lnTo>
                    <a:pt x="167211" y="316133"/>
                  </a:lnTo>
                  <a:lnTo>
                    <a:pt x="171908" y="313647"/>
                  </a:lnTo>
                  <a:lnTo>
                    <a:pt x="176524" y="311012"/>
                  </a:lnTo>
                  <a:lnTo>
                    <a:pt x="181053" y="308232"/>
                  </a:lnTo>
                  <a:lnTo>
                    <a:pt x="185492" y="305310"/>
                  </a:lnTo>
                  <a:lnTo>
                    <a:pt x="189836" y="302247"/>
                  </a:lnTo>
                  <a:lnTo>
                    <a:pt x="194080" y="299049"/>
                  </a:lnTo>
                  <a:lnTo>
                    <a:pt x="198220" y="295717"/>
                  </a:lnTo>
                  <a:lnTo>
                    <a:pt x="202252" y="292255"/>
                  </a:lnTo>
                  <a:lnTo>
                    <a:pt x="206173" y="288667"/>
                  </a:lnTo>
                  <a:lnTo>
                    <a:pt x="209977" y="284955"/>
                  </a:lnTo>
                  <a:lnTo>
                    <a:pt x="213661" y="281125"/>
                  </a:lnTo>
                  <a:lnTo>
                    <a:pt x="217222" y="277180"/>
                  </a:lnTo>
                  <a:lnTo>
                    <a:pt x="220655" y="273123"/>
                  </a:lnTo>
                  <a:lnTo>
                    <a:pt x="223958" y="268960"/>
                  </a:lnTo>
                  <a:lnTo>
                    <a:pt x="227127" y="264693"/>
                  </a:lnTo>
                  <a:lnTo>
                    <a:pt x="230158" y="260328"/>
                  </a:lnTo>
                  <a:lnTo>
                    <a:pt x="233049" y="255869"/>
                  </a:lnTo>
                  <a:lnTo>
                    <a:pt x="235797" y="251320"/>
                  </a:lnTo>
                  <a:lnTo>
                    <a:pt x="238399" y="246686"/>
                  </a:lnTo>
                  <a:lnTo>
                    <a:pt x="240853" y="241972"/>
                  </a:lnTo>
                  <a:lnTo>
                    <a:pt x="243155" y="237182"/>
                  </a:lnTo>
                  <a:lnTo>
                    <a:pt x="245304" y="232321"/>
                  </a:lnTo>
                  <a:lnTo>
                    <a:pt x="247297" y="227394"/>
                  </a:lnTo>
                  <a:lnTo>
                    <a:pt x="249133" y="222407"/>
                  </a:lnTo>
                  <a:lnTo>
                    <a:pt x="250809" y="217364"/>
                  </a:lnTo>
                  <a:lnTo>
                    <a:pt x="252324" y="212270"/>
                  </a:lnTo>
                  <a:lnTo>
                    <a:pt x="253677" y="207130"/>
                  </a:lnTo>
                  <a:lnTo>
                    <a:pt x="254865" y="201950"/>
                  </a:lnTo>
                  <a:lnTo>
                    <a:pt x="255888" y="196735"/>
                  </a:lnTo>
                  <a:lnTo>
                    <a:pt x="256745" y="191490"/>
                  </a:lnTo>
                  <a:lnTo>
                    <a:pt x="257434" y="186221"/>
                  </a:lnTo>
                  <a:lnTo>
                    <a:pt x="257956" y="180932"/>
                  </a:lnTo>
                  <a:lnTo>
                    <a:pt x="258309" y="175629"/>
                  </a:lnTo>
                  <a:lnTo>
                    <a:pt x="258494" y="170318"/>
                  </a:lnTo>
                  <a:lnTo>
                    <a:pt x="258510" y="165003"/>
                  </a:lnTo>
                  <a:lnTo>
                    <a:pt x="258356" y="159691"/>
                  </a:lnTo>
                  <a:lnTo>
                    <a:pt x="258034" y="154386"/>
                  </a:lnTo>
                  <a:lnTo>
                    <a:pt x="257544" y="149094"/>
                  </a:lnTo>
                  <a:lnTo>
                    <a:pt x="256885" y="143821"/>
                  </a:lnTo>
                  <a:lnTo>
                    <a:pt x="256060" y="138571"/>
                  </a:lnTo>
                  <a:lnTo>
                    <a:pt x="255067" y="133350"/>
                  </a:lnTo>
                  <a:lnTo>
                    <a:pt x="253910" y="128163"/>
                  </a:lnTo>
                  <a:lnTo>
                    <a:pt x="252588" y="123015"/>
                  </a:lnTo>
                  <a:lnTo>
                    <a:pt x="251103" y="117912"/>
                  </a:lnTo>
                  <a:lnTo>
                    <a:pt x="249456" y="112859"/>
                  </a:lnTo>
                  <a:lnTo>
                    <a:pt x="247650" y="107861"/>
                  </a:lnTo>
                  <a:lnTo>
                    <a:pt x="245686" y="102923"/>
                  </a:lnTo>
                  <a:lnTo>
                    <a:pt x="243566" y="98050"/>
                  </a:lnTo>
                  <a:lnTo>
                    <a:pt x="241292" y="93246"/>
                  </a:lnTo>
                  <a:lnTo>
                    <a:pt x="238866" y="88518"/>
                  </a:lnTo>
                  <a:lnTo>
                    <a:pt x="236292" y="83868"/>
                  </a:lnTo>
                  <a:lnTo>
                    <a:pt x="233571" y="79303"/>
                  </a:lnTo>
                  <a:lnTo>
                    <a:pt x="230706" y="74827"/>
                  </a:lnTo>
                  <a:lnTo>
                    <a:pt x="227700" y="70444"/>
                  </a:lnTo>
                  <a:lnTo>
                    <a:pt x="224557" y="66159"/>
                  </a:lnTo>
                  <a:lnTo>
                    <a:pt x="221278" y="61976"/>
                  </a:lnTo>
                  <a:lnTo>
                    <a:pt x="217869" y="57899"/>
                  </a:lnTo>
                  <a:lnTo>
                    <a:pt x="214332" y="53933"/>
                  </a:lnTo>
                  <a:lnTo>
                    <a:pt x="210670" y="50081"/>
                  </a:lnTo>
                  <a:lnTo>
                    <a:pt x="206888" y="46347"/>
                  </a:lnTo>
                  <a:lnTo>
                    <a:pt x="202989" y="42736"/>
                  </a:lnTo>
                  <a:lnTo>
                    <a:pt x="198977" y="39250"/>
                  </a:lnTo>
                  <a:lnTo>
                    <a:pt x="194857" y="35894"/>
                  </a:lnTo>
                  <a:lnTo>
                    <a:pt x="190632" y="32670"/>
                  </a:lnTo>
                  <a:lnTo>
                    <a:pt x="186306" y="29583"/>
                  </a:lnTo>
                  <a:lnTo>
                    <a:pt x="181885" y="26634"/>
                  </a:lnTo>
                  <a:lnTo>
                    <a:pt x="177372" y="23827"/>
                  </a:lnTo>
                  <a:lnTo>
                    <a:pt x="172772" y="21165"/>
                  </a:lnTo>
                  <a:lnTo>
                    <a:pt x="168090" y="18651"/>
                  </a:lnTo>
                  <a:lnTo>
                    <a:pt x="163330" y="16287"/>
                  </a:lnTo>
                  <a:lnTo>
                    <a:pt x="158497" y="14075"/>
                  </a:lnTo>
                  <a:lnTo>
                    <a:pt x="153597" y="12019"/>
                  </a:lnTo>
                  <a:lnTo>
                    <a:pt x="148634" y="10118"/>
                  </a:lnTo>
                  <a:lnTo>
                    <a:pt x="143613" y="8377"/>
                  </a:lnTo>
                  <a:lnTo>
                    <a:pt x="138539" y="6796"/>
                  </a:lnTo>
                  <a:lnTo>
                    <a:pt x="133417" y="5377"/>
                  </a:lnTo>
                  <a:lnTo>
                    <a:pt x="128253" y="4122"/>
                  </a:lnTo>
                  <a:lnTo>
                    <a:pt x="123052" y="3032"/>
                  </a:lnTo>
                  <a:lnTo>
                    <a:pt x="117818" y="2107"/>
                  </a:lnTo>
                  <a:lnTo>
                    <a:pt x="112558" y="1349"/>
                  </a:lnTo>
                  <a:lnTo>
                    <a:pt x="107276" y="759"/>
                  </a:lnTo>
                  <a:lnTo>
                    <a:pt x="101978" y="337"/>
                  </a:lnTo>
                  <a:lnTo>
                    <a:pt x="96670" y="84"/>
                  </a:lnTo>
                  <a:lnTo>
                    <a:pt x="91356" y="0"/>
                  </a:lnTo>
                  <a:lnTo>
                    <a:pt x="913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391706" y="5269756"/>
              <a:ext cx="153551" cy="167167"/>
            </a:xfrm>
            <a:custGeom>
              <a:avLst/>
              <a:pathLst>
                <a:path w="153551" h="167167">
                  <a:moveTo>
                    <a:pt x="153551" y="0"/>
                  </a:moveTo>
                  <a:lnTo>
                    <a:pt x="148145" y="87"/>
                  </a:lnTo>
                  <a:lnTo>
                    <a:pt x="142745" y="349"/>
                  </a:lnTo>
                  <a:lnTo>
                    <a:pt x="137356" y="786"/>
                  </a:lnTo>
                  <a:lnTo>
                    <a:pt x="131984" y="1397"/>
                  </a:lnTo>
                  <a:lnTo>
                    <a:pt x="126634" y="2181"/>
                  </a:lnTo>
                  <a:lnTo>
                    <a:pt x="121313" y="3138"/>
                  </a:lnTo>
                  <a:lnTo>
                    <a:pt x="116025" y="4266"/>
                  </a:lnTo>
                  <a:lnTo>
                    <a:pt x="110777" y="5565"/>
                  </a:lnTo>
                  <a:lnTo>
                    <a:pt x="105573" y="7032"/>
                  </a:lnTo>
                  <a:lnTo>
                    <a:pt x="100420" y="8668"/>
                  </a:lnTo>
                  <a:lnTo>
                    <a:pt x="95322" y="10469"/>
                  </a:lnTo>
                  <a:lnTo>
                    <a:pt x="90285" y="12434"/>
                  </a:lnTo>
                  <a:lnTo>
                    <a:pt x="85314" y="14561"/>
                  </a:lnTo>
                  <a:lnTo>
                    <a:pt x="80415" y="16847"/>
                  </a:lnTo>
                  <a:lnTo>
                    <a:pt x="75592" y="19291"/>
                  </a:lnTo>
                  <a:lnTo>
                    <a:pt x="70851" y="21890"/>
                  </a:lnTo>
                  <a:lnTo>
                    <a:pt x="66196" y="24640"/>
                  </a:lnTo>
                  <a:lnTo>
                    <a:pt x="61632" y="27540"/>
                  </a:lnTo>
                  <a:lnTo>
                    <a:pt x="57165" y="30585"/>
                  </a:lnTo>
                  <a:lnTo>
                    <a:pt x="52798" y="33774"/>
                  </a:lnTo>
                  <a:lnTo>
                    <a:pt x="48537" y="37102"/>
                  </a:lnTo>
                  <a:lnTo>
                    <a:pt x="44386" y="40566"/>
                  </a:lnTo>
                  <a:lnTo>
                    <a:pt x="40349" y="44162"/>
                  </a:lnTo>
                  <a:lnTo>
                    <a:pt x="36430" y="47887"/>
                  </a:lnTo>
                  <a:lnTo>
                    <a:pt x="32634" y="51737"/>
                  </a:lnTo>
                  <a:lnTo>
                    <a:pt x="28965" y="55708"/>
                  </a:lnTo>
                  <a:lnTo>
                    <a:pt x="25425" y="59795"/>
                  </a:lnTo>
                  <a:lnTo>
                    <a:pt x="22020" y="63995"/>
                  </a:lnTo>
                  <a:lnTo>
                    <a:pt x="18752" y="68302"/>
                  </a:lnTo>
                  <a:lnTo>
                    <a:pt x="15626" y="72713"/>
                  </a:lnTo>
                  <a:lnTo>
                    <a:pt x="12643" y="77223"/>
                  </a:lnTo>
                  <a:lnTo>
                    <a:pt x="9808" y="81827"/>
                  </a:lnTo>
                  <a:lnTo>
                    <a:pt x="7124" y="86520"/>
                  </a:lnTo>
                  <a:lnTo>
                    <a:pt x="4592" y="91298"/>
                  </a:lnTo>
                  <a:lnTo>
                    <a:pt x="2217" y="96154"/>
                  </a:lnTo>
                  <a:lnTo>
                    <a:pt x="0" y="101086"/>
                  </a:lnTo>
                  <a:lnTo>
                    <a:pt x="1535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391706" y="5370842"/>
              <a:ext cx="153551" cy="66081"/>
            </a:xfrm>
            <a:custGeom>
              <a:avLst/>
              <a:pathLst>
                <a:path w="153551" h="66081">
                  <a:moveTo>
                    <a:pt x="0" y="0"/>
                  </a:moveTo>
                  <a:lnTo>
                    <a:pt x="153551" y="66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391706" y="5370842"/>
              <a:ext cx="153551" cy="66081"/>
            </a:xfrm>
            <a:custGeom>
              <a:avLst/>
              <a:pathLst>
                <a:path w="153551" h="66081">
                  <a:moveTo>
                    <a:pt x="0" y="0"/>
                  </a:moveTo>
                  <a:lnTo>
                    <a:pt x="153551" y="66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1706" y="5370842"/>
              <a:ext cx="153551" cy="66081"/>
            </a:xfrm>
            <a:custGeom>
              <a:avLst/>
              <a:pathLst>
                <a:path w="153551" h="66081">
                  <a:moveTo>
                    <a:pt x="0" y="0"/>
                  </a:moveTo>
                  <a:lnTo>
                    <a:pt x="153551" y="660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1706" y="5370842"/>
              <a:ext cx="153551" cy="66081"/>
            </a:xfrm>
            <a:custGeom>
              <a:avLst/>
              <a:pathLst>
                <a:path w="153551" h="66081">
                  <a:moveTo>
                    <a:pt x="0" y="0"/>
                  </a:moveTo>
                  <a:lnTo>
                    <a:pt x="153551" y="660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78108" y="5370842"/>
              <a:ext cx="167150" cy="81529"/>
            </a:xfrm>
            <a:custGeom>
              <a:avLst/>
              <a:pathLst>
                <a:path w="167150" h="81529">
                  <a:moveTo>
                    <a:pt x="13598" y="0"/>
                  </a:moveTo>
                  <a:lnTo>
                    <a:pt x="11341" y="5513"/>
                  </a:lnTo>
                  <a:lnTo>
                    <a:pt x="9282" y="11103"/>
                  </a:lnTo>
                  <a:lnTo>
                    <a:pt x="7423" y="16763"/>
                  </a:lnTo>
                  <a:lnTo>
                    <a:pt x="5767" y="22485"/>
                  </a:lnTo>
                  <a:lnTo>
                    <a:pt x="4316" y="28263"/>
                  </a:lnTo>
                  <a:lnTo>
                    <a:pt x="3072" y="34089"/>
                  </a:lnTo>
                  <a:lnTo>
                    <a:pt x="2036" y="39956"/>
                  </a:lnTo>
                  <a:lnTo>
                    <a:pt x="1210" y="45855"/>
                  </a:lnTo>
                  <a:lnTo>
                    <a:pt x="595" y="51781"/>
                  </a:lnTo>
                  <a:lnTo>
                    <a:pt x="191" y="57725"/>
                  </a:lnTo>
                  <a:lnTo>
                    <a:pt x="0" y="63679"/>
                  </a:lnTo>
                  <a:lnTo>
                    <a:pt x="20" y="69636"/>
                  </a:lnTo>
                  <a:lnTo>
                    <a:pt x="253" y="75589"/>
                  </a:lnTo>
                  <a:lnTo>
                    <a:pt x="698" y="81529"/>
                  </a:lnTo>
                  <a:lnTo>
                    <a:pt x="167150" y="660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378806" y="5269756"/>
              <a:ext cx="333608" cy="334328"/>
            </a:xfrm>
            <a:custGeom>
              <a:avLst/>
              <a:pathLst>
                <a:path w="333608" h="334328">
                  <a:moveTo>
                    <a:pt x="0" y="182615"/>
                  </a:moveTo>
                  <a:lnTo>
                    <a:pt x="572" y="187874"/>
                  </a:lnTo>
                  <a:lnTo>
                    <a:pt x="1310" y="193112"/>
                  </a:lnTo>
                  <a:lnTo>
                    <a:pt x="2213" y="198323"/>
                  </a:lnTo>
                  <a:lnTo>
                    <a:pt x="3281" y="203504"/>
                  </a:lnTo>
                  <a:lnTo>
                    <a:pt x="4512" y="208648"/>
                  </a:lnTo>
                  <a:lnTo>
                    <a:pt x="5906" y="213750"/>
                  </a:lnTo>
                  <a:lnTo>
                    <a:pt x="7460" y="218806"/>
                  </a:lnTo>
                  <a:lnTo>
                    <a:pt x="9173" y="223811"/>
                  </a:lnTo>
                  <a:lnTo>
                    <a:pt x="11044" y="228758"/>
                  </a:lnTo>
                  <a:lnTo>
                    <a:pt x="13070" y="233644"/>
                  </a:lnTo>
                  <a:lnTo>
                    <a:pt x="15250" y="238463"/>
                  </a:lnTo>
                  <a:lnTo>
                    <a:pt x="17582" y="243211"/>
                  </a:lnTo>
                  <a:lnTo>
                    <a:pt x="20062" y="247883"/>
                  </a:lnTo>
                  <a:lnTo>
                    <a:pt x="22689" y="252474"/>
                  </a:lnTo>
                  <a:lnTo>
                    <a:pt x="25460" y="256980"/>
                  </a:lnTo>
                  <a:lnTo>
                    <a:pt x="28372" y="261395"/>
                  </a:lnTo>
                  <a:lnTo>
                    <a:pt x="31422" y="265717"/>
                  </a:lnTo>
                  <a:lnTo>
                    <a:pt x="34608" y="269939"/>
                  </a:lnTo>
                  <a:lnTo>
                    <a:pt x="37925" y="274059"/>
                  </a:lnTo>
                  <a:lnTo>
                    <a:pt x="41371" y="278072"/>
                  </a:lnTo>
                  <a:lnTo>
                    <a:pt x="44943" y="281973"/>
                  </a:lnTo>
                  <a:lnTo>
                    <a:pt x="48636" y="285760"/>
                  </a:lnTo>
                  <a:lnTo>
                    <a:pt x="52447" y="289428"/>
                  </a:lnTo>
                  <a:lnTo>
                    <a:pt x="56372" y="292974"/>
                  </a:lnTo>
                  <a:lnTo>
                    <a:pt x="60407" y="296394"/>
                  </a:lnTo>
                  <a:lnTo>
                    <a:pt x="64549" y="299684"/>
                  </a:lnTo>
                  <a:lnTo>
                    <a:pt x="68792" y="302841"/>
                  </a:lnTo>
                  <a:lnTo>
                    <a:pt x="73133" y="305863"/>
                  </a:lnTo>
                  <a:lnTo>
                    <a:pt x="77568" y="308746"/>
                  </a:lnTo>
                  <a:lnTo>
                    <a:pt x="82092" y="311487"/>
                  </a:lnTo>
                  <a:lnTo>
                    <a:pt x="86700" y="314084"/>
                  </a:lnTo>
                  <a:lnTo>
                    <a:pt x="91388" y="316534"/>
                  </a:lnTo>
                  <a:lnTo>
                    <a:pt x="96151" y="318834"/>
                  </a:lnTo>
                  <a:lnTo>
                    <a:pt x="100985" y="320982"/>
                  </a:lnTo>
                  <a:lnTo>
                    <a:pt x="105884" y="322976"/>
                  </a:lnTo>
                  <a:lnTo>
                    <a:pt x="110843" y="324814"/>
                  </a:lnTo>
                  <a:lnTo>
                    <a:pt x="115859" y="326495"/>
                  </a:lnTo>
                  <a:lnTo>
                    <a:pt x="120925" y="328016"/>
                  </a:lnTo>
                  <a:lnTo>
                    <a:pt x="126037" y="329375"/>
                  </a:lnTo>
                  <a:lnTo>
                    <a:pt x="131189" y="330573"/>
                  </a:lnTo>
                  <a:lnTo>
                    <a:pt x="136376" y="331607"/>
                  </a:lnTo>
                  <a:lnTo>
                    <a:pt x="141594" y="332476"/>
                  </a:lnTo>
                  <a:lnTo>
                    <a:pt x="146836" y="333180"/>
                  </a:lnTo>
                  <a:lnTo>
                    <a:pt x="152098" y="333717"/>
                  </a:lnTo>
                  <a:lnTo>
                    <a:pt x="157374" y="334088"/>
                  </a:lnTo>
                  <a:lnTo>
                    <a:pt x="162660" y="334291"/>
                  </a:lnTo>
                  <a:lnTo>
                    <a:pt x="167949" y="334328"/>
                  </a:lnTo>
                  <a:lnTo>
                    <a:pt x="173237" y="334197"/>
                  </a:lnTo>
                  <a:lnTo>
                    <a:pt x="178518" y="333898"/>
                  </a:lnTo>
                  <a:lnTo>
                    <a:pt x="183787" y="333433"/>
                  </a:lnTo>
                  <a:lnTo>
                    <a:pt x="189039" y="332801"/>
                  </a:lnTo>
                  <a:lnTo>
                    <a:pt x="194267" y="332004"/>
                  </a:lnTo>
                  <a:lnTo>
                    <a:pt x="199469" y="331041"/>
                  </a:lnTo>
                  <a:lnTo>
                    <a:pt x="204637" y="329915"/>
                  </a:lnTo>
                  <a:lnTo>
                    <a:pt x="209766" y="328625"/>
                  </a:lnTo>
                  <a:lnTo>
                    <a:pt x="214853" y="327174"/>
                  </a:lnTo>
                  <a:lnTo>
                    <a:pt x="219891" y="325563"/>
                  </a:lnTo>
                  <a:lnTo>
                    <a:pt x="224875" y="323793"/>
                  </a:lnTo>
                  <a:lnTo>
                    <a:pt x="229801" y="321866"/>
                  </a:lnTo>
                  <a:lnTo>
                    <a:pt x="234664" y="319784"/>
                  </a:lnTo>
                  <a:lnTo>
                    <a:pt x="239458" y="317550"/>
                  </a:lnTo>
                  <a:lnTo>
                    <a:pt x="244179" y="315165"/>
                  </a:lnTo>
                  <a:lnTo>
                    <a:pt x="248823" y="312632"/>
                  </a:lnTo>
                  <a:lnTo>
                    <a:pt x="253384" y="309953"/>
                  </a:lnTo>
                  <a:lnTo>
                    <a:pt x="257858" y="307131"/>
                  </a:lnTo>
                  <a:lnTo>
                    <a:pt x="262240" y="304169"/>
                  </a:lnTo>
                  <a:lnTo>
                    <a:pt x="266526" y="301070"/>
                  </a:lnTo>
                  <a:lnTo>
                    <a:pt x="270713" y="297837"/>
                  </a:lnTo>
                  <a:lnTo>
                    <a:pt x="274794" y="294473"/>
                  </a:lnTo>
                  <a:lnTo>
                    <a:pt x="278768" y="290981"/>
                  </a:lnTo>
                  <a:lnTo>
                    <a:pt x="282629" y="287366"/>
                  </a:lnTo>
                  <a:lnTo>
                    <a:pt x="286373" y="283630"/>
                  </a:lnTo>
                  <a:lnTo>
                    <a:pt x="289998" y="279778"/>
                  </a:lnTo>
                  <a:lnTo>
                    <a:pt x="293499" y="275813"/>
                  </a:lnTo>
                  <a:lnTo>
                    <a:pt x="296873" y="271739"/>
                  </a:lnTo>
                  <a:lnTo>
                    <a:pt x="300116" y="267560"/>
                  </a:lnTo>
                  <a:lnTo>
                    <a:pt x="303225" y="263281"/>
                  </a:lnTo>
                  <a:lnTo>
                    <a:pt x="306197" y="258906"/>
                  </a:lnTo>
                  <a:lnTo>
                    <a:pt x="309030" y="254439"/>
                  </a:lnTo>
                  <a:lnTo>
                    <a:pt x="311719" y="249885"/>
                  </a:lnTo>
                  <a:lnTo>
                    <a:pt x="314264" y="245247"/>
                  </a:lnTo>
                  <a:lnTo>
                    <a:pt x="316660" y="240532"/>
                  </a:lnTo>
                  <a:lnTo>
                    <a:pt x="318906" y="235743"/>
                  </a:lnTo>
                  <a:lnTo>
                    <a:pt x="320999" y="230885"/>
                  </a:lnTo>
                  <a:lnTo>
                    <a:pt x="322938" y="225964"/>
                  </a:lnTo>
                  <a:lnTo>
                    <a:pt x="324719" y="220984"/>
                  </a:lnTo>
                  <a:lnTo>
                    <a:pt x="326343" y="215949"/>
                  </a:lnTo>
                  <a:lnTo>
                    <a:pt x="327806" y="210866"/>
                  </a:lnTo>
                  <a:lnTo>
                    <a:pt x="329108" y="205740"/>
                  </a:lnTo>
                  <a:lnTo>
                    <a:pt x="330247" y="200574"/>
                  </a:lnTo>
                  <a:lnTo>
                    <a:pt x="331222" y="195376"/>
                  </a:lnTo>
                  <a:lnTo>
                    <a:pt x="332032" y="190148"/>
                  </a:lnTo>
                  <a:lnTo>
                    <a:pt x="332676" y="184898"/>
                  </a:lnTo>
                  <a:lnTo>
                    <a:pt x="333154" y="179631"/>
                  </a:lnTo>
                  <a:lnTo>
                    <a:pt x="333465" y="174350"/>
                  </a:lnTo>
                  <a:lnTo>
                    <a:pt x="333608" y="169063"/>
                  </a:lnTo>
                  <a:lnTo>
                    <a:pt x="333585" y="163774"/>
                  </a:lnTo>
                  <a:lnTo>
                    <a:pt x="333394" y="158488"/>
                  </a:lnTo>
                  <a:lnTo>
                    <a:pt x="333035" y="153210"/>
                  </a:lnTo>
                  <a:lnTo>
                    <a:pt x="332510" y="147947"/>
                  </a:lnTo>
                  <a:lnTo>
                    <a:pt x="331819" y="142703"/>
                  </a:lnTo>
                  <a:lnTo>
                    <a:pt x="330962" y="137483"/>
                  </a:lnTo>
                  <a:lnTo>
                    <a:pt x="329941" y="132293"/>
                  </a:lnTo>
                  <a:lnTo>
                    <a:pt x="328756" y="127139"/>
                  </a:lnTo>
                  <a:lnTo>
                    <a:pt x="327408" y="122024"/>
                  </a:lnTo>
                  <a:lnTo>
                    <a:pt x="325899" y="116954"/>
                  </a:lnTo>
                  <a:lnTo>
                    <a:pt x="324231" y="111935"/>
                  </a:lnTo>
                  <a:lnTo>
                    <a:pt x="322405" y="106971"/>
                  </a:lnTo>
                  <a:lnTo>
                    <a:pt x="320422" y="102067"/>
                  </a:lnTo>
                  <a:lnTo>
                    <a:pt x="318285" y="97228"/>
                  </a:lnTo>
                  <a:lnTo>
                    <a:pt x="315997" y="92459"/>
                  </a:lnTo>
                  <a:lnTo>
                    <a:pt x="313558" y="87766"/>
                  </a:lnTo>
                  <a:lnTo>
                    <a:pt x="310973" y="83151"/>
                  </a:lnTo>
                  <a:lnTo>
                    <a:pt x="308242" y="78621"/>
                  </a:lnTo>
                  <a:lnTo>
                    <a:pt x="305370" y="74179"/>
                  </a:lnTo>
                  <a:lnTo>
                    <a:pt x="302358" y="69831"/>
                  </a:lnTo>
                  <a:lnTo>
                    <a:pt x="299211" y="65580"/>
                  </a:lnTo>
                  <a:lnTo>
                    <a:pt x="295931" y="61431"/>
                  </a:lnTo>
                  <a:lnTo>
                    <a:pt x="292520" y="57387"/>
                  </a:lnTo>
                  <a:lnTo>
                    <a:pt x="288984" y="53454"/>
                  </a:lnTo>
                  <a:lnTo>
                    <a:pt x="285325" y="49634"/>
                  </a:lnTo>
                  <a:lnTo>
                    <a:pt x="281547" y="45932"/>
                  </a:lnTo>
                  <a:lnTo>
                    <a:pt x="277654" y="42351"/>
                  </a:lnTo>
                  <a:lnTo>
                    <a:pt x="273650" y="38896"/>
                  </a:lnTo>
                  <a:lnTo>
                    <a:pt x="269538" y="35568"/>
                  </a:lnTo>
                  <a:lnTo>
                    <a:pt x="265323" y="32373"/>
                  </a:lnTo>
                  <a:lnTo>
                    <a:pt x="261009" y="29312"/>
                  </a:lnTo>
                  <a:lnTo>
                    <a:pt x="256600" y="26390"/>
                  </a:lnTo>
                  <a:lnTo>
                    <a:pt x="252101" y="23608"/>
                  </a:lnTo>
                  <a:lnTo>
                    <a:pt x="247516" y="20970"/>
                  </a:lnTo>
                  <a:lnTo>
                    <a:pt x="242850" y="18479"/>
                  </a:lnTo>
                  <a:lnTo>
                    <a:pt x="238108" y="16136"/>
                  </a:lnTo>
                  <a:lnTo>
                    <a:pt x="233294" y="13945"/>
                  </a:lnTo>
                  <a:lnTo>
                    <a:pt x="228413" y="11907"/>
                  </a:lnTo>
                  <a:lnTo>
                    <a:pt x="223470" y="10024"/>
                  </a:lnTo>
                  <a:lnTo>
                    <a:pt x="218470" y="8299"/>
                  </a:lnTo>
                  <a:lnTo>
                    <a:pt x="213417" y="6733"/>
                  </a:lnTo>
                  <a:lnTo>
                    <a:pt x="208318" y="5327"/>
                  </a:lnTo>
                  <a:lnTo>
                    <a:pt x="203177" y="4084"/>
                  </a:lnTo>
                  <a:lnTo>
                    <a:pt x="197999" y="3003"/>
                  </a:lnTo>
                  <a:lnTo>
                    <a:pt x="192790" y="2087"/>
                  </a:lnTo>
                  <a:lnTo>
                    <a:pt x="187554" y="1337"/>
                  </a:lnTo>
                  <a:lnTo>
                    <a:pt x="182297" y="752"/>
                  </a:lnTo>
                  <a:lnTo>
                    <a:pt x="177024" y="334"/>
                  </a:lnTo>
                  <a:lnTo>
                    <a:pt x="171740" y="83"/>
                  </a:lnTo>
                  <a:lnTo>
                    <a:pt x="166452" y="0"/>
                  </a:lnTo>
                  <a:lnTo>
                    <a:pt x="1664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899214" y="5018213"/>
              <a:ext cx="121824" cy="167167"/>
            </a:xfrm>
            <a:custGeom>
              <a:avLst/>
              <a:pathLst>
                <a:path w="121824" h="167167">
                  <a:moveTo>
                    <a:pt x="121824" y="0"/>
                  </a:moveTo>
                  <a:lnTo>
                    <a:pt x="116138" y="96"/>
                  </a:lnTo>
                  <a:lnTo>
                    <a:pt x="110458" y="386"/>
                  </a:lnTo>
                  <a:lnTo>
                    <a:pt x="104792" y="869"/>
                  </a:lnTo>
                  <a:lnTo>
                    <a:pt x="99145" y="1545"/>
                  </a:lnTo>
                  <a:lnTo>
                    <a:pt x="93525" y="2412"/>
                  </a:lnTo>
                  <a:lnTo>
                    <a:pt x="87937" y="3470"/>
                  </a:lnTo>
                  <a:lnTo>
                    <a:pt x="82389" y="4718"/>
                  </a:lnTo>
                  <a:lnTo>
                    <a:pt x="76886" y="6153"/>
                  </a:lnTo>
                  <a:lnTo>
                    <a:pt x="71435" y="7775"/>
                  </a:lnTo>
                  <a:lnTo>
                    <a:pt x="66043" y="9581"/>
                  </a:lnTo>
                  <a:lnTo>
                    <a:pt x="60715" y="11569"/>
                  </a:lnTo>
                  <a:lnTo>
                    <a:pt x="55457" y="13738"/>
                  </a:lnTo>
                  <a:lnTo>
                    <a:pt x="50277" y="16084"/>
                  </a:lnTo>
                  <a:lnTo>
                    <a:pt x="45179" y="18605"/>
                  </a:lnTo>
                  <a:lnTo>
                    <a:pt x="40171" y="21298"/>
                  </a:lnTo>
                  <a:lnTo>
                    <a:pt x="35256" y="24160"/>
                  </a:lnTo>
                  <a:lnTo>
                    <a:pt x="30442" y="27187"/>
                  </a:lnTo>
                  <a:lnTo>
                    <a:pt x="25733" y="30377"/>
                  </a:lnTo>
                  <a:lnTo>
                    <a:pt x="21136" y="33724"/>
                  </a:lnTo>
                  <a:lnTo>
                    <a:pt x="16656" y="37226"/>
                  </a:lnTo>
                  <a:lnTo>
                    <a:pt x="12297" y="40879"/>
                  </a:lnTo>
                  <a:lnTo>
                    <a:pt x="8064" y="44677"/>
                  </a:lnTo>
                  <a:lnTo>
                    <a:pt x="3964" y="48618"/>
                  </a:lnTo>
                  <a:lnTo>
                    <a:pt x="0" y="52695"/>
                  </a:lnTo>
                  <a:lnTo>
                    <a:pt x="1218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99214" y="507090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99214" y="507090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99214" y="507090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78796" y="5070909"/>
              <a:ext cx="142242" cy="114471"/>
            </a:xfrm>
            <a:custGeom>
              <a:avLst/>
              <a:pathLst>
                <a:path w="142242" h="114471">
                  <a:moveTo>
                    <a:pt x="20417" y="0"/>
                  </a:moveTo>
                  <a:lnTo>
                    <a:pt x="15911" y="4993"/>
                  </a:lnTo>
                  <a:lnTo>
                    <a:pt x="11610" y="10163"/>
                  </a:lnTo>
                  <a:lnTo>
                    <a:pt x="7519" y="15502"/>
                  </a:lnTo>
                  <a:lnTo>
                    <a:pt x="3647" y="21002"/>
                  </a:lnTo>
                  <a:lnTo>
                    <a:pt x="0" y="26653"/>
                  </a:lnTo>
                  <a:lnTo>
                    <a:pt x="142242" y="1144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53887" y="5018213"/>
              <a:ext cx="334299" cy="334334"/>
            </a:xfrm>
            <a:custGeom>
              <a:avLst/>
              <a:pathLst>
                <a:path w="334299" h="334334">
                  <a:moveTo>
                    <a:pt x="24909" y="79348"/>
                  </a:moveTo>
                  <a:lnTo>
                    <a:pt x="22195" y="83904"/>
                  </a:lnTo>
                  <a:lnTo>
                    <a:pt x="19627" y="88543"/>
                  </a:lnTo>
                  <a:lnTo>
                    <a:pt x="17208" y="93261"/>
                  </a:lnTo>
                  <a:lnTo>
                    <a:pt x="14940" y="98054"/>
                  </a:lnTo>
                  <a:lnTo>
                    <a:pt x="12824" y="102916"/>
                  </a:lnTo>
                  <a:lnTo>
                    <a:pt x="10864" y="107842"/>
                  </a:lnTo>
                  <a:lnTo>
                    <a:pt x="9061" y="112829"/>
                  </a:lnTo>
                  <a:lnTo>
                    <a:pt x="7417" y="117870"/>
                  </a:lnTo>
                  <a:lnTo>
                    <a:pt x="5934" y="122961"/>
                  </a:lnTo>
                  <a:lnTo>
                    <a:pt x="4614" y="128096"/>
                  </a:lnTo>
                  <a:lnTo>
                    <a:pt x="3456" y="133270"/>
                  </a:lnTo>
                  <a:lnTo>
                    <a:pt x="2463" y="138479"/>
                  </a:lnTo>
                  <a:lnTo>
                    <a:pt x="1636" y="143716"/>
                  </a:lnTo>
                  <a:lnTo>
                    <a:pt x="976" y="148977"/>
                  </a:lnTo>
                  <a:lnTo>
                    <a:pt x="483" y="154256"/>
                  </a:lnTo>
                  <a:lnTo>
                    <a:pt x="157" y="159549"/>
                  </a:lnTo>
                  <a:lnTo>
                    <a:pt x="0" y="164849"/>
                  </a:lnTo>
                  <a:lnTo>
                    <a:pt x="10" y="170151"/>
                  </a:lnTo>
                  <a:lnTo>
                    <a:pt x="189" y="175450"/>
                  </a:lnTo>
                  <a:lnTo>
                    <a:pt x="535" y="180741"/>
                  </a:lnTo>
                  <a:lnTo>
                    <a:pt x="1050" y="186018"/>
                  </a:lnTo>
                  <a:lnTo>
                    <a:pt x="1731" y="191277"/>
                  </a:lnTo>
                  <a:lnTo>
                    <a:pt x="2579" y="196511"/>
                  </a:lnTo>
                  <a:lnTo>
                    <a:pt x="3592" y="201715"/>
                  </a:lnTo>
                  <a:lnTo>
                    <a:pt x="4770" y="206885"/>
                  </a:lnTo>
                  <a:lnTo>
                    <a:pt x="6112" y="212015"/>
                  </a:lnTo>
                  <a:lnTo>
                    <a:pt x="7615" y="217100"/>
                  </a:lnTo>
                  <a:lnTo>
                    <a:pt x="9279" y="222134"/>
                  </a:lnTo>
                  <a:lnTo>
                    <a:pt x="11102" y="227113"/>
                  </a:lnTo>
                  <a:lnTo>
                    <a:pt x="13081" y="232032"/>
                  </a:lnTo>
                  <a:lnTo>
                    <a:pt x="15216" y="236886"/>
                  </a:lnTo>
                  <a:lnTo>
                    <a:pt x="17504" y="241669"/>
                  </a:lnTo>
                  <a:lnTo>
                    <a:pt x="19942" y="246378"/>
                  </a:lnTo>
                  <a:lnTo>
                    <a:pt x="22528" y="251007"/>
                  </a:lnTo>
                  <a:lnTo>
                    <a:pt x="25259" y="255551"/>
                  </a:lnTo>
                  <a:lnTo>
                    <a:pt x="28134" y="260007"/>
                  </a:lnTo>
                  <a:lnTo>
                    <a:pt x="31148" y="264369"/>
                  </a:lnTo>
                  <a:lnTo>
                    <a:pt x="34299" y="268633"/>
                  </a:lnTo>
                  <a:lnTo>
                    <a:pt x="37584" y="272796"/>
                  </a:lnTo>
                  <a:lnTo>
                    <a:pt x="40999" y="276852"/>
                  </a:lnTo>
                  <a:lnTo>
                    <a:pt x="44541" y="280797"/>
                  </a:lnTo>
                  <a:lnTo>
                    <a:pt x="48207" y="284629"/>
                  </a:lnTo>
                  <a:lnTo>
                    <a:pt x="51992" y="288342"/>
                  </a:lnTo>
                  <a:lnTo>
                    <a:pt x="55893" y="291933"/>
                  </a:lnTo>
                  <a:lnTo>
                    <a:pt x="59906" y="295399"/>
                  </a:lnTo>
                  <a:lnTo>
                    <a:pt x="64026" y="298736"/>
                  </a:lnTo>
                  <a:lnTo>
                    <a:pt x="68251" y="301940"/>
                  </a:lnTo>
                  <a:lnTo>
                    <a:pt x="72575" y="305009"/>
                  </a:lnTo>
                  <a:lnTo>
                    <a:pt x="76994" y="307939"/>
                  </a:lnTo>
                  <a:lnTo>
                    <a:pt x="81504" y="310727"/>
                  </a:lnTo>
                  <a:lnTo>
                    <a:pt x="86100" y="313371"/>
                  </a:lnTo>
                  <a:lnTo>
                    <a:pt x="90778" y="315868"/>
                  </a:lnTo>
                  <a:lnTo>
                    <a:pt x="95532" y="318216"/>
                  </a:lnTo>
                  <a:lnTo>
                    <a:pt x="100358" y="320411"/>
                  </a:lnTo>
                  <a:lnTo>
                    <a:pt x="105252" y="322452"/>
                  </a:lnTo>
                  <a:lnTo>
                    <a:pt x="110208" y="324337"/>
                  </a:lnTo>
                  <a:lnTo>
                    <a:pt x="115221" y="326064"/>
                  </a:lnTo>
                  <a:lnTo>
                    <a:pt x="120287" y="327631"/>
                  </a:lnTo>
                  <a:lnTo>
                    <a:pt x="125399" y="329037"/>
                  </a:lnTo>
                  <a:lnTo>
                    <a:pt x="130554" y="330279"/>
                  </a:lnTo>
                  <a:lnTo>
                    <a:pt x="135745" y="331358"/>
                  </a:lnTo>
                  <a:lnTo>
                    <a:pt x="140968" y="332271"/>
                  </a:lnTo>
                  <a:lnTo>
                    <a:pt x="146218" y="333019"/>
                  </a:lnTo>
                  <a:lnTo>
                    <a:pt x="151488" y="333599"/>
                  </a:lnTo>
                  <a:lnTo>
                    <a:pt x="156774" y="334012"/>
                  </a:lnTo>
                  <a:lnTo>
                    <a:pt x="162071" y="334257"/>
                  </a:lnTo>
                  <a:lnTo>
                    <a:pt x="167373" y="334334"/>
                  </a:lnTo>
                  <a:lnTo>
                    <a:pt x="172674" y="334243"/>
                  </a:lnTo>
                  <a:lnTo>
                    <a:pt x="177970" y="333984"/>
                  </a:lnTo>
                  <a:lnTo>
                    <a:pt x="183255" y="333557"/>
                  </a:lnTo>
                  <a:lnTo>
                    <a:pt x="188524" y="332962"/>
                  </a:lnTo>
                  <a:lnTo>
                    <a:pt x="193772" y="332201"/>
                  </a:lnTo>
                  <a:lnTo>
                    <a:pt x="198992" y="331274"/>
                  </a:lnTo>
                  <a:lnTo>
                    <a:pt x="204181" y="330181"/>
                  </a:lnTo>
                  <a:lnTo>
                    <a:pt x="209332" y="328925"/>
                  </a:lnTo>
                  <a:lnTo>
                    <a:pt x="214441" y="327506"/>
                  </a:lnTo>
                  <a:lnTo>
                    <a:pt x="219502" y="325926"/>
                  </a:lnTo>
                  <a:lnTo>
                    <a:pt x="224511" y="324185"/>
                  </a:lnTo>
                  <a:lnTo>
                    <a:pt x="229462" y="322287"/>
                  </a:lnTo>
                  <a:lnTo>
                    <a:pt x="234350" y="320233"/>
                  </a:lnTo>
                  <a:lnTo>
                    <a:pt x="239171" y="318025"/>
                  </a:lnTo>
                  <a:lnTo>
                    <a:pt x="243919" y="315665"/>
                  </a:lnTo>
                  <a:lnTo>
                    <a:pt x="248590" y="313156"/>
                  </a:lnTo>
                  <a:lnTo>
                    <a:pt x="253179" y="310499"/>
                  </a:lnTo>
                  <a:lnTo>
                    <a:pt x="257681" y="307699"/>
                  </a:lnTo>
                  <a:lnTo>
                    <a:pt x="262092" y="304757"/>
                  </a:lnTo>
                  <a:lnTo>
                    <a:pt x="266408" y="301677"/>
                  </a:lnTo>
                  <a:lnTo>
                    <a:pt x="270624" y="298461"/>
                  </a:lnTo>
                  <a:lnTo>
                    <a:pt x="274736" y="295114"/>
                  </a:lnTo>
                  <a:lnTo>
                    <a:pt x="278740" y="291637"/>
                  </a:lnTo>
                  <a:lnTo>
                    <a:pt x="282631" y="288036"/>
                  </a:lnTo>
                  <a:lnTo>
                    <a:pt x="286406" y="284312"/>
                  </a:lnTo>
                  <a:lnTo>
                    <a:pt x="290062" y="280471"/>
                  </a:lnTo>
                  <a:lnTo>
                    <a:pt x="293593" y="276516"/>
                  </a:lnTo>
                  <a:lnTo>
                    <a:pt x="296998" y="272451"/>
                  </a:lnTo>
                  <a:lnTo>
                    <a:pt x="300271" y="268280"/>
                  </a:lnTo>
                  <a:lnTo>
                    <a:pt x="303411" y="264008"/>
                  </a:lnTo>
                  <a:lnTo>
                    <a:pt x="306414" y="259637"/>
                  </a:lnTo>
                  <a:lnTo>
                    <a:pt x="309276" y="255174"/>
                  </a:lnTo>
                  <a:lnTo>
                    <a:pt x="311996" y="250623"/>
                  </a:lnTo>
                  <a:lnTo>
                    <a:pt x="314570" y="245987"/>
                  </a:lnTo>
                  <a:lnTo>
                    <a:pt x="316996" y="241272"/>
                  </a:lnTo>
                  <a:lnTo>
                    <a:pt x="319270" y="236482"/>
                  </a:lnTo>
                  <a:lnTo>
                    <a:pt x="321392" y="231623"/>
                  </a:lnTo>
                  <a:lnTo>
                    <a:pt x="323359" y="226699"/>
                  </a:lnTo>
                  <a:lnTo>
                    <a:pt x="325168" y="221715"/>
                  </a:lnTo>
                  <a:lnTo>
                    <a:pt x="326819" y="216676"/>
                  </a:lnTo>
                  <a:lnTo>
                    <a:pt x="328308" y="211587"/>
                  </a:lnTo>
                  <a:lnTo>
                    <a:pt x="329636" y="206454"/>
                  </a:lnTo>
                  <a:lnTo>
                    <a:pt x="330800" y="201281"/>
                  </a:lnTo>
                  <a:lnTo>
                    <a:pt x="331800" y="196074"/>
                  </a:lnTo>
                  <a:lnTo>
                    <a:pt x="332634" y="190838"/>
                  </a:lnTo>
                  <a:lnTo>
                    <a:pt x="333301" y="185577"/>
                  </a:lnTo>
                  <a:lnTo>
                    <a:pt x="333802" y="180299"/>
                  </a:lnTo>
                  <a:lnTo>
                    <a:pt x="334134" y="175007"/>
                  </a:lnTo>
                  <a:lnTo>
                    <a:pt x="334299" y="169707"/>
                  </a:lnTo>
                  <a:lnTo>
                    <a:pt x="334295" y="164405"/>
                  </a:lnTo>
                  <a:lnTo>
                    <a:pt x="334124" y="159105"/>
                  </a:lnTo>
                  <a:lnTo>
                    <a:pt x="333784" y="153814"/>
                  </a:lnTo>
                  <a:lnTo>
                    <a:pt x="333277" y="148536"/>
                  </a:lnTo>
                  <a:lnTo>
                    <a:pt x="332602" y="143277"/>
                  </a:lnTo>
                  <a:lnTo>
                    <a:pt x="331762" y="138041"/>
                  </a:lnTo>
                  <a:lnTo>
                    <a:pt x="330755" y="132836"/>
                  </a:lnTo>
                  <a:lnTo>
                    <a:pt x="329584" y="127664"/>
                  </a:lnTo>
                  <a:lnTo>
                    <a:pt x="328249" y="122533"/>
                  </a:lnTo>
                  <a:lnTo>
                    <a:pt x="326753" y="117446"/>
                  </a:lnTo>
                  <a:lnTo>
                    <a:pt x="325096" y="112409"/>
                  </a:lnTo>
                  <a:lnTo>
                    <a:pt x="323280" y="107428"/>
                  </a:lnTo>
                  <a:lnTo>
                    <a:pt x="321306" y="102506"/>
                  </a:lnTo>
                  <a:lnTo>
                    <a:pt x="319178" y="97650"/>
                  </a:lnTo>
                  <a:lnTo>
                    <a:pt x="316897" y="92863"/>
                  </a:lnTo>
                  <a:lnTo>
                    <a:pt x="314465" y="88151"/>
                  </a:lnTo>
                  <a:lnTo>
                    <a:pt x="311885" y="83519"/>
                  </a:lnTo>
                  <a:lnTo>
                    <a:pt x="309159" y="78971"/>
                  </a:lnTo>
                  <a:lnTo>
                    <a:pt x="306291" y="74512"/>
                  </a:lnTo>
                  <a:lnTo>
                    <a:pt x="303282" y="70146"/>
                  </a:lnTo>
                  <a:lnTo>
                    <a:pt x="300137" y="65877"/>
                  </a:lnTo>
                  <a:lnTo>
                    <a:pt x="296858" y="61710"/>
                  </a:lnTo>
                  <a:lnTo>
                    <a:pt x="293448" y="57650"/>
                  </a:lnTo>
                  <a:lnTo>
                    <a:pt x="289911" y="53699"/>
                  </a:lnTo>
                  <a:lnTo>
                    <a:pt x="286251" y="49863"/>
                  </a:lnTo>
                  <a:lnTo>
                    <a:pt x="282471" y="46145"/>
                  </a:lnTo>
                  <a:lnTo>
                    <a:pt x="278575" y="42549"/>
                  </a:lnTo>
                  <a:lnTo>
                    <a:pt x="274566" y="39078"/>
                  </a:lnTo>
                  <a:lnTo>
                    <a:pt x="270450" y="35735"/>
                  </a:lnTo>
                  <a:lnTo>
                    <a:pt x="266230" y="32525"/>
                  </a:lnTo>
                  <a:lnTo>
                    <a:pt x="261910" y="29451"/>
                  </a:lnTo>
                  <a:lnTo>
                    <a:pt x="257494" y="26515"/>
                  </a:lnTo>
                  <a:lnTo>
                    <a:pt x="252988" y="23720"/>
                  </a:lnTo>
                  <a:lnTo>
                    <a:pt x="248396" y="21070"/>
                  </a:lnTo>
                  <a:lnTo>
                    <a:pt x="243722" y="18567"/>
                  </a:lnTo>
                  <a:lnTo>
                    <a:pt x="238970" y="16214"/>
                  </a:lnTo>
                  <a:lnTo>
                    <a:pt x="234147" y="14012"/>
                  </a:lnTo>
                  <a:lnTo>
                    <a:pt x="229256" y="11964"/>
                  </a:lnTo>
                  <a:lnTo>
                    <a:pt x="224302" y="10072"/>
                  </a:lnTo>
                  <a:lnTo>
                    <a:pt x="219291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2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256081" y="4659281"/>
              <a:ext cx="321866" cy="334331"/>
            </a:xfrm>
            <a:custGeom>
              <a:avLst/>
              <a:pathLst>
                <a:path w="321866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3" y="759"/>
                  </a:lnTo>
                  <a:lnTo>
                    <a:pt x="145951" y="1350"/>
                  </a:lnTo>
                  <a:lnTo>
                    <a:pt x="140690" y="2107"/>
                  </a:lnTo>
                  <a:lnTo>
                    <a:pt x="135457" y="3032"/>
                  </a:lnTo>
                  <a:lnTo>
                    <a:pt x="130255" y="4122"/>
                  </a:lnTo>
                  <a:lnTo>
                    <a:pt x="125091" y="5378"/>
                  </a:lnTo>
                  <a:lnTo>
                    <a:pt x="119969" y="6797"/>
                  </a:lnTo>
                  <a:lnTo>
                    <a:pt x="114895" y="8378"/>
                  </a:lnTo>
                  <a:lnTo>
                    <a:pt x="109874" y="10119"/>
                  </a:lnTo>
                  <a:lnTo>
                    <a:pt x="104911" y="12019"/>
                  </a:lnTo>
                  <a:lnTo>
                    <a:pt x="100010" y="14076"/>
                  </a:lnTo>
                  <a:lnTo>
                    <a:pt x="95178" y="16288"/>
                  </a:lnTo>
                  <a:lnTo>
                    <a:pt x="90418" y="18652"/>
                  </a:lnTo>
                  <a:lnTo>
                    <a:pt x="85735" y="21166"/>
                  </a:lnTo>
                  <a:lnTo>
                    <a:pt x="81136" y="23828"/>
                  </a:lnTo>
                  <a:lnTo>
                    <a:pt x="76622" y="26635"/>
                  </a:lnTo>
                  <a:lnTo>
                    <a:pt x="72201" y="29584"/>
                  </a:lnTo>
                  <a:lnTo>
                    <a:pt x="67875" y="32672"/>
                  </a:lnTo>
                  <a:lnTo>
                    <a:pt x="63650" y="35896"/>
                  </a:lnTo>
                  <a:lnTo>
                    <a:pt x="59530" y="39252"/>
                  </a:lnTo>
                  <a:lnTo>
                    <a:pt x="55518" y="42738"/>
                  </a:lnTo>
                  <a:lnTo>
                    <a:pt x="51619" y="46350"/>
                  </a:lnTo>
                  <a:lnTo>
                    <a:pt x="47837" y="50083"/>
                  </a:lnTo>
                  <a:lnTo>
                    <a:pt x="44175" y="53935"/>
                  </a:lnTo>
                  <a:lnTo>
                    <a:pt x="40638" y="57902"/>
                  </a:lnTo>
                  <a:lnTo>
                    <a:pt x="37228" y="61979"/>
                  </a:lnTo>
                  <a:lnTo>
                    <a:pt x="33950" y="66162"/>
                  </a:lnTo>
                  <a:lnTo>
                    <a:pt x="30807" y="70447"/>
                  </a:lnTo>
                  <a:lnTo>
                    <a:pt x="27801" y="74831"/>
                  </a:lnTo>
                  <a:lnTo>
                    <a:pt x="24936" y="79307"/>
                  </a:lnTo>
                  <a:lnTo>
                    <a:pt x="22215" y="83872"/>
                  </a:lnTo>
                  <a:lnTo>
                    <a:pt x="19641" y="88522"/>
                  </a:lnTo>
                  <a:lnTo>
                    <a:pt x="17215" y="93251"/>
                  </a:lnTo>
                  <a:lnTo>
                    <a:pt x="14941" y="98054"/>
                  </a:lnTo>
                  <a:lnTo>
                    <a:pt x="12821" y="102928"/>
                  </a:lnTo>
                  <a:lnTo>
                    <a:pt x="10857" y="107866"/>
                  </a:lnTo>
                  <a:lnTo>
                    <a:pt x="9051" y="112864"/>
                  </a:lnTo>
                  <a:lnTo>
                    <a:pt x="7405" y="117918"/>
                  </a:lnTo>
                  <a:lnTo>
                    <a:pt x="5920" y="123021"/>
                  </a:lnTo>
                  <a:lnTo>
                    <a:pt x="4598" y="128168"/>
                  </a:lnTo>
                  <a:lnTo>
                    <a:pt x="3441" y="133355"/>
                  </a:lnTo>
                  <a:lnTo>
                    <a:pt x="2449" y="138577"/>
                  </a:lnTo>
                  <a:lnTo>
                    <a:pt x="1623" y="143827"/>
                  </a:lnTo>
                  <a:lnTo>
                    <a:pt x="965" y="149101"/>
                  </a:lnTo>
                  <a:lnTo>
                    <a:pt x="474" y="154393"/>
                  </a:lnTo>
                  <a:lnTo>
                    <a:pt x="153" y="159697"/>
                  </a:lnTo>
                  <a:lnTo>
                    <a:pt x="0" y="165010"/>
                  </a:lnTo>
                  <a:lnTo>
                    <a:pt x="15" y="170324"/>
                  </a:lnTo>
                  <a:lnTo>
                    <a:pt x="200" y="175636"/>
                  </a:lnTo>
                  <a:lnTo>
                    <a:pt x="554" y="180939"/>
                  </a:lnTo>
                  <a:lnTo>
                    <a:pt x="1076" y="186228"/>
                  </a:lnTo>
                  <a:lnTo>
                    <a:pt x="1766" y="191497"/>
                  </a:lnTo>
                  <a:lnTo>
                    <a:pt x="2623" y="196743"/>
                  </a:lnTo>
                  <a:lnTo>
                    <a:pt x="3646" y="201958"/>
                  </a:lnTo>
                  <a:lnTo>
                    <a:pt x="4835" y="207138"/>
                  </a:lnTo>
                  <a:lnTo>
                    <a:pt x="6187" y="212277"/>
                  </a:lnTo>
                  <a:lnTo>
                    <a:pt x="7703" y="217371"/>
                  </a:lnTo>
                  <a:lnTo>
                    <a:pt x="9379" y="222415"/>
                  </a:lnTo>
                  <a:lnTo>
                    <a:pt x="11215" y="227402"/>
                  </a:lnTo>
                  <a:lnTo>
                    <a:pt x="13209" y="232329"/>
                  </a:lnTo>
                  <a:lnTo>
                    <a:pt x="15358" y="237189"/>
                  </a:lnTo>
                  <a:lnTo>
                    <a:pt x="17660" y="241979"/>
                  </a:lnTo>
                  <a:lnTo>
                    <a:pt x="20114" y="246694"/>
                  </a:lnTo>
                  <a:lnTo>
                    <a:pt x="22716" y="251328"/>
                  </a:lnTo>
                  <a:lnTo>
                    <a:pt x="25465" y="255877"/>
                  </a:lnTo>
                  <a:lnTo>
                    <a:pt x="28356" y="260336"/>
                  </a:lnTo>
                  <a:lnTo>
                    <a:pt x="31388" y="264701"/>
                  </a:lnTo>
                  <a:lnTo>
                    <a:pt x="34557" y="268967"/>
                  </a:lnTo>
                  <a:lnTo>
                    <a:pt x="37860" y="273131"/>
                  </a:lnTo>
                  <a:lnTo>
                    <a:pt x="41294" y="277187"/>
                  </a:lnTo>
                  <a:lnTo>
                    <a:pt x="44855" y="281133"/>
                  </a:lnTo>
                  <a:lnTo>
                    <a:pt x="48540" y="284963"/>
                  </a:lnTo>
                  <a:lnTo>
                    <a:pt x="52344" y="288674"/>
                  </a:lnTo>
                  <a:lnTo>
                    <a:pt x="56265" y="292262"/>
                  </a:lnTo>
                  <a:lnTo>
                    <a:pt x="60297" y="295723"/>
                  </a:lnTo>
                  <a:lnTo>
                    <a:pt x="64438" y="299055"/>
                  </a:lnTo>
                  <a:lnTo>
                    <a:pt x="68682" y="302254"/>
                  </a:lnTo>
                  <a:lnTo>
                    <a:pt x="73026" y="305316"/>
                  </a:lnTo>
                  <a:lnTo>
                    <a:pt x="77465" y="308238"/>
                  </a:lnTo>
                  <a:lnTo>
                    <a:pt x="81995" y="311018"/>
                  </a:lnTo>
                  <a:lnTo>
                    <a:pt x="86611" y="313652"/>
                  </a:lnTo>
                  <a:lnTo>
                    <a:pt x="91308" y="316138"/>
                  </a:lnTo>
                  <a:lnTo>
                    <a:pt x="96082" y="318474"/>
                  </a:lnTo>
                  <a:lnTo>
                    <a:pt x="100928" y="320657"/>
                  </a:lnTo>
                  <a:lnTo>
                    <a:pt x="105840" y="322684"/>
                  </a:lnTo>
                  <a:lnTo>
                    <a:pt x="110815" y="324555"/>
                  </a:lnTo>
                  <a:lnTo>
                    <a:pt x="115847" y="326266"/>
                  </a:lnTo>
                  <a:lnTo>
                    <a:pt x="120930" y="327817"/>
                  </a:lnTo>
                  <a:lnTo>
                    <a:pt x="126060" y="329205"/>
                  </a:lnTo>
                  <a:lnTo>
                    <a:pt x="131232" y="330429"/>
                  </a:lnTo>
                  <a:lnTo>
                    <a:pt x="136440" y="331489"/>
                  </a:lnTo>
                  <a:lnTo>
                    <a:pt x="141679" y="332382"/>
                  </a:lnTo>
                  <a:lnTo>
                    <a:pt x="146944" y="333108"/>
                  </a:lnTo>
                  <a:lnTo>
                    <a:pt x="152229" y="333667"/>
                  </a:lnTo>
                  <a:lnTo>
                    <a:pt x="157529" y="334057"/>
                  </a:lnTo>
                  <a:lnTo>
                    <a:pt x="162839" y="334279"/>
                  </a:lnTo>
                  <a:lnTo>
                    <a:pt x="168154" y="334331"/>
                  </a:lnTo>
                  <a:lnTo>
                    <a:pt x="173467" y="334215"/>
                  </a:lnTo>
                  <a:lnTo>
                    <a:pt x="178774" y="333930"/>
                  </a:lnTo>
                  <a:lnTo>
                    <a:pt x="184069" y="333476"/>
                  </a:lnTo>
                  <a:lnTo>
                    <a:pt x="189347" y="332854"/>
                  </a:lnTo>
                  <a:lnTo>
                    <a:pt x="194603" y="332065"/>
                  </a:lnTo>
                  <a:lnTo>
                    <a:pt x="199831" y="331109"/>
                  </a:lnTo>
                  <a:lnTo>
                    <a:pt x="205026" y="329988"/>
                  </a:lnTo>
                  <a:lnTo>
                    <a:pt x="210183" y="328701"/>
                  </a:lnTo>
                  <a:lnTo>
                    <a:pt x="215296" y="327252"/>
                  </a:lnTo>
                  <a:lnTo>
                    <a:pt x="220360" y="325641"/>
                  </a:lnTo>
                  <a:lnTo>
                    <a:pt x="225371" y="323869"/>
                  </a:lnTo>
                  <a:lnTo>
                    <a:pt x="230323" y="321939"/>
                  </a:lnTo>
                  <a:lnTo>
                    <a:pt x="235211" y="319853"/>
                  </a:lnTo>
                  <a:lnTo>
                    <a:pt x="240030" y="317612"/>
                  </a:lnTo>
                  <a:lnTo>
                    <a:pt x="244776" y="315220"/>
                  </a:lnTo>
                  <a:lnTo>
                    <a:pt x="249443" y="312677"/>
                  </a:lnTo>
                  <a:lnTo>
                    <a:pt x="254027" y="309988"/>
                  </a:lnTo>
                  <a:lnTo>
                    <a:pt x="258523" y="307154"/>
                  </a:lnTo>
                  <a:lnTo>
                    <a:pt x="262927" y="304179"/>
                  </a:lnTo>
                  <a:lnTo>
                    <a:pt x="267234" y="301065"/>
                  </a:lnTo>
                  <a:lnTo>
                    <a:pt x="271440" y="297816"/>
                  </a:lnTo>
                  <a:lnTo>
                    <a:pt x="275540" y="294435"/>
                  </a:lnTo>
                  <a:lnTo>
                    <a:pt x="279531" y="290925"/>
                  </a:lnTo>
                  <a:lnTo>
                    <a:pt x="283408" y="287291"/>
                  </a:lnTo>
                  <a:lnTo>
                    <a:pt x="287168" y="283534"/>
                  </a:lnTo>
                  <a:lnTo>
                    <a:pt x="290807" y="279660"/>
                  </a:lnTo>
                  <a:lnTo>
                    <a:pt x="294320" y="275673"/>
                  </a:lnTo>
                  <a:lnTo>
                    <a:pt x="297705" y="271575"/>
                  </a:lnTo>
                  <a:lnTo>
                    <a:pt x="300958" y="267373"/>
                  </a:lnTo>
                  <a:lnTo>
                    <a:pt x="304076" y="263069"/>
                  </a:lnTo>
                  <a:lnTo>
                    <a:pt x="307055" y="258668"/>
                  </a:lnTo>
                  <a:lnTo>
                    <a:pt x="309893" y="254174"/>
                  </a:lnTo>
                  <a:lnTo>
                    <a:pt x="312587" y="249593"/>
                  </a:lnTo>
                  <a:lnTo>
                    <a:pt x="315133" y="244928"/>
                  </a:lnTo>
                  <a:lnTo>
                    <a:pt x="317530" y="240185"/>
                  </a:lnTo>
                  <a:lnTo>
                    <a:pt x="319776" y="235367"/>
                  </a:lnTo>
                  <a:lnTo>
                    <a:pt x="321866" y="23048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826449"/>
              <a:ext cx="154713" cy="63314"/>
            </a:xfrm>
            <a:custGeom>
              <a:avLst/>
              <a:pathLst>
                <a:path w="154713" h="63314">
                  <a:moveTo>
                    <a:pt x="154713" y="633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826449"/>
              <a:ext cx="154713" cy="63314"/>
            </a:xfrm>
            <a:custGeom>
              <a:avLst/>
              <a:pathLst>
                <a:path w="154713" h="63314">
                  <a:moveTo>
                    <a:pt x="154713" y="633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750810"/>
              <a:ext cx="167162" cy="138953"/>
            </a:xfrm>
            <a:custGeom>
              <a:avLst/>
              <a:pathLst>
                <a:path w="167162" h="138953">
                  <a:moveTo>
                    <a:pt x="154713" y="138953"/>
                  </a:moveTo>
                  <a:lnTo>
                    <a:pt x="156718" y="133814"/>
                  </a:lnTo>
                  <a:lnTo>
                    <a:pt x="158552" y="128611"/>
                  </a:lnTo>
                  <a:lnTo>
                    <a:pt x="160213" y="123351"/>
                  </a:lnTo>
                  <a:lnTo>
                    <a:pt x="161700" y="118039"/>
                  </a:lnTo>
                  <a:lnTo>
                    <a:pt x="163011" y="112681"/>
                  </a:lnTo>
                  <a:lnTo>
                    <a:pt x="164144" y="107283"/>
                  </a:lnTo>
                  <a:lnTo>
                    <a:pt x="165099" y="101850"/>
                  </a:lnTo>
                  <a:lnTo>
                    <a:pt x="165874" y="96388"/>
                  </a:lnTo>
                  <a:lnTo>
                    <a:pt x="166468" y="90904"/>
                  </a:lnTo>
                  <a:lnTo>
                    <a:pt x="166881" y="85404"/>
                  </a:lnTo>
                  <a:lnTo>
                    <a:pt x="167113" y="79893"/>
                  </a:lnTo>
                  <a:lnTo>
                    <a:pt x="167162" y="74377"/>
                  </a:lnTo>
                  <a:lnTo>
                    <a:pt x="167030" y="68862"/>
                  </a:lnTo>
                  <a:lnTo>
                    <a:pt x="166715" y="63355"/>
                  </a:lnTo>
                  <a:lnTo>
                    <a:pt x="166219" y="57861"/>
                  </a:lnTo>
                  <a:lnTo>
                    <a:pt x="165542" y="52387"/>
                  </a:lnTo>
                  <a:lnTo>
                    <a:pt x="164685" y="46938"/>
                  </a:lnTo>
                  <a:lnTo>
                    <a:pt x="163648" y="41520"/>
                  </a:lnTo>
                  <a:lnTo>
                    <a:pt x="162433" y="36139"/>
                  </a:lnTo>
                  <a:lnTo>
                    <a:pt x="161042" y="30801"/>
                  </a:lnTo>
                  <a:lnTo>
                    <a:pt x="159475" y="25512"/>
                  </a:lnTo>
                  <a:lnTo>
                    <a:pt x="157734" y="20278"/>
                  </a:lnTo>
                  <a:lnTo>
                    <a:pt x="155822" y="15104"/>
                  </a:lnTo>
                  <a:lnTo>
                    <a:pt x="153740" y="9996"/>
                  </a:lnTo>
                  <a:lnTo>
                    <a:pt x="151490" y="4959"/>
                  </a:lnTo>
                  <a:lnTo>
                    <a:pt x="149076" y="0"/>
                  </a:lnTo>
                  <a:lnTo>
                    <a:pt x="0" y="756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23235" y="4659281"/>
              <a:ext cx="149076" cy="167167"/>
            </a:xfrm>
            <a:custGeom>
              <a:avLst/>
              <a:pathLst>
                <a:path w="149076" h="167167">
                  <a:moveTo>
                    <a:pt x="149076" y="91528"/>
                  </a:moveTo>
                  <a:lnTo>
                    <a:pt x="146548" y="86740"/>
                  </a:lnTo>
                  <a:lnTo>
                    <a:pt x="143867" y="82036"/>
                  </a:lnTo>
                  <a:lnTo>
                    <a:pt x="141034" y="77422"/>
                  </a:lnTo>
                  <a:lnTo>
                    <a:pt x="138054" y="72902"/>
                  </a:lnTo>
                  <a:lnTo>
                    <a:pt x="134929" y="68480"/>
                  </a:lnTo>
                  <a:lnTo>
                    <a:pt x="131662" y="64163"/>
                  </a:lnTo>
                  <a:lnTo>
                    <a:pt x="128257" y="59953"/>
                  </a:lnTo>
                  <a:lnTo>
                    <a:pt x="124718" y="55856"/>
                  </a:lnTo>
                  <a:lnTo>
                    <a:pt x="121048" y="51875"/>
                  </a:lnTo>
                  <a:lnTo>
                    <a:pt x="117251" y="48015"/>
                  </a:lnTo>
                  <a:lnTo>
                    <a:pt x="113331" y="44281"/>
                  </a:lnTo>
                  <a:lnTo>
                    <a:pt x="109292" y="40675"/>
                  </a:lnTo>
                  <a:lnTo>
                    <a:pt x="105138" y="37202"/>
                  </a:lnTo>
                  <a:lnTo>
                    <a:pt x="100874" y="33865"/>
                  </a:lnTo>
                  <a:lnTo>
                    <a:pt x="96504" y="30669"/>
                  </a:lnTo>
                  <a:lnTo>
                    <a:pt x="92033" y="27615"/>
                  </a:lnTo>
                  <a:lnTo>
                    <a:pt x="87466" y="24708"/>
                  </a:lnTo>
                  <a:lnTo>
                    <a:pt x="82806" y="21950"/>
                  </a:lnTo>
                  <a:lnTo>
                    <a:pt x="78060" y="19344"/>
                  </a:lnTo>
                  <a:lnTo>
                    <a:pt x="73232" y="16894"/>
                  </a:lnTo>
                  <a:lnTo>
                    <a:pt x="68327" y="14601"/>
                  </a:lnTo>
                  <a:lnTo>
                    <a:pt x="63350" y="12468"/>
                  </a:lnTo>
                  <a:lnTo>
                    <a:pt x="58307" y="10498"/>
                  </a:lnTo>
                  <a:lnTo>
                    <a:pt x="53203" y="8692"/>
                  </a:lnTo>
                  <a:lnTo>
                    <a:pt x="48043" y="7052"/>
                  </a:lnTo>
                  <a:lnTo>
                    <a:pt x="42833" y="5580"/>
                  </a:lnTo>
                  <a:lnTo>
                    <a:pt x="37577" y="4278"/>
                  </a:lnTo>
                  <a:lnTo>
                    <a:pt x="32283" y="3146"/>
                  </a:lnTo>
                  <a:lnTo>
                    <a:pt x="26954" y="2187"/>
                  </a:lnTo>
                  <a:lnTo>
                    <a:pt x="21597" y="1401"/>
                  </a:lnTo>
                  <a:lnTo>
                    <a:pt x="16218" y="788"/>
                  </a:lnTo>
                  <a:lnTo>
                    <a:pt x="10821" y="350"/>
                  </a:lnTo>
                  <a:lnTo>
                    <a:pt x="541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561307" y="4213821"/>
              <a:ext cx="167164" cy="276567"/>
            </a:xfrm>
            <a:custGeom>
              <a:avLst/>
              <a:pathLst>
                <a:path w="167164" h="276567">
                  <a:moveTo>
                    <a:pt x="167164" y="0"/>
                  </a:moveTo>
                  <a:lnTo>
                    <a:pt x="161787" y="86"/>
                  </a:lnTo>
                  <a:lnTo>
                    <a:pt x="156415" y="345"/>
                  </a:lnTo>
                  <a:lnTo>
                    <a:pt x="151055" y="778"/>
                  </a:lnTo>
                  <a:lnTo>
                    <a:pt x="145711" y="1382"/>
                  </a:lnTo>
                  <a:lnTo>
                    <a:pt x="140389" y="2158"/>
                  </a:lnTo>
                  <a:lnTo>
                    <a:pt x="135095" y="3104"/>
                  </a:lnTo>
                  <a:lnTo>
                    <a:pt x="129835" y="4221"/>
                  </a:lnTo>
                  <a:lnTo>
                    <a:pt x="124612" y="5506"/>
                  </a:lnTo>
                  <a:lnTo>
                    <a:pt x="119434" y="6958"/>
                  </a:lnTo>
                  <a:lnTo>
                    <a:pt x="114306" y="8577"/>
                  </a:lnTo>
                  <a:lnTo>
                    <a:pt x="109232" y="10359"/>
                  </a:lnTo>
                  <a:lnTo>
                    <a:pt x="104218" y="12304"/>
                  </a:lnTo>
                  <a:lnTo>
                    <a:pt x="99269" y="14408"/>
                  </a:lnTo>
                  <a:lnTo>
                    <a:pt x="94390" y="16671"/>
                  </a:lnTo>
                  <a:lnTo>
                    <a:pt x="89587" y="19090"/>
                  </a:lnTo>
                  <a:lnTo>
                    <a:pt x="84864" y="21662"/>
                  </a:lnTo>
                  <a:lnTo>
                    <a:pt x="80226" y="24385"/>
                  </a:lnTo>
                  <a:lnTo>
                    <a:pt x="75678" y="27255"/>
                  </a:lnTo>
                  <a:lnTo>
                    <a:pt x="71225" y="30271"/>
                  </a:lnTo>
                  <a:lnTo>
                    <a:pt x="66871" y="33427"/>
                  </a:lnTo>
                  <a:lnTo>
                    <a:pt x="62621" y="36723"/>
                  </a:lnTo>
                  <a:lnTo>
                    <a:pt x="58479" y="40153"/>
                  </a:lnTo>
                  <a:lnTo>
                    <a:pt x="54450" y="43715"/>
                  </a:lnTo>
                  <a:lnTo>
                    <a:pt x="50537" y="47404"/>
                  </a:lnTo>
                  <a:lnTo>
                    <a:pt x="46745" y="51218"/>
                  </a:lnTo>
                  <a:lnTo>
                    <a:pt x="43078" y="55151"/>
                  </a:lnTo>
                  <a:lnTo>
                    <a:pt x="39539" y="59201"/>
                  </a:lnTo>
                  <a:lnTo>
                    <a:pt x="36132" y="63362"/>
                  </a:lnTo>
                  <a:lnTo>
                    <a:pt x="32861" y="67631"/>
                  </a:lnTo>
                  <a:lnTo>
                    <a:pt x="29728" y="72002"/>
                  </a:lnTo>
                  <a:lnTo>
                    <a:pt x="26738" y="76472"/>
                  </a:lnTo>
                  <a:lnTo>
                    <a:pt x="23894" y="81036"/>
                  </a:lnTo>
                  <a:lnTo>
                    <a:pt x="21197" y="85689"/>
                  </a:lnTo>
                  <a:lnTo>
                    <a:pt x="18652" y="90427"/>
                  </a:lnTo>
                  <a:lnTo>
                    <a:pt x="16260" y="95244"/>
                  </a:lnTo>
                  <a:lnTo>
                    <a:pt x="14025" y="100135"/>
                  </a:lnTo>
                  <a:lnTo>
                    <a:pt x="11948" y="105096"/>
                  </a:lnTo>
                  <a:lnTo>
                    <a:pt x="10032" y="110121"/>
                  </a:lnTo>
                  <a:lnTo>
                    <a:pt x="8278" y="115205"/>
                  </a:lnTo>
                  <a:lnTo>
                    <a:pt x="6689" y="120342"/>
                  </a:lnTo>
                  <a:lnTo>
                    <a:pt x="5266" y="125528"/>
                  </a:lnTo>
                  <a:lnTo>
                    <a:pt x="4010" y="130758"/>
                  </a:lnTo>
                  <a:lnTo>
                    <a:pt x="2923" y="136025"/>
                  </a:lnTo>
                  <a:lnTo>
                    <a:pt x="2006" y="141324"/>
                  </a:lnTo>
                  <a:lnTo>
                    <a:pt x="1261" y="146650"/>
                  </a:lnTo>
                  <a:lnTo>
                    <a:pt x="687" y="151997"/>
                  </a:lnTo>
                  <a:lnTo>
                    <a:pt x="285" y="157360"/>
                  </a:lnTo>
                  <a:lnTo>
                    <a:pt x="56" y="162733"/>
                  </a:lnTo>
                  <a:lnTo>
                    <a:pt x="0" y="168111"/>
                  </a:lnTo>
                  <a:lnTo>
                    <a:pt x="116" y="173487"/>
                  </a:lnTo>
                  <a:lnTo>
                    <a:pt x="406" y="178857"/>
                  </a:lnTo>
                  <a:lnTo>
                    <a:pt x="868" y="184215"/>
                  </a:lnTo>
                  <a:lnTo>
                    <a:pt x="1503" y="189556"/>
                  </a:lnTo>
                  <a:lnTo>
                    <a:pt x="2309" y="194873"/>
                  </a:lnTo>
                  <a:lnTo>
                    <a:pt x="3285" y="200162"/>
                  </a:lnTo>
                  <a:lnTo>
                    <a:pt x="4431" y="205416"/>
                  </a:lnTo>
                  <a:lnTo>
                    <a:pt x="5746" y="210631"/>
                  </a:lnTo>
                  <a:lnTo>
                    <a:pt x="7228" y="215801"/>
                  </a:lnTo>
                  <a:lnTo>
                    <a:pt x="8875" y="220920"/>
                  </a:lnTo>
                  <a:lnTo>
                    <a:pt x="10686" y="225984"/>
                  </a:lnTo>
                  <a:lnTo>
                    <a:pt x="12659" y="230987"/>
                  </a:lnTo>
                  <a:lnTo>
                    <a:pt x="14792" y="235924"/>
                  </a:lnTo>
                  <a:lnTo>
                    <a:pt x="17082" y="240789"/>
                  </a:lnTo>
                  <a:lnTo>
                    <a:pt x="19528" y="245579"/>
                  </a:lnTo>
                  <a:lnTo>
                    <a:pt x="22127" y="250287"/>
                  </a:lnTo>
                  <a:lnTo>
                    <a:pt x="24875" y="254910"/>
                  </a:lnTo>
                  <a:lnTo>
                    <a:pt x="27771" y="259441"/>
                  </a:lnTo>
                  <a:lnTo>
                    <a:pt x="30812" y="263877"/>
                  </a:lnTo>
                  <a:lnTo>
                    <a:pt x="33993" y="268213"/>
                  </a:lnTo>
                  <a:lnTo>
                    <a:pt x="37312" y="272445"/>
                  </a:lnTo>
                  <a:lnTo>
                    <a:pt x="40766" y="276567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602073" y="4380988"/>
              <a:ext cx="126398" cy="109400"/>
            </a:xfrm>
            <a:custGeom>
              <a:avLst/>
              <a:pathLst>
                <a:path w="126398" h="109400">
                  <a:moveTo>
                    <a:pt x="0" y="109400"/>
                  </a:moveTo>
                  <a:lnTo>
                    <a:pt x="1263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602073" y="4380988"/>
              <a:ext cx="126398" cy="153857"/>
            </a:xfrm>
            <a:custGeom>
              <a:avLst/>
              <a:pathLst>
                <a:path w="126398" h="153857">
                  <a:moveTo>
                    <a:pt x="0" y="109400"/>
                  </a:moveTo>
                  <a:lnTo>
                    <a:pt x="3910" y="113762"/>
                  </a:lnTo>
                  <a:lnTo>
                    <a:pt x="7972" y="117984"/>
                  </a:lnTo>
                  <a:lnTo>
                    <a:pt x="12179" y="122061"/>
                  </a:lnTo>
                  <a:lnTo>
                    <a:pt x="16526" y="125988"/>
                  </a:lnTo>
                  <a:lnTo>
                    <a:pt x="21008" y="129760"/>
                  </a:lnTo>
                  <a:lnTo>
                    <a:pt x="25619" y="133374"/>
                  </a:lnTo>
                  <a:lnTo>
                    <a:pt x="30355" y="136823"/>
                  </a:lnTo>
                  <a:lnTo>
                    <a:pt x="35208" y="140104"/>
                  </a:lnTo>
                  <a:lnTo>
                    <a:pt x="40173" y="143213"/>
                  </a:lnTo>
                  <a:lnTo>
                    <a:pt x="45244" y="146147"/>
                  </a:lnTo>
                  <a:lnTo>
                    <a:pt x="50415" y="148901"/>
                  </a:lnTo>
                  <a:lnTo>
                    <a:pt x="55679" y="151472"/>
                  </a:lnTo>
                  <a:lnTo>
                    <a:pt x="61030" y="153857"/>
                  </a:lnTo>
                  <a:lnTo>
                    <a:pt x="12639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663104" y="4213821"/>
              <a:ext cx="232531" cy="334320"/>
            </a:xfrm>
            <a:custGeom>
              <a:avLst/>
              <a:pathLst>
                <a:path w="232531" h="334320">
                  <a:moveTo>
                    <a:pt x="0" y="321024"/>
                  </a:moveTo>
                  <a:lnTo>
                    <a:pt x="4943" y="323032"/>
                  </a:lnTo>
                  <a:lnTo>
                    <a:pt x="9949" y="324881"/>
                  </a:lnTo>
                  <a:lnTo>
                    <a:pt x="15011" y="326570"/>
                  </a:lnTo>
                  <a:lnTo>
                    <a:pt x="20124" y="328096"/>
                  </a:lnTo>
                  <a:lnTo>
                    <a:pt x="25283" y="329458"/>
                  </a:lnTo>
                  <a:lnTo>
                    <a:pt x="30484" y="330654"/>
                  </a:lnTo>
                  <a:lnTo>
                    <a:pt x="35719" y="331684"/>
                  </a:lnTo>
                  <a:lnTo>
                    <a:pt x="40985" y="332547"/>
                  </a:lnTo>
                  <a:lnTo>
                    <a:pt x="46276" y="333241"/>
                  </a:lnTo>
                  <a:lnTo>
                    <a:pt x="51586" y="333765"/>
                  </a:lnTo>
                  <a:lnTo>
                    <a:pt x="56911" y="334120"/>
                  </a:lnTo>
                  <a:lnTo>
                    <a:pt x="62243" y="334305"/>
                  </a:lnTo>
                  <a:lnTo>
                    <a:pt x="67580" y="334320"/>
                  </a:lnTo>
                  <a:lnTo>
                    <a:pt x="72913" y="334164"/>
                  </a:lnTo>
                  <a:lnTo>
                    <a:pt x="78239" y="333838"/>
                  </a:lnTo>
                  <a:lnTo>
                    <a:pt x="83552" y="333342"/>
                  </a:lnTo>
                  <a:lnTo>
                    <a:pt x="88847" y="332677"/>
                  </a:lnTo>
                  <a:lnTo>
                    <a:pt x="94118" y="331844"/>
                  </a:lnTo>
                  <a:lnTo>
                    <a:pt x="99359" y="330842"/>
                  </a:lnTo>
                  <a:lnTo>
                    <a:pt x="104565" y="329674"/>
                  </a:lnTo>
                  <a:lnTo>
                    <a:pt x="109732" y="328340"/>
                  </a:lnTo>
                  <a:lnTo>
                    <a:pt x="114854" y="326842"/>
                  </a:lnTo>
                  <a:lnTo>
                    <a:pt x="119925" y="325181"/>
                  </a:lnTo>
                  <a:lnTo>
                    <a:pt x="124940" y="323359"/>
                  </a:lnTo>
                  <a:lnTo>
                    <a:pt x="129895" y="321378"/>
                  </a:lnTo>
                  <a:lnTo>
                    <a:pt x="134784" y="319240"/>
                  </a:lnTo>
                  <a:lnTo>
                    <a:pt x="139602" y="316947"/>
                  </a:lnTo>
                  <a:lnTo>
                    <a:pt x="144345" y="314502"/>
                  </a:lnTo>
                  <a:lnTo>
                    <a:pt x="149007" y="311906"/>
                  </a:lnTo>
                  <a:lnTo>
                    <a:pt x="153584" y="309163"/>
                  </a:lnTo>
                  <a:lnTo>
                    <a:pt x="158071" y="306275"/>
                  </a:lnTo>
                  <a:lnTo>
                    <a:pt x="162464" y="303245"/>
                  </a:lnTo>
                  <a:lnTo>
                    <a:pt x="166757" y="300077"/>
                  </a:lnTo>
                  <a:lnTo>
                    <a:pt x="170948" y="296773"/>
                  </a:lnTo>
                  <a:lnTo>
                    <a:pt x="175031" y="293337"/>
                  </a:lnTo>
                  <a:lnTo>
                    <a:pt x="179002" y="289773"/>
                  </a:lnTo>
                  <a:lnTo>
                    <a:pt x="182857" y="286083"/>
                  </a:lnTo>
                  <a:lnTo>
                    <a:pt x="186592" y="282273"/>
                  </a:lnTo>
                  <a:lnTo>
                    <a:pt x="190205" y="278345"/>
                  </a:lnTo>
                  <a:lnTo>
                    <a:pt x="193689" y="274304"/>
                  </a:lnTo>
                  <a:lnTo>
                    <a:pt x="197043" y="270154"/>
                  </a:lnTo>
                  <a:lnTo>
                    <a:pt x="200263" y="265899"/>
                  </a:lnTo>
                  <a:lnTo>
                    <a:pt x="203346" y="261543"/>
                  </a:lnTo>
                  <a:lnTo>
                    <a:pt x="206288" y="257091"/>
                  </a:lnTo>
                  <a:lnTo>
                    <a:pt x="209086" y="252548"/>
                  </a:lnTo>
                  <a:lnTo>
                    <a:pt x="211738" y="247917"/>
                  </a:lnTo>
                  <a:lnTo>
                    <a:pt x="214241" y="243204"/>
                  </a:lnTo>
                  <a:lnTo>
                    <a:pt x="216592" y="238414"/>
                  </a:lnTo>
                  <a:lnTo>
                    <a:pt x="218788" y="233551"/>
                  </a:lnTo>
                  <a:lnTo>
                    <a:pt x="220829" y="228621"/>
                  </a:lnTo>
                  <a:lnTo>
                    <a:pt x="222711" y="223628"/>
                  </a:lnTo>
                  <a:lnTo>
                    <a:pt x="224433" y="218577"/>
                  </a:lnTo>
                  <a:lnTo>
                    <a:pt x="225993" y="213474"/>
                  </a:lnTo>
                  <a:lnTo>
                    <a:pt x="227389" y="208324"/>
                  </a:lnTo>
                  <a:lnTo>
                    <a:pt x="228620" y="203132"/>
                  </a:lnTo>
                  <a:lnTo>
                    <a:pt x="229685" y="197903"/>
                  </a:lnTo>
                  <a:lnTo>
                    <a:pt x="230582" y="192643"/>
                  </a:lnTo>
                  <a:lnTo>
                    <a:pt x="231311" y="187357"/>
                  </a:lnTo>
                  <a:lnTo>
                    <a:pt x="231871" y="182050"/>
                  </a:lnTo>
                  <a:lnTo>
                    <a:pt x="232261" y="176728"/>
                  </a:lnTo>
                  <a:lnTo>
                    <a:pt x="232481" y="171397"/>
                  </a:lnTo>
                  <a:lnTo>
                    <a:pt x="232531" y="166061"/>
                  </a:lnTo>
                  <a:lnTo>
                    <a:pt x="232411" y="160726"/>
                  </a:lnTo>
                  <a:lnTo>
                    <a:pt x="232120" y="155398"/>
                  </a:lnTo>
                  <a:lnTo>
                    <a:pt x="231659" y="150082"/>
                  </a:lnTo>
                  <a:lnTo>
                    <a:pt x="231029" y="144783"/>
                  </a:lnTo>
                  <a:lnTo>
                    <a:pt x="230231" y="139507"/>
                  </a:lnTo>
                  <a:lnTo>
                    <a:pt x="229264" y="134259"/>
                  </a:lnTo>
                  <a:lnTo>
                    <a:pt x="228130" y="129045"/>
                  </a:lnTo>
                  <a:lnTo>
                    <a:pt x="226830" y="123870"/>
                  </a:lnTo>
                  <a:lnTo>
                    <a:pt x="225366" y="118738"/>
                  </a:lnTo>
                  <a:lnTo>
                    <a:pt x="223739" y="113656"/>
                  </a:lnTo>
                  <a:lnTo>
                    <a:pt x="221950" y="108629"/>
                  </a:lnTo>
                  <a:lnTo>
                    <a:pt x="220002" y="103661"/>
                  </a:lnTo>
                  <a:lnTo>
                    <a:pt x="217897" y="98758"/>
                  </a:lnTo>
                  <a:lnTo>
                    <a:pt x="215635" y="93925"/>
                  </a:lnTo>
                  <a:lnTo>
                    <a:pt x="213221" y="89166"/>
                  </a:lnTo>
                  <a:lnTo>
                    <a:pt x="210656" y="84487"/>
                  </a:lnTo>
                  <a:lnTo>
                    <a:pt x="207944" y="79892"/>
                  </a:lnTo>
                  <a:lnTo>
                    <a:pt x="205085" y="75386"/>
                  </a:lnTo>
                  <a:lnTo>
                    <a:pt x="202085" y="70973"/>
                  </a:lnTo>
                  <a:lnTo>
                    <a:pt x="198945" y="66658"/>
                  </a:lnTo>
                  <a:lnTo>
                    <a:pt x="195669" y="62446"/>
                  </a:lnTo>
                  <a:lnTo>
                    <a:pt x="192260" y="58341"/>
                  </a:lnTo>
                  <a:lnTo>
                    <a:pt x="188722" y="54346"/>
                  </a:lnTo>
                  <a:lnTo>
                    <a:pt x="185059" y="50467"/>
                  </a:lnTo>
                  <a:lnTo>
                    <a:pt x="181273" y="46706"/>
                  </a:lnTo>
                  <a:lnTo>
                    <a:pt x="177369" y="43068"/>
                  </a:lnTo>
                  <a:lnTo>
                    <a:pt x="173351" y="39557"/>
                  </a:lnTo>
                  <a:lnTo>
                    <a:pt x="169223" y="36175"/>
                  </a:lnTo>
                  <a:lnTo>
                    <a:pt x="164990" y="32927"/>
                  </a:lnTo>
                  <a:lnTo>
                    <a:pt x="160654" y="29816"/>
                  </a:lnTo>
                  <a:lnTo>
                    <a:pt x="156222" y="26845"/>
                  </a:lnTo>
                  <a:lnTo>
                    <a:pt x="151697" y="24016"/>
                  </a:lnTo>
                  <a:lnTo>
                    <a:pt x="147084" y="21334"/>
                  </a:lnTo>
                  <a:lnTo>
                    <a:pt x="142388" y="18800"/>
                  </a:lnTo>
                  <a:lnTo>
                    <a:pt x="137614" y="16417"/>
                  </a:lnTo>
                  <a:lnTo>
                    <a:pt x="132765" y="14188"/>
                  </a:lnTo>
                  <a:lnTo>
                    <a:pt x="127849" y="12115"/>
                  </a:lnTo>
                  <a:lnTo>
                    <a:pt x="122868" y="10200"/>
                  </a:lnTo>
                  <a:lnTo>
                    <a:pt x="117829" y="8445"/>
                  </a:lnTo>
                  <a:lnTo>
                    <a:pt x="112736" y="6851"/>
                  </a:lnTo>
                  <a:lnTo>
                    <a:pt x="107595" y="5421"/>
                  </a:lnTo>
                  <a:lnTo>
                    <a:pt x="102411" y="4156"/>
                  </a:lnTo>
                  <a:lnTo>
                    <a:pt x="97190" y="3056"/>
                  </a:lnTo>
                  <a:lnTo>
                    <a:pt x="91936" y="2124"/>
                  </a:lnTo>
                  <a:lnTo>
                    <a:pt x="86655" y="1360"/>
                  </a:lnTo>
                  <a:lnTo>
                    <a:pt x="81352" y="765"/>
                  </a:lnTo>
                  <a:lnTo>
                    <a:pt x="76033" y="340"/>
                  </a:lnTo>
                  <a:lnTo>
                    <a:pt x="70703" y="85"/>
                  </a:lnTo>
                  <a:lnTo>
                    <a:pt x="65367" y="0"/>
                  </a:lnTo>
                  <a:lnTo>
                    <a:pt x="653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51847" y="3707720"/>
              <a:ext cx="186163" cy="334319"/>
            </a:xfrm>
            <a:custGeom>
              <a:avLst/>
              <a:pathLst>
                <a:path w="186163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9" y="2124"/>
                  </a:lnTo>
                  <a:lnTo>
                    <a:pt x="135346" y="3055"/>
                  </a:lnTo>
                  <a:lnTo>
                    <a:pt x="130125" y="4154"/>
                  </a:lnTo>
                  <a:lnTo>
                    <a:pt x="124942" y="5419"/>
                  </a:lnTo>
                  <a:lnTo>
                    <a:pt x="119802" y="6849"/>
                  </a:lnTo>
                  <a:lnTo>
                    <a:pt x="114710" y="8442"/>
                  </a:lnTo>
                  <a:lnTo>
                    <a:pt x="109672" y="10197"/>
                  </a:lnTo>
                  <a:lnTo>
                    <a:pt x="104692" y="12111"/>
                  </a:lnTo>
                  <a:lnTo>
                    <a:pt x="99776" y="14184"/>
                  </a:lnTo>
                  <a:lnTo>
                    <a:pt x="94928" y="16412"/>
                  </a:lnTo>
                  <a:lnTo>
                    <a:pt x="90154" y="18794"/>
                  </a:lnTo>
                  <a:lnTo>
                    <a:pt x="85459" y="21327"/>
                  </a:lnTo>
                  <a:lnTo>
                    <a:pt x="80846" y="24008"/>
                  </a:lnTo>
                  <a:lnTo>
                    <a:pt x="76322" y="26836"/>
                  </a:lnTo>
                  <a:lnTo>
                    <a:pt x="71890" y="29806"/>
                  </a:lnTo>
                  <a:lnTo>
                    <a:pt x="67555" y="32916"/>
                  </a:lnTo>
                  <a:lnTo>
                    <a:pt x="63322" y="36163"/>
                  </a:lnTo>
                  <a:lnTo>
                    <a:pt x="59194" y="39544"/>
                  </a:lnTo>
                  <a:lnTo>
                    <a:pt x="55177" y="43054"/>
                  </a:lnTo>
                  <a:lnTo>
                    <a:pt x="51273" y="46691"/>
                  </a:lnTo>
                  <a:lnTo>
                    <a:pt x="47487" y="50451"/>
                  </a:lnTo>
                  <a:lnTo>
                    <a:pt x="43824" y="54329"/>
                  </a:lnTo>
                  <a:lnTo>
                    <a:pt x="40286" y="58322"/>
                  </a:lnTo>
                  <a:lnTo>
                    <a:pt x="36877" y="62427"/>
                  </a:lnTo>
                  <a:lnTo>
                    <a:pt x="33601" y="66637"/>
                  </a:lnTo>
                  <a:lnTo>
                    <a:pt x="30461" y="70951"/>
                  </a:lnTo>
                  <a:lnTo>
                    <a:pt x="27460" y="75362"/>
                  </a:lnTo>
                  <a:lnTo>
                    <a:pt x="24602" y="79867"/>
                  </a:lnTo>
                  <a:lnTo>
                    <a:pt x="21889" y="84461"/>
                  </a:lnTo>
                  <a:lnTo>
                    <a:pt x="19323" y="89139"/>
                  </a:lnTo>
                  <a:lnTo>
                    <a:pt x="16909" y="93896"/>
                  </a:lnTo>
                  <a:lnTo>
                    <a:pt x="14647" y="98728"/>
                  </a:lnTo>
                  <a:lnTo>
                    <a:pt x="12541" y="103630"/>
                  </a:lnTo>
                  <a:lnTo>
                    <a:pt x="10592" y="108597"/>
                  </a:lnTo>
                  <a:lnTo>
                    <a:pt x="8803" y="113623"/>
                  </a:lnTo>
                  <a:lnTo>
                    <a:pt x="7175" y="118704"/>
                  </a:lnTo>
                  <a:lnTo>
                    <a:pt x="5710" y="123834"/>
                  </a:lnTo>
                  <a:lnTo>
                    <a:pt x="4409" y="129008"/>
                  </a:lnTo>
                  <a:lnTo>
                    <a:pt x="3274" y="134221"/>
                  </a:lnTo>
                  <a:lnTo>
                    <a:pt x="2306" y="139468"/>
                  </a:lnTo>
                  <a:lnTo>
                    <a:pt x="1506" y="144743"/>
                  </a:lnTo>
                  <a:lnTo>
                    <a:pt x="875" y="150040"/>
                  </a:lnTo>
                  <a:lnTo>
                    <a:pt x="413" y="155355"/>
                  </a:lnTo>
                  <a:lnTo>
                    <a:pt x="121" y="160683"/>
                  </a:lnTo>
                  <a:lnTo>
                    <a:pt x="0" y="166016"/>
                  </a:lnTo>
                  <a:lnTo>
                    <a:pt x="48" y="171351"/>
                  </a:lnTo>
                  <a:lnTo>
                    <a:pt x="267" y="176682"/>
                  </a:lnTo>
                  <a:lnTo>
                    <a:pt x="655" y="182003"/>
                  </a:lnTo>
                  <a:lnTo>
                    <a:pt x="1213" y="187309"/>
                  </a:lnTo>
                  <a:lnTo>
                    <a:pt x="1941" y="192594"/>
                  </a:lnTo>
                  <a:lnTo>
                    <a:pt x="2836" y="197854"/>
                  </a:lnTo>
                  <a:lnTo>
                    <a:pt x="3899" y="203082"/>
                  </a:lnTo>
                  <a:lnTo>
                    <a:pt x="5128" y="208274"/>
                  </a:lnTo>
                  <a:lnTo>
                    <a:pt x="6523" y="213424"/>
                  </a:lnTo>
                  <a:lnTo>
                    <a:pt x="8081" y="218526"/>
                  </a:lnTo>
                  <a:lnTo>
                    <a:pt x="9801" y="223577"/>
                  </a:lnTo>
                  <a:lnTo>
                    <a:pt x="11681" y="228570"/>
                  </a:lnTo>
                  <a:lnTo>
                    <a:pt x="13720" y="233500"/>
                  </a:lnTo>
                  <a:lnTo>
                    <a:pt x="15914" y="238363"/>
                  </a:lnTo>
                  <a:lnTo>
                    <a:pt x="18263" y="243153"/>
                  </a:lnTo>
                  <a:lnTo>
                    <a:pt x="20764" y="247866"/>
                  </a:lnTo>
                  <a:lnTo>
                    <a:pt x="23414" y="252496"/>
                  </a:lnTo>
                  <a:lnTo>
                    <a:pt x="26210" y="257040"/>
                  </a:lnTo>
                  <a:lnTo>
                    <a:pt x="29150" y="261492"/>
                  </a:lnTo>
                  <a:lnTo>
                    <a:pt x="32230" y="265849"/>
                  </a:lnTo>
                  <a:lnTo>
                    <a:pt x="35448" y="270104"/>
                  </a:lnTo>
                  <a:lnTo>
                    <a:pt x="38800" y="274255"/>
                  </a:lnTo>
                  <a:lnTo>
                    <a:pt x="42282" y="278297"/>
                  </a:lnTo>
                  <a:lnTo>
                    <a:pt x="45892" y="282225"/>
                  </a:lnTo>
                  <a:lnTo>
                    <a:pt x="49626" y="286036"/>
                  </a:lnTo>
                  <a:lnTo>
                    <a:pt x="53479" y="289727"/>
                  </a:lnTo>
                  <a:lnTo>
                    <a:pt x="57448" y="293292"/>
                  </a:lnTo>
                  <a:lnTo>
                    <a:pt x="61528" y="296729"/>
                  </a:lnTo>
                  <a:lnTo>
                    <a:pt x="65717" y="300034"/>
                  </a:lnTo>
                  <a:lnTo>
                    <a:pt x="70008" y="303203"/>
                  </a:lnTo>
                  <a:lnTo>
                    <a:pt x="74399" y="306234"/>
                  </a:lnTo>
                  <a:lnTo>
                    <a:pt x="78884" y="309124"/>
                  </a:lnTo>
                  <a:lnTo>
                    <a:pt x="83459" y="311869"/>
                  </a:lnTo>
                  <a:lnTo>
                    <a:pt x="88119" y="314466"/>
                  </a:lnTo>
                  <a:lnTo>
                    <a:pt x="92860" y="316913"/>
                  </a:lnTo>
                  <a:lnTo>
                    <a:pt x="97676" y="319208"/>
                  </a:lnTo>
                  <a:lnTo>
                    <a:pt x="102564" y="321348"/>
                  </a:lnTo>
                  <a:lnTo>
                    <a:pt x="107517" y="323331"/>
                  </a:lnTo>
                  <a:lnTo>
                    <a:pt x="112530" y="325155"/>
                  </a:lnTo>
                  <a:lnTo>
                    <a:pt x="117600" y="326818"/>
                  </a:lnTo>
                  <a:lnTo>
                    <a:pt x="122720" y="328318"/>
                  </a:lnTo>
                  <a:lnTo>
                    <a:pt x="127885" y="329654"/>
                  </a:lnTo>
                  <a:lnTo>
                    <a:pt x="133090" y="330825"/>
                  </a:lnTo>
                  <a:lnTo>
                    <a:pt x="138330" y="331829"/>
                  </a:lnTo>
                  <a:lnTo>
                    <a:pt x="143599" y="332665"/>
                  </a:lnTo>
                  <a:lnTo>
                    <a:pt x="148892" y="333333"/>
                  </a:lnTo>
                  <a:lnTo>
                    <a:pt x="154204" y="333831"/>
                  </a:lnTo>
                  <a:lnTo>
                    <a:pt x="159529" y="334160"/>
                  </a:lnTo>
                  <a:lnTo>
                    <a:pt x="164862" y="334319"/>
                  </a:lnTo>
                  <a:lnTo>
                    <a:pt x="170197" y="334307"/>
                  </a:lnTo>
                  <a:lnTo>
                    <a:pt x="175529" y="334125"/>
                  </a:lnTo>
                  <a:lnTo>
                    <a:pt x="180853" y="333773"/>
                  </a:lnTo>
                  <a:lnTo>
                    <a:pt x="186163" y="33325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34"/>
              <a:ext cx="167151" cy="333237"/>
            </a:xfrm>
            <a:custGeom>
              <a:avLst/>
              <a:pathLst>
                <a:path w="167151" h="333237">
                  <a:moveTo>
                    <a:pt x="18999" y="333237"/>
                  </a:moveTo>
                  <a:lnTo>
                    <a:pt x="24315" y="332542"/>
                  </a:lnTo>
                  <a:lnTo>
                    <a:pt x="29606" y="331678"/>
                  </a:lnTo>
                  <a:lnTo>
                    <a:pt x="34866" y="330644"/>
                  </a:lnTo>
                  <a:lnTo>
                    <a:pt x="40091" y="329442"/>
                  </a:lnTo>
                  <a:lnTo>
                    <a:pt x="45274" y="328073"/>
                  </a:lnTo>
                  <a:lnTo>
                    <a:pt x="50411" y="326538"/>
                  </a:lnTo>
                  <a:lnTo>
                    <a:pt x="55496" y="324840"/>
                  </a:lnTo>
                  <a:lnTo>
                    <a:pt x="60523" y="322979"/>
                  </a:lnTo>
                  <a:lnTo>
                    <a:pt x="65489" y="320958"/>
                  </a:lnTo>
                  <a:lnTo>
                    <a:pt x="70387" y="318779"/>
                  </a:lnTo>
                  <a:lnTo>
                    <a:pt x="75213" y="316444"/>
                  </a:lnTo>
                  <a:lnTo>
                    <a:pt x="79961" y="313956"/>
                  </a:lnTo>
                  <a:lnTo>
                    <a:pt x="84628" y="311316"/>
                  </a:lnTo>
                  <a:lnTo>
                    <a:pt x="89207" y="308528"/>
                  </a:lnTo>
                  <a:lnTo>
                    <a:pt x="93694" y="305595"/>
                  </a:lnTo>
                  <a:lnTo>
                    <a:pt x="98085" y="302520"/>
                  </a:lnTo>
                  <a:lnTo>
                    <a:pt x="102375" y="299305"/>
                  </a:lnTo>
                  <a:lnTo>
                    <a:pt x="106560" y="295954"/>
                  </a:lnTo>
                  <a:lnTo>
                    <a:pt x="110636" y="292471"/>
                  </a:lnTo>
                  <a:lnTo>
                    <a:pt x="114597" y="288859"/>
                  </a:lnTo>
                  <a:lnTo>
                    <a:pt x="118441" y="285122"/>
                  </a:lnTo>
                  <a:lnTo>
                    <a:pt x="122163" y="281263"/>
                  </a:lnTo>
                  <a:lnTo>
                    <a:pt x="125759" y="277287"/>
                  </a:lnTo>
                  <a:lnTo>
                    <a:pt x="129226" y="273198"/>
                  </a:lnTo>
                  <a:lnTo>
                    <a:pt x="132560" y="269000"/>
                  </a:lnTo>
                  <a:lnTo>
                    <a:pt x="135757" y="264697"/>
                  </a:lnTo>
                  <a:lnTo>
                    <a:pt x="138815" y="260293"/>
                  </a:lnTo>
                  <a:lnTo>
                    <a:pt x="141730" y="255794"/>
                  </a:lnTo>
                  <a:lnTo>
                    <a:pt x="144500" y="251204"/>
                  </a:lnTo>
                  <a:lnTo>
                    <a:pt x="147121" y="246527"/>
                  </a:lnTo>
                  <a:lnTo>
                    <a:pt x="149590" y="241769"/>
                  </a:lnTo>
                  <a:lnTo>
                    <a:pt x="151906" y="236934"/>
                  </a:lnTo>
                  <a:lnTo>
                    <a:pt x="154065" y="232027"/>
                  </a:lnTo>
                  <a:lnTo>
                    <a:pt x="156066" y="227053"/>
                  </a:lnTo>
                  <a:lnTo>
                    <a:pt x="157907" y="222018"/>
                  </a:lnTo>
                  <a:lnTo>
                    <a:pt x="159585" y="216926"/>
                  </a:lnTo>
                  <a:lnTo>
                    <a:pt x="161099" y="211784"/>
                  </a:lnTo>
                  <a:lnTo>
                    <a:pt x="162447" y="206595"/>
                  </a:lnTo>
                  <a:lnTo>
                    <a:pt x="163628" y="201366"/>
                  </a:lnTo>
                  <a:lnTo>
                    <a:pt x="164641" y="196101"/>
                  </a:lnTo>
                  <a:lnTo>
                    <a:pt x="165485" y="190807"/>
                  </a:lnTo>
                  <a:lnTo>
                    <a:pt x="166158" y="185488"/>
                  </a:lnTo>
                  <a:lnTo>
                    <a:pt x="166661" y="180151"/>
                  </a:lnTo>
                  <a:lnTo>
                    <a:pt x="166992" y="174800"/>
                  </a:lnTo>
                  <a:lnTo>
                    <a:pt x="167151" y="169441"/>
                  </a:lnTo>
                  <a:lnTo>
                    <a:pt x="167139" y="164080"/>
                  </a:lnTo>
                  <a:lnTo>
                    <a:pt x="166954" y="158723"/>
                  </a:lnTo>
                  <a:lnTo>
                    <a:pt x="166598" y="153373"/>
                  </a:lnTo>
                  <a:lnTo>
                    <a:pt x="166071" y="148038"/>
                  </a:lnTo>
                  <a:lnTo>
                    <a:pt x="165372" y="142723"/>
                  </a:lnTo>
                  <a:lnTo>
                    <a:pt x="164504" y="137433"/>
                  </a:lnTo>
                  <a:lnTo>
                    <a:pt x="163466" y="132173"/>
                  </a:lnTo>
                  <a:lnTo>
                    <a:pt x="162261" y="126949"/>
                  </a:lnTo>
                  <a:lnTo>
                    <a:pt x="160888" y="121767"/>
                  </a:lnTo>
                  <a:lnTo>
                    <a:pt x="159350" y="116631"/>
                  </a:lnTo>
                  <a:lnTo>
                    <a:pt x="157648" y="111548"/>
                  </a:lnTo>
                  <a:lnTo>
                    <a:pt x="155784" y="106521"/>
                  </a:lnTo>
                  <a:lnTo>
                    <a:pt x="153760" y="101557"/>
                  </a:lnTo>
                  <a:lnTo>
                    <a:pt x="151577" y="96660"/>
                  </a:lnTo>
                  <a:lnTo>
                    <a:pt x="149239" y="91836"/>
                  </a:lnTo>
                  <a:lnTo>
                    <a:pt x="146747" y="87090"/>
                  </a:lnTo>
                  <a:lnTo>
                    <a:pt x="144104" y="82425"/>
                  </a:lnTo>
                  <a:lnTo>
                    <a:pt x="141313" y="77848"/>
                  </a:lnTo>
                  <a:lnTo>
                    <a:pt x="138377" y="73362"/>
                  </a:lnTo>
                  <a:lnTo>
                    <a:pt x="135298" y="68974"/>
                  </a:lnTo>
                  <a:lnTo>
                    <a:pt x="132081" y="64686"/>
                  </a:lnTo>
                  <a:lnTo>
                    <a:pt x="128727" y="60503"/>
                  </a:lnTo>
                  <a:lnTo>
                    <a:pt x="125241" y="56430"/>
                  </a:lnTo>
                  <a:lnTo>
                    <a:pt x="121626" y="52471"/>
                  </a:lnTo>
                  <a:lnTo>
                    <a:pt x="117886" y="48630"/>
                  </a:lnTo>
                  <a:lnTo>
                    <a:pt x="114025" y="44911"/>
                  </a:lnTo>
                  <a:lnTo>
                    <a:pt x="110047" y="41317"/>
                  </a:lnTo>
                  <a:lnTo>
                    <a:pt x="105955" y="37853"/>
                  </a:lnTo>
                  <a:lnTo>
                    <a:pt x="101755" y="34522"/>
                  </a:lnTo>
                  <a:lnTo>
                    <a:pt x="97449" y="31328"/>
                  </a:lnTo>
                  <a:lnTo>
                    <a:pt x="93044" y="28273"/>
                  </a:lnTo>
                  <a:lnTo>
                    <a:pt x="88543" y="25361"/>
                  </a:lnTo>
                  <a:lnTo>
                    <a:pt x="83951" y="22594"/>
                  </a:lnTo>
                  <a:lnTo>
                    <a:pt x="79272" y="19977"/>
                  </a:lnTo>
                  <a:lnTo>
                    <a:pt x="74512" y="17510"/>
                  </a:lnTo>
                  <a:lnTo>
                    <a:pt x="69675" y="15198"/>
                  </a:lnTo>
                  <a:lnTo>
                    <a:pt x="64767" y="13042"/>
                  </a:lnTo>
                  <a:lnTo>
                    <a:pt x="59792" y="11044"/>
                  </a:lnTo>
                  <a:lnTo>
                    <a:pt x="54756" y="9207"/>
                  </a:lnTo>
                  <a:lnTo>
                    <a:pt x="49663" y="7533"/>
                  </a:lnTo>
                  <a:lnTo>
                    <a:pt x="44519" y="6023"/>
                  </a:lnTo>
                  <a:lnTo>
                    <a:pt x="39329" y="4678"/>
                  </a:lnTo>
                  <a:lnTo>
                    <a:pt x="34099" y="3500"/>
                  </a:lnTo>
                  <a:lnTo>
                    <a:pt x="28834" y="2491"/>
                  </a:lnTo>
                  <a:lnTo>
                    <a:pt x="23539" y="1651"/>
                  </a:lnTo>
                  <a:lnTo>
                    <a:pt x="18220" y="981"/>
                  </a:lnTo>
                  <a:lnTo>
                    <a:pt x="12882" y="483"/>
                  </a:lnTo>
                  <a:lnTo>
                    <a:pt x="7531" y="155"/>
                  </a:lnTo>
                  <a:lnTo>
                    <a:pt x="2173" y="0"/>
                  </a:lnTo>
                  <a:lnTo>
                    <a:pt x="0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919011" y="3707720"/>
              <a:ext cx="2173" cy="167167"/>
            </a:xfrm>
            <a:custGeom>
              <a:avLst/>
              <a:pathLst>
                <a:path w="2173" h="167167">
                  <a:moveTo>
                    <a:pt x="2173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tx90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2025-06-17T21:50:47Z</dcterms:modified>
  <cp:category/>
</cp:coreProperties>
</file>