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2021_non_BLSE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411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437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09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1183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448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464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506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314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14542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667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1130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028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2166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534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800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824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1737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2439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118035" y="1246560"/>
              <a:ext cx="1706484" cy="2490427"/>
            </a:xfrm>
            <a:custGeom>
              <a:avLst/>
              <a:pathLst>
                <a:path w="1706484" h="2490427">
                  <a:moveTo>
                    <a:pt x="0" y="0"/>
                  </a:moveTo>
                  <a:lnTo>
                    <a:pt x="1706484" y="2490427"/>
                  </a:lnTo>
                </a:path>
              </a:pathLst>
            </a:custGeom>
            <a:ln w="2831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1860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1710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543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882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227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6981118" y="3170392"/>
              <a:ext cx="2661" cy="167167"/>
            </a:xfrm>
            <a:custGeom>
              <a:avLst/>
              <a:pathLst>
                <a:path w="2661" h="167167">
                  <a:moveTo>
                    <a:pt x="2661" y="0"/>
                  </a:moveTo>
                  <a:lnTo>
                    <a:pt x="0" y="21"/>
                  </a:lnTo>
                  <a:lnTo>
                    <a:pt x="266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6981118" y="3170413"/>
              <a:ext cx="2661" cy="167146"/>
            </a:xfrm>
            <a:custGeom>
              <a:avLst/>
              <a:pathLst>
                <a:path w="2661" h="167146">
                  <a:moveTo>
                    <a:pt x="0" y="0"/>
                  </a:moveTo>
                  <a:lnTo>
                    <a:pt x="2661" y="167146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981118" y="3170413"/>
              <a:ext cx="2661" cy="167146"/>
            </a:xfrm>
            <a:custGeom>
              <a:avLst/>
              <a:pathLst>
                <a:path w="2661" h="167146">
                  <a:moveTo>
                    <a:pt x="0" y="0"/>
                  </a:moveTo>
                  <a:lnTo>
                    <a:pt x="2661" y="167146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1118" y="3170413"/>
              <a:ext cx="2661" cy="167146"/>
            </a:xfrm>
            <a:custGeom>
              <a:avLst/>
              <a:pathLst>
                <a:path w="2661" h="167146">
                  <a:moveTo>
                    <a:pt x="0" y="0"/>
                  </a:moveTo>
                  <a:lnTo>
                    <a:pt x="2661" y="16714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1118" y="3170413"/>
              <a:ext cx="2661" cy="167146"/>
            </a:xfrm>
            <a:custGeom>
              <a:avLst/>
              <a:pathLst>
                <a:path w="2661" h="167146">
                  <a:moveTo>
                    <a:pt x="0" y="0"/>
                  </a:moveTo>
                  <a:lnTo>
                    <a:pt x="2661" y="16714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1118" y="3170413"/>
              <a:ext cx="2661" cy="167146"/>
            </a:xfrm>
            <a:custGeom>
              <a:avLst/>
              <a:pathLst>
                <a:path w="2661" h="167146">
                  <a:moveTo>
                    <a:pt x="0" y="0"/>
                  </a:moveTo>
                  <a:lnTo>
                    <a:pt x="2661" y="16714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1118" y="3170413"/>
              <a:ext cx="2661" cy="167146"/>
            </a:xfrm>
            <a:custGeom>
              <a:avLst/>
              <a:pathLst>
                <a:path w="2661" h="167146">
                  <a:moveTo>
                    <a:pt x="0" y="0"/>
                  </a:moveTo>
                  <a:lnTo>
                    <a:pt x="2661" y="16714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1118" y="3170413"/>
              <a:ext cx="2661" cy="167146"/>
            </a:xfrm>
            <a:custGeom>
              <a:avLst/>
              <a:pathLst>
                <a:path w="2661" h="167146">
                  <a:moveTo>
                    <a:pt x="0" y="0"/>
                  </a:moveTo>
                  <a:lnTo>
                    <a:pt x="2661" y="16714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1118" y="3170413"/>
              <a:ext cx="2661" cy="167146"/>
            </a:xfrm>
            <a:custGeom>
              <a:avLst/>
              <a:pathLst>
                <a:path w="2661" h="167146">
                  <a:moveTo>
                    <a:pt x="0" y="0"/>
                  </a:moveTo>
                  <a:lnTo>
                    <a:pt x="2661" y="16714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1118" y="3170413"/>
              <a:ext cx="2661" cy="167146"/>
            </a:xfrm>
            <a:custGeom>
              <a:avLst/>
              <a:pathLst>
                <a:path w="2661" h="167146">
                  <a:moveTo>
                    <a:pt x="0" y="0"/>
                  </a:moveTo>
                  <a:lnTo>
                    <a:pt x="2661" y="16714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1118" y="3170413"/>
              <a:ext cx="2661" cy="167146"/>
            </a:xfrm>
            <a:custGeom>
              <a:avLst/>
              <a:pathLst>
                <a:path w="2661" h="167146">
                  <a:moveTo>
                    <a:pt x="0" y="0"/>
                  </a:moveTo>
                  <a:lnTo>
                    <a:pt x="2661" y="16714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1118" y="3170413"/>
              <a:ext cx="2661" cy="167146"/>
            </a:xfrm>
            <a:custGeom>
              <a:avLst/>
              <a:pathLst>
                <a:path w="2661" h="167146">
                  <a:moveTo>
                    <a:pt x="0" y="0"/>
                  </a:moveTo>
                  <a:lnTo>
                    <a:pt x="2661" y="16714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1118" y="3170413"/>
              <a:ext cx="2661" cy="167146"/>
            </a:xfrm>
            <a:custGeom>
              <a:avLst/>
              <a:pathLst>
                <a:path w="2661" h="167146">
                  <a:moveTo>
                    <a:pt x="0" y="0"/>
                  </a:moveTo>
                  <a:lnTo>
                    <a:pt x="2661" y="1671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1118" y="3170413"/>
              <a:ext cx="2661" cy="167146"/>
            </a:xfrm>
            <a:custGeom>
              <a:avLst/>
              <a:pathLst>
                <a:path w="2661" h="167146">
                  <a:moveTo>
                    <a:pt x="0" y="0"/>
                  </a:moveTo>
                  <a:lnTo>
                    <a:pt x="2661" y="1671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1118" y="3170413"/>
              <a:ext cx="2661" cy="167146"/>
            </a:xfrm>
            <a:custGeom>
              <a:avLst/>
              <a:pathLst>
                <a:path w="2661" h="167146">
                  <a:moveTo>
                    <a:pt x="0" y="0"/>
                  </a:moveTo>
                  <a:lnTo>
                    <a:pt x="2661" y="1671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1118" y="3170413"/>
              <a:ext cx="2661" cy="167146"/>
            </a:xfrm>
            <a:custGeom>
              <a:avLst/>
              <a:pathLst>
                <a:path w="2661" h="167146">
                  <a:moveTo>
                    <a:pt x="0" y="0"/>
                  </a:moveTo>
                  <a:lnTo>
                    <a:pt x="2661" y="1671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1118" y="3170413"/>
              <a:ext cx="2661" cy="167146"/>
            </a:xfrm>
            <a:custGeom>
              <a:avLst/>
              <a:pathLst>
                <a:path w="2661" h="167146">
                  <a:moveTo>
                    <a:pt x="0" y="0"/>
                  </a:moveTo>
                  <a:lnTo>
                    <a:pt x="2661" y="16714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1118" y="3170413"/>
              <a:ext cx="2661" cy="167146"/>
            </a:xfrm>
            <a:custGeom>
              <a:avLst/>
              <a:pathLst>
                <a:path w="2661" h="167146">
                  <a:moveTo>
                    <a:pt x="0" y="0"/>
                  </a:moveTo>
                  <a:lnTo>
                    <a:pt x="2661" y="1671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1118" y="3170413"/>
              <a:ext cx="2661" cy="167146"/>
            </a:xfrm>
            <a:custGeom>
              <a:avLst/>
              <a:pathLst>
                <a:path w="2661" h="167146">
                  <a:moveTo>
                    <a:pt x="0" y="0"/>
                  </a:moveTo>
                  <a:lnTo>
                    <a:pt x="2661" y="1671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1118" y="3170413"/>
              <a:ext cx="2661" cy="167146"/>
            </a:xfrm>
            <a:custGeom>
              <a:avLst/>
              <a:pathLst>
                <a:path w="2661" h="167146">
                  <a:moveTo>
                    <a:pt x="0" y="0"/>
                  </a:moveTo>
                  <a:lnTo>
                    <a:pt x="2661" y="16714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1118" y="3170413"/>
              <a:ext cx="2661" cy="167146"/>
            </a:xfrm>
            <a:custGeom>
              <a:avLst/>
              <a:pathLst>
                <a:path w="2661" h="167146">
                  <a:moveTo>
                    <a:pt x="0" y="0"/>
                  </a:moveTo>
                  <a:lnTo>
                    <a:pt x="2661" y="1671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1118" y="3170413"/>
              <a:ext cx="2661" cy="167146"/>
            </a:xfrm>
            <a:custGeom>
              <a:avLst/>
              <a:pathLst>
                <a:path w="2661" h="167146">
                  <a:moveTo>
                    <a:pt x="0" y="0"/>
                  </a:moveTo>
                  <a:lnTo>
                    <a:pt x="2661" y="1671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1118" y="3170413"/>
              <a:ext cx="2661" cy="167146"/>
            </a:xfrm>
            <a:custGeom>
              <a:avLst/>
              <a:pathLst>
                <a:path w="2661" h="167146">
                  <a:moveTo>
                    <a:pt x="0" y="0"/>
                  </a:moveTo>
                  <a:lnTo>
                    <a:pt x="2661" y="1671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1118" y="3170413"/>
              <a:ext cx="2661" cy="167146"/>
            </a:xfrm>
            <a:custGeom>
              <a:avLst/>
              <a:pathLst>
                <a:path w="2661" h="167146">
                  <a:moveTo>
                    <a:pt x="0" y="0"/>
                  </a:moveTo>
                  <a:lnTo>
                    <a:pt x="2661" y="1671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1118" y="3170413"/>
              <a:ext cx="2661" cy="167146"/>
            </a:xfrm>
            <a:custGeom>
              <a:avLst/>
              <a:pathLst>
                <a:path w="2661" h="167146">
                  <a:moveTo>
                    <a:pt x="0" y="0"/>
                  </a:moveTo>
                  <a:lnTo>
                    <a:pt x="2661" y="1671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1118" y="3170413"/>
              <a:ext cx="2661" cy="167146"/>
            </a:xfrm>
            <a:custGeom>
              <a:avLst/>
              <a:pathLst>
                <a:path w="2661" h="167146">
                  <a:moveTo>
                    <a:pt x="0" y="0"/>
                  </a:moveTo>
                  <a:lnTo>
                    <a:pt x="2661" y="1671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816611" y="3170413"/>
              <a:ext cx="334334" cy="334294"/>
            </a:xfrm>
            <a:custGeom>
              <a:avLst/>
              <a:pathLst>
                <a:path w="334334" h="334294">
                  <a:moveTo>
                    <a:pt x="164506" y="0"/>
                  </a:moveTo>
                  <a:lnTo>
                    <a:pt x="159205" y="168"/>
                  </a:lnTo>
                  <a:lnTo>
                    <a:pt x="153913" y="505"/>
                  </a:lnTo>
                  <a:lnTo>
                    <a:pt x="148634" y="1009"/>
                  </a:lnTo>
                  <a:lnTo>
                    <a:pt x="143373" y="1680"/>
                  </a:lnTo>
                  <a:lnTo>
                    <a:pt x="138137" y="2518"/>
                  </a:lnTo>
                  <a:lnTo>
                    <a:pt x="132930" y="3522"/>
                  </a:lnTo>
                  <a:lnTo>
                    <a:pt x="127757" y="4690"/>
                  </a:lnTo>
                  <a:lnTo>
                    <a:pt x="122624" y="6022"/>
                  </a:lnTo>
                  <a:lnTo>
                    <a:pt x="117535" y="7516"/>
                  </a:lnTo>
                  <a:lnTo>
                    <a:pt x="112497" y="9171"/>
                  </a:lnTo>
                  <a:lnTo>
                    <a:pt x="107514" y="10984"/>
                  </a:lnTo>
                  <a:lnTo>
                    <a:pt x="102590" y="12955"/>
                  </a:lnTo>
                  <a:lnTo>
                    <a:pt x="97732" y="15081"/>
                  </a:lnTo>
                  <a:lnTo>
                    <a:pt x="92943" y="17360"/>
                  </a:lnTo>
                  <a:lnTo>
                    <a:pt x="88230" y="19790"/>
                  </a:lnTo>
                  <a:lnTo>
                    <a:pt x="83595" y="22368"/>
                  </a:lnTo>
                  <a:lnTo>
                    <a:pt x="79045" y="25091"/>
                  </a:lnTo>
                  <a:lnTo>
                    <a:pt x="74583" y="27958"/>
                  </a:lnTo>
                  <a:lnTo>
                    <a:pt x="70215" y="30965"/>
                  </a:lnTo>
                  <a:lnTo>
                    <a:pt x="65944" y="34108"/>
                  </a:lnTo>
                  <a:lnTo>
                    <a:pt x="61775" y="37386"/>
                  </a:lnTo>
                  <a:lnTo>
                    <a:pt x="57713" y="40794"/>
                  </a:lnTo>
                  <a:lnTo>
                    <a:pt x="53760" y="44330"/>
                  </a:lnTo>
                  <a:lnTo>
                    <a:pt x="49921" y="47989"/>
                  </a:lnTo>
                  <a:lnTo>
                    <a:pt x="46201" y="51768"/>
                  </a:lnTo>
                  <a:lnTo>
                    <a:pt x="42602" y="55663"/>
                  </a:lnTo>
                  <a:lnTo>
                    <a:pt x="39128" y="59670"/>
                  </a:lnTo>
                  <a:lnTo>
                    <a:pt x="35784" y="63785"/>
                  </a:lnTo>
                  <a:lnTo>
                    <a:pt x="32571" y="68005"/>
                  </a:lnTo>
                  <a:lnTo>
                    <a:pt x="29494" y="72324"/>
                  </a:lnTo>
                  <a:lnTo>
                    <a:pt x="26556" y="76739"/>
                  </a:lnTo>
                  <a:lnTo>
                    <a:pt x="23759" y="81244"/>
                  </a:lnTo>
                  <a:lnTo>
                    <a:pt x="21106" y="85836"/>
                  </a:lnTo>
                  <a:lnTo>
                    <a:pt x="18601" y="90510"/>
                  </a:lnTo>
                  <a:lnTo>
                    <a:pt x="16245" y="95261"/>
                  </a:lnTo>
                  <a:lnTo>
                    <a:pt x="14040" y="100084"/>
                  </a:lnTo>
                  <a:lnTo>
                    <a:pt x="11990" y="104975"/>
                  </a:lnTo>
                  <a:lnTo>
                    <a:pt x="10096" y="109929"/>
                  </a:lnTo>
                  <a:lnTo>
                    <a:pt x="8361" y="114940"/>
                  </a:lnTo>
                  <a:lnTo>
                    <a:pt x="6785" y="120003"/>
                  </a:lnTo>
                  <a:lnTo>
                    <a:pt x="5370" y="125114"/>
                  </a:lnTo>
                  <a:lnTo>
                    <a:pt x="4118" y="130267"/>
                  </a:lnTo>
                  <a:lnTo>
                    <a:pt x="3030" y="135458"/>
                  </a:lnTo>
                  <a:lnTo>
                    <a:pt x="2108" y="140680"/>
                  </a:lnTo>
                  <a:lnTo>
                    <a:pt x="1351" y="145929"/>
                  </a:lnTo>
                  <a:lnTo>
                    <a:pt x="762" y="151199"/>
                  </a:lnTo>
                  <a:lnTo>
                    <a:pt x="340" y="156485"/>
                  </a:lnTo>
                  <a:lnTo>
                    <a:pt x="86" y="161782"/>
                  </a:lnTo>
                  <a:lnTo>
                    <a:pt x="0" y="167085"/>
                  </a:lnTo>
                  <a:lnTo>
                    <a:pt x="82" y="172387"/>
                  </a:lnTo>
                  <a:lnTo>
                    <a:pt x="332" y="177685"/>
                  </a:lnTo>
                  <a:lnTo>
                    <a:pt x="750" y="182971"/>
                  </a:lnTo>
                  <a:lnTo>
                    <a:pt x="1336" y="188242"/>
                  </a:lnTo>
                  <a:lnTo>
                    <a:pt x="2089" y="193491"/>
                  </a:lnTo>
                  <a:lnTo>
                    <a:pt x="3007" y="198714"/>
                  </a:lnTo>
                  <a:lnTo>
                    <a:pt x="4091" y="203905"/>
                  </a:lnTo>
                  <a:lnTo>
                    <a:pt x="5339" y="209060"/>
                  </a:lnTo>
                  <a:lnTo>
                    <a:pt x="6750" y="214172"/>
                  </a:lnTo>
                  <a:lnTo>
                    <a:pt x="8323" y="219236"/>
                  </a:lnTo>
                  <a:lnTo>
                    <a:pt x="10055" y="224248"/>
                  </a:lnTo>
                  <a:lnTo>
                    <a:pt x="11945" y="229203"/>
                  </a:lnTo>
                  <a:lnTo>
                    <a:pt x="13992" y="234096"/>
                  </a:lnTo>
                  <a:lnTo>
                    <a:pt x="16192" y="238920"/>
                  </a:lnTo>
                  <a:lnTo>
                    <a:pt x="18545" y="243673"/>
                  </a:lnTo>
                  <a:lnTo>
                    <a:pt x="21047" y="248349"/>
                  </a:lnTo>
                  <a:lnTo>
                    <a:pt x="23696" y="252943"/>
                  </a:lnTo>
                  <a:lnTo>
                    <a:pt x="26490" y="257450"/>
                  </a:lnTo>
                  <a:lnTo>
                    <a:pt x="29425" y="261867"/>
                  </a:lnTo>
                  <a:lnTo>
                    <a:pt x="32499" y="266189"/>
                  </a:lnTo>
                  <a:lnTo>
                    <a:pt x="35708" y="270410"/>
                  </a:lnTo>
                  <a:lnTo>
                    <a:pt x="39050" y="274528"/>
                  </a:lnTo>
                  <a:lnTo>
                    <a:pt x="42521" y="278538"/>
                  </a:lnTo>
                  <a:lnTo>
                    <a:pt x="46117" y="282436"/>
                  </a:lnTo>
                  <a:lnTo>
                    <a:pt x="49834" y="286217"/>
                  </a:lnTo>
                  <a:lnTo>
                    <a:pt x="53670" y="289879"/>
                  </a:lnTo>
                  <a:lnTo>
                    <a:pt x="57620" y="293417"/>
                  </a:lnTo>
                  <a:lnTo>
                    <a:pt x="61681" y="296829"/>
                  </a:lnTo>
                  <a:lnTo>
                    <a:pt x="65847" y="300109"/>
                  </a:lnTo>
                  <a:lnTo>
                    <a:pt x="70116" y="303256"/>
                  </a:lnTo>
                  <a:lnTo>
                    <a:pt x="74482" y="306266"/>
                  </a:lnTo>
                  <a:lnTo>
                    <a:pt x="78942" y="309136"/>
                  </a:lnTo>
                  <a:lnTo>
                    <a:pt x="83490" y="311863"/>
                  </a:lnTo>
                  <a:lnTo>
                    <a:pt x="88122" y="314444"/>
                  </a:lnTo>
                  <a:lnTo>
                    <a:pt x="92834" y="316878"/>
                  </a:lnTo>
                  <a:lnTo>
                    <a:pt x="97621" y="319160"/>
                  </a:lnTo>
                  <a:lnTo>
                    <a:pt x="102478" y="321289"/>
                  </a:lnTo>
                  <a:lnTo>
                    <a:pt x="107400" y="323264"/>
                  </a:lnTo>
                  <a:lnTo>
                    <a:pt x="112382" y="325081"/>
                  </a:lnTo>
                  <a:lnTo>
                    <a:pt x="117419" y="326739"/>
                  </a:lnTo>
                  <a:lnTo>
                    <a:pt x="122506" y="328237"/>
                  </a:lnTo>
                  <a:lnTo>
                    <a:pt x="127638" y="329573"/>
                  </a:lnTo>
                  <a:lnTo>
                    <a:pt x="132810" y="330745"/>
                  </a:lnTo>
                  <a:lnTo>
                    <a:pt x="138017" y="331752"/>
                  </a:lnTo>
                  <a:lnTo>
                    <a:pt x="143253" y="332594"/>
                  </a:lnTo>
                  <a:lnTo>
                    <a:pt x="148513" y="333269"/>
                  </a:lnTo>
                  <a:lnTo>
                    <a:pt x="153791" y="333777"/>
                  </a:lnTo>
                  <a:lnTo>
                    <a:pt x="159084" y="334118"/>
                  </a:lnTo>
                  <a:lnTo>
                    <a:pt x="164384" y="334290"/>
                  </a:lnTo>
                  <a:lnTo>
                    <a:pt x="169687" y="334294"/>
                  </a:lnTo>
                  <a:lnTo>
                    <a:pt x="174988" y="334130"/>
                  </a:lnTo>
                  <a:lnTo>
                    <a:pt x="180280" y="333798"/>
                  </a:lnTo>
                  <a:lnTo>
                    <a:pt x="185560" y="333298"/>
                  </a:lnTo>
                  <a:lnTo>
                    <a:pt x="190821" y="332631"/>
                  </a:lnTo>
                  <a:lnTo>
                    <a:pt x="196058" y="331798"/>
                  </a:lnTo>
                  <a:lnTo>
                    <a:pt x="201266" y="330798"/>
                  </a:lnTo>
                  <a:lnTo>
                    <a:pt x="206440" y="329634"/>
                  </a:lnTo>
                  <a:lnTo>
                    <a:pt x="211574" y="328307"/>
                  </a:lnTo>
                  <a:lnTo>
                    <a:pt x="216664" y="326817"/>
                  </a:lnTo>
                  <a:lnTo>
                    <a:pt x="221704" y="325167"/>
                  </a:lnTo>
                  <a:lnTo>
                    <a:pt x="226689" y="323358"/>
                  </a:lnTo>
                  <a:lnTo>
                    <a:pt x="231614" y="321391"/>
                  </a:lnTo>
                  <a:lnTo>
                    <a:pt x="236474" y="319269"/>
                  </a:lnTo>
                  <a:lnTo>
                    <a:pt x="241264" y="316994"/>
                  </a:lnTo>
                  <a:lnTo>
                    <a:pt x="245980" y="314568"/>
                  </a:lnTo>
                  <a:lnTo>
                    <a:pt x="250616" y="311994"/>
                  </a:lnTo>
                  <a:lnTo>
                    <a:pt x="255169" y="309275"/>
                  </a:lnTo>
                  <a:lnTo>
                    <a:pt x="259633" y="306412"/>
                  </a:lnTo>
                  <a:lnTo>
                    <a:pt x="264004" y="303409"/>
                  </a:lnTo>
                  <a:lnTo>
                    <a:pt x="268277" y="300268"/>
                  </a:lnTo>
                  <a:lnTo>
                    <a:pt x="272449" y="296994"/>
                  </a:lnTo>
                  <a:lnTo>
                    <a:pt x="276515" y="293589"/>
                  </a:lnTo>
                  <a:lnTo>
                    <a:pt x="280470" y="290057"/>
                  </a:lnTo>
                  <a:lnTo>
                    <a:pt x="284312" y="286402"/>
                  </a:lnTo>
                  <a:lnTo>
                    <a:pt x="288036" y="282626"/>
                  </a:lnTo>
                  <a:lnTo>
                    <a:pt x="291638" y="278734"/>
                  </a:lnTo>
                  <a:lnTo>
                    <a:pt x="295115" y="274730"/>
                  </a:lnTo>
                  <a:lnTo>
                    <a:pt x="298463" y="270617"/>
                  </a:lnTo>
                  <a:lnTo>
                    <a:pt x="301679" y="266400"/>
                  </a:lnTo>
                  <a:lnTo>
                    <a:pt x="304760" y="262084"/>
                  </a:lnTo>
                  <a:lnTo>
                    <a:pt x="307702" y="257672"/>
                  </a:lnTo>
                  <a:lnTo>
                    <a:pt x="310502" y="253168"/>
                  </a:lnTo>
                  <a:lnTo>
                    <a:pt x="313159" y="248579"/>
                  </a:lnTo>
                  <a:lnTo>
                    <a:pt x="315668" y="243907"/>
                  </a:lnTo>
                  <a:lnTo>
                    <a:pt x="318029" y="239158"/>
                  </a:lnTo>
                  <a:lnTo>
                    <a:pt x="320237" y="234336"/>
                  </a:lnTo>
                  <a:lnTo>
                    <a:pt x="322291" y="229447"/>
                  </a:lnTo>
                  <a:lnTo>
                    <a:pt x="324189" y="224495"/>
                  </a:lnTo>
                  <a:lnTo>
                    <a:pt x="325929" y="219486"/>
                  </a:lnTo>
                  <a:lnTo>
                    <a:pt x="327510" y="214424"/>
                  </a:lnTo>
                  <a:lnTo>
                    <a:pt x="328928" y="209314"/>
                  </a:lnTo>
                  <a:lnTo>
                    <a:pt x="330185" y="204162"/>
                  </a:lnTo>
                  <a:lnTo>
                    <a:pt x="331277" y="198972"/>
                  </a:lnTo>
                  <a:lnTo>
                    <a:pt x="332204" y="193751"/>
                  </a:lnTo>
                  <a:lnTo>
                    <a:pt x="332965" y="188503"/>
                  </a:lnTo>
                  <a:lnTo>
                    <a:pt x="333559" y="183233"/>
                  </a:lnTo>
                  <a:lnTo>
                    <a:pt x="333985" y="177947"/>
                  </a:lnTo>
                  <a:lnTo>
                    <a:pt x="334244" y="172650"/>
                  </a:lnTo>
                  <a:lnTo>
                    <a:pt x="334334" y="167348"/>
                  </a:lnTo>
                  <a:lnTo>
                    <a:pt x="334257" y="162045"/>
                  </a:lnTo>
                  <a:lnTo>
                    <a:pt x="334011" y="156748"/>
                  </a:lnTo>
                  <a:lnTo>
                    <a:pt x="333597" y="151461"/>
                  </a:lnTo>
                  <a:lnTo>
                    <a:pt x="333016" y="146190"/>
                  </a:lnTo>
                  <a:lnTo>
                    <a:pt x="332267" y="140940"/>
                  </a:lnTo>
                  <a:lnTo>
                    <a:pt x="331353" y="135716"/>
                  </a:lnTo>
                  <a:lnTo>
                    <a:pt x="330274" y="130524"/>
                  </a:lnTo>
                  <a:lnTo>
                    <a:pt x="329030" y="125369"/>
                  </a:lnTo>
                  <a:lnTo>
                    <a:pt x="327623" y="120255"/>
                  </a:lnTo>
                  <a:lnTo>
                    <a:pt x="326055" y="115189"/>
                  </a:lnTo>
                  <a:lnTo>
                    <a:pt x="324327" y="110176"/>
                  </a:lnTo>
                  <a:lnTo>
                    <a:pt x="322441" y="105219"/>
                  </a:lnTo>
                  <a:lnTo>
                    <a:pt x="320399" y="100325"/>
                  </a:lnTo>
                  <a:lnTo>
                    <a:pt x="318202" y="95498"/>
                  </a:lnTo>
                  <a:lnTo>
                    <a:pt x="315853" y="90744"/>
                  </a:lnTo>
                  <a:lnTo>
                    <a:pt x="313355" y="86066"/>
                  </a:lnTo>
                  <a:lnTo>
                    <a:pt x="310710" y="81470"/>
                  </a:lnTo>
                  <a:lnTo>
                    <a:pt x="307920" y="76960"/>
                  </a:lnTo>
                  <a:lnTo>
                    <a:pt x="304989" y="72541"/>
                  </a:lnTo>
                  <a:lnTo>
                    <a:pt x="301918" y="68216"/>
                  </a:lnTo>
                  <a:lnTo>
                    <a:pt x="298713" y="63992"/>
                  </a:lnTo>
                  <a:lnTo>
                    <a:pt x="295374" y="59871"/>
                  </a:lnTo>
                  <a:lnTo>
                    <a:pt x="291907" y="55859"/>
                  </a:lnTo>
                  <a:lnTo>
                    <a:pt x="288315" y="51958"/>
                  </a:lnTo>
                  <a:lnTo>
                    <a:pt x="284600" y="48173"/>
                  </a:lnTo>
                  <a:lnTo>
                    <a:pt x="280767" y="44508"/>
                  </a:lnTo>
                  <a:lnTo>
                    <a:pt x="276820" y="40967"/>
                  </a:lnTo>
                  <a:lnTo>
                    <a:pt x="272762" y="37552"/>
                  </a:lnTo>
                  <a:lnTo>
                    <a:pt x="268599" y="34268"/>
                  </a:lnTo>
                  <a:lnTo>
                    <a:pt x="264333" y="31117"/>
                  </a:lnTo>
                  <a:lnTo>
                    <a:pt x="259969" y="28104"/>
                  </a:lnTo>
                  <a:lnTo>
                    <a:pt x="255512" y="25230"/>
                  </a:lnTo>
                  <a:lnTo>
                    <a:pt x="250966" y="22499"/>
                  </a:lnTo>
                  <a:lnTo>
                    <a:pt x="246336" y="19914"/>
                  </a:lnTo>
                  <a:lnTo>
                    <a:pt x="241626" y="17477"/>
                  </a:lnTo>
                  <a:lnTo>
                    <a:pt x="236841" y="15190"/>
                  </a:lnTo>
                  <a:lnTo>
                    <a:pt x="231986" y="13057"/>
                  </a:lnTo>
                  <a:lnTo>
                    <a:pt x="227066" y="11078"/>
                  </a:lnTo>
                  <a:lnTo>
                    <a:pt x="222085" y="9257"/>
                  </a:lnTo>
                  <a:lnTo>
                    <a:pt x="217050" y="7594"/>
                  </a:lnTo>
                  <a:lnTo>
                    <a:pt x="211964" y="6092"/>
                  </a:lnTo>
                  <a:lnTo>
                    <a:pt x="206832" y="4752"/>
                  </a:lnTo>
                  <a:lnTo>
                    <a:pt x="201661" y="3576"/>
                  </a:lnTo>
                  <a:lnTo>
                    <a:pt x="196456" y="2564"/>
                  </a:lnTo>
                  <a:lnTo>
                    <a:pt x="191221" y="1718"/>
                  </a:lnTo>
                  <a:lnTo>
                    <a:pt x="185961" y="1038"/>
                  </a:lnTo>
                  <a:lnTo>
                    <a:pt x="180683" y="526"/>
                  </a:lnTo>
                  <a:lnTo>
                    <a:pt x="175391" y="181"/>
                  </a:lnTo>
                  <a:lnTo>
                    <a:pt x="170091" y="4"/>
                  </a:lnTo>
                  <a:lnTo>
                    <a:pt x="167167" y="1671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3779" y="3170392"/>
              <a:ext cx="2923" cy="167167"/>
            </a:xfrm>
            <a:custGeom>
              <a:avLst/>
              <a:pathLst>
                <a:path w="2923" h="167167">
                  <a:moveTo>
                    <a:pt x="2923" y="2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886786" y="2633064"/>
              <a:ext cx="32224" cy="167167"/>
            </a:xfrm>
            <a:custGeom>
              <a:avLst/>
              <a:pathLst>
                <a:path w="32224" h="167167">
                  <a:moveTo>
                    <a:pt x="32224" y="0"/>
                  </a:moveTo>
                  <a:lnTo>
                    <a:pt x="25741" y="125"/>
                  </a:lnTo>
                  <a:lnTo>
                    <a:pt x="19266" y="502"/>
                  </a:lnTo>
                  <a:lnTo>
                    <a:pt x="12812" y="1131"/>
                  </a:lnTo>
                  <a:lnTo>
                    <a:pt x="6386" y="2008"/>
                  </a:lnTo>
                  <a:lnTo>
                    <a:pt x="0" y="3135"/>
                  </a:lnTo>
                  <a:lnTo>
                    <a:pt x="3222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886786" y="2636199"/>
              <a:ext cx="32224" cy="164032"/>
            </a:xfrm>
            <a:custGeom>
              <a:avLst/>
              <a:pathLst>
                <a:path w="32224" h="164032">
                  <a:moveTo>
                    <a:pt x="0" y="0"/>
                  </a:moveTo>
                  <a:lnTo>
                    <a:pt x="32224" y="16403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886786" y="2636199"/>
              <a:ext cx="32224" cy="164032"/>
            </a:xfrm>
            <a:custGeom>
              <a:avLst/>
              <a:pathLst>
                <a:path w="32224" h="164032">
                  <a:moveTo>
                    <a:pt x="0" y="0"/>
                  </a:moveTo>
                  <a:lnTo>
                    <a:pt x="32224" y="16403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86786" y="2636199"/>
              <a:ext cx="32224" cy="164032"/>
            </a:xfrm>
            <a:custGeom>
              <a:avLst/>
              <a:pathLst>
                <a:path w="32224" h="164032">
                  <a:moveTo>
                    <a:pt x="0" y="0"/>
                  </a:moveTo>
                  <a:lnTo>
                    <a:pt x="32224" y="16403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86786" y="2636199"/>
              <a:ext cx="32224" cy="164032"/>
            </a:xfrm>
            <a:custGeom>
              <a:avLst/>
              <a:pathLst>
                <a:path w="32224" h="164032">
                  <a:moveTo>
                    <a:pt x="0" y="0"/>
                  </a:moveTo>
                  <a:lnTo>
                    <a:pt x="32224" y="16403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86786" y="2636199"/>
              <a:ext cx="32224" cy="164032"/>
            </a:xfrm>
            <a:custGeom>
              <a:avLst/>
              <a:pathLst>
                <a:path w="32224" h="164032">
                  <a:moveTo>
                    <a:pt x="0" y="0"/>
                  </a:moveTo>
                  <a:lnTo>
                    <a:pt x="32224" y="16403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86786" y="2636199"/>
              <a:ext cx="32224" cy="164032"/>
            </a:xfrm>
            <a:custGeom>
              <a:avLst/>
              <a:pathLst>
                <a:path w="32224" h="164032">
                  <a:moveTo>
                    <a:pt x="0" y="0"/>
                  </a:moveTo>
                  <a:lnTo>
                    <a:pt x="32224" y="16403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6786" y="2636199"/>
              <a:ext cx="32224" cy="164032"/>
            </a:xfrm>
            <a:custGeom>
              <a:avLst/>
              <a:pathLst>
                <a:path w="32224" h="164032">
                  <a:moveTo>
                    <a:pt x="0" y="0"/>
                  </a:moveTo>
                  <a:lnTo>
                    <a:pt x="32224" y="16403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6786" y="2636199"/>
              <a:ext cx="32224" cy="164032"/>
            </a:xfrm>
            <a:custGeom>
              <a:avLst/>
              <a:pathLst>
                <a:path w="32224" h="164032">
                  <a:moveTo>
                    <a:pt x="0" y="0"/>
                  </a:moveTo>
                  <a:lnTo>
                    <a:pt x="32224" y="16403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6786" y="2636199"/>
              <a:ext cx="32224" cy="164032"/>
            </a:xfrm>
            <a:custGeom>
              <a:avLst/>
              <a:pathLst>
                <a:path w="32224" h="164032">
                  <a:moveTo>
                    <a:pt x="0" y="0"/>
                  </a:moveTo>
                  <a:lnTo>
                    <a:pt x="32224" y="16403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6786" y="2636199"/>
              <a:ext cx="32224" cy="164032"/>
            </a:xfrm>
            <a:custGeom>
              <a:avLst/>
              <a:pathLst>
                <a:path w="32224" h="164032">
                  <a:moveTo>
                    <a:pt x="0" y="0"/>
                  </a:moveTo>
                  <a:lnTo>
                    <a:pt x="32224" y="16403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6786" y="2636199"/>
              <a:ext cx="32224" cy="164032"/>
            </a:xfrm>
            <a:custGeom>
              <a:avLst/>
              <a:pathLst>
                <a:path w="32224" h="164032">
                  <a:moveTo>
                    <a:pt x="0" y="0"/>
                  </a:moveTo>
                  <a:lnTo>
                    <a:pt x="32224" y="1640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6786" y="2636199"/>
              <a:ext cx="32224" cy="164032"/>
            </a:xfrm>
            <a:custGeom>
              <a:avLst/>
              <a:pathLst>
                <a:path w="32224" h="164032">
                  <a:moveTo>
                    <a:pt x="0" y="0"/>
                  </a:moveTo>
                  <a:lnTo>
                    <a:pt x="32224" y="1640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6786" y="2636199"/>
              <a:ext cx="32224" cy="164032"/>
            </a:xfrm>
            <a:custGeom>
              <a:avLst/>
              <a:pathLst>
                <a:path w="32224" h="164032">
                  <a:moveTo>
                    <a:pt x="0" y="0"/>
                  </a:moveTo>
                  <a:lnTo>
                    <a:pt x="32224" y="1640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6786" y="2636199"/>
              <a:ext cx="32224" cy="164032"/>
            </a:xfrm>
            <a:custGeom>
              <a:avLst/>
              <a:pathLst>
                <a:path w="32224" h="164032">
                  <a:moveTo>
                    <a:pt x="0" y="0"/>
                  </a:moveTo>
                  <a:lnTo>
                    <a:pt x="32224" y="1640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6786" y="2636199"/>
              <a:ext cx="32224" cy="164032"/>
            </a:xfrm>
            <a:custGeom>
              <a:avLst/>
              <a:pathLst>
                <a:path w="32224" h="164032">
                  <a:moveTo>
                    <a:pt x="0" y="0"/>
                  </a:moveTo>
                  <a:lnTo>
                    <a:pt x="32224" y="16403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6786" y="2636199"/>
              <a:ext cx="32224" cy="164032"/>
            </a:xfrm>
            <a:custGeom>
              <a:avLst/>
              <a:pathLst>
                <a:path w="32224" h="164032">
                  <a:moveTo>
                    <a:pt x="0" y="0"/>
                  </a:moveTo>
                  <a:lnTo>
                    <a:pt x="32224" y="1640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6786" y="2636199"/>
              <a:ext cx="32224" cy="164032"/>
            </a:xfrm>
            <a:custGeom>
              <a:avLst/>
              <a:pathLst>
                <a:path w="32224" h="164032">
                  <a:moveTo>
                    <a:pt x="0" y="0"/>
                  </a:moveTo>
                  <a:lnTo>
                    <a:pt x="32224" y="1640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6786" y="2636199"/>
              <a:ext cx="32224" cy="164032"/>
            </a:xfrm>
            <a:custGeom>
              <a:avLst/>
              <a:pathLst>
                <a:path w="32224" h="164032">
                  <a:moveTo>
                    <a:pt x="0" y="0"/>
                  </a:moveTo>
                  <a:lnTo>
                    <a:pt x="32224" y="16403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6786" y="2636199"/>
              <a:ext cx="32224" cy="164032"/>
            </a:xfrm>
            <a:custGeom>
              <a:avLst/>
              <a:pathLst>
                <a:path w="32224" h="164032">
                  <a:moveTo>
                    <a:pt x="0" y="0"/>
                  </a:moveTo>
                  <a:lnTo>
                    <a:pt x="32224" y="1640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6786" y="2636199"/>
              <a:ext cx="32224" cy="164032"/>
            </a:xfrm>
            <a:custGeom>
              <a:avLst/>
              <a:pathLst>
                <a:path w="32224" h="164032">
                  <a:moveTo>
                    <a:pt x="0" y="0"/>
                  </a:moveTo>
                  <a:lnTo>
                    <a:pt x="32224" y="1640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6786" y="2636199"/>
              <a:ext cx="32224" cy="164032"/>
            </a:xfrm>
            <a:custGeom>
              <a:avLst/>
              <a:pathLst>
                <a:path w="32224" h="164032">
                  <a:moveTo>
                    <a:pt x="0" y="0"/>
                  </a:moveTo>
                  <a:lnTo>
                    <a:pt x="32224" y="1640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6786" y="2636199"/>
              <a:ext cx="32224" cy="164032"/>
            </a:xfrm>
            <a:custGeom>
              <a:avLst/>
              <a:pathLst>
                <a:path w="32224" h="164032">
                  <a:moveTo>
                    <a:pt x="0" y="0"/>
                  </a:moveTo>
                  <a:lnTo>
                    <a:pt x="32224" y="1640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86786" y="2636199"/>
              <a:ext cx="32224" cy="164032"/>
            </a:xfrm>
            <a:custGeom>
              <a:avLst/>
              <a:pathLst>
                <a:path w="32224" h="164032">
                  <a:moveTo>
                    <a:pt x="0" y="0"/>
                  </a:moveTo>
                  <a:lnTo>
                    <a:pt x="32224" y="16403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86786" y="2636199"/>
              <a:ext cx="32224" cy="164032"/>
            </a:xfrm>
            <a:custGeom>
              <a:avLst/>
              <a:pathLst>
                <a:path w="32224" h="164032">
                  <a:moveTo>
                    <a:pt x="0" y="0"/>
                  </a:moveTo>
                  <a:lnTo>
                    <a:pt x="32224" y="16403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751863" y="2636199"/>
              <a:ext cx="334307" cy="331198"/>
            </a:xfrm>
            <a:custGeom>
              <a:avLst/>
              <a:pathLst>
                <a:path w="334307" h="331198">
                  <a:moveTo>
                    <a:pt x="134922" y="0"/>
                  </a:moveTo>
                  <a:lnTo>
                    <a:pt x="129746" y="1102"/>
                  </a:lnTo>
                  <a:lnTo>
                    <a:pt x="124607" y="2368"/>
                  </a:lnTo>
                  <a:lnTo>
                    <a:pt x="119510" y="3795"/>
                  </a:lnTo>
                  <a:lnTo>
                    <a:pt x="114461" y="5384"/>
                  </a:lnTo>
                  <a:lnTo>
                    <a:pt x="109465" y="7131"/>
                  </a:lnTo>
                  <a:lnTo>
                    <a:pt x="104527" y="9036"/>
                  </a:lnTo>
                  <a:lnTo>
                    <a:pt x="99652" y="11096"/>
                  </a:lnTo>
                  <a:lnTo>
                    <a:pt x="94844" y="13309"/>
                  </a:lnTo>
                  <a:lnTo>
                    <a:pt x="90109" y="15674"/>
                  </a:lnTo>
                  <a:lnTo>
                    <a:pt x="85451" y="18187"/>
                  </a:lnTo>
                  <a:lnTo>
                    <a:pt x="80875" y="20846"/>
                  </a:lnTo>
                  <a:lnTo>
                    <a:pt x="76386" y="23649"/>
                  </a:lnTo>
                  <a:lnTo>
                    <a:pt x="71987" y="26593"/>
                  </a:lnTo>
                  <a:lnTo>
                    <a:pt x="67684" y="29674"/>
                  </a:lnTo>
                  <a:lnTo>
                    <a:pt x="63480" y="32890"/>
                  </a:lnTo>
                  <a:lnTo>
                    <a:pt x="59381" y="36238"/>
                  </a:lnTo>
                  <a:lnTo>
                    <a:pt x="55389" y="39713"/>
                  </a:lnTo>
                  <a:lnTo>
                    <a:pt x="51509" y="43313"/>
                  </a:lnTo>
                  <a:lnTo>
                    <a:pt x="47746" y="47035"/>
                  </a:lnTo>
                  <a:lnTo>
                    <a:pt x="44102" y="50873"/>
                  </a:lnTo>
                  <a:lnTo>
                    <a:pt x="40581" y="54825"/>
                  </a:lnTo>
                  <a:lnTo>
                    <a:pt x="37188" y="58887"/>
                  </a:lnTo>
                  <a:lnTo>
                    <a:pt x="33924" y="63054"/>
                  </a:lnTo>
                  <a:lnTo>
                    <a:pt x="30794" y="67322"/>
                  </a:lnTo>
                  <a:lnTo>
                    <a:pt x="27801" y="71687"/>
                  </a:lnTo>
                  <a:lnTo>
                    <a:pt x="24948" y="76144"/>
                  </a:lnTo>
                  <a:lnTo>
                    <a:pt x="22237" y="80690"/>
                  </a:lnTo>
                  <a:lnTo>
                    <a:pt x="19671" y="85319"/>
                  </a:lnTo>
                  <a:lnTo>
                    <a:pt x="17253" y="90027"/>
                  </a:lnTo>
                  <a:lnTo>
                    <a:pt x="14985" y="94810"/>
                  </a:lnTo>
                  <a:lnTo>
                    <a:pt x="12870" y="99661"/>
                  </a:lnTo>
                  <a:lnTo>
                    <a:pt x="10910" y="104577"/>
                  </a:lnTo>
                  <a:lnTo>
                    <a:pt x="9106" y="109553"/>
                  </a:lnTo>
                  <a:lnTo>
                    <a:pt x="7461" y="114584"/>
                  </a:lnTo>
                  <a:lnTo>
                    <a:pt x="5975" y="119664"/>
                  </a:lnTo>
                  <a:lnTo>
                    <a:pt x="4651" y="124788"/>
                  </a:lnTo>
                  <a:lnTo>
                    <a:pt x="3491" y="129952"/>
                  </a:lnTo>
                  <a:lnTo>
                    <a:pt x="2494" y="135150"/>
                  </a:lnTo>
                  <a:lnTo>
                    <a:pt x="1662" y="140377"/>
                  </a:lnTo>
                  <a:lnTo>
                    <a:pt x="996" y="145628"/>
                  </a:lnTo>
                  <a:lnTo>
                    <a:pt x="497" y="150897"/>
                  </a:lnTo>
                  <a:lnTo>
                    <a:pt x="164" y="156179"/>
                  </a:lnTo>
                  <a:lnTo>
                    <a:pt x="0" y="161469"/>
                  </a:lnTo>
                  <a:lnTo>
                    <a:pt x="2" y="166762"/>
                  </a:lnTo>
                  <a:lnTo>
                    <a:pt x="172" y="172052"/>
                  </a:lnTo>
                  <a:lnTo>
                    <a:pt x="510" y="177334"/>
                  </a:lnTo>
                  <a:lnTo>
                    <a:pt x="1015" y="182602"/>
                  </a:lnTo>
                  <a:lnTo>
                    <a:pt x="1686" y="187852"/>
                  </a:lnTo>
                  <a:lnTo>
                    <a:pt x="2523" y="193078"/>
                  </a:lnTo>
                  <a:lnTo>
                    <a:pt x="3525" y="198275"/>
                  </a:lnTo>
                  <a:lnTo>
                    <a:pt x="4691" y="203438"/>
                  </a:lnTo>
                  <a:lnTo>
                    <a:pt x="6020" y="208561"/>
                  </a:lnTo>
                  <a:lnTo>
                    <a:pt x="7510" y="213640"/>
                  </a:lnTo>
                  <a:lnTo>
                    <a:pt x="9161" y="218668"/>
                  </a:lnTo>
                  <a:lnTo>
                    <a:pt x="10969" y="223642"/>
                  </a:lnTo>
                  <a:lnTo>
                    <a:pt x="12935" y="228557"/>
                  </a:lnTo>
                  <a:lnTo>
                    <a:pt x="15055" y="233406"/>
                  </a:lnTo>
                  <a:lnTo>
                    <a:pt x="17327" y="238186"/>
                  </a:lnTo>
                  <a:lnTo>
                    <a:pt x="19750" y="242892"/>
                  </a:lnTo>
                  <a:lnTo>
                    <a:pt x="22320" y="247519"/>
                  </a:lnTo>
                  <a:lnTo>
                    <a:pt x="25036" y="252061"/>
                  </a:lnTo>
                  <a:lnTo>
                    <a:pt x="27894" y="256516"/>
                  </a:lnTo>
                  <a:lnTo>
                    <a:pt x="30891" y="260878"/>
                  </a:lnTo>
                  <a:lnTo>
                    <a:pt x="34026" y="265143"/>
                  </a:lnTo>
                  <a:lnTo>
                    <a:pt x="37293" y="269307"/>
                  </a:lnTo>
                  <a:lnTo>
                    <a:pt x="40691" y="273365"/>
                  </a:lnTo>
                  <a:lnTo>
                    <a:pt x="44216" y="277313"/>
                  </a:lnTo>
                  <a:lnTo>
                    <a:pt x="47863" y="281148"/>
                  </a:lnTo>
                  <a:lnTo>
                    <a:pt x="51631" y="284866"/>
                  </a:lnTo>
                  <a:lnTo>
                    <a:pt x="55514" y="288462"/>
                  </a:lnTo>
                  <a:lnTo>
                    <a:pt x="59509" y="291933"/>
                  </a:lnTo>
                  <a:lnTo>
                    <a:pt x="63612" y="295277"/>
                  </a:lnTo>
                  <a:lnTo>
                    <a:pt x="67819" y="298489"/>
                  </a:lnTo>
                  <a:lnTo>
                    <a:pt x="72125" y="301566"/>
                  </a:lnTo>
                  <a:lnTo>
                    <a:pt x="76526" y="304505"/>
                  </a:lnTo>
                  <a:lnTo>
                    <a:pt x="81019" y="307303"/>
                  </a:lnTo>
                  <a:lnTo>
                    <a:pt x="85598" y="309958"/>
                  </a:lnTo>
                  <a:lnTo>
                    <a:pt x="90258" y="312467"/>
                  </a:lnTo>
                  <a:lnTo>
                    <a:pt x="94996" y="314826"/>
                  </a:lnTo>
                  <a:lnTo>
                    <a:pt x="99805" y="317035"/>
                  </a:lnTo>
                  <a:lnTo>
                    <a:pt x="104683" y="319090"/>
                  </a:lnTo>
                  <a:lnTo>
                    <a:pt x="109623" y="320990"/>
                  </a:lnTo>
                  <a:lnTo>
                    <a:pt x="114621" y="322732"/>
                  </a:lnTo>
                  <a:lnTo>
                    <a:pt x="119671" y="324315"/>
                  </a:lnTo>
                  <a:lnTo>
                    <a:pt x="124769" y="325738"/>
                  </a:lnTo>
                  <a:lnTo>
                    <a:pt x="129909" y="326999"/>
                  </a:lnTo>
                  <a:lnTo>
                    <a:pt x="135087" y="328096"/>
                  </a:lnTo>
                  <a:lnTo>
                    <a:pt x="140297" y="329029"/>
                  </a:lnTo>
                  <a:lnTo>
                    <a:pt x="145534" y="329796"/>
                  </a:lnTo>
                  <a:lnTo>
                    <a:pt x="150792" y="330397"/>
                  </a:lnTo>
                  <a:lnTo>
                    <a:pt x="156067" y="330831"/>
                  </a:lnTo>
                  <a:lnTo>
                    <a:pt x="161353" y="331099"/>
                  </a:lnTo>
                  <a:lnTo>
                    <a:pt x="166645" y="331198"/>
                  </a:lnTo>
                  <a:lnTo>
                    <a:pt x="171937" y="331130"/>
                  </a:lnTo>
                  <a:lnTo>
                    <a:pt x="177224" y="330895"/>
                  </a:lnTo>
                  <a:lnTo>
                    <a:pt x="182502" y="330492"/>
                  </a:lnTo>
                  <a:lnTo>
                    <a:pt x="187764" y="329923"/>
                  </a:lnTo>
                  <a:lnTo>
                    <a:pt x="193005" y="329187"/>
                  </a:lnTo>
                  <a:lnTo>
                    <a:pt x="198220" y="328286"/>
                  </a:lnTo>
                  <a:lnTo>
                    <a:pt x="203405" y="327220"/>
                  </a:lnTo>
                  <a:lnTo>
                    <a:pt x="208552" y="325990"/>
                  </a:lnTo>
                  <a:lnTo>
                    <a:pt x="213659" y="324598"/>
                  </a:lnTo>
                  <a:lnTo>
                    <a:pt x="218719" y="323045"/>
                  </a:lnTo>
                  <a:lnTo>
                    <a:pt x="223727" y="321333"/>
                  </a:lnTo>
                  <a:lnTo>
                    <a:pt x="228678" y="319463"/>
                  </a:lnTo>
                  <a:lnTo>
                    <a:pt x="233568" y="317437"/>
                  </a:lnTo>
                  <a:lnTo>
                    <a:pt x="238391" y="315258"/>
                  </a:lnTo>
                  <a:lnTo>
                    <a:pt x="243142" y="312926"/>
                  </a:lnTo>
                  <a:lnTo>
                    <a:pt x="247818" y="310446"/>
                  </a:lnTo>
                  <a:lnTo>
                    <a:pt x="252412" y="307819"/>
                  </a:lnTo>
                  <a:lnTo>
                    <a:pt x="256922" y="305048"/>
                  </a:lnTo>
                  <a:lnTo>
                    <a:pt x="261341" y="302135"/>
                  </a:lnTo>
                  <a:lnTo>
                    <a:pt x="265666" y="299084"/>
                  </a:lnTo>
                  <a:lnTo>
                    <a:pt x="269892" y="295897"/>
                  </a:lnTo>
                  <a:lnTo>
                    <a:pt x="274014" y="292579"/>
                  </a:lnTo>
                  <a:lnTo>
                    <a:pt x="278030" y="289131"/>
                  </a:lnTo>
                  <a:lnTo>
                    <a:pt x="281935" y="285558"/>
                  </a:lnTo>
                  <a:lnTo>
                    <a:pt x="285725" y="281863"/>
                  </a:lnTo>
                  <a:lnTo>
                    <a:pt x="289395" y="278051"/>
                  </a:lnTo>
                  <a:lnTo>
                    <a:pt x="292944" y="274123"/>
                  </a:lnTo>
                  <a:lnTo>
                    <a:pt x="296366" y="270086"/>
                  </a:lnTo>
                  <a:lnTo>
                    <a:pt x="299658" y="265942"/>
                  </a:lnTo>
                  <a:lnTo>
                    <a:pt x="302818" y="261696"/>
                  </a:lnTo>
                  <a:lnTo>
                    <a:pt x="305842" y="257352"/>
                  </a:lnTo>
                  <a:lnTo>
                    <a:pt x="308727" y="252915"/>
                  </a:lnTo>
                  <a:lnTo>
                    <a:pt x="311470" y="248388"/>
                  </a:lnTo>
                  <a:lnTo>
                    <a:pt x="314068" y="243777"/>
                  </a:lnTo>
                  <a:lnTo>
                    <a:pt x="316519" y="239086"/>
                  </a:lnTo>
                  <a:lnTo>
                    <a:pt x="318820" y="234320"/>
                  </a:lnTo>
                  <a:lnTo>
                    <a:pt x="320969" y="229483"/>
                  </a:lnTo>
                  <a:lnTo>
                    <a:pt x="322964" y="224581"/>
                  </a:lnTo>
                  <a:lnTo>
                    <a:pt x="324802" y="219618"/>
                  </a:lnTo>
                  <a:lnTo>
                    <a:pt x="326483" y="214599"/>
                  </a:lnTo>
                  <a:lnTo>
                    <a:pt x="328004" y="209529"/>
                  </a:lnTo>
                  <a:lnTo>
                    <a:pt x="329364" y="204414"/>
                  </a:lnTo>
                  <a:lnTo>
                    <a:pt x="330561" y="199259"/>
                  </a:lnTo>
                  <a:lnTo>
                    <a:pt x="331594" y="194068"/>
                  </a:lnTo>
                  <a:lnTo>
                    <a:pt x="332463" y="188847"/>
                  </a:lnTo>
                  <a:lnTo>
                    <a:pt x="333165" y="183601"/>
                  </a:lnTo>
                  <a:lnTo>
                    <a:pt x="333702" y="178336"/>
                  </a:lnTo>
                  <a:lnTo>
                    <a:pt x="334071" y="173056"/>
                  </a:lnTo>
                  <a:lnTo>
                    <a:pt x="334273" y="167767"/>
                  </a:lnTo>
                  <a:lnTo>
                    <a:pt x="334307" y="162474"/>
                  </a:lnTo>
                  <a:lnTo>
                    <a:pt x="334174" y="157183"/>
                  </a:lnTo>
                  <a:lnTo>
                    <a:pt x="333874" y="151899"/>
                  </a:lnTo>
                  <a:lnTo>
                    <a:pt x="333406" y="146627"/>
                  </a:lnTo>
                  <a:lnTo>
                    <a:pt x="332772" y="141373"/>
                  </a:lnTo>
                  <a:lnTo>
                    <a:pt x="331972" y="136141"/>
                  </a:lnTo>
                  <a:lnTo>
                    <a:pt x="331006" y="130937"/>
                  </a:lnTo>
                  <a:lnTo>
                    <a:pt x="329876" y="125766"/>
                  </a:lnTo>
                  <a:lnTo>
                    <a:pt x="328583" y="120634"/>
                  </a:lnTo>
                  <a:lnTo>
                    <a:pt x="327129" y="115545"/>
                  </a:lnTo>
                  <a:lnTo>
                    <a:pt x="325513" y="110505"/>
                  </a:lnTo>
                  <a:lnTo>
                    <a:pt x="323740" y="105518"/>
                  </a:lnTo>
                  <a:lnTo>
                    <a:pt x="321809" y="100590"/>
                  </a:lnTo>
                  <a:lnTo>
                    <a:pt x="319723" y="95726"/>
                  </a:lnTo>
                  <a:lnTo>
                    <a:pt x="317484" y="90930"/>
                  </a:lnTo>
                  <a:lnTo>
                    <a:pt x="315095" y="86208"/>
                  </a:lnTo>
                  <a:lnTo>
                    <a:pt x="312557" y="81563"/>
                  </a:lnTo>
                  <a:lnTo>
                    <a:pt x="309873" y="77001"/>
                  </a:lnTo>
                  <a:lnTo>
                    <a:pt x="307046" y="72526"/>
                  </a:lnTo>
                  <a:lnTo>
                    <a:pt x="304080" y="68144"/>
                  </a:lnTo>
                  <a:lnTo>
                    <a:pt x="300975" y="63857"/>
                  </a:lnTo>
                  <a:lnTo>
                    <a:pt x="297737" y="59670"/>
                  </a:lnTo>
                  <a:lnTo>
                    <a:pt x="294368" y="55589"/>
                  </a:lnTo>
                  <a:lnTo>
                    <a:pt x="290871" y="51615"/>
                  </a:lnTo>
                  <a:lnTo>
                    <a:pt x="287250" y="47755"/>
                  </a:lnTo>
                  <a:lnTo>
                    <a:pt x="283509" y="44011"/>
                  </a:lnTo>
                  <a:lnTo>
                    <a:pt x="279651" y="40388"/>
                  </a:lnTo>
                  <a:lnTo>
                    <a:pt x="275681" y="36888"/>
                  </a:lnTo>
                  <a:lnTo>
                    <a:pt x="271601" y="33516"/>
                  </a:lnTo>
                  <a:lnTo>
                    <a:pt x="267417" y="30275"/>
                  </a:lnTo>
                  <a:lnTo>
                    <a:pt x="263133" y="27167"/>
                  </a:lnTo>
                  <a:lnTo>
                    <a:pt x="258752" y="24197"/>
                  </a:lnTo>
                  <a:lnTo>
                    <a:pt x="254279" y="21368"/>
                  </a:lnTo>
                  <a:lnTo>
                    <a:pt x="249719" y="18681"/>
                  </a:lnTo>
                  <a:lnTo>
                    <a:pt x="245076" y="16140"/>
                  </a:lnTo>
                  <a:lnTo>
                    <a:pt x="240356" y="13747"/>
                  </a:lnTo>
                  <a:lnTo>
                    <a:pt x="235561" y="11505"/>
                  </a:lnTo>
                  <a:lnTo>
                    <a:pt x="230698" y="9415"/>
                  </a:lnTo>
                  <a:lnTo>
                    <a:pt x="225772" y="7481"/>
                  </a:lnTo>
                  <a:lnTo>
                    <a:pt x="220787" y="5703"/>
                  </a:lnTo>
                  <a:lnTo>
                    <a:pt x="167147" y="16403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19011" y="2633064"/>
              <a:ext cx="53639" cy="167167"/>
            </a:xfrm>
            <a:custGeom>
              <a:avLst/>
              <a:pathLst>
                <a:path w="53639" h="167167">
                  <a:moveTo>
                    <a:pt x="53639" y="8839"/>
                  </a:moveTo>
                  <a:lnTo>
                    <a:pt x="47858" y="6997"/>
                  </a:lnTo>
                  <a:lnTo>
                    <a:pt x="42015" y="5366"/>
                  </a:lnTo>
                  <a:lnTo>
                    <a:pt x="36116" y="3948"/>
                  </a:lnTo>
                  <a:lnTo>
                    <a:pt x="30169" y="2745"/>
                  </a:lnTo>
                  <a:lnTo>
                    <a:pt x="24183" y="1758"/>
                  </a:lnTo>
                  <a:lnTo>
                    <a:pt x="18165" y="989"/>
                  </a:lnTo>
                  <a:lnTo>
                    <a:pt x="12123" y="440"/>
                  </a:lnTo>
                  <a:lnTo>
                    <a:pt x="6065" y="11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22789" y="2126963"/>
              <a:ext cx="5682" cy="167167"/>
            </a:xfrm>
            <a:custGeom>
              <a:avLst/>
              <a:pathLst>
                <a:path w="5682" h="167167">
                  <a:moveTo>
                    <a:pt x="5682" y="0"/>
                  </a:moveTo>
                  <a:lnTo>
                    <a:pt x="0" y="96"/>
                  </a:lnTo>
                  <a:lnTo>
                    <a:pt x="5682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22789" y="2127060"/>
              <a:ext cx="5682" cy="167070"/>
            </a:xfrm>
            <a:custGeom>
              <a:avLst/>
              <a:pathLst>
                <a:path w="5682" h="167070">
                  <a:moveTo>
                    <a:pt x="0" y="0"/>
                  </a:moveTo>
                  <a:lnTo>
                    <a:pt x="5682" y="16707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22789" y="2127060"/>
              <a:ext cx="5682" cy="167070"/>
            </a:xfrm>
            <a:custGeom>
              <a:avLst/>
              <a:pathLst>
                <a:path w="5682" h="167070">
                  <a:moveTo>
                    <a:pt x="0" y="0"/>
                  </a:moveTo>
                  <a:lnTo>
                    <a:pt x="5682" y="16707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22789" y="2127060"/>
              <a:ext cx="5682" cy="167070"/>
            </a:xfrm>
            <a:custGeom>
              <a:avLst/>
              <a:pathLst>
                <a:path w="5682" h="167070">
                  <a:moveTo>
                    <a:pt x="0" y="0"/>
                  </a:moveTo>
                  <a:lnTo>
                    <a:pt x="5682" y="16707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2789" y="2127060"/>
              <a:ext cx="5682" cy="167070"/>
            </a:xfrm>
            <a:custGeom>
              <a:avLst/>
              <a:pathLst>
                <a:path w="5682" h="167070">
                  <a:moveTo>
                    <a:pt x="0" y="0"/>
                  </a:moveTo>
                  <a:lnTo>
                    <a:pt x="5682" y="16707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2789" y="2127060"/>
              <a:ext cx="5682" cy="167070"/>
            </a:xfrm>
            <a:custGeom>
              <a:avLst/>
              <a:pathLst>
                <a:path w="5682" h="167070">
                  <a:moveTo>
                    <a:pt x="0" y="0"/>
                  </a:moveTo>
                  <a:lnTo>
                    <a:pt x="5682" y="16707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2789" y="2127060"/>
              <a:ext cx="5682" cy="167070"/>
            </a:xfrm>
            <a:custGeom>
              <a:avLst/>
              <a:pathLst>
                <a:path w="5682" h="167070">
                  <a:moveTo>
                    <a:pt x="0" y="0"/>
                  </a:moveTo>
                  <a:lnTo>
                    <a:pt x="5682" y="16707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2789" y="2127060"/>
              <a:ext cx="5682" cy="167070"/>
            </a:xfrm>
            <a:custGeom>
              <a:avLst/>
              <a:pathLst>
                <a:path w="5682" h="167070">
                  <a:moveTo>
                    <a:pt x="0" y="0"/>
                  </a:moveTo>
                  <a:lnTo>
                    <a:pt x="5682" y="16707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2789" y="2127060"/>
              <a:ext cx="5682" cy="167070"/>
            </a:xfrm>
            <a:custGeom>
              <a:avLst/>
              <a:pathLst>
                <a:path w="5682" h="167070">
                  <a:moveTo>
                    <a:pt x="0" y="0"/>
                  </a:moveTo>
                  <a:lnTo>
                    <a:pt x="5682" y="16707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2789" y="2127060"/>
              <a:ext cx="5682" cy="167070"/>
            </a:xfrm>
            <a:custGeom>
              <a:avLst/>
              <a:pathLst>
                <a:path w="5682" h="167070">
                  <a:moveTo>
                    <a:pt x="0" y="0"/>
                  </a:moveTo>
                  <a:lnTo>
                    <a:pt x="5682" y="16707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2789" y="2127060"/>
              <a:ext cx="5682" cy="167070"/>
            </a:xfrm>
            <a:custGeom>
              <a:avLst/>
              <a:pathLst>
                <a:path w="5682" h="167070">
                  <a:moveTo>
                    <a:pt x="0" y="0"/>
                  </a:moveTo>
                  <a:lnTo>
                    <a:pt x="5682" y="1670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2789" y="2127060"/>
              <a:ext cx="5682" cy="167070"/>
            </a:xfrm>
            <a:custGeom>
              <a:avLst/>
              <a:pathLst>
                <a:path w="5682" h="167070">
                  <a:moveTo>
                    <a:pt x="0" y="0"/>
                  </a:moveTo>
                  <a:lnTo>
                    <a:pt x="5682" y="1670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2789" y="2127060"/>
              <a:ext cx="5682" cy="167070"/>
            </a:xfrm>
            <a:custGeom>
              <a:avLst/>
              <a:pathLst>
                <a:path w="5682" h="167070">
                  <a:moveTo>
                    <a:pt x="0" y="0"/>
                  </a:moveTo>
                  <a:lnTo>
                    <a:pt x="5682" y="1670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2789" y="2127060"/>
              <a:ext cx="5682" cy="167070"/>
            </a:xfrm>
            <a:custGeom>
              <a:avLst/>
              <a:pathLst>
                <a:path w="5682" h="167070">
                  <a:moveTo>
                    <a:pt x="0" y="0"/>
                  </a:moveTo>
                  <a:lnTo>
                    <a:pt x="5682" y="1670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2789" y="2127060"/>
              <a:ext cx="5682" cy="167070"/>
            </a:xfrm>
            <a:custGeom>
              <a:avLst/>
              <a:pathLst>
                <a:path w="5682" h="167070">
                  <a:moveTo>
                    <a:pt x="0" y="0"/>
                  </a:moveTo>
                  <a:lnTo>
                    <a:pt x="5682" y="16707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2789" y="2127060"/>
              <a:ext cx="5682" cy="167070"/>
            </a:xfrm>
            <a:custGeom>
              <a:avLst/>
              <a:pathLst>
                <a:path w="5682" h="167070">
                  <a:moveTo>
                    <a:pt x="0" y="0"/>
                  </a:moveTo>
                  <a:lnTo>
                    <a:pt x="5682" y="16707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2789" y="2127060"/>
              <a:ext cx="5682" cy="167070"/>
            </a:xfrm>
            <a:custGeom>
              <a:avLst/>
              <a:pathLst>
                <a:path w="5682" h="167070">
                  <a:moveTo>
                    <a:pt x="0" y="0"/>
                  </a:moveTo>
                  <a:lnTo>
                    <a:pt x="5682" y="16707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2789" y="2127060"/>
              <a:ext cx="5682" cy="167070"/>
            </a:xfrm>
            <a:custGeom>
              <a:avLst/>
              <a:pathLst>
                <a:path w="5682" h="167070">
                  <a:moveTo>
                    <a:pt x="0" y="0"/>
                  </a:moveTo>
                  <a:lnTo>
                    <a:pt x="5682" y="16707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2789" y="2127060"/>
              <a:ext cx="5682" cy="167070"/>
            </a:xfrm>
            <a:custGeom>
              <a:avLst/>
              <a:pathLst>
                <a:path w="5682" h="167070">
                  <a:moveTo>
                    <a:pt x="0" y="0"/>
                  </a:moveTo>
                  <a:lnTo>
                    <a:pt x="5682" y="1670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2789" y="2127060"/>
              <a:ext cx="5682" cy="167070"/>
            </a:xfrm>
            <a:custGeom>
              <a:avLst/>
              <a:pathLst>
                <a:path w="5682" h="167070">
                  <a:moveTo>
                    <a:pt x="0" y="0"/>
                  </a:moveTo>
                  <a:lnTo>
                    <a:pt x="5682" y="1670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2789" y="2127060"/>
              <a:ext cx="5682" cy="167070"/>
            </a:xfrm>
            <a:custGeom>
              <a:avLst/>
              <a:pathLst>
                <a:path w="5682" h="167070">
                  <a:moveTo>
                    <a:pt x="0" y="0"/>
                  </a:moveTo>
                  <a:lnTo>
                    <a:pt x="5682" y="1670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2789" y="2127060"/>
              <a:ext cx="5682" cy="167070"/>
            </a:xfrm>
            <a:custGeom>
              <a:avLst/>
              <a:pathLst>
                <a:path w="5682" h="167070">
                  <a:moveTo>
                    <a:pt x="0" y="0"/>
                  </a:moveTo>
                  <a:lnTo>
                    <a:pt x="5682" y="1670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2789" y="2127060"/>
              <a:ext cx="5682" cy="167070"/>
            </a:xfrm>
            <a:custGeom>
              <a:avLst/>
              <a:pathLst>
                <a:path w="5682" h="167070">
                  <a:moveTo>
                    <a:pt x="0" y="0"/>
                  </a:moveTo>
                  <a:lnTo>
                    <a:pt x="5682" y="16707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22789" y="2127060"/>
              <a:ext cx="5682" cy="167070"/>
            </a:xfrm>
            <a:custGeom>
              <a:avLst/>
              <a:pathLst>
                <a:path w="5682" h="167070">
                  <a:moveTo>
                    <a:pt x="0" y="0"/>
                  </a:moveTo>
                  <a:lnTo>
                    <a:pt x="5682" y="16707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561323" y="2127060"/>
              <a:ext cx="334310" cy="334236"/>
            </a:xfrm>
            <a:custGeom>
              <a:avLst/>
              <a:pathLst>
                <a:path w="334310" h="334236">
                  <a:moveTo>
                    <a:pt x="161466" y="0"/>
                  </a:moveTo>
                  <a:lnTo>
                    <a:pt x="156179" y="263"/>
                  </a:lnTo>
                  <a:lnTo>
                    <a:pt x="150903" y="694"/>
                  </a:lnTo>
                  <a:lnTo>
                    <a:pt x="145643" y="1292"/>
                  </a:lnTo>
                  <a:lnTo>
                    <a:pt x="140405" y="2056"/>
                  </a:lnTo>
                  <a:lnTo>
                    <a:pt x="135194" y="2985"/>
                  </a:lnTo>
                  <a:lnTo>
                    <a:pt x="130015" y="4079"/>
                  </a:lnTo>
                  <a:lnTo>
                    <a:pt x="124873" y="5337"/>
                  </a:lnTo>
                  <a:lnTo>
                    <a:pt x="119773" y="6756"/>
                  </a:lnTo>
                  <a:lnTo>
                    <a:pt x="114721" y="8337"/>
                  </a:lnTo>
                  <a:lnTo>
                    <a:pt x="109722" y="10076"/>
                  </a:lnTo>
                  <a:lnTo>
                    <a:pt x="104780" y="11973"/>
                  </a:lnTo>
                  <a:lnTo>
                    <a:pt x="99901" y="14026"/>
                  </a:lnTo>
                  <a:lnTo>
                    <a:pt x="95089" y="16231"/>
                  </a:lnTo>
                  <a:lnTo>
                    <a:pt x="90349" y="18589"/>
                  </a:lnTo>
                  <a:lnTo>
                    <a:pt x="85686" y="21095"/>
                  </a:lnTo>
                  <a:lnTo>
                    <a:pt x="81105" y="23747"/>
                  </a:lnTo>
                  <a:lnTo>
                    <a:pt x="76611" y="26543"/>
                  </a:lnTo>
                  <a:lnTo>
                    <a:pt x="72207" y="29480"/>
                  </a:lnTo>
                  <a:lnTo>
                    <a:pt x="67898" y="32555"/>
                  </a:lnTo>
                  <a:lnTo>
                    <a:pt x="63689" y="35765"/>
                  </a:lnTo>
                  <a:lnTo>
                    <a:pt x="59583" y="39107"/>
                  </a:lnTo>
                  <a:lnTo>
                    <a:pt x="55586" y="42576"/>
                  </a:lnTo>
                  <a:lnTo>
                    <a:pt x="51700" y="46171"/>
                  </a:lnTo>
                  <a:lnTo>
                    <a:pt x="47930" y="49887"/>
                  </a:lnTo>
                  <a:lnTo>
                    <a:pt x="44280" y="53720"/>
                  </a:lnTo>
                  <a:lnTo>
                    <a:pt x="40752" y="57667"/>
                  </a:lnTo>
                  <a:lnTo>
                    <a:pt x="37352" y="61724"/>
                  </a:lnTo>
                  <a:lnTo>
                    <a:pt x="34082" y="65886"/>
                  </a:lnTo>
                  <a:lnTo>
                    <a:pt x="30945" y="70150"/>
                  </a:lnTo>
                  <a:lnTo>
                    <a:pt x="27944" y="74511"/>
                  </a:lnTo>
                  <a:lnTo>
                    <a:pt x="25084" y="78965"/>
                  </a:lnTo>
                  <a:lnTo>
                    <a:pt x="22365" y="83507"/>
                  </a:lnTo>
                  <a:lnTo>
                    <a:pt x="19792" y="88133"/>
                  </a:lnTo>
                  <a:lnTo>
                    <a:pt x="17367" y="92838"/>
                  </a:lnTo>
                  <a:lnTo>
                    <a:pt x="15092" y="97618"/>
                  </a:lnTo>
                  <a:lnTo>
                    <a:pt x="12969" y="102467"/>
                  </a:lnTo>
                  <a:lnTo>
                    <a:pt x="11001" y="107381"/>
                  </a:lnTo>
                  <a:lnTo>
                    <a:pt x="9189" y="112355"/>
                  </a:lnTo>
                  <a:lnTo>
                    <a:pt x="7536" y="117383"/>
                  </a:lnTo>
                  <a:lnTo>
                    <a:pt x="6043" y="122462"/>
                  </a:lnTo>
                  <a:lnTo>
                    <a:pt x="4711" y="127585"/>
                  </a:lnTo>
                  <a:lnTo>
                    <a:pt x="3542" y="132748"/>
                  </a:lnTo>
                  <a:lnTo>
                    <a:pt x="2538" y="137945"/>
                  </a:lnTo>
                  <a:lnTo>
                    <a:pt x="1698" y="143172"/>
                  </a:lnTo>
                  <a:lnTo>
                    <a:pt x="1024" y="148422"/>
                  </a:lnTo>
                  <a:lnTo>
                    <a:pt x="517" y="153691"/>
                  </a:lnTo>
                  <a:lnTo>
                    <a:pt x="177" y="158974"/>
                  </a:lnTo>
                  <a:lnTo>
                    <a:pt x="5" y="164264"/>
                  </a:lnTo>
                  <a:lnTo>
                    <a:pt x="0" y="169558"/>
                  </a:lnTo>
                  <a:lnTo>
                    <a:pt x="162" y="174849"/>
                  </a:lnTo>
                  <a:lnTo>
                    <a:pt x="492" y="180132"/>
                  </a:lnTo>
                  <a:lnTo>
                    <a:pt x="989" y="185402"/>
                  </a:lnTo>
                  <a:lnTo>
                    <a:pt x="1653" y="190653"/>
                  </a:lnTo>
                  <a:lnTo>
                    <a:pt x="2483" y="195882"/>
                  </a:lnTo>
                  <a:lnTo>
                    <a:pt x="3477" y="201081"/>
                  </a:lnTo>
                  <a:lnTo>
                    <a:pt x="4636" y="206246"/>
                  </a:lnTo>
                  <a:lnTo>
                    <a:pt x="5958" y="211371"/>
                  </a:lnTo>
                  <a:lnTo>
                    <a:pt x="7441" y="216453"/>
                  </a:lnTo>
                  <a:lnTo>
                    <a:pt x="9085" y="221485"/>
                  </a:lnTo>
                  <a:lnTo>
                    <a:pt x="10887" y="226462"/>
                  </a:lnTo>
                  <a:lnTo>
                    <a:pt x="12846" y="231380"/>
                  </a:lnTo>
                  <a:lnTo>
                    <a:pt x="14959" y="236233"/>
                  </a:lnTo>
                  <a:lnTo>
                    <a:pt x="17225" y="241017"/>
                  </a:lnTo>
                  <a:lnTo>
                    <a:pt x="19642" y="245726"/>
                  </a:lnTo>
                  <a:lnTo>
                    <a:pt x="22206" y="250357"/>
                  </a:lnTo>
                  <a:lnTo>
                    <a:pt x="24916" y="254904"/>
                  </a:lnTo>
                  <a:lnTo>
                    <a:pt x="27768" y="259364"/>
                  </a:lnTo>
                  <a:lnTo>
                    <a:pt x="30760" y="263730"/>
                  </a:lnTo>
                  <a:lnTo>
                    <a:pt x="33889" y="268000"/>
                  </a:lnTo>
                  <a:lnTo>
                    <a:pt x="37151" y="272169"/>
                  </a:lnTo>
                  <a:lnTo>
                    <a:pt x="40544" y="276232"/>
                  </a:lnTo>
                  <a:lnTo>
                    <a:pt x="44064" y="280186"/>
                  </a:lnTo>
                  <a:lnTo>
                    <a:pt x="47707" y="284026"/>
                  </a:lnTo>
                  <a:lnTo>
                    <a:pt x="51470" y="287749"/>
                  </a:lnTo>
                  <a:lnTo>
                    <a:pt x="55349" y="291351"/>
                  </a:lnTo>
                  <a:lnTo>
                    <a:pt x="59340" y="294829"/>
                  </a:lnTo>
                  <a:lnTo>
                    <a:pt x="63439" y="298178"/>
                  </a:lnTo>
                  <a:lnTo>
                    <a:pt x="67642" y="301396"/>
                  </a:lnTo>
                  <a:lnTo>
                    <a:pt x="71945" y="304479"/>
                  </a:lnTo>
                  <a:lnTo>
                    <a:pt x="76343" y="307425"/>
                  </a:lnTo>
                  <a:lnTo>
                    <a:pt x="80832" y="310229"/>
                  </a:lnTo>
                  <a:lnTo>
                    <a:pt x="85408" y="312890"/>
                  </a:lnTo>
                  <a:lnTo>
                    <a:pt x="90066" y="315405"/>
                  </a:lnTo>
                  <a:lnTo>
                    <a:pt x="94801" y="317771"/>
                  </a:lnTo>
                  <a:lnTo>
                    <a:pt x="99609" y="319987"/>
                  </a:lnTo>
                  <a:lnTo>
                    <a:pt x="104484" y="322048"/>
                  </a:lnTo>
                  <a:lnTo>
                    <a:pt x="109423" y="323955"/>
                  </a:lnTo>
                  <a:lnTo>
                    <a:pt x="114419" y="325704"/>
                  </a:lnTo>
                  <a:lnTo>
                    <a:pt x="119468" y="327294"/>
                  </a:lnTo>
                  <a:lnTo>
                    <a:pt x="124565" y="328723"/>
                  </a:lnTo>
                  <a:lnTo>
                    <a:pt x="129704" y="329990"/>
                  </a:lnTo>
                  <a:lnTo>
                    <a:pt x="134881" y="331094"/>
                  </a:lnTo>
                  <a:lnTo>
                    <a:pt x="140091" y="332033"/>
                  </a:lnTo>
                  <a:lnTo>
                    <a:pt x="145327" y="332807"/>
                  </a:lnTo>
                  <a:lnTo>
                    <a:pt x="150586" y="333415"/>
                  </a:lnTo>
                  <a:lnTo>
                    <a:pt x="155861" y="333856"/>
                  </a:lnTo>
                  <a:lnTo>
                    <a:pt x="161147" y="334130"/>
                  </a:lnTo>
                  <a:lnTo>
                    <a:pt x="166439" y="334236"/>
                  </a:lnTo>
                  <a:lnTo>
                    <a:pt x="171732" y="334175"/>
                  </a:lnTo>
                  <a:lnTo>
                    <a:pt x="177021" y="333946"/>
                  </a:lnTo>
                  <a:lnTo>
                    <a:pt x="182300" y="333550"/>
                  </a:lnTo>
                  <a:lnTo>
                    <a:pt x="187563" y="332987"/>
                  </a:lnTo>
                  <a:lnTo>
                    <a:pt x="192806" y="332257"/>
                  </a:lnTo>
                  <a:lnTo>
                    <a:pt x="198023" y="331362"/>
                  </a:lnTo>
                  <a:lnTo>
                    <a:pt x="203209" y="330302"/>
                  </a:lnTo>
                  <a:lnTo>
                    <a:pt x="208359" y="329078"/>
                  </a:lnTo>
                  <a:lnTo>
                    <a:pt x="213468" y="327692"/>
                  </a:lnTo>
                  <a:lnTo>
                    <a:pt x="218531" y="326145"/>
                  </a:lnTo>
                  <a:lnTo>
                    <a:pt x="223541" y="324439"/>
                  </a:lnTo>
                  <a:lnTo>
                    <a:pt x="228496" y="322574"/>
                  </a:lnTo>
                  <a:lnTo>
                    <a:pt x="233388" y="320554"/>
                  </a:lnTo>
                  <a:lnTo>
                    <a:pt x="238215" y="318380"/>
                  </a:lnTo>
                  <a:lnTo>
                    <a:pt x="242970" y="316054"/>
                  </a:lnTo>
                  <a:lnTo>
                    <a:pt x="247649" y="313579"/>
                  </a:lnTo>
                  <a:lnTo>
                    <a:pt x="252247" y="310956"/>
                  </a:lnTo>
                  <a:lnTo>
                    <a:pt x="256760" y="308190"/>
                  </a:lnTo>
                  <a:lnTo>
                    <a:pt x="261183" y="305282"/>
                  </a:lnTo>
                  <a:lnTo>
                    <a:pt x="265512" y="302235"/>
                  </a:lnTo>
                  <a:lnTo>
                    <a:pt x="269742" y="299053"/>
                  </a:lnTo>
                  <a:lnTo>
                    <a:pt x="273870" y="295739"/>
                  </a:lnTo>
                  <a:lnTo>
                    <a:pt x="277890" y="292295"/>
                  </a:lnTo>
                  <a:lnTo>
                    <a:pt x="281799" y="288726"/>
                  </a:lnTo>
                  <a:lnTo>
                    <a:pt x="285594" y="285035"/>
                  </a:lnTo>
                  <a:lnTo>
                    <a:pt x="289269" y="281226"/>
                  </a:lnTo>
                  <a:lnTo>
                    <a:pt x="292822" y="277302"/>
                  </a:lnTo>
                  <a:lnTo>
                    <a:pt x="296249" y="273268"/>
                  </a:lnTo>
                  <a:lnTo>
                    <a:pt x="299547" y="269127"/>
                  </a:lnTo>
                  <a:lnTo>
                    <a:pt x="302712" y="264884"/>
                  </a:lnTo>
                  <a:lnTo>
                    <a:pt x="305741" y="260543"/>
                  </a:lnTo>
                  <a:lnTo>
                    <a:pt x="308631" y="256108"/>
                  </a:lnTo>
                  <a:lnTo>
                    <a:pt x="311379" y="251584"/>
                  </a:lnTo>
                  <a:lnTo>
                    <a:pt x="313982" y="246975"/>
                  </a:lnTo>
                  <a:lnTo>
                    <a:pt x="316439" y="242286"/>
                  </a:lnTo>
                  <a:lnTo>
                    <a:pt x="318745" y="237521"/>
                  </a:lnTo>
                  <a:lnTo>
                    <a:pt x="320900" y="232686"/>
                  </a:lnTo>
                  <a:lnTo>
                    <a:pt x="322900" y="227785"/>
                  </a:lnTo>
                  <a:lnTo>
                    <a:pt x="324745" y="222823"/>
                  </a:lnTo>
                  <a:lnTo>
                    <a:pt x="326431" y="217806"/>
                  </a:lnTo>
                  <a:lnTo>
                    <a:pt x="327957" y="212737"/>
                  </a:lnTo>
                  <a:lnTo>
                    <a:pt x="329323" y="207623"/>
                  </a:lnTo>
                  <a:lnTo>
                    <a:pt x="330525" y="202468"/>
                  </a:lnTo>
                  <a:lnTo>
                    <a:pt x="331564" y="197277"/>
                  </a:lnTo>
                  <a:lnTo>
                    <a:pt x="332438" y="192057"/>
                  </a:lnTo>
                  <a:lnTo>
                    <a:pt x="333146" y="186811"/>
                  </a:lnTo>
                  <a:lnTo>
                    <a:pt x="333688" y="181545"/>
                  </a:lnTo>
                  <a:lnTo>
                    <a:pt x="334063" y="176265"/>
                  </a:lnTo>
                  <a:lnTo>
                    <a:pt x="334270" y="170976"/>
                  </a:lnTo>
                  <a:lnTo>
                    <a:pt x="334310" y="165682"/>
                  </a:lnTo>
                  <a:lnTo>
                    <a:pt x="167148" y="16707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28472" y="2126963"/>
              <a:ext cx="167161" cy="167167"/>
            </a:xfrm>
            <a:custGeom>
              <a:avLst/>
              <a:pathLst>
                <a:path w="167161" h="167167">
                  <a:moveTo>
                    <a:pt x="167161" y="165779"/>
                  </a:moveTo>
                  <a:lnTo>
                    <a:pt x="167027" y="160339"/>
                  </a:lnTo>
                  <a:lnTo>
                    <a:pt x="166717" y="154907"/>
                  </a:lnTo>
                  <a:lnTo>
                    <a:pt x="166229" y="149487"/>
                  </a:lnTo>
                  <a:lnTo>
                    <a:pt x="165566" y="144086"/>
                  </a:lnTo>
                  <a:lnTo>
                    <a:pt x="164727" y="138710"/>
                  </a:lnTo>
                  <a:lnTo>
                    <a:pt x="163714" y="133364"/>
                  </a:lnTo>
                  <a:lnTo>
                    <a:pt x="162527" y="128053"/>
                  </a:lnTo>
                  <a:lnTo>
                    <a:pt x="161168" y="122785"/>
                  </a:lnTo>
                  <a:lnTo>
                    <a:pt x="159638" y="117563"/>
                  </a:lnTo>
                  <a:lnTo>
                    <a:pt x="157939" y="112393"/>
                  </a:lnTo>
                  <a:lnTo>
                    <a:pt x="156072" y="107282"/>
                  </a:lnTo>
                  <a:lnTo>
                    <a:pt x="154041" y="102234"/>
                  </a:lnTo>
                  <a:lnTo>
                    <a:pt x="151846" y="97255"/>
                  </a:lnTo>
                  <a:lnTo>
                    <a:pt x="149490" y="92350"/>
                  </a:lnTo>
                  <a:lnTo>
                    <a:pt x="146976" y="87524"/>
                  </a:lnTo>
                  <a:lnTo>
                    <a:pt x="144306" y="82783"/>
                  </a:lnTo>
                  <a:lnTo>
                    <a:pt x="141483" y="78131"/>
                  </a:lnTo>
                  <a:lnTo>
                    <a:pt x="138510" y="73574"/>
                  </a:lnTo>
                  <a:lnTo>
                    <a:pt x="135391" y="69115"/>
                  </a:lnTo>
                  <a:lnTo>
                    <a:pt x="132128" y="64761"/>
                  </a:lnTo>
                  <a:lnTo>
                    <a:pt x="128725" y="60515"/>
                  </a:lnTo>
                  <a:lnTo>
                    <a:pt x="125186" y="56382"/>
                  </a:lnTo>
                  <a:lnTo>
                    <a:pt x="121514" y="52366"/>
                  </a:lnTo>
                  <a:lnTo>
                    <a:pt x="117713" y="48472"/>
                  </a:lnTo>
                  <a:lnTo>
                    <a:pt x="113788" y="44704"/>
                  </a:lnTo>
                  <a:lnTo>
                    <a:pt x="109742" y="41065"/>
                  </a:lnTo>
                  <a:lnTo>
                    <a:pt x="105579" y="37560"/>
                  </a:lnTo>
                  <a:lnTo>
                    <a:pt x="101305" y="34193"/>
                  </a:lnTo>
                  <a:lnTo>
                    <a:pt x="96924" y="30966"/>
                  </a:lnTo>
                  <a:lnTo>
                    <a:pt x="92439" y="27884"/>
                  </a:lnTo>
                  <a:lnTo>
                    <a:pt x="87857" y="24949"/>
                  </a:lnTo>
                  <a:lnTo>
                    <a:pt x="83182" y="22165"/>
                  </a:lnTo>
                  <a:lnTo>
                    <a:pt x="78419" y="19534"/>
                  </a:lnTo>
                  <a:lnTo>
                    <a:pt x="73572" y="17060"/>
                  </a:lnTo>
                  <a:lnTo>
                    <a:pt x="68648" y="14745"/>
                  </a:lnTo>
                  <a:lnTo>
                    <a:pt x="63651" y="12592"/>
                  </a:lnTo>
                  <a:lnTo>
                    <a:pt x="58586" y="10602"/>
                  </a:lnTo>
                  <a:lnTo>
                    <a:pt x="53460" y="8778"/>
                  </a:lnTo>
                  <a:lnTo>
                    <a:pt x="48277" y="7122"/>
                  </a:lnTo>
                  <a:lnTo>
                    <a:pt x="43042" y="5636"/>
                  </a:lnTo>
                  <a:lnTo>
                    <a:pt x="37762" y="4321"/>
                  </a:lnTo>
                  <a:lnTo>
                    <a:pt x="32442" y="3178"/>
                  </a:lnTo>
                  <a:lnTo>
                    <a:pt x="27088" y="2209"/>
                  </a:lnTo>
                  <a:lnTo>
                    <a:pt x="21705" y="1415"/>
                  </a:lnTo>
                  <a:lnTo>
                    <a:pt x="16298" y="796"/>
                  </a:lnTo>
                  <a:lnTo>
                    <a:pt x="10875" y="354"/>
                  </a:lnTo>
                  <a:lnTo>
                    <a:pt x="5440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410958" y="1681503"/>
              <a:ext cx="12276" cy="167167"/>
            </a:xfrm>
            <a:custGeom>
              <a:avLst/>
              <a:pathLst>
                <a:path w="12276" h="167167">
                  <a:moveTo>
                    <a:pt x="12276" y="0"/>
                  </a:moveTo>
                  <a:lnTo>
                    <a:pt x="0" y="451"/>
                  </a:lnTo>
                  <a:lnTo>
                    <a:pt x="12276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410958" y="1681954"/>
              <a:ext cx="12276" cy="166716"/>
            </a:xfrm>
            <a:custGeom>
              <a:avLst/>
              <a:pathLst>
                <a:path w="12276" h="166716">
                  <a:moveTo>
                    <a:pt x="0" y="0"/>
                  </a:moveTo>
                  <a:lnTo>
                    <a:pt x="12276" y="1667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10958" y="1681954"/>
              <a:ext cx="12276" cy="166716"/>
            </a:xfrm>
            <a:custGeom>
              <a:avLst/>
              <a:pathLst>
                <a:path w="12276" h="166716">
                  <a:moveTo>
                    <a:pt x="0" y="0"/>
                  </a:moveTo>
                  <a:lnTo>
                    <a:pt x="12276" y="1667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10958" y="1681954"/>
              <a:ext cx="12276" cy="166716"/>
            </a:xfrm>
            <a:custGeom>
              <a:avLst/>
              <a:pathLst>
                <a:path w="12276" h="166716">
                  <a:moveTo>
                    <a:pt x="0" y="0"/>
                  </a:moveTo>
                  <a:lnTo>
                    <a:pt x="12276" y="1667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10958" y="1681954"/>
              <a:ext cx="12276" cy="166716"/>
            </a:xfrm>
            <a:custGeom>
              <a:avLst/>
              <a:pathLst>
                <a:path w="12276" h="166716">
                  <a:moveTo>
                    <a:pt x="0" y="0"/>
                  </a:moveTo>
                  <a:lnTo>
                    <a:pt x="12276" y="1667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10958" y="1681954"/>
              <a:ext cx="12276" cy="166716"/>
            </a:xfrm>
            <a:custGeom>
              <a:avLst/>
              <a:pathLst>
                <a:path w="12276" h="166716">
                  <a:moveTo>
                    <a:pt x="0" y="0"/>
                  </a:moveTo>
                  <a:lnTo>
                    <a:pt x="12276" y="1667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10958" y="1681954"/>
              <a:ext cx="12276" cy="166716"/>
            </a:xfrm>
            <a:custGeom>
              <a:avLst/>
              <a:pathLst>
                <a:path w="12276" h="166716">
                  <a:moveTo>
                    <a:pt x="0" y="0"/>
                  </a:moveTo>
                  <a:lnTo>
                    <a:pt x="12276" y="1667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0958" y="1681954"/>
              <a:ext cx="12276" cy="166716"/>
            </a:xfrm>
            <a:custGeom>
              <a:avLst/>
              <a:pathLst>
                <a:path w="12276" h="166716">
                  <a:moveTo>
                    <a:pt x="0" y="0"/>
                  </a:moveTo>
                  <a:lnTo>
                    <a:pt x="12276" y="1667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0958" y="1681954"/>
              <a:ext cx="12276" cy="166716"/>
            </a:xfrm>
            <a:custGeom>
              <a:avLst/>
              <a:pathLst>
                <a:path w="12276" h="166716">
                  <a:moveTo>
                    <a:pt x="0" y="0"/>
                  </a:moveTo>
                  <a:lnTo>
                    <a:pt x="12276" y="1667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0958" y="1681954"/>
              <a:ext cx="12276" cy="166716"/>
            </a:xfrm>
            <a:custGeom>
              <a:avLst/>
              <a:pathLst>
                <a:path w="12276" h="166716">
                  <a:moveTo>
                    <a:pt x="0" y="0"/>
                  </a:moveTo>
                  <a:lnTo>
                    <a:pt x="12276" y="1667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0958" y="1681954"/>
              <a:ext cx="12276" cy="166716"/>
            </a:xfrm>
            <a:custGeom>
              <a:avLst/>
              <a:pathLst>
                <a:path w="12276" h="166716">
                  <a:moveTo>
                    <a:pt x="0" y="0"/>
                  </a:moveTo>
                  <a:lnTo>
                    <a:pt x="12276" y="1667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0958" y="1681954"/>
              <a:ext cx="12276" cy="166716"/>
            </a:xfrm>
            <a:custGeom>
              <a:avLst/>
              <a:pathLst>
                <a:path w="12276" h="166716">
                  <a:moveTo>
                    <a:pt x="0" y="0"/>
                  </a:moveTo>
                  <a:lnTo>
                    <a:pt x="12276" y="1667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0958" y="1681954"/>
              <a:ext cx="12276" cy="166716"/>
            </a:xfrm>
            <a:custGeom>
              <a:avLst/>
              <a:pathLst>
                <a:path w="12276" h="166716">
                  <a:moveTo>
                    <a:pt x="0" y="0"/>
                  </a:moveTo>
                  <a:lnTo>
                    <a:pt x="12276" y="1667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0958" y="1681954"/>
              <a:ext cx="12276" cy="166716"/>
            </a:xfrm>
            <a:custGeom>
              <a:avLst/>
              <a:pathLst>
                <a:path w="12276" h="166716">
                  <a:moveTo>
                    <a:pt x="0" y="0"/>
                  </a:moveTo>
                  <a:lnTo>
                    <a:pt x="12276" y="16671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0958" y="1681954"/>
              <a:ext cx="12276" cy="166716"/>
            </a:xfrm>
            <a:custGeom>
              <a:avLst/>
              <a:pathLst>
                <a:path w="12276" h="166716">
                  <a:moveTo>
                    <a:pt x="0" y="0"/>
                  </a:moveTo>
                  <a:lnTo>
                    <a:pt x="12276" y="1667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0958" y="1681954"/>
              <a:ext cx="12276" cy="166716"/>
            </a:xfrm>
            <a:custGeom>
              <a:avLst/>
              <a:pathLst>
                <a:path w="12276" h="166716">
                  <a:moveTo>
                    <a:pt x="0" y="0"/>
                  </a:moveTo>
                  <a:lnTo>
                    <a:pt x="12276" y="1667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0958" y="1681954"/>
              <a:ext cx="12276" cy="166716"/>
            </a:xfrm>
            <a:custGeom>
              <a:avLst/>
              <a:pathLst>
                <a:path w="12276" h="166716">
                  <a:moveTo>
                    <a:pt x="0" y="0"/>
                  </a:moveTo>
                  <a:lnTo>
                    <a:pt x="12276" y="16671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0958" y="1681954"/>
              <a:ext cx="12276" cy="166716"/>
            </a:xfrm>
            <a:custGeom>
              <a:avLst/>
              <a:pathLst>
                <a:path w="12276" h="166716">
                  <a:moveTo>
                    <a:pt x="0" y="0"/>
                  </a:moveTo>
                  <a:lnTo>
                    <a:pt x="12276" y="1667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10958" y="1681954"/>
              <a:ext cx="12276" cy="166716"/>
            </a:xfrm>
            <a:custGeom>
              <a:avLst/>
              <a:pathLst>
                <a:path w="12276" h="166716">
                  <a:moveTo>
                    <a:pt x="0" y="0"/>
                  </a:moveTo>
                  <a:lnTo>
                    <a:pt x="12276" y="1667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10958" y="1681954"/>
              <a:ext cx="12276" cy="166716"/>
            </a:xfrm>
            <a:custGeom>
              <a:avLst/>
              <a:pathLst>
                <a:path w="12276" h="166716">
                  <a:moveTo>
                    <a:pt x="0" y="0"/>
                  </a:moveTo>
                  <a:lnTo>
                    <a:pt x="12276" y="1667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10958" y="1681954"/>
              <a:ext cx="12276" cy="166716"/>
            </a:xfrm>
            <a:custGeom>
              <a:avLst/>
              <a:pathLst>
                <a:path w="12276" h="166716">
                  <a:moveTo>
                    <a:pt x="0" y="0"/>
                  </a:moveTo>
                  <a:lnTo>
                    <a:pt x="12276" y="1667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10958" y="1681954"/>
              <a:ext cx="12276" cy="166716"/>
            </a:xfrm>
            <a:custGeom>
              <a:avLst/>
              <a:pathLst>
                <a:path w="12276" h="166716">
                  <a:moveTo>
                    <a:pt x="0" y="0"/>
                  </a:moveTo>
                  <a:lnTo>
                    <a:pt x="12276" y="1667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10958" y="1681954"/>
              <a:ext cx="12276" cy="166716"/>
            </a:xfrm>
            <a:custGeom>
              <a:avLst/>
              <a:pathLst>
                <a:path w="12276" h="166716">
                  <a:moveTo>
                    <a:pt x="0" y="0"/>
                  </a:moveTo>
                  <a:lnTo>
                    <a:pt x="12276" y="1667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256079" y="1681954"/>
              <a:ext cx="334319" cy="333882"/>
            </a:xfrm>
            <a:custGeom>
              <a:avLst/>
              <a:pathLst>
                <a:path w="334319" h="333882">
                  <a:moveTo>
                    <a:pt x="154878" y="0"/>
                  </a:moveTo>
                  <a:lnTo>
                    <a:pt x="149617" y="471"/>
                  </a:lnTo>
                  <a:lnTo>
                    <a:pt x="144372" y="1108"/>
                  </a:lnTo>
                  <a:lnTo>
                    <a:pt x="139151" y="1910"/>
                  </a:lnTo>
                  <a:lnTo>
                    <a:pt x="133957" y="2878"/>
                  </a:lnTo>
                  <a:lnTo>
                    <a:pt x="128797" y="4008"/>
                  </a:lnTo>
                  <a:lnTo>
                    <a:pt x="123675" y="5302"/>
                  </a:lnTo>
                  <a:lnTo>
                    <a:pt x="118596" y="6756"/>
                  </a:lnTo>
                  <a:lnTo>
                    <a:pt x="113566" y="8370"/>
                  </a:lnTo>
                  <a:lnTo>
                    <a:pt x="108590" y="10143"/>
                  </a:lnTo>
                  <a:lnTo>
                    <a:pt x="103672" y="12071"/>
                  </a:lnTo>
                  <a:lnTo>
                    <a:pt x="98817" y="14155"/>
                  </a:lnTo>
                  <a:lnTo>
                    <a:pt x="94030" y="16390"/>
                  </a:lnTo>
                  <a:lnTo>
                    <a:pt x="89317" y="18776"/>
                  </a:lnTo>
                  <a:lnTo>
                    <a:pt x="84681" y="21309"/>
                  </a:lnTo>
                  <a:lnTo>
                    <a:pt x="80128" y="23988"/>
                  </a:lnTo>
                  <a:lnTo>
                    <a:pt x="75662" y="26809"/>
                  </a:lnTo>
                  <a:lnTo>
                    <a:pt x="71287" y="29770"/>
                  </a:lnTo>
                  <a:lnTo>
                    <a:pt x="67007" y="32867"/>
                  </a:lnTo>
                  <a:lnTo>
                    <a:pt x="62828" y="36099"/>
                  </a:lnTo>
                  <a:lnTo>
                    <a:pt x="58753" y="39460"/>
                  </a:lnTo>
                  <a:lnTo>
                    <a:pt x="54786" y="42949"/>
                  </a:lnTo>
                  <a:lnTo>
                    <a:pt x="50931" y="46561"/>
                  </a:lnTo>
                  <a:lnTo>
                    <a:pt x="47193" y="50294"/>
                  </a:lnTo>
                  <a:lnTo>
                    <a:pt x="43574" y="54143"/>
                  </a:lnTo>
                  <a:lnTo>
                    <a:pt x="40079" y="58104"/>
                  </a:lnTo>
                  <a:lnTo>
                    <a:pt x="36710" y="62173"/>
                  </a:lnTo>
                  <a:lnTo>
                    <a:pt x="33472" y="66347"/>
                  </a:lnTo>
                  <a:lnTo>
                    <a:pt x="30367" y="70621"/>
                  </a:lnTo>
                  <a:lnTo>
                    <a:pt x="27399" y="74991"/>
                  </a:lnTo>
                  <a:lnTo>
                    <a:pt x="24571" y="79453"/>
                  </a:lnTo>
                  <a:lnTo>
                    <a:pt x="21885" y="84002"/>
                  </a:lnTo>
                  <a:lnTo>
                    <a:pt x="19344" y="88634"/>
                  </a:lnTo>
                  <a:lnTo>
                    <a:pt x="16950" y="93343"/>
                  </a:lnTo>
                  <a:lnTo>
                    <a:pt x="14707" y="98126"/>
                  </a:lnTo>
                  <a:lnTo>
                    <a:pt x="12616" y="102977"/>
                  </a:lnTo>
                  <a:lnTo>
                    <a:pt x="10679" y="107892"/>
                  </a:lnTo>
                  <a:lnTo>
                    <a:pt x="8898" y="112866"/>
                  </a:lnTo>
                  <a:lnTo>
                    <a:pt x="7276" y="117893"/>
                  </a:lnTo>
                  <a:lnTo>
                    <a:pt x="5813" y="122969"/>
                  </a:lnTo>
                  <a:lnTo>
                    <a:pt x="4511" y="128089"/>
                  </a:lnTo>
                  <a:lnTo>
                    <a:pt x="3372" y="133248"/>
                  </a:lnTo>
                  <a:lnTo>
                    <a:pt x="2396" y="138440"/>
                  </a:lnTo>
                  <a:lnTo>
                    <a:pt x="1585" y="143660"/>
                  </a:lnTo>
                  <a:lnTo>
                    <a:pt x="939" y="148903"/>
                  </a:lnTo>
                  <a:lnTo>
                    <a:pt x="459" y="154164"/>
                  </a:lnTo>
                  <a:lnTo>
                    <a:pt x="146" y="159437"/>
                  </a:lnTo>
                  <a:lnTo>
                    <a:pt x="0" y="164718"/>
                  </a:lnTo>
                  <a:lnTo>
                    <a:pt x="20" y="170001"/>
                  </a:lnTo>
                  <a:lnTo>
                    <a:pt x="207" y="175280"/>
                  </a:lnTo>
                  <a:lnTo>
                    <a:pt x="561" y="180551"/>
                  </a:lnTo>
                  <a:lnTo>
                    <a:pt x="1081" y="185808"/>
                  </a:lnTo>
                  <a:lnTo>
                    <a:pt x="1768" y="191046"/>
                  </a:lnTo>
                  <a:lnTo>
                    <a:pt x="2619" y="196260"/>
                  </a:lnTo>
                  <a:lnTo>
                    <a:pt x="3635" y="201444"/>
                  </a:lnTo>
                  <a:lnTo>
                    <a:pt x="4814" y="206594"/>
                  </a:lnTo>
                  <a:lnTo>
                    <a:pt x="6155" y="211703"/>
                  </a:lnTo>
                  <a:lnTo>
                    <a:pt x="7657" y="216768"/>
                  </a:lnTo>
                  <a:lnTo>
                    <a:pt x="9318" y="221783"/>
                  </a:lnTo>
                  <a:lnTo>
                    <a:pt x="11137" y="226743"/>
                  </a:lnTo>
                  <a:lnTo>
                    <a:pt x="13111" y="231643"/>
                  </a:lnTo>
                  <a:lnTo>
                    <a:pt x="15240" y="236478"/>
                  </a:lnTo>
                  <a:lnTo>
                    <a:pt x="17520" y="241243"/>
                  </a:lnTo>
                  <a:lnTo>
                    <a:pt x="19950" y="245934"/>
                  </a:lnTo>
                  <a:lnTo>
                    <a:pt x="22526" y="250546"/>
                  </a:lnTo>
                  <a:lnTo>
                    <a:pt x="25247" y="255074"/>
                  </a:lnTo>
                  <a:lnTo>
                    <a:pt x="28110" y="259514"/>
                  </a:lnTo>
                  <a:lnTo>
                    <a:pt x="31112" y="263861"/>
                  </a:lnTo>
                  <a:lnTo>
                    <a:pt x="34249" y="268111"/>
                  </a:lnTo>
                  <a:lnTo>
                    <a:pt x="37520" y="272260"/>
                  </a:lnTo>
                  <a:lnTo>
                    <a:pt x="40919" y="276303"/>
                  </a:lnTo>
                  <a:lnTo>
                    <a:pt x="44445" y="280237"/>
                  </a:lnTo>
                  <a:lnTo>
                    <a:pt x="48093" y="284058"/>
                  </a:lnTo>
                  <a:lnTo>
                    <a:pt x="51861" y="287762"/>
                  </a:lnTo>
                  <a:lnTo>
                    <a:pt x="55743" y="291344"/>
                  </a:lnTo>
                  <a:lnTo>
                    <a:pt x="59737" y="294802"/>
                  </a:lnTo>
                  <a:lnTo>
                    <a:pt x="63837" y="298133"/>
                  </a:lnTo>
                  <a:lnTo>
                    <a:pt x="68041" y="301332"/>
                  </a:lnTo>
                  <a:lnTo>
                    <a:pt x="72345" y="304396"/>
                  </a:lnTo>
                  <a:lnTo>
                    <a:pt x="76742" y="307323"/>
                  </a:lnTo>
                  <a:lnTo>
                    <a:pt x="81230" y="310110"/>
                  </a:lnTo>
                  <a:lnTo>
                    <a:pt x="85804" y="312753"/>
                  </a:lnTo>
                  <a:lnTo>
                    <a:pt x="90459" y="315251"/>
                  </a:lnTo>
                  <a:lnTo>
                    <a:pt x="95191" y="317600"/>
                  </a:lnTo>
                  <a:lnTo>
                    <a:pt x="99994" y="319799"/>
                  </a:lnTo>
                  <a:lnTo>
                    <a:pt x="104865" y="321844"/>
                  </a:lnTo>
                  <a:lnTo>
                    <a:pt x="109798" y="323735"/>
                  </a:lnTo>
                  <a:lnTo>
                    <a:pt x="114788" y="325469"/>
                  </a:lnTo>
                  <a:lnTo>
                    <a:pt x="119830" y="327044"/>
                  </a:lnTo>
                  <a:lnTo>
                    <a:pt x="124920" y="328460"/>
                  </a:lnTo>
                  <a:lnTo>
                    <a:pt x="130052" y="329713"/>
                  </a:lnTo>
                  <a:lnTo>
                    <a:pt x="135221" y="330804"/>
                  </a:lnTo>
                  <a:lnTo>
                    <a:pt x="140422" y="331732"/>
                  </a:lnTo>
                  <a:lnTo>
                    <a:pt x="145649" y="332494"/>
                  </a:lnTo>
                  <a:lnTo>
                    <a:pt x="150898" y="333091"/>
                  </a:lnTo>
                  <a:lnTo>
                    <a:pt x="156163" y="333521"/>
                  </a:lnTo>
                  <a:lnTo>
                    <a:pt x="161439" y="333785"/>
                  </a:lnTo>
                  <a:lnTo>
                    <a:pt x="166721" y="333882"/>
                  </a:lnTo>
                  <a:lnTo>
                    <a:pt x="172004" y="333813"/>
                  </a:lnTo>
                  <a:lnTo>
                    <a:pt x="177281" y="333576"/>
                  </a:lnTo>
                  <a:lnTo>
                    <a:pt x="182548" y="333173"/>
                  </a:lnTo>
                  <a:lnTo>
                    <a:pt x="187800" y="332603"/>
                  </a:lnTo>
                  <a:lnTo>
                    <a:pt x="193032" y="331868"/>
                  </a:lnTo>
                  <a:lnTo>
                    <a:pt x="198237" y="330968"/>
                  </a:lnTo>
                  <a:lnTo>
                    <a:pt x="203412" y="329904"/>
                  </a:lnTo>
                  <a:lnTo>
                    <a:pt x="208550" y="328677"/>
                  </a:lnTo>
                  <a:lnTo>
                    <a:pt x="213647" y="327288"/>
                  </a:lnTo>
                  <a:lnTo>
                    <a:pt x="218697" y="325739"/>
                  </a:lnTo>
                  <a:lnTo>
                    <a:pt x="223696" y="324031"/>
                  </a:lnTo>
                  <a:lnTo>
                    <a:pt x="228639" y="322165"/>
                  </a:lnTo>
                  <a:lnTo>
                    <a:pt x="233520" y="320145"/>
                  </a:lnTo>
                  <a:lnTo>
                    <a:pt x="238335" y="317971"/>
                  </a:lnTo>
                  <a:lnTo>
                    <a:pt x="243079" y="315647"/>
                  </a:lnTo>
                  <a:lnTo>
                    <a:pt x="247747" y="313173"/>
                  </a:lnTo>
                  <a:lnTo>
                    <a:pt x="252334" y="310554"/>
                  </a:lnTo>
                  <a:lnTo>
                    <a:pt x="256837" y="307790"/>
                  </a:lnTo>
                  <a:lnTo>
                    <a:pt x="261250" y="304886"/>
                  </a:lnTo>
                  <a:lnTo>
                    <a:pt x="265569" y="301844"/>
                  </a:lnTo>
                  <a:lnTo>
                    <a:pt x="269789" y="298667"/>
                  </a:lnTo>
                  <a:lnTo>
                    <a:pt x="273907" y="295358"/>
                  </a:lnTo>
                  <a:lnTo>
                    <a:pt x="277919" y="291921"/>
                  </a:lnTo>
                  <a:lnTo>
                    <a:pt x="281820" y="288358"/>
                  </a:lnTo>
                  <a:lnTo>
                    <a:pt x="285606" y="284674"/>
                  </a:lnTo>
                  <a:lnTo>
                    <a:pt x="289274" y="280873"/>
                  </a:lnTo>
                  <a:lnTo>
                    <a:pt x="292820" y="276957"/>
                  </a:lnTo>
                  <a:lnTo>
                    <a:pt x="296241" y="272931"/>
                  </a:lnTo>
                  <a:lnTo>
                    <a:pt x="299533" y="268799"/>
                  </a:lnTo>
                  <a:lnTo>
                    <a:pt x="302692" y="264566"/>
                  </a:lnTo>
                  <a:lnTo>
                    <a:pt x="305716" y="260234"/>
                  </a:lnTo>
                  <a:lnTo>
                    <a:pt x="308602" y="255809"/>
                  </a:lnTo>
                  <a:lnTo>
                    <a:pt x="311347" y="251295"/>
                  </a:lnTo>
                  <a:lnTo>
                    <a:pt x="313947" y="246697"/>
                  </a:lnTo>
                  <a:lnTo>
                    <a:pt x="316401" y="242019"/>
                  </a:lnTo>
                  <a:lnTo>
                    <a:pt x="318706" y="237265"/>
                  </a:lnTo>
                  <a:lnTo>
                    <a:pt x="320860" y="232441"/>
                  </a:lnTo>
                  <a:lnTo>
                    <a:pt x="322860" y="227552"/>
                  </a:lnTo>
                  <a:lnTo>
                    <a:pt x="324704" y="222601"/>
                  </a:lnTo>
                  <a:lnTo>
                    <a:pt x="326391" y="217595"/>
                  </a:lnTo>
                  <a:lnTo>
                    <a:pt x="327919" y="212538"/>
                  </a:lnTo>
                  <a:lnTo>
                    <a:pt x="329287" y="207436"/>
                  </a:lnTo>
                  <a:lnTo>
                    <a:pt x="330493" y="202292"/>
                  </a:lnTo>
                  <a:lnTo>
                    <a:pt x="331535" y="197114"/>
                  </a:lnTo>
                  <a:lnTo>
                    <a:pt x="332414" y="191904"/>
                  </a:lnTo>
                  <a:lnTo>
                    <a:pt x="333127" y="186670"/>
                  </a:lnTo>
                  <a:lnTo>
                    <a:pt x="333675" y="181416"/>
                  </a:lnTo>
                  <a:lnTo>
                    <a:pt x="334056" y="176147"/>
                  </a:lnTo>
                  <a:lnTo>
                    <a:pt x="334271" y="170868"/>
                  </a:lnTo>
                  <a:lnTo>
                    <a:pt x="334319" y="165586"/>
                  </a:lnTo>
                  <a:lnTo>
                    <a:pt x="334199" y="160304"/>
                  </a:lnTo>
                  <a:lnTo>
                    <a:pt x="333913" y="155029"/>
                  </a:lnTo>
                  <a:lnTo>
                    <a:pt x="333461" y="149766"/>
                  </a:lnTo>
                  <a:lnTo>
                    <a:pt x="332842" y="144519"/>
                  </a:lnTo>
                  <a:lnTo>
                    <a:pt x="332058" y="139295"/>
                  </a:lnTo>
                  <a:lnTo>
                    <a:pt x="331109" y="134098"/>
                  </a:lnTo>
                  <a:lnTo>
                    <a:pt x="329997" y="128934"/>
                  </a:lnTo>
                  <a:lnTo>
                    <a:pt x="328722" y="123807"/>
                  </a:lnTo>
                  <a:lnTo>
                    <a:pt x="327285" y="118724"/>
                  </a:lnTo>
                  <a:lnTo>
                    <a:pt x="325689" y="113688"/>
                  </a:lnTo>
                  <a:lnTo>
                    <a:pt x="323934" y="108705"/>
                  </a:lnTo>
                  <a:lnTo>
                    <a:pt x="322023" y="103780"/>
                  </a:lnTo>
                  <a:lnTo>
                    <a:pt x="319957" y="98918"/>
                  </a:lnTo>
                  <a:lnTo>
                    <a:pt x="317738" y="94124"/>
                  </a:lnTo>
                  <a:lnTo>
                    <a:pt x="315370" y="89402"/>
                  </a:lnTo>
                  <a:lnTo>
                    <a:pt x="312853" y="84757"/>
                  </a:lnTo>
                  <a:lnTo>
                    <a:pt x="310190" y="80194"/>
                  </a:lnTo>
                  <a:lnTo>
                    <a:pt x="307385" y="75718"/>
                  </a:lnTo>
                  <a:lnTo>
                    <a:pt x="304440" y="71333"/>
                  </a:lnTo>
                  <a:lnTo>
                    <a:pt x="301357" y="67042"/>
                  </a:lnTo>
                  <a:lnTo>
                    <a:pt x="298141" y="62852"/>
                  </a:lnTo>
                  <a:lnTo>
                    <a:pt x="294793" y="58765"/>
                  </a:lnTo>
                  <a:lnTo>
                    <a:pt x="291319" y="54785"/>
                  </a:lnTo>
                  <a:lnTo>
                    <a:pt x="287720" y="50918"/>
                  </a:lnTo>
                  <a:lnTo>
                    <a:pt x="284001" y="47166"/>
                  </a:lnTo>
                  <a:lnTo>
                    <a:pt x="280165" y="43534"/>
                  </a:lnTo>
                  <a:lnTo>
                    <a:pt x="276216" y="40025"/>
                  </a:lnTo>
                  <a:lnTo>
                    <a:pt x="272159" y="36642"/>
                  </a:lnTo>
                  <a:lnTo>
                    <a:pt x="267996" y="33389"/>
                  </a:lnTo>
                  <a:lnTo>
                    <a:pt x="263733" y="30269"/>
                  </a:lnTo>
                  <a:lnTo>
                    <a:pt x="259373" y="27285"/>
                  </a:lnTo>
                  <a:lnTo>
                    <a:pt x="254922" y="24441"/>
                  </a:lnTo>
                  <a:lnTo>
                    <a:pt x="250382" y="21739"/>
                  </a:lnTo>
                  <a:lnTo>
                    <a:pt x="245760" y="19182"/>
                  </a:lnTo>
                  <a:lnTo>
                    <a:pt x="241059" y="16772"/>
                  </a:lnTo>
                  <a:lnTo>
                    <a:pt x="236284" y="14511"/>
                  </a:lnTo>
                  <a:lnTo>
                    <a:pt x="231440" y="12403"/>
                  </a:lnTo>
                  <a:lnTo>
                    <a:pt x="226532" y="10449"/>
                  </a:lnTo>
                  <a:lnTo>
                    <a:pt x="221565" y="8651"/>
                  </a:lnTo>
                  <a:lnTo>
                    <a:pt x="216543" y="7010"/>
                  </a:lnTo>
                  <a:lnTo>
                    <a:pt x="211472" y="5529"/>
                  </a:lnTo>
                  <a:lnTo>
                    <a:pt x="206357" y="4210"/>
                  </a:lnTo>
                  <a:lnTo>
                    <a:pt x="201202" y="3052"/>
                  </a:lnTo>
                  <a:lnTo>
                    <a:pt x="196014" y="2058"/>
                  </a:lnTo>
                  <a:lnTo>
                    <a:pt x="190797" y="1228"/>
                  </a:lnTo>
                  <a:lnTo>
                    <a:pt x="167155" y="1667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23235" y="1681503"/>
              <a:ext cx="23641" cy="167167"/>
            </a:xfrm>
            <a:custGeom>
              <a:avLst/>
              <a:pathLst>
                <a:path w="23641" h="167167">
                  <a:moveTo>
                    <a:pt x="23641" y="1680"/>
                  </a:moveTo>
                  <a:lnTo>
                    <a:pt x="15790" y="747"/>
                  </a:lnTo>
                  <a:lnTo>
                    <a:pt x="7904" y="1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5853874" y="1322571"/>
              <a:ext cx="167165" cy="310885"/>
            </a:xfrm>
            <a:custGeom>
              <a:avLst/>
              <a:pathLst>
                <a:path w="167165" h="310885">
                  <a:moveTo>
                    <a:pt x="167165" y="0"/>
                  </a:moveTo>
                  <a:lnTo>
                    <a:pt x="161788" y="86"/>
                  </a:lnTo>
                  <a:lnTo>
                    <a:pt x="156417" y="345"/>
                  </a:lnTo>
                  <a:lnTo>
                    <a:pt x="151058" y="777"/>
                  </a:lnTo>
                  <a:lnTo>
                    <a:pt x="145715" y="1381"/>
                  </a:lnTo>
                  <a:lnTo>
                    <a:pt x="140394" y="2157"/>
                  </a:lnTo>
                  <a:lnTo>
                    <a:pt x="135101" y="3103"/>
                  </a:lnTo>
                  <a:lnTo>
                    <a:pt x="129841" y="4219"/>
                  </a:lnTo>
                  <a:lnTo>
                    <a:pt x="124619" y="5504"/>
                  </a:lnTo>
                  <a:lnTo>
                    <a:pt x="119442" y="6956"/>
                  </a:lnTo>
                  <a:lnTo>
                    <a:pt x="114314" y="8574"/>
                  </a:lnTo>
                  <a:lnTo>
                    <a:pt x="109241" y="10356"/>
                  </a:lnTo>
                  <a:lnTo>
                    <a:pt x="104228" y="12300"/>
                  </a:lnTo>
                  <a:lnTo>
                    <a:pt x="99279" y="14404"/>
                  </a:lnTo>
                  <a:lnTo>
                    <a:pt x="94401" y="16666"/>
                  </a:lnTo>
                  <a:lnTo>
                    <a:pt x="89599" y="19084"/>
                  </a:lnTo>
                  <a:lnTo>
                    <a:pt x="84876" y="21655"/>
                  </a:lnTo>
                  <a:lnTo>
                    <a:pt x="80239" y="24377"/>
                  </a:lnTo>
                  <a:lnTo>
                    <a:pt x="75692" y="27247"/>
                  </a:lnTo>
                  <a:lnTo>
                    <a:pt x="71239" y="30261"/>
                  </a:lnTo>
                  <a:lnTo>
                    <a:pt x="66885" y="33417"/>
                  </a:lnTo>
                  <a:lnTo>
                    <a:pt x="62636" y="36711"/>
                  </a:lnTo>
                  <a:lnTo>
                    <a:pt x="58494" y="40141"/>
                  </a:lnTo>
                  <a:lnTo>
                    <a:pt x="54465" y="43701"/>
                  </a:lnTo>
                  <a:lnTo>
                    <a:pt x="50553" y="47390"/>
                  </a:lnTo>
                  <a:lnTo>
                    <a:pt x="46761" y="51202"/>
                  </a:lnTo>
                  <a:lnTo>
                    <a:pt x="43093" y="55134"/>
                  </a:lnTo>
                  <a:lnTo>
                    <a:pt x="39554" y="59183"/>
                  </a:lnTo>
                  <a:lnTo>
                    <a:pt x="36147" y="63343"/>
                  </a:lnTo>
                  <a:lnTo>
                    <a:pt x="32876" y="67610"/>
                  </a:lnTo>
                  <a:lnTo>
                    <a:pt x="29744" y="71981"/>
                  </a:lnTo>
                  <a:lnTo>
                    <a:pt x="26753" y="76449"/>
                  </a:lnTo>
                  <a:lnTo>
                    <a:pt x="23908" y="81012"/>
                  </a:lnTo>
                  <a:lnTo>
                    <a:pt x="21212" y="85664"/>
                  </a:lnTo>
                  <a:lnTo>
                    <a:pt x="18666" y="90400"/>
                  </a:lnTo>
                  <a:lnTo>
                    <a:pt x="16274" y="95216"/>
                  </a:lnTo>
                  <a:lnTo>
                    <a:pt x="14038" y="100106"/>
                  </a:lnTo>
                  <a:lnTo>
                    <a:pt x="11960" y="105066"/>
                  </a:lnTo>
                  <a:lnTo>
                    <a:pt x="10043" y="110089"/>
                  </a:lnTo>
                  <a:lnTo>
                    <a:pt x="8289" y="115172"/>
                  </a:lnTo>
                  <a:lnTo>
                    <a:pt x="6699" y="120309"/>
                  </a:lnTo>
                  <a:lnTo>
                    <a:pt x="5275" y="125494"/>
                  </a:lnTo>
                  <a:lnTo>
                    <a:pt x="4018" y="130722"/>
                  </a:lnTo>
                  <a:lnTo>
                    <a:pt x="2931" y="135988"/>
                  </a:lnTo>
                  <a:lnTo>
                    <a:pt x="2013" y="141286"/>
                  </a:lnTo>
                  <a:lnTo>
                    <a:pt x="1266" y="146611"/>
                  </a:lnTo>
                  <a:lnTo>
                    <a:pt x="690" y="151957"/>
                  </a:lnTo>
                  <a:lnTo>
                    <a:pt x="287" y="157319"/>
                  </a:lnTo>
                  <a:lnTo>
                    <a:pt x="57" y="162691"/>
                  </a:lnTo>
                  <a:lnTo>
                    <a:pt x="0" y="168068"/>
                  </a:lnTo>
                  <a:lnTo>
                    <a:pt x="115" y="173444"/>
                  </a:lnTo>
                  <a:lnTo>
                    <a:pt x="403" y="178813"/>
                  </a:lnTo>
                  <a:lnTo>
                    <a:pt x="864" y="184170"/>
                  </a:lnTo>
                  <a:lnTo>
                    <a:pt x="1497" y="189510"/>
                  </a:lnTo>
                  <a:lnTo>
                    <a:pt x="2301" y="194826"/>
                  </a:lnTo>
                  <a:lnTo>
                    <a:pt x="3276" y="200114"/>
                  </a:lnTo>
                  <a:lnTo>
                    <a:pt x="4420" y="205368"/>
                  </a:lnTo>
                  <a:lnTo>
                    <a:pt x="5733" y="210582"/>
                  </a:lnTo>
                  <a:lnTo>
                    <a:pt x="7213" y="215752"/>
                  </a:lnTo>
                  <a:lnTo>
                    <a:pt x="8858" y="220871"/>
                  </a:lnTo>
                  <a:lnTo>
                    <a:pt x="10667" y="225935"/>
                  </a:lnTo>
                  <a:lnTo>
                    <a:pt x="12639" y="230937"/>
                  </a:lnTo>
                  <a:lnTo>
                    <a:pt x="14769" y="235874"/>
                  </a:lnTo>
                  <a:lnTo>
                    <a:pt x="17058" y="240740"/>
                  </a:lnTo>
                  <a:lnTo>
                    <a:pt x="19502" y="245529"/>
                  </a:lnTo>
                  <a:lnTo>
                    <a:pt x="22098" y="250238"/>
                  </a:lnTo>
                  <a:lnTo>
                    <a:pt x="24845" y="254861"/>
                  </a:lnTo>
                  <a:lnTo>
                    <a:pt x="27739" y="259392"/>
                  </a:lnTo>
                  <a:lnTo>
                    <a:pt x="30777" y="263829"/>
                  </a:lnTo>
                  <a:lnTo>
                    <a:pt x="33957" y="268165"/>
                  </a:lnTo>
                  <a:lnTo>
                    <a:pt x="37274" y="272397"/>
                  </a:lnTo>
                  <a:lnTo>
                    <a:pt x="40725" y="276520"/>
                  </a:lnTo>
                  <a:lnTo>
                    <a:pt x="44308" y="280530"/>
                  </a:lnTo>
                  <a:lnTo>
                    <a:pt x="48017" y="284423"/>
                  </a:lnTo>
                  <a:lnTo>
                    <a:pt x="51850" y="288194"/>
                  </a:lnTo>
                  <a:lnTo>
                    <a:pt x="55802" y="291840"/>
                  </a:lnTo>
                  <a:lnTo>
                    <a:pt x="59869" y="295357"/>
                  </a:lnTo>
                  <a:lnTo>
                    <a:pt x="64048" y="298742"/>
                  </a:lnTo>
                  <a:lnTo>
                    <a:pt x="68333" y="301990"/>
                  </a:lnTo>
                  <a:lnTo>
                    <a:pt x="72720" y="305099"/>
                  </a:lnTo>
                  <a:lnTo>
                    <a:pt x="77205" y="308065"/>
                  </a:lnTo>
                  <a:lnTo>
                    <a:pt x="81783" y="310885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5935657" y="1489739"/>
              <a:ext cx="85381" cy="143718"/>
            </a:xfrm>
            <a:custGeom>
              <a:avLst/>
              <a:pathLst>
                <a:path w="85381" h="143718">
                  <a:moveTo>
                    <a:pt x="0" y="143718"/>
                  </a:moveTo>
                  <a:lnTo>
                    <a:pt x="8538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5935657" y="1489739"/>
              <a:ext cx="85381" cy="143718"/>
            </a:xfrm>
            <a:custGeom>
              <a:avLst/>
              <a:pathLst>
                <a:path w="85381" h="143718">
                  <a:moveTo>
                    <a:pt x="0" y="143718"/>
                  </a:moveTo>
                  <a:lnTo>
                    <a:pt x="8538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5935657" y="1489739"/>
              <a:ext cx="85381" cy="143718"/>
            </a:xfrm>
            <a:custGeom>
              <a:avLst/>
              <a:pathLst>
                <a:path w="85381" h="143718">
                  <a:moveTo>
                    <a:pt x="0" y="143718"/>
                  </a:moveTo>
                  <a:lnTo>
                    <a:pt x="8538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5935657" y="1489739"/>
              <a:ext cx="85381" cy="143718"/>
            </a:xfrm>
            <a:custGeom>
              <a:avLst/>
              <a:pathLst>
                <a:path w="85381" h="143718">
                  <a:moveTo>
                    <a:pt x="0" y="143718"/>
                  </a:moveTo>
                  <a:lnTo>
                    <a:pt x="8538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5935657" y="1489739"/>
              <a:ext cx="85381" cy="143718"/>
            </a:xfrm>
            <a:custGeom>
              <a:avLst/>
              <a:pathLst>
                <a:path w="85381" h="143718">
                  <a:moveTo>
                    <a:pt x="0" y="143718"/>
                  </a:moveTo>
                  <a:lnTo>
                    <a:pt x="8538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35657" y="1489739"/>
              <a:ext cx="85381" cy="143718"/>
            </a:xfrm>
            <a:custGeom>
              <a:avLst/>
              <a:pathLst>
                <a:path w="85381" h="143718">
                  <a:moveTo>
                    <a:pt x="0" y="143718"/>
                  </a:moveTo>
                  <a:lnTo>
                    <a:pt x="8538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35657" y="1489739"/>
              <a:ext cx="85381" cy="143718"/>
            </a:xfrm>
            <a:custGeom>
              <a:avLst/>
              <a:pathLst>
                <a:path w="85381" h="143718">
                  <a:moveTo>
                    <a:pt x="0" y="143718"/>
                  </a:moveTo>
                  <a:lnTo>
                    <a:pt x="8538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35657" y="1489739"/>
              <a:ext cx="85381" cy="143718"/>
            </a:xfrm>
            <a:custGeom>
              <a:avLst/>
              <a:pathLst>
                <a:path w="85381" h="143718">
                  <a:moveTo>
                    <a:pt x="0" y="143718"/>
                  </a:moveTo>
                  <a:lnTo>
                    <a:pt x="8538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35657" y="1489739"/>
              <a:ext cx="85381" cy="143718"/>
            </a:xfrm>
            <a:custGeom>
              <a:avLst/>
              <a:pathLst>
                <a:path w="85381" h="143718">
                  <a:moveTo>
                    <a:pt x="0" y="143718"/>
                  </a:moveTo>
                  <a:lnTo>
                    <a:pt x="8538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35657" y="1489739"/>
              <a:ext cx="85381" cy="143718"/>
            </a:xfrm>
            <a:custGeom>
              <a:avLst/>
              <a:pathLst>
                <a:path w="85381" h="143718">
                  <a:moveTo>
                    <a:pt x="0" y="143718"/>
                  </a:moveTo>
                  <a:lnTo>
                    <a:pt x="8538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35657" y="1489739"/>
              <a:ext cx="85381" cy="143718"/>
            </a:xfrm>
            <a:custGeom>
              <a:avLst/>
              <a:pathLst>
                <a:path w="85381" h="143718">
                  <a:moveTo>
                    <a:pt x="0" y="143718"/>
                  </a:moveTo>
                  <a:lnTo>
                    <a:pt x="8538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35657" y="1489739"/>
              <a:ext cx="85381" cy="143718"/>
            </a:xfrm>
            <a:custGeom>
              <a:avLst/>
              <a:pathLst>
                <a:path w="85381" h="143718">
                  <a:moveTo>
                    <a:pt x="0" y="143718"/>
                  </a:moveTo>
                  <a:lnTo>
                    <a:pt x="85381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35657" y="1489739"/>
              <a:ext cx="85381" cy="143718"/>
            </a:xfrm>
            <a:custGeom>
              <a:avLst/>
              <a:pathLst>
                <a:path w="85381" h="143718">
                  <a:moveTo>
                    <a:pt x="0" y="143718"/>
                  </a:moveTo>
                  <a:lnTo>
                    <a:pt x="8538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35657" y="1489739"/>
              <a:ext cx="85381" cy="143718"/>
            </a:xfrm>
            <a:custGeom>
              <a:avLst/>
              <a:pathLst>
                <a:path w="85381" h="143718">
                  <a:moveTo>
                    <a:pt x="0" y="143718"/>
                  </a:moveTo>
                  <a:lnTo>
                    <a:pt x="8538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35657" y="1489739"/>
              <a:ext cx="85381" cy="143718"/>
            </a:xfrm>
            <a:custGeom>
              <a:avLst/>
              <a:pathLst>
                <a:path w="85381" h="143718">
                  <a:moveTo>
                    <a:pt x="0" y="143718"/>
                  </a:moveTo>
                  <a:lnTo>
                    <a:pt x="85381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35657" y="1489739"/>
              <a:ext cx="85381" cy="143718"/>
            </a:xfrm>
            <a:custGeom>
              <a:avLst/>
              <a:pathLst>
                <a:path w="85381" h="143718">
                  <a:moveTo>
                    <a:pt x="0" y="143718"/>
                  </a:moveTo>
                  <a:lnTo>
                    <a:pt x="8538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35657" y="1489739"/>
              <a:ext cx="85381" cy="143718"/>
            </a:xfrm>
            <a:custGeom>
              <a:avLst/>
              <a:pathLst>
                <a:path w="85381" h="143718">
                  <a:moveTo>
                    <a:pt x="0" y="143718"/>
                  </a:moveTo>
                  <a:lnTo>
                    <a:pt x="8538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35657" y="1489739"/>
              <a:ext cx="85381" cy="143718"/>
            </a:xfrm>
            <a:custGeom>
              <a:avLst/>
              <a:pathLst>
                <a:path w="85381" h="143718">
                  <a:moveTo>
                    <a:pt x="0" y="143718"/>
                  </a:moveTo>
                  <a:lnTo>
                    <a:pt x="8538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35657" y="1489739"/>
              <a:ext cx="85381" cy="143718"/>
            </a:xfrm>
            <a:custGeom>
              <a:avLst/>
              <a:pathLst>
                <a:path w="85381" h="143718">
                  <a:moveTo>
                    <a:pt x="0" y="143718"/>
                  </a:moveTo>
                  <a:lnTo>
                    <a:pt x="8538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35657" y="1489739"/>
              <a:ext cx="85381" cy="143718"/>
            </a:xfrm>
            <a:custGeom>
              <a:avLst/>
              <a:pathLst>
                <a:path w="85381" h="143718">
                  <a:moveTo>
                    <a:pt x="0" y="143718"/>
                  </a:moveTo>
                  <a:lnTo>
                    <a:pt x="8538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35657" y="1489739"/>
              <a:ext cx="85381" cy="143718"/>
            </a:xfrm>
            <a:custGeom>
              <a:avLst/>
              <a:pathLst>
                <a:path w="85381" h="143718">
                  <a:moveTo>
                    <a:pt x="0" y="143718"/>
                  </a:moveTo>
                  <a:lnTo>
                    <a:pt x="8538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35657" y="1340946"/>
              <a:ext cx="252543" cy="315954"/>
            </a:xfrm>
            <a:custGeom>
              <a:avLst/>
              <a:pathLst>
                <a:path w="252543" h="315954">
                  <a:moveTo>
                    <a:pt x="0" y="292511"/>
                  </a:moveTo>
                  <a:lnTo>
                    <a:pt x="4648" y="295172"/>
                  </a:lnTo>
                  <a:lnTo>
                    <a:pt x="9379" y="297684"/>
                  </a:lnTo>
                  <a:lnTo>
                    <a:pt x="14188" y="300042"/>
                  </a:lnTo>
                  <a:lnTo>
                    <a:pt x="19071" y="302246"/>
                  </a:lnTo>
                  <a:lnTo>
                    <a:pt x="24021" y="304291"/>
                  </a:lnTo>
                  <a:lnTo>
                    <a:pt x="29035" y="306177"/>
                  </a:lnTo>
                  <a:lnTo>
                    <a:pt x="34106" y="307902"/>
                  </a:lnTo>
                  <a:lnTo>
                    <a:pt x="39230" y="309463"/>
                  </a:lnTo>
                  <a:lnTo>
                    <a:pt x="44401" y="310859"/>
                  </a:lnTo>
                  <a:lnTo>
                    <a:pt x="49614" y="312089"/>
                  </a:lnTo>
                  <a:lnTo>
                    <a:pt x="54865" y="313151"/>
                  </a:lnTo>
                  <a:lnTo>
                    <a:pt x="60146" y="314044"/>
                  </a:lnTo>
                  <a:lnTo>
                    <a:pt x="65453" y="314768"/>
                  </a:lnTo>
                  <a:lnTo>
                    <a:pt x="70781" y="315321"/>
                  </a:lnTo>
                  <a:lnTo>
                    <a:pt x="76124" y="315703"/>
                  </a:lnTo>
                  <a:lnTo>
                    <a:pt x="81476" y="315914"/>
                  </a:lnTo>
                  <a:lnTo>
                    <a:pt x="86833" y="315954"/>
                  </a:lnTo>
                  <a:lnTo>
                    <a:pt x="92187" y="315821"/>
                  </a:lnTo>
                  <a:lnTo>
                    <a:pt x="97535" y="315517"/>
                  </a:lnTo>
                  <a:lnTo>
                    <a:pt x="102871" y="315042"/>
                  </a:lnTo>
                  <a:lnTo>
                    <a:pt x="108188" y="314397"/>
                  </a:lnTo>
                  <a:lnTo>
                    <a:pt x="113482" y="313581"/>
                  </a:lnTo>
                  <a:lnTo>
                    <a:pt x="118747" y="312596"/>
                  </a:lnTo>
                  <a:lnTo>
                    <a:pt x="123978" y="311443"/>
                  </a:lnTo>
                  <a:lnTo>
                    <a:pt x="129169" y="310123"/>
                  </a:lnTo>
                  <a:lnTo>
                    <a:pt x="134316" y="308637"/>
                  </a:lnTo>
                  <a:lnTo>
                    <a:pt x="139412" y="306987"/>
                  </a:lnTo>
                  <a:lnTo>
                    <a:pt x="144452" y="305175"/>
                  </a:lnTo>
                  <a:lnTo>
                    <a:pt x="149432" y="303202"/>
                  </a:lnTo>
                  <a:lnTo>
                    <a:pt x="154346" y="301071"/>
                  </a:lnTo>
                  <a:lnTo>
                    <a:pt x="159190" y="298783"/>
                  </a:lnTo>
                  <a:lnTo>
                    <a:pt x="163957" y="296342"/>
                  </a:lnTo>
                  <a:lnTo>
                    <a:pt x="168644" y="293748"/>
                  </a:lnTo>
                  <a:lnTo>
                    <a:pt x="173246" y="291006"/>
                  </a:lnTo>
                  <a:lnTo>
                    <a:pt x="177757" y="288118"/>
                  </a:lnTo>
                  <a:lnTo>
                    <a:pt x="182173" y="285087"/>
                  </a:lnTo>
                  <a:lnTo>
                    <a:pt x="186490" y="281916"/>
                  </a:lnTo>
                  <a:lnTo>
                    <a:pt x="190703" y="278608"/>
                  </a:lnTo>
                  <a:lnTo>
                    <a:pt x="194808" y="275168"/>
                  </a:lnTo>
                  <a:lnTo>
                    <a:pt x="198801" y="271597"/>
                  </a:lnTo>
                  <a:lnTo>
                    <a:pt x="202677" y="267900"/>
                  </a:lnTo>
                  <a:lnTo>
                    <a:pt x="206433" y="264081"/>
                  </a:lnTo>
                  <a:lnTo>
                    <a:pt x="210064" y="260143"/>
                  </a:lnTo>
                  <a:lnTo>
                    <a:pt x="213568" y="256091"/>
                  </a:lnTo>
                  <a:lnTo>
                    <a:pt x="216940" y="251930"/>
                  </a:lnTo>
                  <a:lnTo>
                    <a:pt x="220177" y="247662"/>
                  </a:lnTo>
                  <a:lnTo>
                    <a:pt x="223275" y="243292"/>
                  </a:lnTo>
                  <a:lnTo>
                    <a:pt x="226232" y="238826"/>
                  </a:lnTo>
                  <a:lnTo>
                    <a:pt x="229044" y="234267"/>
                  </a:lnTo>
                  <a:lnTo>
                    <a:pt x="231709" y="229620"/>
                  </a:lnTo>
                  <a:lnTo>
                    <a:pt x="234223" y="224891"/>
                  </a:lnTo>
                  <a:lnTo>
                    <a:pt x="236585" y="220083"/>
                  </a:lnTo>
                  <a:lnTo>
                    <a:pt x="238791" y="215202"/>
                  </a:lnTo>
                  <a:lnTo>
                    <a:pt x="240840" y="210253"/>
                  </a:lnTo>
                  <a:lnTo>
                    <a:pt x="242730" y="205241"/>
                  </a:lnTo>
                  <a:lnTo>
                    <a:pt x="244457" y="200171"/>
                  </a:lnTo>
                  <a:lnTo>
                    <a:pt x="246022" y="195048"/>
                  </a:lnTo>
                  <a:lnTo>
                    <a:pt x="247421" y="189877"/>
                  </a:lnTo>
                  <a:lnTo>
                    <a:pt x="248654" y="184665"/>
                  </a:lnTo>
                  <a:lnTo>
                    <a:pt x="249720" y="179415"/>
                  </a:lnTo>
                  <a:lnTo>
                    <a:pt x="250617" y="174134"/>
                  </a:lnTo>
                  <a:lnTo>
                    <a:pt x="251344" y="168828"/>
                  </a:lnTo>
                  <a:lnTo>
                    <a:pt x="251900" y="163500"/>
                  </a:lnTo>
                  <a:lnTo>
                    <a:pt x="252286" y="158158"/>
                  </a:lnTo>
                  <a:lnTo>
                    <a:pt x="252500" y="152805"/>
                  </a:lnTo>
                  <a:lnTo>
                    <a:pt x="252543" y="147449"/>
                  </a:lnTo>
                  <a:lnTo>
                    <a:pt x="252414" y="142094"/>
                  </a:lnTo>
                  <a:lnTo>
                    <a:pt x="252114" y="136746"/>
                  </a:lnTo>
                  <a:lnTo>
                    <a:pt x="251642" y="131410"/>
                  </a:lnTo>
                  <a:lnTo>
                    <a:pt x="251000" y="126093"/>
                  </a:lnTo>
                  <a:lnTo>
                    <a:pt x="250188" y="120798"/>
                  </a:lnTo>
                  <a:lnTo>
                    <a:pt x="249206" y="115532"/>
                  </a:lnTo>
                  <a:lnTo>
                    <a:pt x="248057" y="110301"/>
                  </a:lnTo>
                  <a:lnTo>
                    <a:pt x="246740" y="105109"/>
                  </a:lnTo>
                  <a:lnTo>
                    <a:pt x="245258" y="99961"/>
                  </a:lnTo>
                  <a:lnTo>
                    <a:pt x="243611" y="94864"/>
                  </a:lnTo>
                  <a:lnTo>
                    <a:pt x="241802" y="89822"/>
                  </a:lnTo>
                  <a:lnTo>
                    <a:pt x="239832" y="84841"/>
                  </a:lnTo>
                  <a:lnTo>
                    <a:pt x="237704" y="79926"/>
                  </a:lnTo>
                  <a:lnTo>
                    <a:pt x="235420" y="75081"/>
                  </a:lnTo>
                  <a:lnTo>
                    <a:pt x="232981" y="70312"/>
                  </a:lnTo>
                  <a:lnTo>
                    <a:pt x="230391" y="65623"/>
                  </a:lnTo>
                  <a:lnTo>
                    <a:pt x="227652" y="61020"/>
                  </a:lnTo>
                  <a:lnTo>
                    <a:pt x="224767" y="56507"/>
                  </a:lnTo>
                  <a:lnTo>
                    <a:pt x="221738" y="52089"/>
                  </a:lnTo>
                  <a:lnTo>
                    <a:pt x="218570" y="47770"/>
                  </a:lnTo>
                  <a:lnTo>
                    <a:pt x="215265" y="43554"/>
                  </a:lnTo>
                  <a:lnTo>
                    <a:pt x="211827" y="39447"/>
                  </a:lnTo>
                  <a:lnTo>
                    <a:pt x="208259" y="35452"/>
                  </a:lnTo>
                  <a:lnTo>
                    <a:pt x="204564" y="31573"/>
                  </a:lnTo>
                  <a:lnTo>
                    <a:pt x="200748" y="27815"/>
                  </a:lnTo>
                  <a:lnTo>
                    <a:pt x="196813" y="24181"/>
                  </a:lnTo>
                  <a:lnTo>
                    <a:pt x="192763" y="20675"/>
                  </a:lnTo>
                  <a:lnTo>
                    <a:pt x="188603" y="17300"/>
                  </a:lnTo>
                  <a:lnTo>
                    <a:pt x="184337" y="14061"/>
                  </a:lnTo>
                  <a:lnTo>
                    <a:pt x="179970" y="10960"/>
                  </a:lnTo>
                  <a:lnTo>
                    <a:pt x="175506" y="8000"/>
                  </a:lnTo>
                  <a:lnTo>
                    <a:pt x="170948" y="5185"/>
                  </a:lnTo>
                  <a:lnTo>
                    <a:pt x="166304" y="2517"/>
                  </a:lnTo>
                  <a:lnTo>
                    <a:pt x="161576" y="0"/>
                  </a:lnTo>
                  <a:lnTo>
                    <a:pt x="85381" y="14879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021039" y="1322571"/>
              <a:ext cx="76194" cy="167167"/>
            </a:xfrm>
            <a:custGeom>
              <a:avLst/>
              <a:pathLst>
                <a:path w="76194" h="167167">
                  <a:moveTo>
                    <a:pt x="76194" y="18374"/>
                  </a:moveTo>
                  <a:lnTo>
                    <a:pt x="71122" y="15884"/>
                  </a:lnTo>
                  <a:lnTo>
                    <a:pt x="65968" y="13566"/>
                  </a:lnTo>
                  <a:lnTo>
                    <a:pt x="60739" y="11424"/>
                  </a:lnTo>
                  <a:lnTo>
                    <a:pt x="55440" y="9461"/>
                  </a:lnTo>
                  <a:lnTo>
                    <a:pt x="50078" y="7677"/>
                  </a:lnTo>
                  <a:lnTo>
                    <a:pt x="44659" y="6075"/>
                  </a:lnTo>
                  <a:lnTo>
                    <a:pt x="39189" y="4658"/>
                  </a:lnTo>
                  <a:lnTo>
                    <a:pt x="33674" y="3426"/>
                  </a:lnTo>
                  <a:lnTo>
                    <a:pt x="28121" y="2382"/>
                  </a:lnTo>
                  <a:lnTo>
                    <a:pt x="22535" y="1525"/>
                  </a:lnTo>
                  <a:lnTo>
                    <a:pt x="16924" y="858"/>
                  </a:lnTo>
                  <a:lnTo>
                    <a:pt x="11293" y="381"/>
                  </a:lnTo>
                  <a:lnTo>
                    <a:pt x="5649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378095" y="1071028"/>
              <a:ext cx="167163" cy="261474"/>
            </a:xfrm>
            <a:custGeom>
              <a:avLst/>
              <a:pathLst>
                <a:path w="167163" h="261474">
                  <a:moveTo>
                    <a:pt x="167163" y="0"/>
                  </a:moveTo>
                  <a:lnTo>
                    <a:pt x="161829" y="85"/>
                  </a:lnTo>
                  <a:lnTo>
                    <a:pt x="156500" y="340"/>
                  </a:lnTo>
                  <a:lnTo>
                    <a:pt x="151182" y="765"/>
                  </a:lnTo>
                  <a:lnTo>
                    <a:pt x="145880" y="1360"/>
                  </a:lnTo>
                  <a:lnTo>
                    <a:pt x="140601" y="2123"/>
                  </a:lnTo>
                  <a:lnTo>
                    <a:pt x="135348" y="3055"/>
                  </a:lnTo>
                  <a:lnTo>
                    <a:pt x="130127" y="4154"/>
                  </a:lnTo>
                  <a:lnTo>
                    <a:pt x="124944" y="5419"/>
                  </a:lnTo>
                  <a:lnTo>
                    <a:pt x="119805" y="6848"/>
                  </a:lnTo>
                  <a:lnTo>
                    <a:pt x="114713" y="8441"/>
                  </a:lnTo>
                  <a:lnTo>
                    <a:pt x="109675" y="10195"/>
                  </a:lnTo>
                  <a:lnTo>
                    <a:pt x="104695" y="12110"/>
                  </a:lnTo>
                  <a:lnTo>
                    <a:pt x="99779" y="14182"/>
                  </a:lnTo>
                  <a:lnTo>
                    <a:pt x="94932" y="16410"/>
                  </a:lnTo>
                  <a:lnTo>
                    <a:pt x="90158" y="18792"/>
                  </a:lnTo>
                  <a:lnTo>
                    <a:pt x="85463" y="21324"/>
                  </a:lnTo>
                  <a:lnTo>
                    <a:pt x="80851" y="24005"/>
                  </a:lnTo>
                  <a:lnTo>
                    <a:pt x="76327" y="26833"/>
                  </a:lnTo>
                  <a:lnTo>
                    <a:pt x="71895" y="29802"/>
                  </a:lnTo>
                  <a:lnTo>
                    <a:pt x="67560" y="32912"/>
                  </a:lnTo>
                  <a:lnTo>
                    <a:pt x="63327" y="36159"/>
                  </a:lnTo>
                  <a:lnTo>
                    <a:pt x="59200" y="39539"/>
                  </a:lnTo>
                  <a:lnTo>
                    <a:pt x="55182" y="43049"/>
                  </a:lnTo>
                  <a:lnTo>
                    <a:pt x="51279" y="46685"/>
                  </a:lnTo>
                  <a:lnTo>
                    <a:pt x="47493" y="50445"/>
                  </a:lnTo>
                  <a:lnTo>
                    <a:pt x="43830" y="54323"/>
                  </a:lnTo>
                  <a:lnTo>
                    <a:pt x="40292" y="58315"/>
                  </a:lnTo>
                  <a:lnTo>
                    <a:pt x="36883" y="62419"/>
                  </a:lnTo>
                  <a:lnTo>
                    <a:pt x="33607" y="66630"/>
                  </a:lnTo>
                  <a:lnTo>
                    <a:pt x="30467" y="70943"/>
                  </a:lnTo>
                  <a:lnTo>
                    <a:pt x="27466" y="75353"/>
                  </a:lnTo>
                  <a:lnTo>
                    <a:pt x="24607" y="79858"/>
                  </a:lnTo>
                  <a:lnTo>
                    <a:pt x="21894" y="84451"/>
                  </a:lnTo>
                  <a:lnTo>
                    <a:pt x="19329" y="89129"/>
                  </a:lnTo>
                  <a:lnTo>
                    <a:pt x="16914" y="93886"/>
                  </a:lnTo>
                  <a:lnTo>
                    <a:pt x="14652" y="98717"/>
                  </a:lnTo>
                  <a:lnTo>
                    <a:pt x="12545" y="103619"/>
                  </a:lnTo>
                  <a:lnTo>
                    <a:pt x="10596" y="108585"/>
                  </a:lnTo>
                  <a:lnTo>
                    <a:pt x="8807" y="113611"/>
                  </a:lnTo>
                  <a:lnTo>
                    <a:pt x="7178" y="118691"/>
                  </a:lnTo>
                  <a:lnTo>
                    <a:pt x="5713" y="123820"/>
                  </a:lnTo>
                  <a:lnTo>
                    <a:pt x="4412" y="128994"/>
                  </a:lnTo>
                  <a:lnTo>
                    <a:pt x="3277" y="134207"/>
                  </a:lnTo>
                  <a:lnTo>
                    <a:pt x="2309" y="139453"/>
                  </a:lnTo>
                  <a:lnTo>
                    <a:pt x="1508" y="144728"/>
                  </a:lnTo>
                  <a:lnTo>
                    <a:pt x="877" y="150025"/>
                  </a:lnTo>
                  <a:lnTo>
                    <a:pt x="414" y="155340"/>
                  </a:lnTo>
                  <a:lnTo>
                    <a:pt x="122" y="160667"/>
                  </a:lnTo>
                  <a:lnTo>
                    <a:pt x="0" y="166000"/>
                  </a:lnTo>
                  <a:lnTo>
                    <a:pt x="47" y="171335"/>
                  </a:lnTo>
                  <a:lnTo>
                    <a:pt x="265" y="176665"/>
                  </a:lnTo>
                  <a:lnTo>
                    <a:pt x="654" y="181986"/>
                  </a:lnTo>
                  <a:lnTo>
                    <a:pt x="1211" y="187292"/>
                  </a:lnTo>
                  <a:lnTo>
                    <a:pt x="1938" y="192577"/>
                  </a:lnTo>
                  <a:lnTo>
                    <a:pt x="2833" y="197836"/>
                  </a:lnTo>
                  <a:lnTo>
                    <a:pt x="3895" y="203064"/>
                  </a:lnTo>
                  <a:lnTo>
                    <a:pt x="5124" y="208255"/>
                  </a:lnTo>
                  <a:lnTo>
                    <a:pt x="6517" y="213405"/>
                  </a:lnTo>
                  <a:lnTo>
                    <a:pt x="8075" y="218508"/>
                  </a:lnTo>
                  <a:lnTo>
                    <a:pt x="9794" y="223558"/>
                  </a:lnTo>
                  <a:lnTo>
                    <a:pt x="11673" y="228551"/>
                  </a:lnTo>
                  <a:lnTo>
                    <a:pt x="13711" y="233481"/>
                  </a:lnTo>
                  <a:lnTo>
                    <a:pt x="15905" y="238344"/>
                  </a:lnTo>
                  <a:lnTo>
                    <a:pt x="18254" y="243134"/>
                  </a:lnTo>
                  <a:lnTo>
                    <a:pt x="20753" y="247847"/>
                  </a:lnTo>
                  <a:lnTo>
                    <a:pt x="23402" y="252477"/>
                  </a:lnTo>
                  <a:lnTo>
                    <a:pt x="26198" y="257021"/>
                  </a:lnTo>
                  <a:lnTo>
                    <a:pt x="29137" y="261474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407232" y="1238196"/>
              <a:ext cx="138026" cy="94306"/>
            </a:xfrm>
            <a:custGeom>
              <a:avLst/>
              <a:pathLst>
                <a:path w="138026" h="94306">
                  <a:moveTo>
                    <a:pt x="0" y="94306"/>
                  </a:moveTo>
                  <a:lnTo>
                    <a:pt x="13802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407232" y="1238196"/>
              <a:ext cx="138026" cy="94306"/>
            </a:xfrm>
            <a:custGeom>
              <a:avLst/>
              <a:pathLst>
                <a:path w="138026" h="94306">
                  <a:moveTo>
                    <a:pt x="0" y="94306"/>
                  </a:moveTo>
                  <a:lnTo>
                    <a:pt x="13802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407232" y="1238196"/>
              <a:ext cx="138026" cy="94306"/>
            </a:xfrm>
            <a:custGeom>
              <a:avLst/>
              <a:pathLst>
                <a:path w="138026" h="94306">
                  <a:moveTo>
                    <a:pt x="0" y="94306"/>
                  </a:moveTo>
                  <a:lnTo>
                    <a:pt x="13802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407232" y="1238196"/>
              <a:ext cx="138026" cy="94306"/>
            </a:xfrm>
            <a:custGeom>
              <a:avLst/>
              <a:pathLst>
                <a:path w="138026" h="94306">
                  <a:moveTo>
                    <a:pt x="0" y="94306"/>
                  </a:moveTo>
                  <a:lnTo>
                    <a:pt x="13802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407232" y="1238196"/>
              <a:ext cx="138026" cy="94306"/>
            </a:xfrm>
            <a:custGeom>
              <a:avLst/>
              <a:pathLst>
                <a:path w="138026" h="94306">
                  <a:moveTo>
                    <a:pt x="0" y="94306"/>
                  </a:moveTo>
                  <a:lnTo>
                    <a:pt x="13802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407232" y="1238196"/>
              <a:ext cx="138026" cy="94306"/>
            </a:xfrm>
            <a:custGeom>
              <a:avLst/>
              <a:pathLst>
                <a:path w="138026" h="94306">
                  <a:moveTo>
                    <a:pt x="0" y="94306"/>
                  </a:moveTo>
                  <a:lnTo>
                    <a:pt x="13802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07232" y="1238196"/>
              <a:ext cx="138026" cy="94306"/>
            </a:xfrm>
            <a:custGeom>
              <a:avLst/>
              <a:pathLst>
                <a:path w="138026" h="94306">
                  <a:moveTo>
                    <a:pt x="0" y="94306"/>
                  </a:moveTo>
                  <a:lnTo>
                    <a:pt x="13802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07232" y="1238196"/>
              <a:ext cx="138026" cy="94306"/>
            </a:xfrm>
            <a:custGeom>
              <a:avLst/>
              <a:pathLst>
                <a:path w="138026" h="94306">
                  <a:moveTo>
                    <a:pt x="0" y="94306"/>
                  </a:moveTo>
                  <a:lnTo>
                    <a:pt x="13802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07232" y="1238196"/>
              <a:ext cx="138026" cy="94306"/>
            </a:xfrm>
            <a:custGeom>
              <a:avLst/>
              <a:pathLst>
                <a:path w="138026" h="94306">
                  <a:moveTo>
                    <a:pt x="0" y="94306"/>
                  </a:moveTo>
                  <a:lnTo>
                    <a:pt x="13802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07232" y="1238196"/>
              <a:ext cx="138026" cy="94306"/>
            </a:xfrm>
            <a:custGeom>
              <a:avLst/>
              <a:pathLst>
                <a:path w="138026" h="94306">
                  <a:moveTo>
                    <a:pt x="0" y="94306"/>
                  </a:moveTo>
                  <a:lnTo>
                    <a:pt x="13802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07232" y="1238196"/>
              <a:ext cx="138026" cy="94306"/>
            </a:xfrm>
            <a:custGeom>
              <a:avLst/>
              <a:pathLst>
                <a:path w="138026" h="94306">
                  <a:moveTo>
                    <a:pt x="0" y="94306"/>
                  </a:moveTo>
                  <a:lnTo>
                    <a:pt x="138026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07232" y="1238196"/>
              <a:ext cx="138026" cy="94306"/>
            </a:xfrm>
            <a:custGeom>
              <a:avLst/>
              <a:pathLst>
                <a:path w="138026" h="94306">
                  <a:moveTo>
                    <a:pt x="0" y="94306"/>
                  </a:moveTo>
                  <a:lnTo>
                    <a:pt x="13802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07232" y="1238196"/>
              <a:ext cx="138026" cy="94306"/>
            </a:xfrm>
            <a:custGeom>
              <a:avLst/>
              <a:pathLst>
                <a:path w="138026" h="94306">
                  <a:moveTo>
                    <a:pt x="0" y="94306"/>
                  </a:moveTo>
                  <a:lnTo>
                    <a:pt x="13802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07232" y="1238196"/>
              <a:ext cx="138026" cy="94306"/>
            </a:xfrm>
            <a:custGeom>
              <a:avLst/>
              <a:pathLst>
                <a:path w="138026" h="94306">
                  <a:moveTo>
                    <a:pt x="0" y="94306"/>
                  </a:moveTo>
                  <a:lnTo>
                    <a:pt x="138026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07232" y="1238196"/>
              <a:ext cx="138026" cy="94306"/>
            </a:xfrm>
            <a:custGeom>
              <a:avLst/>
              <a:pathLst>
                <a:path w="138026" h="94306">
                  <a:moveTo>
                    <a:pt x="0" y="94306"/>
                  </a:moveTo>
                  <a:lnTo>
                    <a:pt x="13802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07232" y="1238196"/>
              <a:ext cx="138026" cy="94306"/>
            </a:xfrm>
            <a:custGeom>
              <a:avLst/>
              <a:pathLst>
                <a:path w="138026" h="94306">
                  <a:moveTo>
                    <a:pt x="0" y="94306"/>
                  </a:moveTo>
                  <a:lnTo>
                    <a:pt x="13802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07232" y="1238196"/>
              <a:ext cx="138026" cy="94306"/>
            </a:xfrm>
            <a:custGeom>
              <a:avLst/>
              <a:pathLst>
                <a:path w="138026" h="94306">
                  <a:moveTo>
                    <a:pt x="0" y="94306"/>
                  </a:moveTo>
                  <a:lnTo>
                    <a:pt x="13802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07232" y="1238196"/>
              <a:ext cx="138026" cy="94306"/>
            </a:xfrm>
            <a:custGeom>
              <a:avLst/>
              <a:pathLst>
                <a:path w="138026" h="94306">
                  <a:moveTo>
                    <a:pt x="0" y="94306"/>
                  </a:moveTo>
                  <a:lnTo>
                    <a:pt x="13802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07232" y="1238196"/>
              <a:ext cx="138026" cy="94306"/>
            </a:xfrm>
            <a:custGeom>
              <a:avLst/>
              <a:pathLst>
                <a:path w="138026" h="94306">
                  <a:moveTo>
                    <a:pt x="0" y="94306"/>
                  </a:moveTo>
                  <a:lnTo>
                    <a:pt x="13802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07232" y="1238196"/>
              <a:ext cx="138026" cy="94306"/>
            </a:xfrm>
            <a:custGeom>
              <a:avLst/>
              <a:pathLst>
                <a:path w="138026" h="94306">
                  <a:moveTo>
                    <a:pt x="0" y="94306"/>
                  </a:moveTo>
                  <a:lnTo>
                    <a:pt x="13802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407232" y="1173733"/>
              <a:ext cx="305180" cy="231615"/>
            </a:xfrm>
            <a:custGeom>
              <a:avLst/>
              <a:pathLst>
                <a:path w="305180" h="231615">
                  <a:moveTo>
                    <a:pt x="0" y="158769"/>
                  </a:moveTo>
                  <a:lnTo>
                    <a:pt x="3081" y="163129"/>
                  </a:lnTo>
                  <a:lnTo>
                    <a:pt x="6300" y="167387"/>
                  </a:lnTo>
                  <a:lnTo>
                    <a:pt x="9654" y="171541"/>
                  </a:lnTo>
                  <a:lnTo>
                    <a:pt x="13138" y="175585"/>
                  </a:lnTo>
                  <a:lnTo>
                    <a:pt x="16750" y="179516"/>
                  </a:lnTo>
                  <a:lnTo>
                    <a:pt x="20486" y="183330"/>
                  </a:lnTo>
                  <a:lnTo>
                    <a:pt x="24341" y="187022"/>
                  </a:lnTo>
                  <a:lnTo>
                    <a:pt x="28312" y="190590"/>
                  </a:lnTo>
                  <a:lnTo>
                    <a:pt x="32396" y="194028"/>
                  </a:lnTo>
                  <a:lnTo>
                    <a:pt x="36586" y="197335"/>
                  </a:lnTo>
                  <a:lnTo>
                    <a:pt x="40881" y="200506"/>
                  </a:lnTo>
                  <a:lnTo>
                    <a:pt x="45274" y="203539"/>
                  </a:lnTo>
                  <a:lnTo>
                    <a:pt x="49762" y="206429"/>
                  </a:lnTo>
                  <a:lnTo>
                    <a:pt x="54340" y="209175"/>
                  </a:lnTo>
                  <a:lnTo>
                    <a:pt x="59004" y="211774"/>
                  </a:lnTo>
                  <a:lnTo>
                    <a:pt x="63748" y="214222"/>
                  </a:lnTo>
                  <a:lnTo>
                    <a:pt x="68567" y="216517"/>
                  </a:lnTo>
                  <a:lnTo>
                    <a:pt x="73458" y="218657"/>
                  </a:lnTo>
                  <a:lnTo>
                    <a:pt x="78414" y="220640"/>
                  </a:lnTo>
                  <a:lnTo>
                    <a:pt x="83431" y="222464"/>
                  </a:lnTo>
                  <a:lnTo>
                    <a:pt x="88504" y="224127"/>
                  </a:lnTo>
                  <a:lnTo>
                    <a:pt x="93628" y="225627"/>
                  </a:lnTo>
                  <a:lnTo>
                    <a:pt x="98796" y="226962"/>
                  </a:lnTo>
                  <a:lnTo>
                    <a:pt x="104005" y="228132"/>
                  </a:lnTo>
                  <a:lnTo>
                    <a:pt x="109248" y="229135"/>
                  </a:lnTo>
                  <a:lnTo>
                    <a:pt x="114521" y="229969"/>
                  </a:lnTo>
                  <a:lnTo>
                    <a:pt x="119818" y="230636"/>
                  </a:lnTo>
                  <a:lnTo>
                    <a:pt x="125133" y="231132"/>
                  </a:lnTo>
                  <a:lnTo>
                    <a:pt x="130461" y="231459"/>
                  </a:lnTo>
                  <a:lnTo>
                    <a:pt x="135797" y="231615"/>
                  </a:lnTo>
                  <a:lnTo>
                    <a:pt x="141136" y="231601"/>
                  </a:lnTo>
                  <a:lnTo>
                    <a:pt x="146471" y="231417"/>
                  </a:lnTo>
                  <a:lnTo>
                    <a:pt x="151797" y="231062"/>
                  </a:lnTo>
                  <a:lnTo>
                    <a:pt x="157110" y="230537"/>
                  </a:lnTo>
                  <a:lnTo>
                    <a:pt x="162403" y="229843"/>
                  </a:lnTo>
                  <a:lnTo>
                    <a:pt x="167671" y="228981"/>
                  </a:lnTo>
                  <a:lnTo>
                    <a:pt x="172909" y="227950"/>
                  </a:lnTo>
                  <a:lnTo>
                    <a:pt x="178111" y="226753"/>
                  </a:lnTo>
                  <a:lnTo>
                    <a:pt x="183273" y="225390"/>
                  </a:lnTo>
                  <a:lnTo>
                    <a:pt x="188388" y="223863"/>
                  </a:lnTo>
                  <a:lnTo>
                    <a:pt x="193452" y="222174"/>
                  </a:lnTo>
                  <a:lnTo>
                    <a:pt x="198460" y="220324"/>
                  </a:lnTo>
                  <a:lnTo>
                    <a:pt x="203406" y="218315"/>
                  </a:lnTo>
                  <a:lnTo>
                    <a:pt x="208285" y="216149"/>
                  </a:lnTo>
                  <a:lnTo>
                    <a:pt x="213092" y="213828"/>
                  </a:lnTo>
                  <a:lnTo>
                    <a:pt x="217823" y="211355"/>
                  </a:lnTo>
                  <a:lnTo>
                    <a:pt x="222473" y="208732"/>
                  </a:lnTo>
                  <a:lnTo>
                    <a:pt x="227036" y="205962"/>
                  </a:lnTo>
                  <a:lnTo>
                    <a:pt x="231509" y="203048"/>
                  </a:lnTo>
                  <a:lnTo>
                    <a:pt x="235887" y="199992"/>
                  </a:lnTo>
                  <a:lnTo>
                    <a:pt x="240164" y="196798"/>
                  </a:lnTo>
                  <a:lnTo>
                    <a:pt x="244337" y="193469"/>
                  </a:lnTo>
                  <a:lnTo>
                    <a:pt x="248402" y="190009"/>
                  </a:lnTo>
                  <a:lnTo>
                    <a:pt x="252355" y="186421"/>
                  </a:lnTo>
                  <a:lnTo>
                    <a:pt x="256191" y="182708"/>
                  </a:lnTo>
                  <a:lnTo>
                    <a:pt x="259906" y="178875"/>
                  </a:lnTo>
                  <a:lnTo>
                    <a:pt x="263497" y="174925"/>
                  </a:lnTo>
                  <a:lnTo>
                    <a:pt x="266960" y="170862"/>
                  </a:lnTo>
                  <a:lnTo>
                    <a:pt x="270292" y="166691"/>
                  </a:lnTo>
                  <a:lnTo>
                    <a:pt x="273489" y="162415"/>
                  </a:lnTo>
                  <a:lnTo>
                    <a:pt x="276547" y="158040"/>
                  </a:lnTo>
                  <a:lnTo>
                    <a:pt x="279464" y="153569"/>
                  </a:lnTo>
                  <a:lnTo>
                    <a:pt x="282238" y="149008"/>
                  </a:lnTo>
                  <a:lnTo>
                    <a:pt x="284864" y="144360"/>
                  </a:lnTo>
                  <a:lnTo>
                    <a:pt x="287340" y="139631"/>
                  </a:lnTo>
                  <a:lnTo>
                    <a:pt x="289664" y="134825"/>
                  </a:lnTo>
                  <a:lnTo>
                    <a:pt x="291833" y="129947"/>
                  </a:lnTo>
                  <a:lnTo>
                    <a:pt x="293846" y="125003"/>
                  </a:lnTo>
                  <a:lnTo>
                    <a:pt x="295699" y="119996"/>
                  </a:lnTo>
                  <a:lnTo>
                    <a:pt x="297392" y="114933"/>
                  </a:lnTo>
                  <a:lnTo>
                    <a:pt x="298922" y="109819"/>
                  </a:lnTo>
                  <a:lnTo>
                    <a:pt x="300288" y="104658"/>
                  </a:lnTo>
                  <a:lnTo>
                    <a:pt x="301489" y="99457"/>
                  </a:lnTo>
                  <a:lnTo>
                    <a:pt x="302523" y="94220"/>
                  </a:lnTo>
                  <a:lnTo>
                    <a:pt x="303389" y="88952"/>
                  </a:lnTo>
                  <a:lnTo>
                    <a:pt x="304087" y="83659"/>
                  </a:lnTo>
                  <a:lnTo>
                    <a:pt x="304615" y="78347"/>
                  </a:lnTo>
                  <a:lnTo>
                    <a:pt x="304974" y="73021"/>
                  </a:lnTo>
                  <a:lnTo>
                    <a:pt x="305162" y="67686"/>
                  </a:lnTo>
                  <a:lnTo>
                    <a:pt x="305180" y="62348"/>
                  </a:lnTo>
                  <a:lnTo>
                    <a:pt x="305027" y="57011"/>
                  </a:lnTo>
                  <a:lnTo>
                    <a:pt x="304704" y="51683"/>
                  </a:lnTo>
                  <a:lnTo>
                    <a:pt x="304211" y="46367"/>
                  </a:lnTo>
                  <a:lnTo>
                    <a:pt x="303548" y="41070"/>
                  </a:lnTo>
                  <a:lnTo>
                    <a:pt x="302717" y="35797"/>
                  </a:lnTo>
                  <a:lnTo>
                    <a:pt x="301718" y="30553"/>
                  </a:lnTo>
                  <a:lnTo>
                    <a:pt x="300551" y="25344"/>
                  </a:lnTo>
                  <a:lnTo>
                    <a:pt x="299219" y="20174"/>
                  </a:lnTo>
                  <a:lnTo>
                    <a:pt x="297723" y="15050"/>
                  </a:lnTo>
                  <a:lnTo>
                    <a:pt x="296064" y="9976"/>
                  </a:lnTo>
                  <a:lnTo>
                    <a:pt x="294244" y="4957"/>
                  </a:lnTo>
                  <a:lnTo>
                    <a:pt x="292264" y="0"/>
                  </a:lnTo>
                  <a:lnTo>
                    <a:pt x="138026" y="6446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545258" y="1071028"/>
              <a:ext cx="154238" cy="167167"/>
            </a:xfrm>
            <a:custGeom>
              <a:avLst/>
              <a:pathLst>
                <a:path w="154238" h="167167">
                  <a:moveTo>
                    <a:pt x="154238" y="102704"/>
                  </a:moveTo>
                  <a:lnTo>
                    <a:pt x="152052" y="97705"/>
                  </a:lnTo>
                  <a:lnTo>
                    <a:pt x="149705" y="92781"/>
                  </a:lnTo>
                  <a:lnTo>
                    <a:pt x="147198" y="87935"/>
                  </a:lnTo>
                  <a:lnTo>
                    <a:pt x="144534" y="83174"/>
                  </a:lnTo>
                  <a:lnTo>
                    <a:pt x="141716" y="78503"/>
                  </a:lnTo>
                  <a:lnTo>
                    <a:pt x="138747" y="73926"/>
                  </a:lnTo>
                  <a:lnTo>
                    <a:pt x="135631" y="69448"/>
                  </a:lnTo>
                  <a:lnTo>
                    <a:pt x="132370" y="65074"/>
                  </a:lnTo>
                  <a:lnTo>
                    <a:pt x="128968" y="60809"/>
                  </a:lnTo>
                  <a:lnTo>
                    <a:pt x="125429" y="56657"/>
                  </a:lnTo>
                  <a:lnTo>
                    <a:pt x="121756" y="52623"/>
                  </a:lnTo>
                  <a:lnTo>
                    <a:pt x="117954" y="48711"/>
                  </a:lnTo>
                  <a:lnTo>
                    <a:pt x="114026" y="44925"/>
                  </a:lnTo>
                  <a:lnTo>
                    <a:pt x="109976" y="41270"/>
                  </a:lnTo>
                  <a:lnTo>
                    <a:pt x="105809" y="37748"/>
                  </a:lnTo>
                  <a:lnTo>
                    <a:pt x="101530" y="34364"/>
                  </a:lnTo>
                  <a:lnTo>
                    <a:pt x="97143" y="31122"/>
                  </a:lnTo>
                  <a:lnTo>
                    <a:pt x="92652" y="28025"/>
                  </a:lnTo>
                  <a:lnTo>
                    <a:pt x="88062" y="25076"/>
                  </a:lnTo>
                  <a:lnTo>
                    <a:pt x="83378" y="22278"/>
                  </a:lnTo>
                  <a:lnTo>
                    <a:pt x="78606" y="19634"/>
                  </a:lnTo>
                  <a:lnTo>
                    <a:pt x="73750" y="17148"/>
                  </a:lnTo>
                  <a:lnTo>
                    <a:pt x="68816" y="14821"/>
                  </a:lnTo>
                  <a:lnTo>
                    <a:pt x="63808" y="12657"/>
                  </a:lnTo>
                  <a:lnTo>
                    <a:pt x="58732" y="10657"/>
                  </a:lnTo>
                  <a:lnTo>
                    <a:pt x="53594" y="8824"/>
                  </a:lnTo>
                  <a:lnTo>
                    <a:pt x="48398" y="7159"/>
                  </a:lnTo>
                  <a:lnTo>
                    <a:pt x="43151" y="5665"/>
                  </a:lnTo>
                  <a:lnTo>
                    <a:pt x="37859" y="4343"/>
                  </a:lnTo>
                  <a:lnTo>
                    <a:pt x="32525" y="3194"/>
                  </a:lnTo>
                  <a:lnTo>
                    <a:pt x="27157" y="2220"/>
                  </a:lnTo>
                  <a:lnTo>
                    <a:pt x="21761" y="1422"/>
                  </a:lnTo>
                  <a:lnTo>
                    <a:pt x="16341" y="800"/>
                  </a:lnTo>
                  <a:lnTo>
                    <a:pt x="10903" y="355"/>
                  </a:lnTo>
                  <a:lnTo>
                    <a:pt x="5454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4935871" y="941493"/>
              <a:ext cx="87672" cy="167167"/>
            </a:xfrm>
            <a:custGeom>
              <a:avLst/>
              <a:pathLst>
                <a:path w="87672" h="167167">
                  <a:moveTo>
                    <a:pt x="87672" y="0"/>
                  </a:moveTo>
                  <a:lnTo>
                    <a:pt x="81905" y="99"/>
                  </a:lnTo>
                  <a:lnTo>
                    <a:pt x="76145" y="397"/>
                  </a:lnTo>
                  <a:lnTo>
                    <a:pt x="70399" y="894"/>
                  </a:lnTo>
                  <a:lnTo>
                    <a:pt x="64673" y="1589"/>
                  </a:lnTo>
                  <a:lnTo>
                    <a:pt x="58974" y="2481"/>
                  </a:lnTo>
                  <a:lnTo>
                    <a:pt x="53310" y="3569"/>
                  </a:lnTo>
                  <a:lnTo>
                    <a:pt x="47687" y="4852"/>
                  </a:lnTo>
                  <a:lnTo>
                    <a:pt x="42111" y="6328"/>
                  </a:lnTo>
                  <a:lnTo>
                    <a:pt x="36589" y="7996"/>
                  </a:lnTo>
                  <a:lnTo>
                    <a:pt x="31129" y="9853"/>
                  </a:lnTo>
                  <a:lnTo>
                    <a:pt x="25735" y="11897"/>
                  </a:lnTo>
                  <a:lnTo>
                    <a:pt x="20416" y="14126"/>
                  </a:lnTo>
                  <a:lnTo>
                    <a:pt x="15176" y="16537"/>
                  </a:lnTo>
                  <a:lnTo>
                    <a:pt x="10023" y="19128"/>
                  </a:lnTo>
                  <a:lnTo>
                    <a:pt x="4962" y="21895"/>
                  </a:lnTo>
                  <a:lnTo>
                    <a:pt x="0" y="24835"/>
                  </a:lnTo>
                  <a:lnTo>
                    <a:pt x="8767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4935871" y="966328"/>
              <a:ext cx="87672" cy="142332"/>
            </a:xfrm>
            <a:custGeom>
              <a:avLst/>
              <a:pathLst>
                <a:path w="87672" h="142332">
                  <a:moveTo>
                    <a:pt x="0" y="0"/>
                  </a:moveTo>
                  <a:lnTo>
                    <a:pt x="87672" y="14233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4935871" y="966328"/>
              <a:ext cx="87672" cy="142332"/>
            </a:xfrm>
            <a:custGeom>
              <a:avLst/>
              <a:pathLst>
                <a:path w="87672" h="142332">
                  <a:moveTo>
                    <a:pt x="0" y="0"/>
                  </a:moveTo>
                  <a:lnTo>
                    <a:pt x="87672" y="14233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4935871" y="966328"/>
              <a:ext cx="87672" cy="142332"/>
            </a:xfrm>
            <a:custGeom>
              <a:avLst/>
              <a:pathLst>
                <a:path w="87672" h="142332">
                  <a:moveTo>
                    <a:pt x="0" y="0"/>
                  </a:moveTo>
                  <a:lnTo>
                    <a:pt x="87672" y="14233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4935871" y="966328"/>
              <a:ext cx="87672" cy="142332"/>
            </a:xfrm>
            <a:custGeom>
              <a:avLst/>
              <a:pathLst>
                <a:path w="87672" h="142332">
                  <a:moveTo>
                    <a:pt x="0" y="0"/>
                  </a:moveTo>
                  <a:lnTo>
                    <a:pt x="87672" y="14233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35871" y="966328"/>
              <a:ext cx="87672" cy="142332"/>
            </a:xfrm>
            <a:custGeom>
              <a:avLst/>
              <a:pathLst>
                <a:path w="87672" h="142332">
                  <a:moveTo>
                    <a:pt x="0" y="0"/>
                  </a:moveTo>
                  <a:lnTo>
                    <a:pt x="87672" y="14233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35871" y="966328"/>
              <a:ext cx="87672" cy="142332"/>
            </a:xfrm>
            <a:custGeom>
              <a:avLst/>
              <a:pathLst>
                <a:path w="87672" h="142332">
                  <a:moveTo>
                    <a:pt x="0" y="0"/>
                  </a:moveTo>
                  <a:lnTo>
                    <a:pt x="87672" y="1423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35871" y="966328"/>
              <a:ext cx="87672" cy="142332"/>
            </a:xfrm>
            <a:custGeom>
              <a:avLst/>
              <a:pathLst>
                <a:path w="87672" h="142332">
                  <a:moveTo>
                    <a:pt x="0" y="0"/>
                  </a:moveTo>
                  <a:lnTo>
                    <a:pt x="87672" y="1423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35871" y="966328"/>
              <a:ext cx="87672" cy="142332"/>
            </a:xfrm>
            <a:custGeom>
              <a:avLst/>
              <a:pathLst>
                <a:path w="87672" h="142332">
                  <a:moveTo>
                    <a:pt x="0" y="0"/>
                  </a:moveTo>
                  <a:lnTo>
                    <a:pt x="87672" y="1423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35871" y="966328"/>
              <a:ext cx="87672" cy="142332"/>
            </a:xfrm>
            <a:custGeom>
              <a:avLst/>
              <a:pathLst>
                <a:path w="87672" h="142332">
                  <a:moveTo>
                    <a:pt x="0" y="0"/>
                  </a:moveTo>
                  <a:lnTo>
                    <a:pt x="87672" y="1423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35871" y="966328"/>
              <a:ext cx="87672" cy="142332"/>
            </a:xfrm>
            <a:custGeom>
              <a:avLst/>
              <a:pathLst>
                <a:path w="87672" h="142332">
                  <a:moveTo>
                    <a:pt x="0" y="0"/>
                  </a:moveTo>
                  <a:lnTo>
                    <a:pt x="87672" y="14233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35871" y="966328"/>
              <a:ext cx="87672" cy="142332"/>
            </a:xfrm>
            <a:custGeom>
              <a:avLst/>
              <a:pathLst>
                <a:path w="87672" h="142332">
                  <a:moveTo>
                    <a:pt x="0" y="0"/>
                  </a:moveTo>
                  <a:lnTo>
                    <a:pt x="87672" y="1423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35871" y="966328"/>
              <a:ext cx="87672" cy="142332"/>
            </a:xfrm>
            <a:custGeom>
              <a:avLst/>
              <a:pathLst>
                <a:path w="87672" h="142332">
                  <a:moveTo>
                    <a:pt x="0" y="0"/>
                  </a:moveTo>
                  <a:lnTo>
                    <a:pt x="87672" y="1423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35871" y="966328"/>
              <a:ext cx="87672" cy="142332"/>
            </a:xfrm>
            <a:custGeom>
              <a:avLst/>
              <a:pathLst>
                <a:path w="87672" h="142332">
                  <a:moveTo>
                    <a:pt x="0" y="0"/>
                  </a:moveTo>
                  <a:lnTo>
                    <a:pt x="87672" y="14233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35871" y="966328"/>
              <a:ext cx="87672" cy="142332"/>
            </a:xfrm>
            <a:custGeom>
              <a:avLst/>
              <a:pathLst>
                <a:path w="87672" h="142332">
                  <a:moveTo>
                    <a:pt x="0" y="0"/>
                  </a:moveTo>
                  <a:lnTo>
                    <a:pt x="87672" y="1423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35871" y="966328"/>
              <a:ext cx="87672" cy="142332"/>
            </a:xfrm>
            <a:custGeom>
              <a:avLst/>
              <a:pathLst>
                <a:path w="87672" h="142332">
                  <a:moveTo>
                    <a:pt x="0" y="0"/>
                  </a:moveTo>
                  <a:lnTo>
                    <a:pt x="87672" y="1423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35871" y="966328"/>
              <a:ext cx="87672" cy="142332"/>
            </a:xfrm>
            <a:custGeom>
              <a:avLst/>
              <a:pathLst>
                <a:path w="87672" h="142332">
                  <a:moveTo>
                    <a:pt x="0" y="0"/>
                  </a:moveTo>
                  <a:lnTo>
                    <a:pt x="87672" y="1423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35871" y="966328"/>
              <a:ext cx="87672" cy="142332"/>
            </a:xfrm>
            <a:custGeom>
              <a:avLst/>
              <a:pathLst>
                <a:path w="87672" h="142332">
                  <a:moveTo>
                    <a:pt x="0" y="0"/>
                  </a:moveTo>
                  <a:lnTo>
                    <a:pt x="87672" y="1423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35871" y="966328"/>
              <a:ext cx="87672" cy="142332"/>
            </a:xfrm>
            <a:custGeom>
              <a:avLst/>
              <a:pathLst>
                <a:path w="87672" h="142332">
                  <a:moveTo>
                    <a:pt x="0" y="0"/>
                  </a:moveTo>
                  <a:lnTo>
                    <a:pt x="87672" y="14233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35871" y="966328"/>
              <a:ext cx="87672" cy="142332"/>
            </a:xfrm>
            <a:custGeom>
              <a:avLst/>
              <a:pathLst>
                <a:path w="87672" h="142332">
                  <a:moveTo>
                    <a:pt x="0" y="0"/>
                  </a:moveTo>
                  <a:lnTo>
                    <a:pt x="87672" y="14233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856378" y="945455"/>
              <a:ext cx="334324" cy="330366"/>
            </a:xfrm>
            <a:custGeom>
              <a:avLst/>
              <a:pathLst>
                <a:path w="334324" h="330366">
                  <a:moveTo>
                    <a:pt x="79492" y="20872"/>
                  </a:moveTo>
                  <a:lnTo>
                    <a:pt x="75028" y="23721"/>
                  </a:lnTo>
                  <a:lnTo>
                    <a:pt x="70655" y="26710"/>
                  </a:lnTo>
                  <a:lnTo>
                    <a:pt x="66380" y="29836"/>
                  </a:lnTo>
                  <a:lnTo>
                    <a:pt x="62205" y="33095"/>
                  </a:lnTo>
                  <a:lnTo>
                    <a:pt x="58136" y="36486"/>
                  </a:lnTo>
                  <a:lnTo>
                    <a:pt x="54177" y="40003"/>
                  </a:lnTo>
                  <a:lnTo>
                    <a:pt x="50331" y="43644"/>
                  </a:lnTo>
                  <a:lnTo>
                    <a:pt x="46602" y="47405"/>
                  </a:lnTo>
                  <a:lnTo>
                    <a:pt x="42994" y="51283"/>
                  </a:lnTo>
                  <a:lnTo>
                    <a:pt x="39511" y="55272"/>
                  </a:lnTo>
                  <a:lnTo>
                    <a:pt x="36156" y="59370"/>
                  </a:lnTo>
                  <a:lnTo>
                    <a:pt x="32932" y="63573"/>
                  </a:lnTo>
                  <a:lnTo>
                    <a:pt x="29844" y="67875"/>
                  </a:lnTo>
                  <a:lnTo>
                    <a:pt x="26893" y="72273"/>
                  </a:lnTo>
                  <a:lnTo>
                    <a:pt x="24082" y="76762"/>
                  </a:lnTo>
                  <a:lnTo>
                    <a:pt x="21416" y="81338"/>
                  </a:lnTo>
                  <a:lnTo>
                    <a:pt x="18896" y="85996"/>
                  </a:lnTo>
                  <a:lnTo>
                    <a:pt x="16524" y="90732"/>
                  </a:lnTo>
                  <a:lnTo>
                    <a:pt x="14304" y="95540"/>
                  </a:lnTo>
                  <a:lnTo>
                    <a:pt x="12237" y="100417"/>
                  </a:lnTo>
                  <a:lnTo>
                    <a:pt x="10326" y="105356"/>
                  </a:lnTo>
                  <a:lnTo>
                    <a:pt x="8572" y="110353"/>
                  </a:lnTo>
                  <a:lnTo>
                    <a:pt x="6977" y="115404"/>
                  </a:lnTo>
                  <a:lnTo>
                    <a:pt x="5544" y="120502"/>
                  </a:lnTo>
                  <a:lnTo>
                    <a:pt x="4272" y="125644"/>
                  </a:lnTo>
                  <a:lnTo>
                    <a:pt x="3164" y="130823"/>
                  </a:lnTo>
                  <a:lnTo>
                    <a:pt x="2220" y="136034"/>
                  </a:lnTo>
                  <a:lnTo>
                    <a:pt x="1442" y="141273"/>
                  </a:lnTo>
                  <a:lnTo>
                    <a:pt x="831" y="146534"/>
                  </a:lnTo>
                  <a:lnTo>
                    <a:pt x="386" y="151811"/>
                  </a:lnTo>
                  <a:lnTo>
                    <a:pt x="109" y="157100"/>
                  </a:lnTo>
                  <a:lnTo>
                    <a:pt x="0" y="162395"/>
                  </a:lnTo>
                  <a:lnTo>
                    <a:pt x="58" y="167691"/>
                  </a:lnTo>
                  <a:lnTo>
                    <a:pt x="284" y="172983"/>
                  </a:lnTo>
                  <a:lnTo>
                    <a:pt x="677" y="178264"/>
                  </a:lnTo>
                  <a:lnTo>
                    <a:pt x="1238" y="183531"/>
                  </a:lnTo>
                  <a:lnTo>
                    <a:pt x="1965" y="188777"/>
                  </a:lnTo>
                  <a:lnTo>
                    <a:pt x="2858" y="193997"/>
                  </a:lnTo>
                  <a:lnTo>
                    <a:pt x="3916" y="199187"/>
                  </a:lnTo>
                  <a:lnTo>
                    <a:pt x="5138" y="204340"/>
                  </a:lnTo>
                  <a:lnTo>
                    <a:pt x="6522" y="209452"/>
                  </a:lnTo>
                  <a:lnTo>
                    <a:pt x="8068" y="214518"/>
                  </a:lnTo>
                  <a:lnTo>
                    <a:pt x="9773" y="219532"/>
                  </a:lnTo>
                  <a:lnTo>
                    <a:pt x="11637" y="224490"/>
                  </a:lnTo>
                  <a:lnTo>
                    <a:pt x="13656" y="229386"/>
                  </a:lnTo>
                  <a:lnTo>
                    <a:pt x="15830" y="234216"/>
                  </a:lnTo>
                  <a:lnTo>
                    <a:pt x="18155" y="238974"/>
                  </a:lnTo>
                  <a:lnTo>
                    <a:pt x="20630" y="243656"/>
                  </a:lnTo>
                  <a:lnTo>
                    <a:pt x="23252" y="248258"/>
                  </a:lnTo>
                  <a:lnTo>
                    <a:pt x="26019" y="252774"/>
                  </a:lnTo>
                  <a:lnTo>
                    <a:pt x="28927" y="257201"/>
                  </a:lnTo>
                  <a:lnTo>
                    <a:pt x="31974" y="261533"/>
                  </a:lnTo>
                  <a:lnTo>
                    <a:pt x="35157" y="265766"/>
                  </a:lnTo>
                  <a:lnTo>
                    <a:pt x="38472" y="269896"/>
                  </a:lnTo>
                  <a:lnTo>
                    <a:pt x="41916" y="273919"/>
                  </a:lnTo>
                  <a:lnTo>
                    <a:pt x="45487" y="277831"/>
                  </a:lnTo>
                  <a:lnTo>
                    <a:pt x="49179" y="281628"/>
                  </a:lnTo>
                  <a:lnTo>
                    <a:pt x="52989" y="285307"/>
                  </a:lnTo>
                  <a:lnTo>
                    <a:pt x="56915" y="288862"/>
                  </a:lnTo>
                  <a:lnTo>
                    <a:pt x="60951" y="292292"/>
                  </a:lnTo>
                  <a:lnTo>
                    <a:pt x="65093" y="295592"/>
                  </a:lnTo>
                  <a:lnTo>
                    <a:pt x="69338" y="298759"/>
                  </a:lnTo>
                  <a:lnTo>
                    <a:pt x="73681" y="301790"/>
                  </a:lnTo>
                  <a:lnTo>
                    <a:pt x="78119" y="304681"/>
                  </a:lnTo>
                  <a:lnTo>
                    <a:pt x="82645" y="307431"/>
                  </a:lnTo>
                  <a:lnTo>
                    <a:pt x="87256" y="310036"/>
                  </a:lnTo>
                  <a:lnTo>
                    <a:pt x="91948" y="312494"/>
                  </a:lnTo>
                  <a:lnTo>
                    <a:pt x="96715" y="314802"/>
                  </a:lnTo>
                  <a:lnTo>
                    <a:pt x="101552" y="316958"/>
                  </a:lnTo>
                  <a:lnTo>
                    <a:pt x="106456" y="318959"/>
                  </a:lnTo>
                  <a:lnTo>
                    <a:pt x="111420" y="320804"/>
                  </a:lnTo>
                  <a:lnTo>
                    <a:pt x="116441" y="322491"/>
                  </a:lnTo>
                  <a:lnTo>
                    <a:pt x="121512" y="324018"/>
                  </a:lnTo>
                  <a:lnTo>
                    <a:pt x="126629" y="325383"/>
                  </a:lnTo>
                  <a:lnTo>
                    <a:pt x="131787" y="326586"/>
                  </a:lnTo>
                  <a:lnTo>
                    <a:pt x="136981" y="327624"/>
                  </a:lnTo>
                  <a:lnTo>
                    <a:pt x="142204" y="328498"/>
                  </a:lnTo>
                  <a:lnTo>
                    <a:pt x="147453" y="329206"/>
                  </a:lnTo>
                  <a:lnTo>
                    <a:pt x="152722" y="329747"/>
                  </a:lnTo>
                  <a:lnTo>
                    <a:pt x="158005" y="330121"/>
                  </a:lnTo>
                  <a:lnTo>
                    <a:pt x="163297" y="330327"/>
                  </a:lnTo>
                  <a:lnTo>
                    <a:pt x="168593" y="330366"/>
                  </a:lnTo>
                  <a:lnTo>
                    <a:pt x="173888" y="330237"/>
                  </a:lnTo>
                  <a:lnTo>
                    <a:pt x="179176" y="329940"/>
                  </a:lnTo>
                  <a:lnTo>
                    <a:pt x="184451" y="329476"/>
                  </a:lnTo>
                  <a:lnTo>
                    <a:pt x="189710" y="328845"/>
                  </a:lnTo>
                  <a:lnTo>
                    <a:pt x="194946" y="328048"/>
                  </a:lnTo>
                  <a:lnTo>
                    <a:pt x="200154" y="327085"/>
                  </a:lnTo>
                  <a:lnTo>
                    <a:pt x="205329" y="325957"/>
                  </a:lnTo>
                  <a:lnTo>
                    <a:pt x="210465" y="324667"/>
                  </a:lnTo>
                  <a:lnTo>
                    <a:pt x="215558" y="323214"/>
                  </a:lnTo>
                  <a:lnTo>
                    <a:pt x="220603" y="321601"/>
                  </a:lnTo>
                  <a:lnTo>
                    <a:pt x="225594" y="319828"/>
                  </a:lnTo>
                  <a:lnTo>
                    <a:pt x="230526" y="317899"/>
                  </a:lnTo>
                  <a:lnTo>
                    <a:pt x="235395" y="315814"/>
                  </a:lnTo>
                  <a:lnTo>
                    <a:pt x="240195" y="313576"/>
                  </a:lnTo>
                  <a:lnTo>
                    <a:pt x="244922" y="311187"/>
                  </a:lnTo>
                  <a:lnTo>
                    <a:pt x="249571" y="308650"/>
                  </a:lnTo>
                  <a:lnTo>
                    <a:pt x="254137" y="305966"/>
                  </a:lnTo>
                  <a:lnTo>
                    <a:pt x="258616" y="303139"/>
                  </a:lnTo>
                  <a:lnTo>
                    <a:pt x="263003" y="300172"/>
                  </a:lnTo>
                  <a:lnTo>
                    <a:pt x="267293" y="297068"/>
                  </a:lnTo>
                  <a:lnTo>
                    <a:pt x="271484" y="293828"/>
                  </a:lnTo>
                  <a:lnTo>
                    <a:pt x="275569" y="290458"/>
                  </a:lnTo>
                  <a:lnTo>
                    <a:pt x="279546" y="286960"/>
                  </a:lnTo>
                  <a:lnTo>
                    <a:pt x="283410" y="283338"/>
                  </a:lnTo>
                  <a:lnTo>
                    <a:pt x="287157" y="279595"/>
                  </a:lnTo>
                  <a:lnTo>
                    <a:pt x="290784" y="275736"/>
                  </a:lnTo>
                  <a:lnTo>
                    <a:pt x="294287" y="271763"/>
                  </a:lnTo>
                  <a:lnTo>
                    <a:pt x="297662" y="267682"/>
                  </a:lnTo>
                  <a:lnTo>
                    <a:pt x="300906" y="263496"/>
                  </a:lnTo>
                  <a:lnTo>
                    <a:pt x="304016" y="259209"/>
                  </a:lnTo>
                  <a:lnTo>
                    <a:pt x="306989" y="254825"/>
                  </a:lnTo>
                  <a:lnTo>
                    <a:pt x="309821" y="250350"/>
                  </a:lnTo>
                  <a:lnTo>
                    <a:pt x="312510" y="245787"/>
                  </a:lnTo>
                  <a:lnTo>
                    <a:pt x="315053" y="241141"/>
                  </a:lnTo>
                  <a:lnTo>
                    <a:pt x="317448" y="236417"/>
                  </a:lnTo>
                  <a:lnTo>
                    <a:pt x="319691" y="231620"/>
                  </a:lnTo>
                  <a:lnTo>
                    <a:pt x="321782" y="226754"/>
                  </a:lnTo>
                  <a:lnTo>
                    <a:pt x="323718" y="221824"/>
                  </a:lnTo>
                  <a:lnTo>
                    <a:pt x="325496" y="216835"/>
                  </a:lnTo>
                  <a:lnTo>
                    <a:pt x="327116" y="211792"/>
                  </a:lnTo>
                  <a:lnTo>
                    <a:pt x="328574" y="206701"/>
                  </a:lnTo>
                  <a:lnTo>
                    <a:pt x="329871" y="201566"/>
                  </a:lnTo>
                  <a:lnTo>
                    <a:pt x="331005" y="196393"/>
                  </a:lnTo>
                  <a:lnTo>
                    <a:pt x="331974" y="191186"/>
                  </a:lnTo>
                  <a:lnTo>
                    <a:pt x="332778" y="185951"/>
                  </a:lnTo>
                  <a:lnTo>
                    <a:pt x="333415" y="180693"/>
                  </a:lnTo>
                  <a:lnTo>
                    <a:pt x="333886" y="175418"/>
                  </a:lnTo>
                  <a:lnTo>
                    <a:pt x="334189" y="170130"/>
                  </a:lnTo>
                  <a:lnTo>
                    <a:pt x="334324" y="164836"/>
                  </a:lnTo>
                  <a:lnTo>
                    <a:pt x="334292" y="159540"/>
                  </a:lnTo>
                  <a:lnTo>
                    <a:pt x="334092" y="154247"/>
                  </a:lnTo>
                  <a:lnTo>
                    <a:pt x="333725" y="148964"/>
                  </a:lnTo>
                  <a:lnTo>
                    <a:pt x="333190" y="143694"/>
                  </a:lnTo>
                  <a:lnTo>
                    <a:pt x="332489" y="138445"/>
                  </a:lnTo>
                  <a:lnTo>
                    <a:pt x="331621" y="133220"/>
                  </a:lnTo>
                  <a:lnTo>
                    <a:pt x="330589" y="128026"/>
                  </a:lnTo>
                  <a:lnTo>
                    <a:pt x="329392" y="122866"/>
                  </a:lnTo>
                  <a:lnTo>
                    <a:pt x="328033" y="117747"/>
                  </a:lnTo>
                  <a:lnTo>
                    <a:pt x="326512" y="112674"/>
                  </a:lnTo>
                  <a:lnTo>
                    <a:pt x="324832" y="107652"/>
                  </a:lnTo>
                  <a:lnTo>
                    <a:pt x="322993" y="102685"/>
                  </a:lnTo>
                  <a:lnTo>
                    <a:pt x="320997" y="97779"/>
                  </a:lnTo>
                  <a:lnTo>
                    <a:pt x="318848" y="92939"/>
                  </a:lnTo>
                  <a:lnTo>
                    <a:pt x="316546" y="88169"/>
                  </a:lnTo>
                  <a:lnTo>
                    <a:pt x="314094" y="83474"/>
                  </a:lnTo>
                  <a:lnTo>
                    <a:pt x="311494" y="78860"/>
                  </a:lnTo>
                  <a:lnTo>
                    <a:pt x="308750" y="74330"/>
                  </a:lnTo>
                  <a:lnTo>
                    <a:pt x="305863" y="69890"/>
                  </a:lnTo>
                  <a:lnTo>
                    <a:pt x="302838" y="65543"/>
                  </a:lnTo>
                  <a:lnTo>
                    <a:pt x="299676" y="61294"/>
                  </a:lnTo>
                  <a:lnTo>
                    <a:pt x="296381" y="57147"/>
                  </a:lnTo>
                  <a:lnTo>
                    <a:pt x="292956" y="53107"/>
                  </a:lnTo>
                  <a:lnTo>
                    <a:pt x="289406" y="49178"/>
                  </a:lnTo>
                  <a:lnTo>
                    <a:pt x="285732" y="45362"/>
                  </a:lnTo>
                  <a:lnTo>
                    <a:pt x="281940" y="41666"/>
                  </a:lnTo>
                  <a:lnTo>
                    <a:pt x="278032" y="38091"/>
                  </a:lnTo>
                  <a:lnTo>
                    <a:pt x="274013" y="34641"/>
                  </a:lnTo>
                  <a:lnTo>
                    <a:pt x="269886" y="31321"/>
                  </a:lnTo>
                  <a:lnTo>
                    <a:pt x="265657" y="28133"/>
                  </a:lnTo>
                  <a:lnTo>
                    <a:pt x="261329" y="25081"/>
                  </a:lnTo>
                  <a:lnTo>
                    <a:pt x="256906" y="22167"/>
                  </a:lnTo>
                  <a:lnTo>
                    <a:pt x="252393" y="19395"/>
                  </a:lnTo>
                  <a:lnTo>
                    <a:pt x="247795" y="16768"/>
                  </a:lnTo>
                  <a:lnTo>
                    <a:pt x="243115" y="14287"/>
                  </a:lnTo>
                  <a:lnTo>
                    <a:pt x="238360" y="11956"/>
                  </a:lnTo>
                  <a:lnTo>
                    <a:pt x="233533" y="9776"/>
                  </a:lnTo>
                  <a:lnTo>
                    <a:pt x="228639" y="7751"/>
                  </a:lnTo>
                  <a:lnTo>
                    <a:pt x="223684" y="5881"/>
                  </a:lnTo>
                  <a:lnTo>
                    <a:pt x="218672" y="4170"/>
                  </a:lnTo>
                  <a:lnTo>
                    <a:pt x="213608" y="2618"/>
                  </a:lnTo>
                  <a:lnTo>
                    <a:pt x="208497" y="1228"/>
                  </a:lnTo>
                  <a:lnTo>
                    <a:pt x="203346" y="0"/>
                  </a:lnTo>
                  <a:lnTo>
                    <a:pt x="167165" y="1632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023544" y="941493"/>
              <a:ext cx="36180" cy="167167"/>
            </a:xfrm>
            <a:custGeom>
              <a:avLst/>
              <a:pathLst>
                <a:path w="36180" h="167167">
                  <a:moveTo>
                    <a:pt x="36180" y="3962"/>
                  </a:moveTo>
                  <a:lnTo>
                    <a:pt x="29027" y="2539"/>
                  </a:lnTo>
                  <a:lnTo>
                    <a:pt x="21819" y="1430"/>
                  </a:lnTo>
                  <a:lnTo>
                    <a:pt x="14569" y="636"/>
                  </a:lnTo>
                  <a:lnTo>
                    <a:pt x="7291" y="15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50709" y="941493"/>
              <a:ext cx="35506" cy="167167"/>
            </a:xfrm>
            <a:custGeom>
              <a:avLst/>
              <a:pathLst>
                <a:path w="35506" h="167167">
                  <a:moveTo>
                    <a:pt x="35506" y="0"/>
                  </a:moveTo>
                  <a:lnTo>
                    <a:pt x="28352" y="153"/>
                  </a:lnTo>
                  <a:lnTo>
                    <a:pt x="21212" y="612"/>
                  </a:lnTo>
                  <a:lnTo>
                    <a:pt x="14098" y="1376"/>
                  </a:lnTo>
                  <a:lnTo>
                    <a:pt x="7022" y="2444"/>
                  </a:lnTo>
                  <a:lnTo>
                    <a:pt x="0" y="3814"/>
                  </a:lnTo>
                  <a:lnTo>
                    <a:pt x="3550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50709" y="945307"/>
              <a:ext cx="35506" cy="163353"/>
            </a:xfrm>
            <a:custGeom>
              <a:avLst/>
              <a:pathLst>
                <a:path w="35506" h="163353">
                  <a:moveTo>
                    <a:pt x="0" y="0"/>
                  </a:moveTo>
                  <a:lnTo>
                    <a:pt x="35506" y="16335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50709" y="945307"/>
              <a:ext cx="35506" cy="163353"/>
            </a:xfrm>
            <a:custGeom>
              <a:avLst/>
              <a:pathLst>
                <a:path w="35506" h="163353">
                  <a:moveTo>
                    <a:pt x="0" y="0"/>
                  </a:moveTo>
                  <a:lnTo>
                    <a:pt x="35506" y="16335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50709" y="945307"/>
              <a:ext cx="35506" cy="163353"/>
            </a:xfrm>
            <a:custGeom>
              <a:avLst/>
              <a:pathLst>
                <a:path w="35506" h="163353">
                  <a:moveTo>
                    <a:pt x="0" y="0"/>
                  </a:moveTo>
                  <a:lnTo>
                    <a:pt x="35506" y="16335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50709" y="945307"/>
              <a:ext cx="35506" cy="163353"/>
            </a:xfrm>
            <a:custGeom>
              <a:avLst/>
              <a:pathLst>
                <a:path w="35506" h="163353">
                  <a:moveTo>
                    <a:pt x="0" y="0"/>
                  </a:moveTo>
                  <a:lnTo>
                    <a:pt x="35506" y="16335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50709" y="945307"/>
              <a:ext cx="35506" cy="163353"/>
            </a:xfrm>
            <a:custGeom>
              <a:avLst/>
              <a:pathLst>
                <a:path w="35506" h="163353">
                  <a:moveTo>
                    <a:pt x="0" y="0"/>
                  </a:moveTo>
                  <a:lnTo>
                    <a:pt x="35506" y="1633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50709" y="945307"/>
              <a:ext cx="35506" cy="163353"/>
            </a:xfrm>
            <a:custGeom>
              <a:avLst/>
              <a:pathLst>
                <a:path w="35506" h="163353">
                  <a:moveTo>
                    <a:pt x="0" y="0"/>
                  </a:moveTo>
                  <a:lnTo>
                    <a:pt x="35506" y="1633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50709" y="945307"/>
              <a:ext cx="35506" cy="163353"/>
            </a:xfrm>
            <a:custGeom>
              <a:avLst/>
              <a:pathLst>
                <a:path w="35506" h="163353">
                  <a:moveTo>
                    <a:pt x="0" y="0"/>
                  </a:moveTo>
                  <a:lnTo>
                    <a:pt x="35506" y="1633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50709" y="945307"/>
              <a:ext cx="35506" cy="163353"/>
            </a:xfrm>
            <a:custGeom>
              <a:avLst/>
              <a:pathLst>
                <a:path w="35506" h="163353">
                  <a:moveTo>
                    <a:pt x="0" y="0"/>
                  </a:moveTo>
                  <a:lnTo>
                    <a:pt x="35506" y="1633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50709" y="945307"/>
              <a:ext cx="35506" cy="163353"/>
            </a:xfrm>
            <a:custGeom>
              <a:avLst/>
              <a:pathLst>
                <a:path w="35506" h="163353">
                  <a:moveTo>
                    <a:pt x="0" y="0"/>
                  </a:moveTo>
                  <a:lnTo>
                    <a:pt x="35506" y="16335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50709" y="945307"/>
              <a:ext cx="35506" cy="163353"/>
            </a:xfrm>
            <a:custGeom>
              <a:avLst/>
              <a:pathLst>
                <a:path w="35506" h="163353">
                  <a:moveTo>
                    <a:pt x="0" y="0"/>
                  </a:moveTo>
                  <a:lnTo>
                    <a:pt x="35506" y="1633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50709" y="945307"/>
              <a:ext cx="35506" cy="163353"/>
            </a:xfrm>
            <a:custGeom>
              <a:avLst/>
              <a:pathLst>
                <a:path w="35506" h="163353">
                  <a:moveTo>
                    <a:pt x="0" y="0"/>
                  </a:moveTo>
                  <a:lnTo>
                    <a:pt x="35506" y="1633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50709" y="945307"/>
              <a:ext cx="35506" cy="163353"/>
            </a:xfrm>
            <a:custGeom>
              <a:avLst/>
              <a:pathLst>
                <a:path w="35506" h="163353">
                  <a:moveTo>
                    <a:pt x="0" y="0"/>
                  </a:moveTo>
                  <a:lnTo>
                    <a:pt x="35506" y="16335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50709" y="945307"/>
              <a:ext cx="35506" cy="163353"/>
            </a:xfrm>
            <a:custGeom>
              <a:avLst/>
              <a:pathLst>
                <a:path w="35506" h="163353">
                  <a:moveTo>
                    <a:pt x="0" y="0"/>
                  </a:moveTo>
                  <a:lnTo>
                    <a:pt x="35506" y="1633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50709" y="945307"/>
              <a:ext cx="35506" cy="163353"/>
            </a:xfrm>
            <a:custGeom>
              <a:avLst/>
              <a:pathLst>
                <a:path w="35506" h="163353">
                  <a:moveTo>
                    <a:pt x="0" y="0"/>
                  </a:moveTo>
                  <a:lnTo>
                    <a:pt x="35506" y="1633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50709" y="945307"/>
              <a:ext cx="35506" cy="163353"/>
            </a:xfrm>
            <a:custGeom>
              <a:avLst/>
              <a:pathLst>
                <a:path w="35506" h="163353">
                  <a:moveTo>
                    <a:pt x="0" y="0"/>
                  </a:moveTo>
                  <a:lnTo>
                    <a:pt x="35506" y="1633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50709" y="945307"/>
              <a:ext cx="35506" cy="163353"/>
            </a:xfrm>
            <a:custGeom>
              <a:avLst/>
              <a:pathLst>
                <a:path w="35506" h="163353">
                  <a:moveTo>
                    <a:pt x="0" y="0"/>
                  </a:moveTo>
                  <a:lnTo>
                    <a:pt x="35506" y="1633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50709" y="945307"/>
              <a:ext cx="35506" cy="163353"/>
            </a:xfrm>
            <a:custGeom>
              <a:avLst/>
              <a:pathLst>
                <a:path w="35506" h="163353">
                  <a:moveTo>
                    <a:pt x="0" y="0"/>
                  </a:moveTo>
                  <a:lnTo>
                    <a:pt x="35506" y="16335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450709" y="945307"/>
              <a:ext cx="35506" cy="163353"/>
            </a:xfrm>
            <a:custGeom>
              <a:avLst/>
              <a:pathLst>
                <a:path w="35506" h="163353">
                  <a:moveTo>
                    <a:pt x="0" y="0"/>
                  </a:moveTo>
                  <a:lnTo>
                    <a:pt x="35506" y="16335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319066" y="945307"/>
              <a:ext cx="178983" cy="330516"/>
            </a:xfrm>
            <a:custGeom>
              <a:avLst/>
              <a:pathLst>
                <a:path w="178983" h="330516">
                  <a:moveTo>
                    <a:pt x="131642" y="0"/>
                  </a:moveTo>
                  <a:lnTo>
                    <a:pt x="126450" y="1215"/>
                  </a:lnTo>
                  <a:lnTo>
                    <a:pt x="121300" y="2595"/>
                  </a:lnTo>
                  <a:lnTo>
                    <a:pt x="116196" y="4139"/>
                  </a:lnTo>
                  <a:lnTo>
                    <a:pt x="111144" y="5845"/>
                  </a:lnTo>
                  <a:lnTo>
                    <a:pt x="106150" y="7712"/>
                  </a:lnTo>
                  <a:lnTo>
                    <a:pt x="101217" y="9736"/>
                  </a:lnTo>
                  <a:lnTo>
                    <a:pt x="96351" y="11917"/>
                  </a:lnTo>
                  <a:lnTo>
                    <a:pt x="91558" y="14252"/>
                  </a:lnTo>
                  <a:lnTo>
                    <a:pt x="86841" y="16739"/>
                  </a:lnTo>
                  <a:lnTo>
                    <a:pt x="82206" y="19375"/>
                  </a:lnTo>
                  <a:lnTo>
                    <a:pt x="77657" y="22157"/>
                  </a:lnTo>
                  <a:lnTo>
                    <a:pt x="73200" y="25083"/>
                  </a:lnTo>
                  <a:lnTo>
                    <a:pt x="68838" y="28149"/>
                  </a:lnTo>
                  <a:lnTo>
                    <a:pt x="64576" y="31354"/>
                  </a:lnTo>
                  <a:lnTo>
                    <a:pt x="60418" y="34692"/>
                  </a:lnTo>
                  <a:lnTo>
                    <a:pt x="56369" y="38161"/>
                  </a:lnTo>
                  <a:lnTo>
                    <a:pt x="52433" y="41758"/>
                  </a:lnTo>
                  <a:lnTo>
                    <a:pt x="48613" y="45479"/>
                  </a:lnTo>
                  <a:lnTo>
                    <a:pt x="44914" y="49319"/>
                  </a:lnTo>
                  <a:lnTo>
                    <a:pt x="41339" y="53275"/>
                  </a:lnTo>
                  <a:lnTo>
                    <a:pt x="37893" y="57344"/>
                  </a:lnTo>
                  <a:lnTo>
                    <a:pt x="34578" y="61520"/>
                  </a:lnTo>
                  <a:lnTo>
                    <a:pt x="31397" y="65800"/>
                  </a:lnTo>
                  <a:lnTo>
                    <a:pt x="28355" y="70179"/>
                  </a:lnTo>
                  <a:lnTo>
                    <a:pt x="25454" y="74653"/>
                  </a:lnTo>
                  <a:lnTo>
                    <a:pt x="22697" y="79217"/>
                  </a:lnTo>
                  <a:lnTo>
                    <a:pt x="20088" y="83867"/>
                  </a:lnTo>
                  <a:lnTo>
                    <a:pt x="17627" y="88597"/>
                  </a:lnTo>
                  <a:lnTo>
                    <a:pt x="15319" y="93404"/>
                  </a:lnTo>
                  <a:lnTo>
                    <a:pt x="13166" y="98282"/>
                  </a:lnTo>
                  <a:lnTo>
                    <a:pt x="11169" y="103226"/>
                  </a:lnTo>
                  <a:lnTo>
                    <a:pt x="9330" y="108231"/>
                  </a:lnTo>
                  <a:lnTo>
                    <a:pt x="7653" y="113292"/>
                  </a:lnTo>
                  <a:lnTo>
                    <a:pt x="6137" y="118404"/>
                  </a:lnTo>
                  <a:lnTo>
                    <a:pt x="4786" y="123562"/>
                  </a:lnTo>
                  <a:lnTo>
                    <a:pt x="3599" y="128761"/>
                  </a:lnTo>
                  <a:lnTo>
                    <a:pt x="2579" y="133994"/>
                  </a:lnTo>
                  <a:lnTo>
                    <a:pt x="1727" y="139258"/>
                  </a:lnTo>
                  <a:lnTo>
                    <a:pt x="1042" y="144546"/>
                  </a:lnTo>
                  <a:lnTo>
                    <a:pt x="527" y="149853"/>
                  </a:lnTo>
                  <a:lnTo>
                    <a:pt x="181" y="155174"/>
                  </a:lnTo>
                  <a:lnTo>
                    <a:pt x="5" y="160503"/>
                  </a:lnTo>
                  <a:lnTo>
                    <a:pt x="0" y="165835"/>
                  </a:lnTo>
                  <a:lnTo>
                    <a:pt x="164" y="171165"/>
                  </a:lnTo>
                  <a:lnTo>
                    <a:pt x="498" y="176486"/>
                  </a:lnTo>
                  <a:lnTo>
                    <a:pt x="1001" y="181794"/>
                  </a:lnTo>
                  <a:lnTo>
                    <a:pt x="1674" y="187084"/>
                  </a:lnTo>
                  <a:lnTo>
                    <a:pt x="2515" y="192349"/>
                  </a:lnTo>
                  <a:lnTo>
                    <a:pt x="3524" y="197585"/>
                  </a:lnTo>
                  <a:lnTo>
                    <a:pt x="4699" y="202786"/>
                  </a:lnTo>
                  <a:lnTo>
                    <a:pt x="6039" y="207947"/>
                  </a:lnTo>
                  <a:lnTo>
                    <a:pt x="7543" y="213062"/>
                  </a:lnTo>
                  <a:lnTo>
                    <a:pt x="9210" y="218127"/>
                  </a:lnTo>
                  <a:lnTo>
                    <a:pt x="11037" y="223137"/>
                  </a:lnTo>
                  <a:lnTo>
                    <a:pt x="13023" y="228085"/>
                  </a:lnTo>
                  <a:lnTo>
                    <a:pt x="15166" y="232968"/>
                  </a:lnTo>
                  <a:lnTo>
                    <a:pt x="17463" y="237779"/>
                  </a:lnTo>
                  <a:lnTo>
                    <a:pt x="19913" y="242515"/>
                  </a:lnTo>
                  <a:lnTo>
                    <a:pt x="22513" y="247171"/>
                  </a:lnTo>
                  <a:lnTo>
                    <a:pt x="25260" y="251741"/>
                  </a:lnTo>
                  <a:lnTo>
                    <a:pt x="28151" y="256221"/>
                  </a:lnTo>
                  <a:lnTo>
                    <a:pt x="31183" y="260607"/>
                  </a:lnTo>
                  <a:lnTo>
                    <a:pt x="34354" y="264894"/>
                  </a:lnTo>
                  <a:lnTo>
                    <a:pt x="37660" y="269077"/>
                  </a:lnTo>
                  <a:lnTo>
                    <a:pt x="41098" y="273153"/>
                  </a:lnTo>
                  <a:lnTo>
                    <a:pt x="44664" y="277117"/>
                  </a:lnTo>
                  <a:lnTo>
                    <a:pt x="48354" y="280966"/>
                  </a:lnTo>
                  <a:lnTo>
                    <a:pt x="52166" y="284695"/>
                  </a:lnTo>
                  <a:lnTo>
                    <a:pt x="56094" y="288300"/>
                  </a:lnTo>
                  <a:lnTo>
                    <a:pt x="60135" y="291778"/>
                  </a:lnTo>
                  <a:lnTo>
                    <a:pt x="64286" y="295126"/>
                  </a:lnTo>
                  <a:lnTo>
                    <a:pt x="68541" y="298339"/>
                  </a:lnTo>
                  <a:lnTo>
                    <a:pt x="72896" y="301416"/>
                  </a:lnTo>
                  <a:lnTo>
                    <a:pt x="77347" y="304351"/>
                  </a:lnTo>
                  <a:lnTo>
                    <a:pt x="81890" y="307144"/>
                  </a:lnTo>
                  <a:lnTo>
                    <a:pt x="86519" y="309790"/>
                  </a:lnTo>
                  <a:lnTo>
                    <a:pt x="91230" y="312287"/>
                  </a:lnTo>
                  <a:lnTo>
                    <a:pt x="96019" y="314632"/>
                  </a:lnTo>
                  <a:lnTo>
                    <a:pt x="100879" y="316824"/>
                  </a:lnTo>
                  <a:lnTo>
                    <a:pt x="105808" y="318859"/>
                  </a:lnTo>
                  <a:lnTo>
                    <a:pt x="110798" y="320736"/>
                  </a:lnTo>
                  <a:lnTo>
                    <a:pt x="115847" y="322453"/>
                  </a:lnTo>
                  <a:lnTo>
                    <a:pt x="120947" y="324009"/>
                  </a:lnTo>
                  <a:lnTo>
                    <a:pt x="126094" y="325400"/>
                  </a:lnTo>
                  <a:lnTo>
                    <a:pt x="131283" y="326627"/>
                  </a:lnTo>
                  <a:lnTo>
                    <a:pt x="136508" y="327688"/>
                  </a:lnTo>
                  <a:lnTo>
                    <a:pt x="141765" y="328582"/>
                  </a:lnTo>
                  <a:lnTo>
                    <a:pt x="147048" y="329307"/>
                  </a:lnTo>
                  <a:lnTo>
                    <a:pt x="152351" y="329864"/>
                  </a:lnTo>
                  <a:lnTo>
                    <a:pt x="157669" y="330251"/>
                  </a:lnTo>
                  <a:lnTo>
                    <a:pt x="162996" y="330468"/>
                  </a:lnTo>
                  <a:lnTo>
                    <a:pt x="168328" y="330516"/>
                  </a:lnTo>
                  <a:lnTo>
                    <a:pt x="173659" y="330393"/>
                  </a:lnTo>
                  <a:lnTo>
                    <a:pt x="178983" y="330101"/>
                  </a:lnTo>
                  <a:lnTo>
                    <a:pt x="167149" y="16335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486215" y="941493"/>
              <a:ext cx="167166" cy="333915"/>
            </a:xfrm>
            <a:custGeom>
              <a:avLst/>
              <a:pathLst>
                <a:path w="167166" h="333915">
                  <a:moveTo>
                    <a:pt x="11834" y="333915"/>
                  </a:moveTo>
                  <a:lnTo>
                    <a:pt x="17161" y="333451"/>
                  </a:lnTo>
                  <a:lnTo>
                    <a:pt x="22470" y="332817"/>
                  </a:lnTo>
                  <a:lnTo>
                    <a:pt x="27756" y="332014"/>
                  </a:lnTo>
                  <a:lnTo>
                    <a:pt x="33014" y="331042"/>
                  </a:lnTo>
                  <a:lnTo>
                    <a:pt x="38238" y="329902"/>
                  </a:lnTo>
                  <a:lnTo>
                    <a:pt x="43423" y="328596"/>
                  </a:lnTo>
                  <a:lnTo>
                    <a:pt x="48563" y="327125"/>
                  </a:lnTo>
                  <a:lnTo>
                    <a:pt x="53654" y="325490"/>
                  </a:lnTo>
                  <a:lnTo>
                    <a:pt x="58690" y="323693"/>
                  </a:lnTo>
                  <a:lnTo>
                    <a:pt x="63666" y="321736"/>
                  </a:lnTo>
                  <a:lnTo>
                    <a:pt x="68577" y="319621"/>
                  </a:lnTo>
                  <a:lnTo>
                    <a:pt x="73418" y="317349"/>
                  </a:lnTo>
                  <a:lnTo>
                    <a:pt x="78183" y="314924"/>
                  </a:lnTo>
                  <a:lnTo>
                    <a:pt x="82869" y="312348"/>
                  </a:lnTo>
                  <a:lnTo>
                    <a:pt x="87469" y="309624"/>
                  </a:lnTo>
                  <a:lnTo>
                    <a:pt x="91980" y="306754"/>
                  </a:lnTo>
                  <a:lnTo>
                    <a:pt x="96398" y="303741"/>
                  </a:lnTo>
                  <a:lnTo>
                    <a:pt x="100716" y="300588"/>
                  </a:lnTo>
                  <a:lnTo>
                    <a:pt x="104932" y="297298"/>
                  </a:lnTo>
                  <a:lnTo>
                    <a:pt x="109040" y="293876"/>
                  </a:lnTo>
                  <a:lnTo>
                    <a:pt x="113036" y="290324"/>
                  </a:lnTo>
                  <a:lnTo>
                    <a:pt x="116917" y="286646"/>
                  </a:lnTo>
                  <a:lnTo>
                    <a:pt x="120678" y="282846"/>
                  </a:lnTo>
                  <a:lnTo>
                    <a:pt x="124316" y="278927"/>
                  </a:lnTo>
                  <a:lnTo>
                    <a:pt x="127827" y="274894"/>
                  </a:lnTo>
                  <a:lnTo>
                    <a:pt x="131207" y="270751"/>
                  </a:lnTo>
                  <a:lnTo>
                    <a:pt x="134452" y="266502"/>
                  </a:lnTo>
                  <a:lnTo>
                    <a:pt x="137561" y="262151"/>
                  </a:lnTo>
                  <a:lnTo>
                    <a:pt x="140528" y="257703"/>
                  </a:lnTo>
                  <a:lnTo>
                    <a:pt x="143351" y="253162"/>
                  </a:lnTo>
                  <a:lnTo>
                    <a:pt x="146028" y="248534"/>
                  </a:lnTo>
                  <a:lnTo>
                    <a:pt x="148556" y="243822"/>
                  </a:lnTo>
                  <a:lnTo>
                    <a:pt x="150931" y="239031"/>
                  </a:lnTo>
                  <a:lnTo>
                    <a:pt x="153153" y="234168"/>
                  </a:lnTo>
                  <a:lnTo>
                    <a:pt x="155217" y="229235"/>
                  </a:lnTo>
                  <a:lnTo>
                    <a:pt x="157123" y="224240"/>
                  </a:lnTo>
                  <a:lnTo>
                    <a:pt x="158868" y="219185"/>
                  </a:lnTo>
                  <a:lnTo>
                    <a:pt x="160450" y="214078"/>
                  </a:lnTo>
                  <a:lnTo>
                    <a:pt x="161868" y="208922"/>
                  </a:lnTo>
                  <a:lnTo>
                    <a:pt x="163121" y="203724"/>
                  </a:lnTo>
                  <a:lnTo>
                    <a:pt x="164206" y="198489"/>
                  </a:lnTo>
                  <a:lnTo>
                    <a:pt x="165124" y="193221"/>
                  </a:lnTo>
                  <a:lnTo>
                    <a:pt x="165873" y="187927"/>
                  </a:lnTo>
                  <a:lnTo>
                    <a:pt x="166452" y="182611"/>
                  </a:lnTo>
                  <a:lnTo>
                    <a:pt x="166861" y="177280"/>
                  </a:lnTo>
                  <a:lnTo>
                    <a:pt x="167099" y="171938"/>
                  </a:lnTo>
                  <a:lnTo>
                    <a:pt x="167166" y="166592"/>
                  </a:lnTo>
                  <a:lnTo>
                    <a:pt x="167062" y="161246"/>
                  </a:lnTo>
                  <a:lnTo>
                    <a:pt x="166787" y="155906"/>
                  </a:lnTo>
                  <a:lnTo>
                    <a:pt x="166342" y="150578"/>
                  </a:lnTo>
                  <a:lnTo>
                    <a:pt x="165726" y="145266"/>
                  </a:lnTo>
                  <a:lnTo>
                    <a:pt x="164941" y="139977"/>
                  </a:lnTo>
                  <a:lnTo>
                    <a:pt x="163987" y="134716"/>
                  </a:lnTo>
                  <a:lnTo>
                    <a:pt x="162865" y="129488"/>
                  </a:lnTo>
                  <a:lnTo>
                    <a:pt x="161577" y="124299"/>
                  </a:lnTo>
                  <a:lnTo>
                    <a:pt x="160123" y="119153"/>
                  </a:lnTo>
                  <a:lnTo>
                    <a:pt x="158506" y="114057"/>
                  </a:lnTo>
                  <a:lnTo>
                    <a:pt x="156726" y="109015"/>
                  </a:lnTo>
                  <a:lnTo>
                    <a:pt x="154786" y="104032"/>
                  </a:lnTo>
                  <a:lnTo>
                    <a:pt x="152688" y="99114"/>
                  </a:lnTo>
                  <a:lnTo>
                    <a:pt x="150434" y="94266"/>
                  </a:lnTo>
                  <a:lnTo>
                    <a:pt x="148025" y="89492"/>
                  </a:lnTo>
                  <a:lnTo>
                    <a:pt x="145465" y="84798"/>
                  </a:lnTo>
                  <a:lnTo>
                    <a:pt x="142757" y="80188"/>
                  </a:lnTo>
                  <a:lnTo>
                    <a:pt x="139902" y="75667"/>
                  </a:lnTo>
                  <a:lnTo>
                    <a:pt x="136904" y="71239"/>
                  </a:lnTo>
                  <a:lnTo>
                    <a:pt x="133766" y="66910"/>
                  </a:lnTo>
                  <a:lnTo>
                    <a:pt x="130491" y="62683"/>
                  </a:lnTo>
                  <a:lnTo>
                    <a:pt x="127083" y="58563"/>
                  </a:lnTo>
                  <a:lnTo>
                    <a:pt x="123545" y="54554"/>
                  </a:lnTo>
                  <a:lnTo>
                    <a:pt x="119880" y="50661"/>
                  </a:lnTo>
                  <a:lnTo>
                    <a:pt x="116093" y="46887"/>
                  </a:lnTo>
                  <a:lnTo>
                    <a:pt x="112186" y="43235"/>
                  </a:lnTo>
                  <a:lnTo>
                    <a:pt x="108165" y="39711"/>
                  </a:lnTo>
                  <a:lnTo>
                    <a:pt x="104034" y="36317"/>
                  </a:lnTo>
                  <a:lnTo>
                    <a:pt x="99796" y="33056"/>
                  </a:lnTo>
                  <a:lnTo>
                    <a:pt x="95456" y="29933"/>
                  </a:lnTo>
                  <a:lnTo>
                    <a:pt x="91018" y="26951"/>
                  </a:lnTo>
                  <a:lnTo>
                    <a:pt x="86487" y="24112"/>
                  </a:lnTo>
                  <a:lnTo>
                    <a:pt x="81868" y="21419"/>
                  </a:lnTo>
                  <a:lnTo>
                    <a:pt x="77165" y="18875"/>
                  </a:lnTo>
                  <a:lnTo>
                    <a:pt x="72383" y="16483"/>
                  </a:lnTo>
                  <a:lnTo>
                    <a:pt x="67527" y="14245"/>
                  </a:lnTo>
                  <a:lnTo>
                    <a:pt x="62601" y="12164"/>
                  </a:lnTo>
                  <a:lnTo>
                    <a:pt x="57612" y="10241"/>
                  </a:lnTo>
                  <a:lnTo>
                    <a:pt x="52564" y="8479"/>
                  </a:lnTo>
                  <a:lnTo>
                    <a:pt x="47462" y="6879"/>
                  </a:lnTo>
                  <a:lnTo>
                    <a:pt x="42311" y="5443"/>
                  </a:lnTo>
                  <a:lnTo>
                    <a:pt x="37118" y="4172"/>
                  </a:lnTo>
                  <a:lnTo>
                    <a:pt x="31886" y="3069"/>
                  </a:lnTo>
                  <a:lnTo>
                    <a:pt x="26621" y="2133"/>
                  </a:lnTo>
                  <a:lnTo>
                    <a:pt x="21330" y="1366"/>
                  </a:lnTo>
                  <a:lnTo>
                    <a:pt x="16016" y="769"/>
                  </a:lnTo>
                  <a:lnTo>
                    <a:pt x="10687" y="341"/>
                  </a:lnTo>
                  <a:lnTo>
                    <a:pt x="5346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797729" y="1071028"/>
              <a:ext cx="166771" cy="167167"/>
            </a:xfrm>
            <a:custGeom>
              <a:avLst/>
              <a:pathLst>
                <a:path w="166771" h="167167">
                  <a:moveTo>
                    <a:pt x="166771" y="0"/>
                  </a:moveTo>
                  <a:lnTo>
                    <a:pt x="161314" y="89"/>
                  </a:lnTo>
                  <a:lnTo>
                    <a:pt x="155862" y="356"/>
                  </a:lnTo>
                  <a:lnTo>
                    <a:pt x="150423" y="801"/>
                  </a:lnTo>
                  <a:lnTo>
                    <a:pt x="145000" y="1423"/>
                  </a:lnTo>
                  <a:lnTo>
                    <a:pt x="139601" y="2222"/>
                  </a:lnTo>
                  <a:lnTo>
                    <a:pt x="134231" y="3197"/>
                  </a:lnTo>
                  <a:lnTo>
                    <a:pt x="128895" y="4347"/>
                  </a:lnTo>
                  <a:lnTo>
                    <a:pt x="123600" y="5670"/>
                  </a:lnTo>
                  <a:lnTo>
                    <a:pt x="118351" y="7166"/>
                  </a:lnTo>
                  <a:lnTo>
                    <a:pt x="113153" y="8832"/>
                  </a:lnTo>
                  <a:lnTo>
                    <a:pt x="108013" y="10666"/>
                  </a:lnTo>
                  <a:lnTo>
                    <a:pt x="102935" y="12668"/>
                  </a:lnTo>
                  <a:lnTo>
                    <a:pt x="97926" y="14834"/>
                  </a:lnTo>
                  <a:lnTo>
                    <a:pt x="92989" y="17163"/>
                  </a:lnTo>
                  <a:lnTo>
                    <a:pt x="88132" y="19651"/>
                  </a:lnTo>
                  <a:lnTo>
                    <a:pt x="83358" y="22297"/>
                  </a:lnTo>
                  <a:lnTo>
                    <a:pt x="78673" y="25098"/>
                  </a:lnTo>
                  <a:lnTo>
                    <a:pt x="74082" y="28049"/>
                  </a:lnTo>
                  <a:lnTo>
                    <a:pt x="69590" y="31149"/>
                  </a:lnTo>
                  <a:lnTo>
                    <a:pt x="65201" y="34394"/>
                  </a:lnTo>
                  <a:lnTo>
                    <a:pt x="60921" y="37781"/>
                  </a:lnTo>
                  <a:lnTo>
                    <a:pt x="56754" y="41305"/>
                  </a:lnTo>
                  <a:lnTo>
                    <a:pt x="52704" y="44964"/>
                  </a:lnTo>
                  <a:lnTo>
                    <a:pt x="48775" y="48753"/>
                  </a:lnTo>
                  <a:lnTo>
                    <a:pt x="44972" y="52668"/>
                  </a:lnTo>
                  <a:lnTo>
                    <a:pt x="41299" y="56705"/>
                  </a:lnTo>
                  <a:lnTo>
                    <a:pt x="37760" y="60860"/>
                  </a:lnTo>
                  <a:lnTo>
                    <a:pt x="34358" y="65129"/>
                  </a:lnTo>
                  <a:lnTo>
                    <a:pt x="31098" y="69506"/>
                  </a:lnTo>
                  <a:lnTo>
                    <a:pt x="27982" y="73987"/>
                  </a:lnTo>
                  <a:lnTo>
                    <a:pt x="25014" y="78567"/>
                  </a:lnTo>
                  <a:lnTo>
                    <a:pt x="22197" y="83242"/>
                  </a:lnTo>
                  <a:lnTo>
                    <a:pt x="19534" y="88007"/>
                  </a:lnTo>
                  <a:lnTo>
                    <a:pt x="17029" y="92855"/>
                  </a:lnTo>
                  <a:lnTo>
                    <a:pt x="14683" y="97783"/>
                  </a:lnTo>
                  <a:lnTo>
                    <a:pt x="12499" y="102785"/>
                  </a:lnTo>
                  <a:lnTo>
                    <a:pt x="10479" y="107856"/>
                  </a:lnTo>
                  <a:lnTo>
                    <a:pt x="8626" y="112990"/>
                  </a:lnTo>
                  <a:lnTo>
                    <a:pt x="6942" y="118181"/>
                  </a:lnTo>
                  <a:lnTo>
                    <a:pt x="5428" y="123425"/>
                  </a:lnTo>
                  <a:lnTo>
                    <a:pt x="4086" y="128716"/>
                  </a:lnTo>
                  <a:lnTo>
                    <a:pt x="2917" y="134047"/>
                  </a:lnTo>
                  <a:lnTo>
                    <a:pt x="1923" y="139414"/>
                  </a:lnTo>
                  <a:lnTo>
                    <a:pt x="1105" y="144810"/>
                  </a:lnTo>
                  <a:lnTo>
                    <a:pt x="464" y="150230"/>
                  </a:lnTo>
                  <a:lnTo>
                    <a:pt x="0" y="155669"/>
                  </a:lnTo>
                  <a:lnTo>
                    <a:pt x="166771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797729" y="1226697"/>
              <a:ext cx="166771" cy="11498"/>
            </a:xfrm>
            <a:custGeom>
              <a:avLst/>
              <a:pathLst>
                <a:path w="166771" h="11498">
                  <a:moveTo>
                    <a:pt x="0" y="0"/>
                  </a:moveTo>
                  <a:lnTo>
                    <a:pt x="166771" y="1149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797729" y="1226697"/>
              <a:ext cx="166771" cy="11498"/>
            </a:xfrm>
            <a:custGeom>
              <a:avLst/>
              <a:pathLst>
                <a:path w="166771" h="11498">
                  <a:moveTo>
                    <a:pt x="0" y="0"/>
                  </a:moveTo>
                  <a:lnTo>
                    <a:pt x="166771" y="114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797729" y="1226697"/>
              <a:ext cx="166771" cy="11498"/>
            </a:xfrm>
            <a:custGeom>
              <a:avLst/>
              <a:pathLst>
                <a:path w="166771" h="11498">
                  <a:moveTo>
                    <a:pt x="0" y="0"/>
                  </a:moveTo>
                  <a:lnTo>
                    <a:pt x="166771" y="114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797729" y="1226697"/>
              <a:ext cx="166771" cy="11498"/>
            </a:xfrm>
            <a:custGeom>
              <a:avLst/>
              <a:pathLst>
                <a:path w="166771" h="11498">
                  <a:moveTo>
                    <a:pt x="0" y="0"/>
                  </a:moveTo>
                  <a:lnTo>
                    <a:pt x="166771" y="114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797729" y="1226697"/>
              <a:ext cx="166771" cy="11498"/>
            </a:xfrm>
            <a:custGeom>
              <a:avLst/>
              <a:pathLst>
                <a:path w="166771" h="11498">
                  <a:moveTo>
                    <a:pt x="0" y="0"/>
                  </a:moveTo>
                  <a:lnTo>
                    <a:pt x="166771" y="114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7729" y="1226697"/>
              <a:ext cx="166771" cy="11498"/>
            </a:xfrm>
            <a:custGeom>
              <a:avLst/>
              <a:pathLst>
                <a:path w="166771" h="11498">
                  <a:moveTo>
                    <a:pt x="0" y="0"/>
                  </a:moveTo>
                  <a:lnTo>
                    <a:pt x="166771" y="114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7729" y="1226697"/>
              <a:ext cx="166771" cy="11498"/>
            </a:xfrm>
            <a:custGeom>
              <a:avLst/>
              <a:pathLst>
                <a:path w="166771" h="11498">
                  <a:moveTo>
                    <a:pt x="0" y="0"/>
                  </a:moveTo>
                  <a:lnTo>
                    <a:pt x="166771" y="114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7729" y="1226697"/>
              <a:ext cx="166771" cy="11498"/>
            </a:xfrm>
            <a:custGeom>
              <a:avLst/>
              <a:pathLst>
                <a:path w="166771" h="11498">
                  <a:moveTo>
                    <a:pt x="0" y="0"/>
                  </a:moveTo>
                  <a:lnTo>
                    <a:pt x="166771" y="1149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7729" y="1226697"/>
              <a:ext cx="166771" cy="11498"/>
            </a:xfrm>
            <a:custGeom>
              <a:avLst/>
              <a:pathLst>
                <a:path w="166771" h="11498">
                  <a:moveTo>
                    <a:pt x="0" y="0"/>
                  </a:moveTo>
                  <a:lnTo>
                    <a:pt x="166771" y="114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7729" y="1226697"/>
              <a:ext cx="166771" cy="11498"/>
            </a:xfrm>
            <a:custGeom>
              <a:avLst/>
              <a:pathLst>
                <a:path w="166771" h="11498">
                  <a:moveTo>
                    <a:pt x="0" y="0"/>
                  </a:moveTo>
                  <a:lnTo>
                    <a:pt x="166771" y="114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7729" y="1226697"/>
              <a:ext cx="166771" cy="11498"/>
            </a:xfrm>
            <a:custGeom>
              <a:avLst/>
              <a:pathLst>
                <a:path w="166771" h="11498">
                  <a:moveTo>
                    <a:pt x="0" y="0"/>
                  </a:moveTo>
                  <a:lnTo>
                    <a:pt x="166771" y="1149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7729" y="1226697"/>
              <a:ext cx="166771" cy="11498"/>
            </a:xfrm>
            <a:custGeom>
              <a:avLst/>
              <a:pathLst>
                <a:path w="166771" h="11498">
                  <a:moveTo>
                    <a:pt x="0" y="0"/>
                  </a:moveTo>
                  <a:lnTo>
                    <a:pt x="166771" y="114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7729" y="1226697"/>
              <a:ext cx="166771" cy="11498"/>
            </a:xfrm>
            <a:custGeom>
              <a:avLst/>
              <a:pathLst>
                <a:path w="166771" h="11498">
                  <a:moveTo>
                    <a:pt x="0" y="0"/>
                  </a:moveTo>
                  <a:lnTo>
                    <a:pt x="166771" y="114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7729" y="1226697"/>
              <a:ext cx="166771" cy="11498"/>
            </a:xfrm>
            <a:custGeom>
              <a:avLst/>
              <a:pathLst>
                <a:path w="166771" h="11498">
                  <a:moveTo>
                    <a:pt x="0" y="0"/>
                  </a:moveTo>
                  <a:lnTo>
                    <a:pt x="166771" y="114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7729" y="1226697"/>
              <a:ext cx="166771" cy="11498"/>
            </a:xfrm>
            <a:custGeom>
              <a:avLst/>
              <a:pathLst>
                <a:path w="166771" h="11498">
                  <a:moveTo>
                    <a:pt x="0" y="0"/>
                  </a:moveTo>
                  <a:lnTo>
                    <a:pt x="166771" y="114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7729" y="1226697"/>
              <a:ext cx="166771" cy="11498"/>
            </a:xfrm>
            <a:custGeom>
              <a:avLst/>
              <a:pathLst>
                <a:path w="166771" h="11498">
                  <a:moveTo>
                    <a:pt x="0" y="0"/>
                  </a:moveTo>
                  <a:lnTo>
                    <a:pt x="166771" y="114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797729" y="1226697"/>
              <a:ext cx="166771" cy="11498"/>
            </a:xfrm>
            <a:custGeom>
              <a:avLst/>
              <a:pathLst>
                <a:path w="166771" h="11498">
                  <a:moveTo>
                    <a:pt x="0" y="0"/>
                  </a:moveTo>
                  <a:lnTo>
                    <a:pt x="166771" y="114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797336" y="1073807"/>
              <a:ext cx="334328" cy="331548"/>
            </a:xfrm>
            <a:custGeom>
              <a:avLst/>
              <a:pathLst>
                <a:path w="334328" h="331548">
                  <a:moveTo>
                    <a:pt x="393" y="152890"/>
                  </a:moveTo>
                  <a:lnTo>
                    <a:pt x="112" y="158184"/>
                  </a:lnTo>
                  <a:lnTo>
                    <a:pt x="0" y="163484"/>
                  </a:lnTo>
                  <a:lnTo>
                    <a:pt x="55" y="168785"/>
                  </a:lnTo>
                  <a:lnTo>
                    <a:pt x="278" y="174082"/>
                  </a:lnTo>
                  <a:lnTo>
                    <a:pt x="670" y="179369"/>
                  </a:lnTo>
                  <a:lnTo>
                    <a:pt x="1228" y="184641"/>
                  </a:lnTo>
                  <a:lnTo>
                    <a:pt x="1954" y="189892"/>
                  </a:lnTo>
                  <a:lnTo>
                    <a:pt x="2846" y="195118"/>
                  </a:lnTo>
                  <a:lnTo>
                    <a:pt x="3903" y="200313"/>
                  </a:lnTo>
                  <a:lnTo>
                    <a:pt x="5124" y="205472"/>
                  </a:lnTo>
                  <a:lnTo>
                    <a:pt x="6508" y="210590"/>
                  </a:lnTo>
                  <a:lnTo>
                    <a:pt x="8054" y="215661"/>
                  </a:lnTo>
                  <a:lnTo>
                    <a:pt x="9760" y="220680"/>
                  </a:lnTo>
                  <a:lnTo>
                    <a:pt x="11624" y="225643"/>
                  </a:lnTo>
                  <a:lnTo>
                    <a:pt x="13645" y="230545"/>
                  </a:lnTo>
                  <a:lnTo>
                    <a:pt x="15820" y="235379"/>
                  </a:lnTo>
                  <a:lnTo>
                    <a:pt x="18147" y="240143"/>
                  </a:lnTo>
                  <a:lnTo>
                    <a:pt x="20624" y="244830"/>
                  </a:lnTo>
                  <a:lnTo>
                    <a:pt x="23249" y="249436"/>
                  </a:lnTo>
                  <a:lnTo>
                    <a:pt x="26018" y="253957"/>
                  </a:lnTo>
                  <a:lnTo>
                    <a:pt x="28929" y="258387"/>
                  </a:lnTo>
                  <a:lnTo>
                    <a:pt x="31979" y="262724"/>
                  </a:lnTo>
                  <a:lnTo>
                    <a:pt x="35165" y="266961"/>
                  </a:lnTo>
                  <a:lnTo>
                    <a:pt x="38484" y="271095"/>
                  </a:lnTo>
                  <a:lnTo>
                    <a:pt x="41932" y="275122"/>
                  </a:lnTo>
                  <a:lnTo>
                    <a:pt x="45507" y="279037"/>
                  </a:lnTo>
                  <a:lnTo>
                    <a:pt x="49203" y="282837"/>
                  </a:lnTo>
                  <a:lnTo>
                    <a:pt x="53019" y="286518"/>
                  </a:lnTo>
                  <a:lnTo>
                    <a:pt x="56949" y="290076"/>
                  </a:lnTo>
                  <a:lnTo>
                    <a:pt x="60990" y="293508"/>
                  </a:lnTo>
                  <a:lnTo>
                    <a:pt x="65137" y="296809"/>
                  </a:lnTo>
                  <a:lnTo>
                    <a:pt x="69388" y="299978"/>
                  </a:lnTo>
                  <a:lnTo>
                    <a:pt x="73736" y="303010"/>
                  </a:lnTo>
                  <a:lnTo>
                    <a:pt x="78179" y="305903"/>
                  </a:lnTo>
                  <a:lnTo>
                    <a:pt x="82711" y="308654"/>
                  </a:lnTo>
                  <a:lnTo>
                    <a:pt x="87328" y="311259"/>
                  </a:lnTo>
                  <a:lnTo>
                    <a:pt x="92025" y="313717"/>
                  </a:lnTo>
                  <a:lnTo>
                    <a:pt x="96798" y="316024"/>
                  </a:lnTo>
                  <a:lnTo>
                    <a:pt x="101642" y="318179"/>
                  </a:lnTo>
                  <a:lnTo>
                    <a:pt x="106552" y="320180"/>
                  </a:lnTo>
                  <a:lnTo>
                    <a:pt x="111522" y="322023"/>
                  </a:lnTo>
                  <a:lnTo>
                    <a:pt x="116549" y="323709"/>
                  </a:lnTo>
                  <a:lnTo>
                    <a:pt x="121626" y="325233"/>
                  </a:lnTo>
                  <a:lnTo>
                    <a:pt x="126749" y="326597"/>
                  </a:lnTo>
                  <a:lnTo>
                    <a:pt x="131913" y="327797"/>
                  </a:lnTo>
                  <a:lnTo>
                    <a:pt x="137112" y="328832"/>
                  </a:lnTo>
                  <a:lnTo>
                    <a:pt x="142342" y="329702"/>
                  </a:lnTo>
                  <a:lnTo>
                    <a:pt x="147596" y="330406"/>
                  </a:lnTo>
                  <a:lnTo>
                    <a:pt x="152871" y="330943"/>
                  </a:lnTo>
                  <a:lnTo>
                    <a:pt x="158159" y="331313"/>
                  </a:lnTo>
                  <a:lnTo>
                    <a:pt x="163457" y="331515"/>
                  </a:lnTo>
                  <a:lnTo>
                    <a:pt x="168758" y="331548"/>
                  </a:lnTo>
                  <a:lnTo>
                    <a:pt x="174058" y="331413"/>
                  </a:lnTo>
                  <a:lnTo>
                    <a:pt x="179351" y="331111"/>
                  </a:lnTo>
                  <a:lnTo>
                    <a:pt x="184631" y="330641"/>
                  </a:lnTo>
                  <a:lnTo>
                    <a:pt x="189894" y="330003"/>
                  </a:lnTo>
                  <a:lnTo>
                    <a:pt x="195134" y="329199"/>
                  </a:lnTo>
                  <a:lnTo>
                    <a:pt x="200346" y="328229"/>
                  </a:lnTo>
                  <a:lnTo>
                    <a:pt x="205525" y="327095"/>
                  </a:lnTo>
                  <a:lnTo>
                    <a:pt x="210665" y="325797"/>
                  </a:lnTo>
                  <a:lnTo>
                    <a:pt x="215761" y="324336"/>
                  </a:lnTo>
                  <a:lnTo>
                    <a:pt x="220809" y="322715"/>
                  </a:lnTo>
                  <a:lnTo>
                    <a:pt x="225802" y="320934"/>
                  </a:lnTo>
                  <a:lnTo>
                    <a:pt x="230737" y="318996"/>
                  </a:lnTo>
                  <a:lnTo>
                    <a:pt x="235607" y="316902"/>
                  </a:lnTo>
                  <a:lnTo>
                    <a:pt x="240409" y="314655"/>
                  </a:lnTo>
                  <a:lnTo>
                    <a:pt x="245137" y="312257"/>
                  </a:lnTo>
                  <a:lnTo>
                    <a:pt x="249787" y="309710"/>
                  </a:lnTo>
                  <a:lnTo>
                    <a:pt x="254353" y="307017"/>
                  </a:lnTo>
                  <a:lnTo>
                    <a:pt x="258832" y="304181"/>
                  </a:lnTo>
                  <a:lnTo>
                    <a:pt x="263219" y="301204"/>
                  </a:lnTo>
                  <a:lnTo>
                    <a:pt x="267509" y="298089"/>
                  </a:lnTo>
                  <a:lnTo>
                    <a:pt x="271698" y="294840"/>
                  </a:lnTo>
                  <a:lnTo>
                    <a:pt x="275782" y="291460"/>
                  </a:lnTo>
                  <a:lnTo>
                    <a:pt x="279757" y="287952"/>
                  </a:lnTo>
                  <a:lnTo>
                    <a:pt x="283618" y="284319"/>
                  </a:lnTo>
                  <a:lnTo>
                    <a:pt x="287363" y="280566"/>
                  </a:lnTo>
                  <a:lnTo>
                    <a:pt x="290986" y="276697"/>
                  </a:lnTo>
                  <a:lnTo>
                    <a:pt x="294485" y="272714"/>
                  </a:lnTo>
                  <a:lnTo>
                    <a:pt x="297856" y="268622"/>
                  </a:lnTo>
                  <a:lnTo>
                    <a:pt x="301095" y="264425"/>
                  </a:lnTo>
                  <a:lnTo>
                    <a:pt x="304200" y="260128"/>
                  </a:lnTo>
                  <a:lnTo>
                    <a:pt x="307167" y="255735"/>
                  </a:lnTo>
                  <a:lnTo>
                    <a:pt x="309993" y="251249"/>
                  </a:lnTo>
                  <a:lnTo>
                    <a:pt x="312676" y="246677"/>
                  </a:lnTo>
                  <a:lnTo>
                    <a:pt x="315212" y="242021"/>
                  </a:lnTo>
                  <a:lnTo>
                    <a:pt x="317599" y="237288"/>
                  </a:lnTo>
                  <a:lnTo>
                    <a:pt x="319835" y="232481"/>
                  </a:lnTo>
                  <a:lnTo>
                    <a:pt x="321918" y="227606"/>
                  </a:lnTo>
                  <a:lnTo>
                    <a:pt x="323844" y="222667"/>
                  </a:lnTo>
                  <a:lnTo>
                    <a:pt x="325614" y="217669"/>
                  </a:lnTo>
                  <a:lnTo>
                    <a:pt x="327223" y="212618"/>
                  </a:lnTo>
                  <a:lnTo>
                    <a:pt x="328672" y="207518"/>
                  </a:lnTo>
                  <a:lnTo>
                    <a:pt x="329959" y="202375"/>
                  </a:lnTo>
                  <a:lnTo>
                    <a:pt x="331081" y="197194"/>
                  </a:lnTo>
                  <a:lnTo>
                    <a:pt x="332039" y="191980"/>
                  </a:lnTo>
                  <a:lnTo>
                    <a:pt x="332831" y="186738"/>
                  </a:lnTo>
                  <a:lnTo>
                    <a:pt x="333457" y="181473"/>
                  </a:lnTo>
                  <a:lnTo>
                    <a:pt x="333915" y="176192"/>
                  </a:lnTo>
                  <a:lnTo>
                    <a:pt x="334205" y="170898"/>
                  </a:lnTo>
                  <a:lnTo>
                    <a:pt x="334328" y="165598"/>
                  </a:lnTo>
                  <a:lnTo>
                    <a:pt x="334282" y="160297"/>
                  </a:lnTo>
                  <a:lnTo>
                    <a:pt x="334068" y="155000"/>
                  </a:lnTo>
                  <a:lnTo>
                    <a:pt x="333686" y="149712"/>
                  </a:lnTo>
                  <a:lnTo>
                    <a:pt x="333137" y="144439"/>
                  </a:lnTo>
                  <a:lnTo>
                    <a:pt x="332421" y="139186"/>
                  </a:lnTo>
                  <a:lnTo>
                    <a:pt x="331539" y="133959"/>
                  </a:lnTo>
                  <a:lnTo>
                    <a:pt x="330492" y="128762"/>
                  </a:lnTo>
                  <a:lnTo>
                    <a:pt x="329280" y="123601"/>
                  </a:lnTo>
                  <a:lnTo>
                    <a:pt x="327905" y="118481"/>
                  </a:lnTo>
                  <a:lnTo>
                    <a:pt x="326368" y="113407"/>
                  </a:lnTo>
                  <a:lnTo>
                    <a:pt x="324672" y="108384"/>
                  </a:lnTo>
                  <a:lnTo>
                    <a:pt x="322817" y="103418"/>
                  </a:lnTo>
                  <a:lnTo>
                    <a:pt x="320805" y="98513"/>
                  </a:lnTo>
                  <a:lnTo>
                    <a:pt x="318639" y="93674"/>
                  </a:lnTo>
                  <a:lnTo>
                    <a:pt x="316320" y="88907"/>
                  </a:lnTo>
                  <a:lnTo>
                    <a:pt x="313852" y="84215"/>
                  </a:lnTo>
                  <a:lnTo>
                    <a:pt x="311236" y="79604"/>
                  </a:lnTo>
                  <a:lnTo>
                    <a:pt x="308475" y="75078"/>
                  </a:lnTo>
                  <a:lnTo>
                    <a:pt x="305572" y="70642"/>
                  </a:lnTo>
                  <a:lnTo>
                    <a:pt x="302530" y="66300"/>
                  </a:lnTo>
                  <a:lnTo>
                    <a:pt x="299351" y="62057"/>
                  </a:lnTo>
                  <a:lnTo>
                    <a:pt x="296040" y="57917"/>
                  </a:lnTo>
                  <a:lnTo>
                    <a:pt x="292599" y="53884"/>
                  </a:lnTo>
                  <a:lnTo>
                    <a:pt x="289032" y="49962"/>
                  </a:lnTo>
                  <a:lnTo>
                    <a:pt x="285342" y="46156"/>
                  </a:lnTo>
                  <a:lnTo>
                    <a:pt x="281534" y="42468"/>
                  </a:lnTo>
                  <a:lnTo>
                    <a:pt x="277610" y="38902"/>
                  </a:lnTo>
                  <a:lnTo>
                    <a:pt x="273576" y="35463"/>
                  </a:lnTo>
                  <a:lnTo>
                    <a:pt x="269434" y="32154"/>
                  </a:lnTo>
                  <a:lnTo>
                    <a:pt x="265189" y="28977"/>
                  </a:lnTo>
                  <a:lnTo>
                    <a:pt x="260846" y="25937"/>
                  </a:lnTo>
                  <a:lnTo>
                    <a:pt x="256409" y="23036"/>
                  </a:lnTo>
                  <a:lnTo>
                    <a:pt x="251882" y="20277"/>
                  </a:lnTo>
                  <a:lnTo>
                    <a:pt x="247270" y="17664"/>
                  </a:lnTo>
                  <a:lnTo>
                    <a:pt x="242577" y="15197"/>
                  </a:lnTo>
                  <a:lnTo>
                    <a:pt x="237808" y="12881"/>
                  </a:lnTo>
                  <a:lnTo>
                    <a:pt x="232968" y="10717"/>
                  </a:lnTo>
                  <a:lnTo>
                    <a:pt x="228063" y="8708"/>
                  </a:lnTo>
                  <a:lnTo>
                    <a:pt x="223095" y="6855"/>
                  </a:lnTo>
                  <a:lnTo>
                    <a:pt x="218072" y="5161"/>
                  </a:lnTo>
                  <a:lnTo>
                    <a:pt x="212997" y="3627"/>
                  </a:lnTo>
                  <a:lnTo>
                    <a:pt x="207877" y="2254"/>
                  </a:lnTo>
                  <a:lnTo>
                    <a:pt x="202715" y="1045"/>
                  </a:lnTo>
                  <a:lnTo>
                    <a:pt x="197518" y="0"/>
                  </a:lnTo>
                  <a:lnTo>
                    <a:pt x="167164" y="16438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964501" y="1071028"/>
              <a:ext cx="30353" cy="167167"/>
            </a:xfrm>
            <a:custGeom>
              <a:avLst/>
              <a:pathLst>
                <a:path w="30353" h="167167">
                  <a:moveTo>
                    <a:pt x="30353" y="2778"/>
                  </a:moveTo>
                  <a:lnTo>
                    <a:pt x="22820" y="1564"/>
                  </a:lnTo>
                  <a:lnTo>
                    <a:pt x="15239" y="696"/>
                  </a:lnTo>
                  <a:lnTo>
                    <a:pt x="7627" y="17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40809" y="1322571"/>
              <a:ext cx="47911" cy="167167"/>
            </a:xfrm>
            <a:custGeom>
              <a:avLst/>
              <a:pathLst>
                <a:path w="47911" h="167167">
                  <a:moveTo>
                    <a:pt x="47911" y="0"/>
                  </a:moveTo>
                  <a:lnTo>
                    <a:pt x="41838" y="110"/>
                  </a:lnTo>
                  <a:lnTo>
                    <a:pt x="35773" y="441"/>
                  </a:lnTo>
                  <a:lnTo>
                    <a:pt x="29725" y="992"/>
                  </a:lnTo>
                  <a:lnTo>
                    <a:pt x="23700" y="1762"/>
                  </a:lnTo>
                  <a:lnTo>
                    <a:pt x="17707" y="2751"/>
                  </a:lnTo>
                  <a:lnTo>
                    <a:pt x="11754" y="3956"/>
                  </a:lnTo>
                  <a:lnTo>
                    <a:pt x="5849" y="5378"/>
                  </a:lnTo>
                  <a:lnTo>
                    <a:pt x="0" y="7012"/>
                  </a:lnTo>
                  <a:lnTo>
                    <a:pt x="47911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40809" y="1329584"/>
              <a:ext cx="47911" cy="160154"/>
            </a:xfrm>
            <a:custGeom>
              <a:avLst/>
              <a:pathLst>
                <a:path w="47911" h="160154">
                  <a:moveTo>
                    <a:pt x="0" y="0"/>
                  </a:moveTo>
                  <a:lnTo>
                    <a:pt x="47911" y="16015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40809" y="1329584"/>
              <a:ext cx="47911" cy="160154"/>
            </a:xfrm>
            <a:custGeom>
              <a:avLst/>
              <a:pathLst>
                <a:path w="47911" h="160154">
                  <a:moveTo>
                    <a:pt x="0" y="0"/>
                  </a:moveTo>
                  <a:lnTo>
                    <a:pt x="47911" y="16015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40809" y="1329584"/>
              <a:ext cx="47911" cy="160154"/>
            </a:xfrm>
            <a:custGeom>
              <a:avLst/>
              <a:pathLst>
                <a:path w="47911" h="160154">
                  <a:moveTo>
                    <a:pt x="0" y="0"/>
                  </a:moveTo>
                  <a:lnTo>
                    <a:pt x="47911" y="1601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40809" y="1329584"/>
              <a:ext cx="47911" cy="160154"/>
            </a:xfrm>
            <a:custGeom>
              <a:avLst/>
              <a:pathLst>
                <a:path w="47911" h="160154">
                  <a:moveTo>
                    <a:pt x="0" y="0"/>
                  </a:moveTo>
                  <a:lnTo>
                    <a:pt x="47911" y="1601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40809" y="1329584"/>
              <a:ext cx="47911" cy="160154"/>
            </a:xfrm>
            <a:custGeom>
              <a:avLst/>
              <a:pathLst>
                <a:path w="47911" h="160154">
                  <a:moveTo>
                    <a:pt x="0" y="0"/>
                  </a:moveTo>
                  <a:lnTo>
                    <a:pt x="47911" y="1601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40809" y="1329584"/>
              <a:ext cx="47911" cy="160154"/>
            </a:xfrm>
            <a:custGeom>
              <a:avLst/>
              <a:pathLst>
                <a:path w="47911" h="160154">
                  <a:moveTo>
                    <a:pt x="0" y="0"/>
                  </a:moveTo>
                  <a:lnTo>
                    <a:pt x="47911" y="1601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40809" y="1329584"/>
              <a:ext cx="47911" cy="160154"/>
            </a:xfrm>
            <a:custGeom>
              <a:avLst/>
              <a:pathLst>
                <a:path w="47911" h="160154">
                  <a:moveTo>
                    <a:pt x="0" y="0"/>
                  </a:moveTo>
                  <a:lnTo>
                    <a:pt x="47911" y="16015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40809" y="1329584"/>
              <a:ext cx="47911" cy="160154"/>
            </a:xfrm>
            <a:custGeom>
              <a:avLst/>
              <a:pathLst>
                <a:path w="47911" h="160154">
                  <a:moveTo>
                    <a:pt x="0" y="0"/>
                  </a:moveTo>
                  <a:lnTo>
                    <a:pt x="47911" y="1601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40809" y="1329584"/>
              <a:ext cx="47911" cy="160154"/>
            </a:xfrm>
            <a:custGeom>
              <a:avLst/>
              <a:pathLst>
                <a:path w="47911" h="160154">
                  <a:moveTo>
                    <a:pt x="0" y="0"/>
                  </a:moveTo>
                  <a:lnTo>
                    <a:pt x="47911" y="1601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40809" y="1329584"/>
              <a:ext cx="47911" cy="160154"/>
            </a:xfrm>
            <a:custGeom>
              <a:avLst/>
              <a:pathLst>
                <a:path w="47911" h="160154">
                  <a:moveTo>
                    <a:pt x="0" y="0"/>
                  </a:moveTo>
                  <a:lnTo>
                    <a:pt x="47911" y="16015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40809" y="1329584"/>
              <a:ext cx="47911" cy="160154"/>
            </a:xfrm>
            <a:custGeom>
              <a:avLst/>
              <a:pathLst>
                <a:path w="47911" h="160154">
                  <a:moveTo>
                    <a:pt x="0" y="0"/>
                  </a:moveTo>
                  <a:lnTo>
                    <a:pt x="47911" y="1601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40809" y="1329584"/>
              <a:ext cx="47911" cy="160154"/>
            </a:xfrm>
            <a:custGeom>
              <a:avLst/>
              <a:pathLst>
                <a:path w="47911" h="160154">
                  <a:moveTo>
                    <a:pt x="0" y="0"/>
                  </a:moveTo>
                  <a:lnTo>
                    <a:pt x="47911" y="1601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40809" y="1329584"/>
              <a:ext cx="47911" cy="160154"/>
            </a:xfrm>
            <a:custGeom>
              <a:avLst/>
              <a:pathLst>
                <a:path w="47911" h="160154">
                  <a:moveTo>
                    <a:pt x="0" y="0"/>
                  </a:moveTo>
                  <a:lnTo>
                    <a:pt x="47911" y="1601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40809" y="1329584"/>
              <a:ext cx="47911" cy="160154"/>
            </a:xfrm>
            <a:custGeom>
              <a:avLst/>
              <a:pathLst>
                <a:path w="47911" h="160154">
                  <a:moveTo>
                    <a:pt x="0" y="0"/>
                  </a:moveTo>
                  <a:lnTo>
                    <a:pt x="47911" y="1601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40809" y="1329584"/>
              <a:ext cx="47911" cy="160154"/>
            </a:xfrm>
            <a:custGeom>
              <a:avLst/>
              <a:pathLst>
                <a:path w="47911" h="160154">
                  <a:moveTo>
                    <a:pt x="0" y="0"/>
                  </a:moveTo>
                  <a:lnTo>
                    <a:pt x="47911" y="16015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40809" y="1329584"/>
              <a:ext cx="47911" cy="160154"/>
            </a:xfrm>
            <a:custGeom>
              <a:avLst/>
              <a:pathLst>
                <a:path w="47911" h="160154">
                  <a:moveTo>
                    <a:pt x="0" y="0"/>
                  </a:moveTo>
                  <a:lnTo>
                    <a:pt x="47911" y="16015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321574" y="1329584"/>
              <a:ext cx="334313" cy="327318"/>
            </a:xfrm>
            <a:custGeom>
              <a:avLst/>
              <a:pathLst>
                <a:path w="334313" h="327318">
                  <a:moveTo>
                    <a:pt x="119235" y="0"/>
                  </a:moveTo>
                  <a:lnTo>
                    <a:pt x="114198" y="1593"/>
                  </a:lnTo>
                  <a:lnTo>
                    <a:pt x="109214" y="3346"/>
                  </a:lnTo>
                  <a:lnTo>
                    <a:pt x="104288" y="5255"/>
                  </a:lnTo>
                  <a:lnTo>
                    <a:pt x="99424" y="7319"/>
                  </a:lnTo>
                  <a:lnTo>
                    <a:pt x="94629" y="9535"/>
                  </a:lnTo>
                  <a:lnTo>
                    <a:pt x="89905" y="11902"/>
                  </a:lnTo>
                  <a:lnTo>
                    <a:pt x="85259" y="14417"/>
                  </a:lnTo>
                  <a:lnTo>
                    <a:pt x="80694" y="17077"/>
                  </a:lnTo>
                  <a:lnTo>
                    <a:pt x="76216" y="19880"/>
                  </a:lnTo>
                  <a:lnTo>
                    <a:pt x="71829" y="22824"/>
                  </a:lnTo>
                  <a:lnTo>
                    <a:pt x="67537" y="25904"/>
                  </a:lnTo>
                  <a:lnTo>
                    <a:pt x="63345" y="29119"/>
                  </a:lnTo>
                  <a:lnTo>
                    <a:pt x="59256" y="32465"/>
                  </a:lnTo>
                  <a:lnTo>
                    <a:pt x="55275" y="35938"/>
                  </a:lnTo>
                  <a:lnTo>
                    <a:pt x="51405" y="39535"/>
                  </a:lnTo>
                  <a:lnTo>
                    <a:pt x="47651" y="43253"/>
                  </a:lnTo>
                  <a:lnTo>
                    <a:pt x="44017" y="47087"/>
                  </a:lnTo>
                  <a:lnTo>
                    <a:pt x="40505" y="51035"/>
                  </a:lnTo>
                  <a:lnTo>
                    <a:pt x="37121" y="55091"/>
                  </a:lnTo>
                  <a:lnTo>
                    <a:pt x="33865" y="59252"/>
                  </a:lnTo>
                  <a:lnTo>
                    <a:pt x="30744" y="63514"/>
                  </a:lnTo>
                  <a:lnTo>
                    <a:pt x="27758" y="67873"/>
                  </a:lnTo>
                  <a:lnTo>
                    <a:pt x="24911" y="72324"/>
                  </a:lnTo>
                  <a:lnTo>
                    <a:pt x="22207" y="76862"/>
                  </a:lnTo>
                  <a:lnTo>
                    <a:pt x="19647" y="81484"/>
                  </a:lnTo>
                  <a:lnTo>
                    <a:pt x="17235" y="86184"/>
                  </a:lnTo>
                  <a:lnTo>
                    <a:pt x="14972" y="90958"/>
                  </a:lnTo>
                  <a:lnTo>
                    <a:pt x="12862" y="95802"/>
                  </a:lnTo>
                  <a:lnTo>
                    <a:pt x="10905" y="100709"/>
                  </a:lnTo>
                  <a:lnTo>
                    <a:pt x="9105" y="105676"/>
                  </a:lnTo>
                  <a:lnTo>
                    <a:pt x="7462" y="110698"/>
                  </a:lnTo>
                  <a:lnTo>
                    <a:pt x="5979" y="115768"/>
                  </a:lnTo>
                  <a:lnTo>
                    <a:pt x="4657" y="120883"/>
                  </a:lnTo>
                  <a:lnTo>
                    <a:pt x="3497" y="126038"/>
                  </a:lnTo>
                  <a:lnTo>
                    <a:pt x="2501" y="131226"/>
                  </a:lnTo>
                  <a:lnTo>
                    <a:pt x="1669" y="136443"/>
                  </a:lnTo>
                  <a:lnTo>
                    <a:pt x="1002" y="141684"/>
                  </a:lnTo>
                  <a:lnTo>
                    <a:pt x="502" y="146944"/>
                  </a:lnTo>
                  <a:lnTo>
                    <a:pt x="167" y="152216"/>
                  </a:lnTo>
                  <a:lnTo>
                    <a:pt x="0" y="157497"/>
                  </a:lnTo>
                  <a:lnTo>
                    <a:pt x="0" y="162780"/>
                  </a:lnTo>
                  <a:lnTo>
                    <a:pt x="166" y="168061"/>
                  </a:lnTo>
                  <a:lnTo>
                    <a:pt x="499" y="173333"/>
                  </a:lnTo>
                  <a:lnTo>
                    <a:pt x="999" y="178593"/>
                  </a:lnTo>
                  <a:lnTo>
                    <a:pt x="1665" y="183834"/>
                  </a:lnTo>
                  <a:lnTo>
                    <a:pt x="2495" y="189051"/>
                  </a:lnTo>
                  <a:lnTo>
                    <a:pt x="3491" y="194240"/>
                  </a:lnTo>
                  <a:lnTo>
                    <a:pt x="4650" y="199394"/>
                  </a:lnTo>
                  <a:lnTo>
                    <a:pt x="5971" y="204510"/>
                  </a:lnTo>
                  <a:lnTo>
                    <a:pt x="7453" y="209581"/>
                  </a:lnTo>
                  <a:lnTo>
                    <a:pt x="9095" y="214602"/>
                  </a:lnTo>
                  <a:lnTo>
                    <a:pt x="10894" y="219570"/>
                  </a:lnTo>
                  <a:lnTo>
                    <a:pt x="12850" y="224477"/>
                  </a:lnTo>
                  <a:lnTo>
                    <a:pt x="14959" y="229321"/>
                  </a:lnTo>
                  <a:lnTo>
                    <a:pt x="17221" y="234096"/>
                  </a:lnTo>
                  <a:lnTo>
                    <a:pt x="19633" y="238796"/>
                  </a:lnTo>
                  <a:lnTo>
                    <a:pt x="22191" y="243419"/>
                  </a:lnTo>
                  <a:lnTo>
                    <a:pt x="24895" y="247958"/>
                  </a:lnTo>
                  <a:lnTo>
                    <a:pt x="27741" y="252409"/>
                  </a:lnTo>
                  <a:lnTo>
                    <a:pt x="30725" y="256768"/>
                  </a:lnTo>
                  <a:lnTo>
                    <a:pt x="33847" y="261031"/>
                  </a:lnTo>
                  <a:lnTo>
                    <a:pt x="37101" y="265193"/>
                  </a:lnTo>
                  <a:lnTo>
                    <a:pt x="40485" y="269250"/>
                  </a:lnTo>
                  <a:lnTo>
                    <a:pt x="43996" y="273198"/>
                  </a:lnTo>
                  <a:lnTo>
                    <a:pt x="47629" y="277033"/>
                  </a:lnTo>
                  <a:lnTo>
                    <a:pt x="51383" y="280751"/>
                  </a:lnTo>
                  <a:lnTo>
                    <a:pt x="55251" y="284349"/>
                  </a:lnTo>
                  <a:lnTo>
                    <a:pt x="59232" y="287823"/>
                  </a:lnTo>
                  <a:lnTo>
                    <a:pt x="63320" y="291169"/>
                  </a:lnTo>
                  <a:lnTo>
                    <a:pt x="67512" y="294385"/>
                  </a:lnTo>
                  <a:lnTo>
                    <a:pt x="71803" y="297466"/>
                  </a:lnTo>
                  <a:lnTo>
                    <a:pt x="76190" y="300411"/>
                  </a:lnTo>
                  <a:lnTo>
                    <a:pt x="80668" y="303215"/>
                  </a:lnTo>
                  <a:lnTo>
                    <a:pt x="85232" y="305876"/>
                  </a:lnTo>
                  <a:lnTo>
                    <a:pt x="89877" y="308392"/>
                  </a:lnTo>
                  <a:lnTo>
                    <a:pt x="94600" y="310760"/>
                  </a:lnTo>
                  <a:lnTo>
                    <a:pt x="99396" y="312977"/>
                  </a:lnTo>
                  <a:lnTo>
                    <a:pt x="104259" y="315041"/>
                  </a:lnTo>
                  <a:lnTo>
                    <a:pt x="109185" y="316951"/>
                  </a:lnTo>
                  <a:lnTo>
                    <a:pt x="114168" y="318705"/>
                  </a:lnTo>
                  <a:lnTo>
                    <a:pt x="119205" y="320300"/>
                  </a:lnTo>
                  <a:lnTo>
                    <a:pt x="124290" y="321735"/>
                  </a:lnTo>
                  <a:lnTo>
                    <a:pt x="129417" y="323008"/>
                  </a:lnTo>
                  <a:lnTo>
                    <a:pt x="134582" y="324119"/>
                  </a:lnTo>
                  <a:lnTo>
                    <a:pt x="139780" y="325066"/>
                  </a:lnTo>
                  <a:lnTo>
                    <a:pt x="145005" y="325849"/>
                  </a:lnTo>
                  <a:lnTo>
                    <a:pt x="150252" y="326466"/>
                  </a:lnTo>
                  <a:lnTo>
                    <a:pt x="155516" y="326916"/>
                  </a:lnTo>
                  <a:lnTo>
                    <a:pt x="160791" y="327201"/>
                  </a:lnTo>
                  <a:lnTo>
                    <a:pt x="166073" y="327318"/>
                  </a:lnTo>
                  <a:lnTo>
                    <a:pt x="171356" y="327268"/>
                  </a:lnTo>
                  <a:lnTo>
                    <a:pt x="176635" y="327052"/>
                  </a:lnTo>
                  <a:lnTo>
                    <a:pt x="181904" y="326669"/>
                  </a:lnTo>
                  <a:lnTo>
                    <a:pt x="187159" y="326119"/>
                  </a:lnTo>
                  <a:lnTo>
                    <a:pt x="192393" y="325404"/>
                  </a:lnTo>
                  <a:lnTo>
                    <a:pt x="197602" y="324524"/>
                  </a:lnTo>
                  <a:lnTo>
                    <a:pt x="202781" y="323479"/>
                  </a:lnTo>
                  <a:lnTo>
                    <a:pt x="207925" y="322272"/>
                  </a:lnTo>
                  <a:lnTo>
                    <a:pt x="213027" y="320902"/>
                  </a:lnTo>
                  <a:lnTo>
                    <a:pt x="218084" y="319372"/>
                  </a:lnTo>
                  <a:lnTo>
                    <a:pt x="223090" y="317683"/>
                  </a:lnTo>
                  <a:lnTo>
                    <a:pt x="228040" y="315836"/>
                  </a:lnTo>
                  <a:lnTo>
                    <a:pt x="232929" y="313834"/>
                  </a:lnTo>
                  <a:lnTo>
                    <a:pt x="237752" y="311679"/>
                  </a:lnTo>
                  <a:lnTo>
                    <a:pt x="242505" y="309372"/>
                  </a:lnTo>
                  <a:lnTo>
                    <a:pt x="247183" y="306916"/>
                  </a:lnTo>
                  <a:lnTo>
                    <a:pt x="251781" y="304314"/>
                  </a:lnTo>
                  <a:lnTo>
                    <a:pt x="256294" y="301567"/>
                  </a:lnTo>
                  <a:lnTo>
                    <a:pt x="260718" y="298679"/>
                  </a:lnTo>
                  <a:lnTo>
                    <a:pt x="265049" y="295653"/>
                  </a:lnTo>
                  <a:lnTo>
                    <a:pt x="269282" y="292492"/>
                  </a:lnTo>
                  <a:lnTo>
                    <a:pt x="273413" y="289198"/>
                  </a:lnTo>
                  <a:lnTo>
                    <a:pt x="277437" y="285776"/>
                  </a:lnTo>
                  <a:lnTo>
                    <a:pt x="281352" y="282228"/>
                  </a:lnTo>
                  <a:lnTo>
                    <a:pt x="285152" y="278558"/>
                  </a:lnTo>
                  <a:lnTo>
                    <a:pt x="288835" y="274770"/>
                  </a:lnTo>
                  <a:lnTo>
                    <a:pt x="292396" y="270867"/>
                  </a:lnTo>
                  <a:lnTo>
                    <a:pt x="295832" y="266854"/>
                  </a:lnTo>
                  <a:lnTo>
                    <a:pt x="299140" y="262734"/>
                  </a:lnTo>
                  <a:lnTo>
                    <a:pt x="302315" y="258512"/>
                  </a:lnTo>
                  <a:lnTo>
                    <a:pt x="305356" y="254191"/>
                  </a:lnTo>
                  <a:lnTo>
                    <a:pt x="308259" y="249777"/>
                  </a:lnTo>
                  <a:lnTo>
                    <a:pt x="311020" y="245273"/>
                  </a:lnTo>
                  <a:lnTo>
                    <a:pt x="313638" y="240684"/>
                  </a:lnTo>
                  <a:lnTo>
                    <a:pt x="316110" y="236015"/>
                  </a:lnTo>
                  <a:lnTo>
                    <a:pt x="318433" y="231270"/>
                  </a:lnTo>
                  <a:lnTo>
                    <a:pt x="320604" y="226453"/>
                  </a:lnTo>
                  <a:lnTo>
                    <a:pt x="322623" y="221571"/>
                  </a:lnTo>
                  <a:lnTo>
                    <a:pt x="324486" y="216627"/>
                  </a:lnTo>
                  <a:lnTo>
                    <a:pt x="326192" y="211627"/>
                  </a:lnTo>
                  <a:lnTo>
                    <a:pt x="327739" y="206576"/>
                  </a:lnTo>
                  <a:lnTo>
                    <a:pt x="329126" y="201478"/>
                  </a:lnTo>
                  <a:lnTo>
                    <a:pt x="330351" y="196338"/>
                  </a:lnTo>
                  <a:lnTo>
                    <a:pt x="331413" y="191163"/>
                  </a:lnTo>
                  <a:lnTo>
                    <a:pt x="332310" y="185957"/>
                  </a:lnTo>
                  <a:lnTo>
                    <a:pt x="333043" y="180725"/>
                  </a:lnTo>
                  <a:lnTo>
                    <a:pt x="333610" y="175472"/>
                  </a:lnTo>
                  <a:lnTo>
                    <a:pt x="334011" y="170204"/>
                  </a:lnTo>
                  <a:lnTo>
                    <a:pt x="334246" y="164926"/>
                  </a:lnTo>
                  <a:lnTo>
                    <a:pt x="334313" y="159643"/>
                  </a:lnTo>
                  <a:lnTo>
                    <a:pt x="334213" y="154361"/>
                  </a:lnTo>
                  <a:lnTo>
                    <a:pt x="333947" y="149085"/>
                  </a:lnTo>
                  <a:lnTo>
                    <a:pt x="333514" y="143819"/>
                  </a:lnTo>
                  <a:lnTo>
                    <a:pt x="332914" y="138570"/>
                  </a:lnTo>
                  <a:lnTo>
                    <a:pt x="332150" y="133343"/>
                  </a:lnTo>
                  <a:lnTo>
                    <a:pt x="331220" y="128142"/>
                  </a:lnTo>
                  <a:lnTo>
                    <a:pt x="330126" y="122973"/>
                  </a:lnTo>
                  <a:lnTo>
                    <a:pt x="328870" y="117841"/>
                  </a:lnTo>
                  <a:lnTo>
                    <a:pt x="327452" y="112752"/>
                  </a:lnTo>
                  <a:lnTo>
                    <a:pt x="325874" y="107710"/>
                  </a:lnTo>
                  <a:lnTo>
                    <a:pt x="324138" y="102720"/>
                  </a:lnTo>
                  <a:lnTo>
                    <a:pt x="322245" y="97788"/>
                  </a:lnTo>
                  <a:lnTo>
                    <a:pt x="320196" y="92918"/>
                  </a:lnTo>
                  <a:lnTo>
                    <a:pt x="317995" y="88115"/>
                  </a:lnTo>
                  <a:lnTo>
                    <a:pt x="315643" y="83384"/>
                  </a:lnTo>
                  <a:lnTo>
                    <a:pt x="313143" y="78730"/>
                  </a:lnTo>
                  <a:lnTo>
                    <a:pt x="310497" y="74157"/>
                  </a:lnTo>
                  <a:lnTo>
                    <a:pt x="307708" y="69670"/>
                  </a:lnTo>
                  <a:lnTo>
                    <a:pt x="304779" y="65274"/>
                  </a:lnTo>
                  <a:lnTo>
                    <a:pt x="301712" y="60972"/>
                  </a:lnTo>
                  <a:lnTo>
                    <a:pt x="298510" y="56769"/>
                  </a:lnTo>
                  <a:lnTo>
                    <a:pt x="295178" y="52670"/>
                  </a:lnTo>
                  <a:lnTo>
                    <a:pt x="291717" y="48678"/>
                  </a:lnTo>
                  <a:lnTo>
                    <a:pt x="288133" y="44797"/>
                  </a:lnTo>
                  <a:lnTo>
                    <a:pt x="284427" y="41031"/>
                  </a:lnTo>
                  <a:lnTo>
                    <a:pt x="280604" y="37385"/>
                  </a:lnTo>
                  <a:lnTo>
                    <a:pt x="276668" y="33861"/>
                  </a:lnTo>
                  <a:lnTo>
                    <a:pt x="272622" y="30463"/>
                  </a:lnTo>
                  <a:lnTo>
                    <a:pt x="268471" y="27195"/>
                  </a:lnTo>
                  <a:lnTo>
                    <a:pt x="264219" y="24059"/>
                  </a:lnTo>
                  <a:lnTo>
                    <a:pt x="259870" y="21060"/>
                  </a:lnTo>
                  <a:lnTo>
                    <a:pt x="255428" y="18199"/>
                  </a:lnTo>
                  <a:lnTo>
                    <a:pt x="250898" y="15480"/>
                  </a:lnTo>
                  <a:lnTo>
                    <a:pt x="167146" y="1601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88720" y="1322571"/>
              <a:ext cx="83752" cy="167167"/>
            </a:xfrm>
            <a:custGeom>
              <a:avLst/>
              <a:pathLst>
                <a:path w="83752" h="167167">
                  <a:moveTo>
                    <a:pt x="83752" y="22493"/>
                  </a:moveTo>
                  <a:lnTo>
                    <a:pt x="78640" y="19652"/>
                  </a:lnTo>
                  <a:lnTo>
                    <a:pt x="73432" y="16992"/>
                  </a:lnTo>
                  <a:lnTo>
                    <a:pt x="68135" y="14515"/>
                  </a:lnTo>
                  <a:lnTo>
                    <a:pt x="62754" y="12225"/>
                  </a:lnTo>
                  <a:lnTo>
                    <a:pt x="57296" y="10125"/>
                  </a:lnTo>
                  <a:lnTo>
                    <a:pt x="51768" y="8217"/>
                  </a:lnTo>
                  <a:lnTo>
                    <a:pt x="46177" y="6504"/>
                  </a:lnTo>
                  <a:lnTo>
                    <a:pt x="40529" y="4987"/>
                  </a:lnTo>
                  <a:lnTo>
                    <a:pt x="34832" y="3669"/>
                  </a:lnTo>
                  <a:lnTo>
                    <a:pt x="29092" y="2550"/>
                  </a:lnTo>
                  <a:lnTo>
                    <a:pt x="23316" y="1634"/>
                  </a:lnTo>
                  <a:lnTo>
                    <a:pt x="17512" y="919"/>
                  </a:lnTo>
                  <a:lnTo>
                    <a:pt x="11686" y="409"/>
                  </a:lnTo>
                  <a:lnTo>
                    <a:pt x="5847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73527" y="1681503"/>
              <a:ext cx="12997" cy="167167"/>
            </a:xfrm>
            <a:custGeom>
              <a:avLst/>
              <a:pathLst>
                <a:path w="12997" h="167167">
                  <a:moveTo>
                    <a:pt x="12997" y="0"/>
                  </a:moveTo>
                  <a:lnTo>
                    <a:pt x="0" y="506"/>
                  </a:lnTo>
                  <a:lnTo>
                    <a:pt x="1299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73527" y="1682009"/>
              <a:ext cx="12997" cy="166661"/>
            </a:xfrm>
            <a:custGeom>
              <a:avLst/>
              <a:pathLst>
                <a:path w="12997" h="166661">
                  <a:moveTo>
                    <a:pt x="0" y="0"/>
                  </a:moveTo>
                  <a:lnTo>
                    <a:pt x="12997" y="16666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73527" y="1682009"/>
              <a:ext cx="12997" cy="166661"/>
            </a:xfrm>
            <a:custGeom>
              <a:avLst/>
              <a:pathLst>
                <a:path w="12997" h="166661">
                  <a:moveTo>
                    <a:pt x="0" y="0"/>
                  </a:moveTo>
                  <a:lnTo>
                    <a:pt x="12997" y="1666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73527" y="1682009"/>
              <a:ext cx="12997" cy="166661"/>
            </a:xfrm>
            <a:custGeom>
              <a:avLst/>
              <a:pathLst>
                <a:path w="12997" h="166661">
                  <a:moveTo>
                    <a:pt x="0" y="0"/>
                  </a:moveTo>
                  <a:lnTo>
                    <a:pt x="12997" y="1666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73527" y="1682009"/>
              <a:ext cx="12997" cy="166661"/>
            </a:xfrm>
            <a:custGeom>
              <a:avLst/>
              <a:pathLst>
                <a:path w="12997" h="166661">
                  <a:moveTo>
                    <a:pt x="0" y="0"/>
                  </a:moveTo>
                  <a:lnTo>
                    <a:pt x="12997" y="1666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73527" y="1682009"/>
              <a:ext cx="12997" cy="166661"/>
            </a:xfrm>
            <a:custGeom>
              <a:avLst/>
              <a:pathLst>
                <a:path w="12997" h="166661">
                  <a:moveTo>
                    <a:pt x="0" y="0"/>
                  </a:moveTo>
                  <a:lnTo>
                    <a:pt x="12997" y="1666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73527" y="1682009"/>
              <a:ext cx="12997" cy="166661"/>
            </a:xfrm>
            <a:custGeom>
              <a:avLst/>
              <a:pathLst>
                <a:path w="12997" h="166661">
                  <a:moveTo>
                    <a:pt x="0" y="0"/>
                  </a:moveTo>
                  <a:lnTo>
                    <a:pt x="12997" y="16666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73527" y="1682009"/>
              <a:ext cx="12997" cy="166661"/>
            </a:xfrm>
            <a:custGeom>
              <a:avLst/>
              <a:pathLst>
                <a:path w="12997" h="166661">
                  <a:moveTo>
                    <a:pt x="0" y="0"/>
                  </a:moveTo>
                  <a:lnTo>
                    <a:pt x="12997" y="1666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73527" y="1682009"/>
              <a:ext cx="12997" cy="166661"/>
            </a:xfrm>
            <a:custGeom>
              <a:avLst/>
              <a:pathLst>
                <a:path w="12997" h="166661">
                  <a:moveTo>
                    <a:pt x="0" y="0"/>
                  </a:moveTo>
                  <a:lnTo>
                    <a:pt x="12997" y="1666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73527" y="1682009"/>
              <a:ext cx="12997" cy="166661"/>
            </a:xfrm>
            <a:custGeom>
              <a:avLst/>
              <a:pathLst>
                <a:path w="12997" h="166661">
                  <a:moveTo>
                    <a:pt x="0" y="0"/>
                  </a:moveTo>
                  <a:lnTo>
                    <a:pt x="12997" y="16666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73527" y="1682009"/>
              <a:ext cx="12997" cy="166661"/>
            </a:xfrm>
            <a:custGeom>
              <a:avLst/>
              <a:pathLst>
                <a:path w="12997" h="166661">
                  <a:moveTo>
                    <a:pt x="0" y="0"/>
                  </a:moveTo>
                  <a:lnTo>
                    <a:pt x="12997" y="1666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73527" y="1682009"/>
              <a:ext cx="12997" cy="166661"/>
            </a:xfrm>
            <a:custGeom>
              <a:avLst/>
              <a:pathLst>
                <a:path w="12997" h="166661">
                  <a:moveTo>
                    <a:pt x="0" y="0"/>
                  </a:moveTo>
                  <a:lnTo>
                    <a:pt x="12997" y="1666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73527" y="1682009"/>
              <a:ext cx="12997" cy="166661"/>
            </a:xfrm>
            <a:custGeom>
              <a:avLst/>
              <a:pathLst>
                <a:path w="12997" h="166661">
                  <a:moveTo>
                    <a:pt x="0" y="0"/>
                  </a:moveTo>
                  <a:lnTo>
                    <a:pt x="12997" y="1666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73527" y="1682009"/>
              <a:ext cx="12997" cy="166661"/>
            </a:xfrm>
            <a:custGeom>
              <a:avLst/>
              <a:pathLst>
                <a:path w="12997" h="166661">
                  <a:moveTo>
                    <a:pt x="0" y="0"/>
                  </a:moveTo>
                  <a:lnTo>
                    <a:pt x="12997" y="1666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73527" y="1682009"/>
              <a:ext cx="12997" cy="166661"/>
            </a:xfrm>
            <a:custGeom>
              <a:avLst/>
              <a:pathLst>
                <a:path w="12997" h="166661">
                  <a:moveTo>
                    <a:pt x="0" y="0"/>
                  </a:moveTo>
                  <a:lnTo>
                    <a:pt x="12997" y="16666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073527" y="1682009"/>
              <a:ext cx="12997" cy="166661"/>
            </a:xfrm>
            <a:custGeom>
              <a:avLst/>
              <a:pathLst>
                <a:path w="12997" h="166661">
                  <a:moveTo>
                    <a:pt x="0" y="0"/>
                  </a:moveTo>
                  <a:lnTo>
                    <a:pt x="12997" y="16666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2991318" y="1682009"/>
              <a:ext cx="95206" cy="166661"/>
            </a:xfrm>
            <a:custGeom>
              <a:avLst/>
              <a:pathLst>
                <a:path w="95206" h="166661">
                  <a:moveTo>
                    <a:pt x="82209" y="0"/>
                  </a:moveTo>
                  <a:lnTo>
                    <a:pt x="76350" y="560"/>
                  </a:lnTo>
                  <a:lnTo>
                    <a:pt x="70515" y="1327"/>
                  </a:lnTo>
                  <a:lnTo>
                    <a:pt x="64711" y="2298"/>
                  </a:lnTo>
                  <a:lnTo>
                    <a:pt x="58944" y="3474"/>
                  </a:lnTo>
                  <a:lnTo>
                    <a:pt x="53223" y="4851"/>
                  </a:lnTo>
                  <a:lnTo>
                    <a:pt x="47553" y="6429"/>
                  </a:lnTo>
                  <a:lnTo>
                    <a:pt x="41943" y="8206"/>
                  </a:lnTo>
                  <a:lnTo>
                    <a:pt x="36398" y="10179"/>
                  </a:lnTo>
                  <a:lnTo>
                    <a:pt x="30926" y="12346"/>
                  </a:lnTo>
                  <a:lnTo>
                    <a:pt x="25534" y="14704"/>
                  </a:lnTo>
                  <a:lnTo>
                    <a:pt x="20229" y="17251"/>
                  </a:lnTo>
                  <a:lnTo>
                    <a:pt x="15016" y="19983"/>
                  </a:lnTo>
                  <a:lnTo>
                    <a:pt x="9903" y="22896"/>
                  </a:lnTo>
                  <a:lnTo>
                    <a:pt x="4895" y="25988"/>
                  </a:lnTo>
                  <a:lnTo>
                    <a:pt x="0" y="29254"/>
                  </a:lnTo>
                  <a:lnTo>
                    <a:pt x="95206" y="16666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2919372" y="1681503"/>
              <a:ext cx="334301" cy="334334"/>
            </a:xfrm>
            <a:custGeom>
              <a:avLst/>
              <a:pathLst>
                <a:path w="334301" h="334334">
                  <a:moveTo>
                    <a:pt x="71945" y="29760"/>
                  </a:moveTo>
                  <a:lnTo>
                    <a:pt x="67636" y="32848"/>
                  </a:lnTo>
                  <a:lnTo>
                    <a:pt x="63427" y="36072"/>
                  </a:lnTo>
                  <a:lnTo>
                    <a:pt x="59321" y="39427"/>
                  </a:lnTo>
                  <a:lnTo>
                    <a:pt x="55325" y="42911"/>
                  </a:lnTo>
                  <a:lnTo>
                    <a:pt x="51441" y="46519"/>
                  </a:lnTo>
                  <a:lnTo>
                    <a:pt x="47673" y="50249"/>
                  </a:lnTo>
                  <a:lnTo>
                    <a:pt x="44026" y="54097"/>
                  </a:lnTo>
                  <a:lnTo>
                    <a:pt x="40502" y="58058"/>
                  </a:lnTo>
                  <a:lnTo>
                    <a:pt x="37106" y="62129"/>
                  </a:lnTo>
                  <a:lnTo>
                    <a:pt x="33840" y="66306"/>
                  </a:lnTo>
                  <a:lnTo>
                    <a:pt x="30709" y="70584"/>
                  </a:lnTo>
                  <a:lnTo>
                    <a:pt x="27715" y="74960"/>
                  </a:lnTo>
                  <a:lnTo>
                    <a:pt x="24861" y="79428"/>
                  </a:lnTo>
                  <a:lnTo>
                    <a:pt x="22150" y="83984"/>
                  </a:lnTo>
                  <a:lnTo>
                    <a:pt x="19585" y="88624"/>
                  </a:lnTo>
                  <a:lnTo>
                    <a:pt x="17169" y="93343"/>
                  </a:lnTo>
                  <a:lnTo>
                    <a:pt x="14903" y="98136"/>
                  </a:lnTo>
                  <a:lnTo>
                    <a:pt x="12791" y="102999"/>
                  </a:lnTo>
                  <a:lnTo>
                    <a:pt x="10833" y="107926"/>
                  </a:lnTo>
                  <a:lnTo>
                    <a:pt x="9033" y="112913"/>
                  </a:lnTo>
                  <a:lnTo>
                    <a:pt x="7393" y="117954"/>
                  </a:lnTo>
                  <a:lnTo>
                    <a:pt x="5912" y="123045"/>
                  </a:lnTo>
                  <a:lnTo>
                    <a:pt x="4594" y="128181"/>
                  </a:lnTo>
                  <a:lnTo>
                    <a:pt x="3440" y="133355"/>
                  </a:lnTo>
                  <a:lnTo>
                    <a:pt x="2450" y="138564"/>
                  </a:lnTo>
                  <a:lnTo>
                    <a:pt x="1626" y="143801"/>
                  </a:lnTo>
                  <a:lnTo>
                    <a:pt x="968" y="149062"/>
                  </a:lnTo>
                  <a:lnTo>
                    <a:pt x="477" y="154341"/>
                  </a:lnTo>
                  <a:lnTo>
                    <a:pt x="154" y="159633"/>
                  </a:lnTo>
                  <a:lnTo>
                    <a:pt x="0" y="164932"/>
                  </a:lnTo>
                  <a:lnTo>
                    <a:pt x="13" y="170234"/>
                  </a:lnTo>
                  <a:lnTo>
                    <a:pt x="194" y="175533"/>
                  </a:lnTo>
                  <a:lnTo>
                    <a:pt x="543" y="180823"/>
                  </a:lnTo>
                  <a:lnTo>
                    <a:pt x="1060" y="186099"/>
                  </a:lnTo>
                  <a:lnTo>
                    <a:pt x="1744" y="191357"/>
                  </a:lnTo>
                  <a:lnTo>
                    <a:pt x="2594" y="196590"/>
                  </a:lnTo>
                  <a:lnTo>
                    <a:pt x="3610" y="201793"/>
                  </a:lnTo>
                  <a:lnTo>
                    <a:pt x="4790" y="206962"/>
                  </a:lnTo>
                  <a:lnTo>
                    <a:pt x="6134" y="212091"/>
                  </a:lnTo>
                  <a:lnTo>
                    <a:pt x="7640" y="217174"/>
                  </a:lnTo>
                  <a:lnTo>
                    <a:pt x="9306" y="222207"/>
                  </a:lnTo>
                  <a:lnTo>
                    <a:pt x="11130" y="227185"/>
                  </a:lnTo>
                  <a:lnTo>
                    <a:pt x="13112" y="232103"/>
                  </a:lnTo>
                  <a:lnTo>
                    <a:pt x="15249" y="236955"/>
                  </a:lnTo>
                  <a:lnTo>
                    <a:pt x="17538" y="241737"/>
                  </a:lnTo>
                  <a:lnTo>
                    <a:pt x="19978" y="246444"/>
                  </a:lnTo>
                  <a:lnTo>
                    <a:pt x="22566" y="251071"/>
                  </a:lnTo>
                  <a:lnTo>
                    <a:pt x="25299" y="255614"/>
                  </a:lnTo>
                  <a:lnTo>
                    <a:pt x="28176" y="260067"/>
                  </a:lnTo>
                  <a:lnTo>
                    <a:pt x="31191" y="264428"/>
                  </a:lnTo>
                  <a:lnTo>
                    <a:pt x="34344" y="268690"/>
                  </a:lnTo>
                  <a:lnTo>
                    <a:pt x="37630" y="272851"/>
                  </a:lnTo>
                  <a:lnTo>
                    <a:pt x="41047" y="276905"/>
                  </a:lnTo>
                  <a:lnTo>
                    <a:pt x="44590" y="280849"/>
                  </a:lnTo>
                  <a:lnTo>
                    <a:pt x="48257" y="284678"/>
                  </a:lnTo>
                  <a:lnTo>
                    <a:pt x="52043" y="288389"/>
                  </a:lnTo>
                  <a:lnTo>
                    <a:pt x="55945" y="291979"/>
                  </a:lnTo>
                  <a:lnTo>
                    <a:pt x="59959" y="295442"/>
                  </a:lnTo>
                  <a:lnTo>
                    <a:pt x="64080" y="298777"/>
                  </a:lnTo>
                  <a:lnTo>
                    <a:pt x="68306" y="301979"/>
                  </a:lnTo>
                  <a:lnTo>
                    <a:pt x="72631" y="305046"/>
                  </a:lnTo>
                  <a:lnTo>
                    <a:pt x="77050" y="307974"/>
                  </a:lnTo>
                  <a:lnTo>
                    <a:pt x="81561" y="310761"/>
                  </a:lnTo>
                  <a:lnTo>
                    <a:pt x="86158" y="313403"/>
                  </a:lnTo>
                  <a:lnTo>
                    <a:pt x="90836" y="315897"/>
                  </a:lnTo>
                  <a:lnTo>
                    <a:pt x="95590" y="318243"/>
                  </a:lnTo>
                  <a:lnTo>
                    <a:pt x="100417" y="320436"/>
                  </a:lnTo>
                  <a:lnTo>
                    <a:pt x="105311" y="322475"/>
                  </a:lnTo>
                  <a:lnTo>
                    <a:pt x="110267" y="324358"/>
                  </a:lnTo>
                  <a:lnTo>
                    <a:pt x="115280" y="326083"/>
                  </a:lnTo>
                  <a:lnTo>
                    <a:pt x="120346" y="327648"/>
                  </a:lnTo>
                  <a:lnTo>
                    <a:pt x="125459" y="329051"/>
                  </a:lnTo>
                  <a:lnTo>
                    <a:pt x="130613" y="330292"/>
                  </a:lnTo>
                  <a:lnTo>
                    <a:pt x="135804" y="331369"/>
                  </a:lnTo>
                  <a:lnTo>
                    <a:pt x="141027" y="332280"/>
                  </a:lnTo>
                  <a:lnTo>
                    <a:pt x="146276" y="333026"/>
                  </a:lnTo>
                  <a:lnTo>
                    <a:pt x="151546" y="333604"/>
                  </a:lnTo>
                  <a:lnTo>
                    <a:pt x="156832" y="334016"/>
                  </a:lnTo>
                  <a:lnTo>
                    <a:pt x="162128" y="334259"/>
                  </a:lnTo>
                  <a:lnTo>
                    <a:pt x="167429" y="334334"/>
                  </a:lnTo>
                  <a:lnTo>
                    <a:pt x="172730" y="334241"/>
                  </a:lnTo>
                  <a:lnTo>
                    <a:pt x="178026" y="333980"/>
                  </a:lnTo>
                  <a:lnTo>
                    <a:pt x="183310" y="333552"/>
                  </a:lnTo>
                  <a:lnTo>
                    <a:pt x="188578" y="332956"/>
                  </a:lnTo>
                  <a:lnTo>
                    <a:pt x="193825" y="332193"/>
                  </a:lnTo>
                  <a:lnTo>
                    <a:pt x="199045" y="331264"/>
                  </a:lnTo>
                  <a:lnTo>
                    <a:pt x="204232" y="330170"/>
                  </a:lnTo>
                  <a:lnTo>
                    <a:pt x="209383" y="328912"/>
                  </a:lnTo>
                  <a:lnTo>
                    <a:pt x="214490" y="327492"/>
                  </a:lnTo>
                  <a:lnTo>
                    <a:pt x="219551" y="325910"/>
                  </a:lnTo>
                  <a:lnTo>
                    <a:pt x="224558" y="324168"/>
                  </a:lnTo>
                  <a:lnTo>
                    <a:pt x="229508" y="322269"/>
                  </a:lnTo>
                  <a:lnTo>
                    <a:pt x="234395" y="320214"/>
                  </a:lnTo>
                  <a:lnTo>
                    <a:pt x="239215" y="318004"/>
                  </a:lnTo>
                  <a:lnTo>
                    <a:pt x="243962" y="315643"/>
                  </a:lnTo>
                  <a:lnTo>
                    <a:pt x="248631" y="313133"/>
                  </a:lnTo>
                  <a:lnTo>
                    <a:pt x="253219" y="310476"/>
                  </a:lnTo>
                  <a:lnTo>
                    <a:pt x="257720" y="307674"/>
                  </a:lnTo>
                  <a:lnTo>
                    <a:pt x="262131" y="304732"/>
                  </a:lnTo>
                  <a:lnTo>
                    <a:pt x="266445" y="301651"/>
                  </a:lnTo>
                  <a:lnTo>
                    <a:pt x="270660" y="298434"/>
                  </a:lnTo>
                  <a:lnTo>
                    <a:pt x="274770" y="295086"/>
                  </a:lnTo>
                  <a:lnTo>
                    <a:pt x="278773" y="291609"/>
                  </a:lnTo>
                  <a:lnTo>
                    <a:pt x="282663" y="288007"/>
                  </a:lnTo>
                  <a:lnTo>
                    <a:pt x="286437" y="284283"/>
                  </a:lnTo>
                  <a:lnTo>
                    <a:pt x="290091" y="280441"/>
                  </a:lnTo>
                  <a:lnTo>
                    <a:pt x="293621" y="276486"/>
                  </a:lnTo>
                  <a:lnTo>
                    <a:pt x="297024" y="272420"/>
                  </a:lnTo>
                  <a:lnTo>
                    <a:pt x="300296" y="268249"/>
                  </a:lnTo>
                  <a:lnTo>
                    <a:pt x="303435" y="263976"/>
                  </a:lnTo>
                  <a:lnTo>
                    <a:pt x="306436" y="259606"/>
                  </a:lnTo>
                  <a:lnTo>
                    <a:pt x="309297" y="255142"/>
                  </a:lnTo>
                  <a:lnTo>
                    <a:pt x="312016" y="250590"/>
                  </a:lnTo>
                  <a:lnTo>
                    <a:pt x="314588" y="245955"/>
                  </a:lnTo>
                  <a:lnTo>
                    <a:pt x="317013" y="241240"/>
                  </a:lnTo>
                  <a:lnTo>
                    <a:pt x="319286" y="236450"/>
                  </a:lnTo>
                  <a:lnTo>
                    <a:pt x="321407" y="231591"/>
                  </a:lnTo>
                  <a:lnTo>
                    <a:pt x="323372" y="226667"/>
                  </a:lnTo>
                  <a:lnTo>
                    <a:pt x="325180" y="221683"/>
                  </a:lnTo>
                  <a:lnTo>
                    <a:pt x="326830" y="216644"/>
                  </a:lnTo>
                  <a:lnTo>
                    <a:pt x="328318" y="211556"/>
                  </a:lnTo>
                  <a:lnTo>
                    <a:pt x="329645" y="206423"/>
                  </a:lnTo>
                  <a:lnTo>
                    <a:pt x="330808" y="201250"/>
                  </a:lnTo>
                  <a:lnTo>
                    <a:pt x="331806" y="196043"/>
                  </a:lnTo>
                  <a:lnTo>
                    <a:pt x="332639" y="190808"/>
                  </a:lnTo>
                  <a:lnTo>
                    <a:pt x="333306" y="185548"/>
                  </a:lnTo>
                  <a:lnTo>
                    <a:pt x="333805" y="180270"/>
                  </a:lnTo>
                  <a:lnTo>
                    <a:pt x="334137" y="174978"/>
                  </a:lnTo>
                  <a:lnTo>
                    <a:pt x="334301" y="169679"/>
                  </a:lnTo>
                  <a:lnTo>
                    <a:pt x="334296" y="164377"/>
                  </a:lnTo>
                  <a:lnTo>
                    <a:pt x="334124" y="159078"/>
                  </a:lnTo>
                  <a:lnTo>
                    <a:pt x="333783" y="153788"/>
                  </a:lnTo>
                  <a:lnTo>
                    <a:pt x="333275" y="148510"/>
                  </a:lnTo>
                  <a:lnTo>
                    <a:pt x="332600" y="143252"/>
                  </a:lnTo>
                  <a:lnTo>
                    <a:pt x="331758" y="138017"/>
                  </a:lnTo>
                  <a:lnTo>
                    <a:pt x="330751" y="132812"/>
                  </a:lnTo>
                  <a:lnTo>
                    <a:pt x="329579" y="127641"/>
                  </a:lnTo>
                  <a:lnTo>
                    <a:pt x="328244" y="122510"/>
                  </a:lnTo>
                  <a:lnTo>
                    <a:pt x="326747" y="117424"/>
                  </a:lnTo>
                  <a:lnTo>
                    <a:pt x="325090" y="112389"/>
                  </a:lnTo>
                  <a:lnTo>
                    <a:pt x="323273" y="107408"/>
                  </a:lnTo>
                  <a:lnTo>
                    <a:pt x="321300" y="102487"/>
                  </a:lnTo>
                  <a:lnTo>
                    <a:pt x="319171" y="97631"/>
                  </a:lnTo>
                  <a:lnTo>
                    <a:pt x="316889" y="92846"/>
                  </a:lnTo>
                  <a:lnTo>
                    <a:pt x="314457" y="88135"/>
                  </a:lnTo>
                  <a:lnTo>
                    <a:pt x="311877" y="83503"/>
                  </a:lnTo>
                  <a:lnTo>
                    <a:pt x="309151" y="78956"/>
                  </a:lnTo>
                  <a:lnTo>
                    <a:pt x="306282" y="74497"/>
                  </a:lnTo>
                  <a:lnTo>
                    <a:pt x="303274" y="70132"/>
                  </a:lnTo>
                  <a:lnTo>
                    <a:pt x="300128" y="65864"/>
                  </a:lnTo>
                  <a:lnTo>
                    <a:pt x="296849" y="61698"/>
                  </a:lnTo>
                  <a:lnTo>
                    <a:pt x="293439" y="57638"/>
                  </a:lnTo>
                  <a:lnTo>
                    <a:pt x="289902" y="53689"/>
                  </a:lnTo>
                  <a:lnTo>
                    <a:pt x="286242" y="49853"/>
                  </a:lnTo>
                  <a:lnTo>
                    <a:pt x="282462" y="46136"/>
                  </a:lnTo>
                  <a:lnTo>
                    <a:pt x="278566" y="42540"/>
                  </a:lnTo>
                  <a:lnTo>
                    <a:pt x="274558" y="39070"/>
                  </a:lnTo>
                  <a:lnTo>
                    <a:pt x="270442" y="35728"/>
                  </a:lnTo>
                  <a:lnTo>
                    <a:pt x="266222" y="32519"/>
                  </a:lnTo>
                  <a:lnTo>
                    <a:pt x="261902" y="29445"/>
                  </a:lnTo>
                  <a:lnTo>
                    <a:pt x="257487" y="26509"/>
                  </a:lnTo>
                  <a:lnTo>
                    <a:pt x="252981" y="23716"/>
                  </a:lnTo>
                  <a:lnTo>
                    <a:pt x="248389" y="21066"/>
                  </a:lnTo>
                  <a:lnTo>
                    <a:pt x="243715" y="18563"/>
                  </a:lnTo>
                  <a:lnTo>
                    <a:pt x="238964" y="16210"/>
                  </a:lnTo>
                  <a:lnTo>
                    <a:pt x="234141" y="14009"/>
                  </a:lnTo>
                  <a:lnTo>
                    <a:pt x="229251" y="11962"/>
                  </a:lnTo>
                  <a:lnTo>
                    <a:pt x="224298" y="10070"/>
                  </a:lnTo>
                  <a:lnTo>
                    <a:pt x="219287" y="8337"/>
                  </a:lnTo>
                  <a:lnTo>
                    <a:pt x="214224" y="6764"/>
                  </a:lnTo>
                  <a:lnTo>
                    <a:pt x="209114" y="5352"/>
                  </a:lnTo>
                  <a:lnTo>
                    <a:pt x="203962" y="4103"/>
                  </a:lnTo>
                  <a:lnTo>
                    <a:pt x="198772" y="3017"/>
                  </a:lnTo>
                  <a:lnTo>
                    <a:pt x="193551" y="2097"/>
                  </a:lnTo>
                  <a:lnTo>
                    <a:pt x="188303" y="1343"/>
                  </a:lnTo>
                  <a:lnTo>
                    <a:pt x="183034" y="756"/>
                  </a:lnTo>
                  <a:lnTo>
                    <a:pt x="177749" y="336"/>
                  </a:lnTo>
                  <a:lnTo>
                    <a:pt x="172453" y="84"/>
                  </a:lnTo>
                  <a:lnTo>
                    <a:pt x="167152" y="0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59957" y="2126963"/>
              <a:ext cx="21330" cy="167167"/>
            </a:xfrm>
            <a:custGeom>
              <a:avLst/>
              <a:pathLst>
                <a:path w="21330" h="167167">
                  <a:moveTo>
                    <a:pt x="21330" y="0"/>
                  </a:moveTo>
                  <a:lnTo>
                    <a:pt x="14202" y="152"/>
                  </a:lnTo>
                  <a:lnTo>
                    <a:pt x="7088" y="607"/>
                  </a:lnTo>
                  <a:lnTo>
                    <a:pt x="0" y="1366"/>
                  </a:lnTo>
                  <a:lnTo>
                    <a:pt x="2133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59957" y="2128330"/>
              <a:ext cx="21330" cy="165800"/>
            </a:xfrm>
            <a:custGeom>
              <a:avLst/>
              <a:pathLst>
                <a:path w="21330" h="165800">
                  <a:moveTo>
                    <a:pt x="0" y="0"/>
                  </a:moveTo>
                  <a:lnTo>
                    <a:pt x="21330" y="1658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59957" y="2128330"/>
              <a:ext cx="21330" cy="165800"/>
            </a:xfrm>
            <a:custGeom>
              <a:avLst/>
              <a:pathLst>
                <a:path w="21330" h="165800">
                  <a:moveTo>
                    <a:pt x="0" y="0"/>
                  </a:moveTo>
                  <a:lnTo>
                    <a:pt x="21330" y="1658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59957" y="2128330"/>
              <a:ext cx="21330" cy="165800"/>
            </a:xfrm>
            <a:custGeom>
              <a:avLst/>
              <a:pathLst>
                <a:path w="21330" h="165800">
                  <a:moveTo>
                    <a:pt x="0" y="0"/>
                  </a:moveTo>
                  <a:lnTo>
                    <a:pt x="21330" y="1658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59957" y="2128330"/>
              <a:ext cx="21330" cy="165800"/>
            </a:xfrm>
            <a:custGeom>
              <a:avLst/>
              <a:pathLst>
                <a:path w="21330" h="165800">
                  <a:moveTo>
                    <a:pt x="0" y="0"/>
                  </a:moveTo>
                  <a:lnTo>
                    <a:pt x="21330" y="1658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59957" y="2128330"/>
              <a:ext cx="21330" cy="165800"/>
            </a:xfrm>
            <a:custGeom>
              <a:avLst/>
              <a:pathLst>
                <a:path w="21330" h="165800">
                  <a:moveTo>
                    <a:pt x="0" y="0"/>
                  </a:moveTo>
                  <a:lnTo>
                    <a:pt x="21330" y="16580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59957" y="2128330"/>
              <a:ext cx="21330" cy="165800"/>
            </a:xfrm>
            <a:custGeom>
              <a:avLst/>
              <a:pathLst>
                <a:path w="21330" h="165800">
                  <a:moveTo>
                    <a:pt x="0" y="0"/>
                  </a:moveTo>
                  <a:lnTo>
                    <a:pt x="21330" y="1658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59957" y="2128330"/>
              <a:ext cx="21330" cy="165800"/>
            </a:xfrm>
            <a:custGeom>
              <a:avLst/>
              <a:pathLst>
                <a:path w="21330" h="165800">
                  <a:moveTo>
                    <a:pt x="0" y="0"/>
                  </a:moveTo>
                  <a:lnTo>
                    <a:pt x="21330" y="1658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59957" y="2128330"/>
              <a:ext cx="21330" cy="165800"/>
            </a:xfrm>
            <a:custGeom>
              <a:avLst/>
              <a:pathLst>
                <a:path w="21330" h="165800">
                  <a:moveTo>
                    <a:pt x="0" y="0"/>
                  </a:moveTo>
                  <a:lnTo>
                    <a:pt x="21330" y="16580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59957" y="2128330"/>
              <a:ext cx="21330" cy="165800"/>
            </a:xfrm>
            <a:custGeom>
              <a:avLst/>
              <a:pathLst>
                <a:path w="21330" h="165800">
                  <a:moveTo>
                    <a:pt x="0" y="0"/>
                  </a:moveTo>
                  <a:lnTo>
                    <a:pt x="21330" y="1658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59957" y="2128330"/>
              <a:ext cx="21330" cy="165800"/>
            </a:xfrm>
            <a:custGeom>
              <a:avLst/>
              <a:pathLst>
                <a:path w="21330" h="165800">
                  <a:moveTo>
                    <a:pt x="0" y="0"/>
                  </a:moveTo>
                  <a:lnTo>
                    <a:pt x="21330" y="1658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59957" y="2128330"/>
              <a:ext cx="21330" cy="165800"/>
            </a:xfrm>
            <a:custGeom>
              <a:avLst/>
              <a:pathLst>
                <a:path w="21330" h="165800">
                  <a:moveTo>
                    <a:pt x="0" y="0"/>
                  </a:moveTo>
                  <a:lnTo>
                    <a:pt x="21330" y="1658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59957" y="2128330"/>
              <a:ext cx="21330" cy="165800"/>
            </a:xfrm>
            <a:custGeom>
              <a:avLst/>
              <a:pathLst>
                <a:path w="21330" h="165800">
                  <a:moveTo>
                    <a:pt x="0" y="0"/>
                  </a:moveTo>
                  <a:lnTo>
                    <a:pt x="21330" y="1658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59957" y="2128330"/>
              <a:ext cx="21330" cy="165800"/>
            </a:xfrm>
            <a:custGeom>
              <a:avLst/>
              <a:pathLst>
                <a:path w="21330" h="165800">
                  <a:moveTo>
                    <a:pt x="0" y="0"/>
                  </a:moveTo>
                  <a:lnTo>
                    <a:pt x="21330" y="16580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59957" y="2128330"/>
              <a:ext cx="21330" cy="165800"/>
            </a:xfrm>
            <a:custGeom>
              <a:avLst/>
              <a:pathLst>
                <a:path w="21330" h="165800">
                  <a:moveTo>
                    <a:pt x="0" y="0"/>
                  </a:moveTo>
                  <a:lnTo>
                    <a:pt x="21330" y="16580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614139" y="2127725"/>
              <a:ext cx="334294" cy="333572"/>
            </a:xfrm>
            <a:custGeom>
              <a:avLst/>
              <a:pathLst>
                <a:path w="334294" h="333572">
                  <a:moveTo>
                    <a:pt x="145817" y="604"/>
                  </a:moveTo>
                  <a:lnTo>
                    <a:pt x="140569" y="1364"/>
                  </a:lnTo>
                  <a:lnTo>
                    <a:pt x="135347" y="2290"/>
                  </a:lnTo>
                  <a:lnTo>
                    <a:pt x="130157" y="3381"/>
                  </a:lnTo>
                  <a:lnTo>
                    <a:pt x="125004" y="4637"/>
                  </a:lnTo>
                  <a:lnTo>
                    <a:pt x="119894" y="6055"/>
                  </a:lnTo>
                  <a:lnTo>
                    <a:pt x="114831" y="7635"/>
                  </a:lnTo>
                  <a:lnTo>
                    <a:pt x="109821" y="9374"/>
                  </a:lnTo>
                  <a:lnTo>
                    <a:pt x="104869" y="11272"/>
                  </a:lnTo>
                  <a:lnTo>
                    <a:pt x="99979" y="13325"/>
                  </a:lnTo>
                  <a:lnTo>
                    <a:pt x="95157" y="15533"/>
                  </a:lnTo>
                  <a:lnTo>
                    <a:pt x="90408" y="17892"/>
                  </a:lnTo>
                  <a:lnTo>
                    <a:pt x="85736" y="20401"/>
                  </a:lnTo>
                  <a:lnTo>
                    <a:pt x="81145" y="23057"/>
                  </a:lnTo>
                  <a:lnTo>
                    <a:pt x="76641" y="25858"/>
                  </a:lnTo>
                  <a:lnTo>
                    <a:pt x="72229" y="28799"/>
                  </a:lnTo>
                  <a:lnTo>
                    <a:pt x="67911" y="31879"/>
                  </a:lnTo>
                  <a:lnTo>
                    <a:pt x="63694" y="35095"/>
                  </a:lnTo>
                  <a:lnTo>
                    <a:pt x="59581" y="38443"/>
                  </a:lnTo>
                  <a:lnTo>
                    <a:pt x="55576" y="41919"/>
                  </a:lnTo>
                  <a:lnTo>
                    <a:pt x="51683" y="45521"/>
                  </a:lnTo>
                  <a:lnTo>
                    <a:pt x="47907" y="49245"/>
                  </a:lnTo>
                  <a:lnTo>
                    <a:pt x="44250" y="53086"/>
                  </a:lnTo>
                  <a:lnTo>
                    <a:pt x="40718" y="57041"/>
                  </a:lnTo>
                  <a:lnTo>
                    <a:pt x="37312" y="61107"/>
                  </a:lnTo>
                  <a:lnTo>
                    <a:pt x="34037" y="65278"/>
                  </a:lnTo>
                  <a:lnTo>
                    <a:pt x="30896" y="69552"/>
                  </a:lnTo>
                  <a:lnTo>
                    <a:pt x="27893" y="73923"/>
                  </a:lnTo>
                  <a:lnTo>
                    <a:pt x="25029" y="78386"/>
                  </a:lnTo>
                  <a:lnTo>
                    <a:pt x="22309" y="82939"/>
                  </a:lnTo>
                  <a:lnTo>
                    <a:pt x="19734" y="87575"/>
                  </a:lnTo>
                  <a:lnTo>
                    <a:pt x="17308" y="92291"/>
                  </a:lnTo>
                  <a:lnTo>
                    <a:pt x="15032" y="97081"/>
                  </a:lnTo>
                  <a:lnTo>
                    <a:pt x="12910" y="101942"/>
                  </a:lnTo>
                  <a:lnTo>
                    <a:pt x="10942" y="106867"/>
                  </a:lnTo>
                  <a:lnTo>
                    <a:pt x="9132" y="111851"/>
                  </a:lnTo>
                  <a:lnTo>
                    <a:pt x="7481" y="116891"/>
                  </a:lnTo>
                  <a:lnTo>
                    <a:pt x="5991" y="121981"/>
                  </a:lnTo>
                  <a:lnTo>
                    <a:pt x="4663" y="127115"/>
                  </a:lnTo>
                  <a:lnTo>
                    <a:pt x="3498" y="132289"/>
                  </a:lnTo>
                  <a:lnTo>
                    <a:pt x="2499" y="137498"/>
                  </a:lnTo>
                  <a:lnTo>
                    <a:pt x="1665" y="142735"/>
                  </a:lnTo>
                  <a:lnTo>
                    <a:pt x="997" y="147996"/>
                  </a:lnTo>
                  <a:lnTo>
                    <a:pt x="497" y="153276"/>
                  </a:lnTo>
                  <a:lnTo>
                    <a:pt x="164" y="158569"/>
                  </a:lnTo>
                  <a:lnTo>
                    <a:pt x="0" y="163870"/>
                  </a:lnTo>
                  <a:lnTo>
                    <a:pt x="3" y="169173"/>
                  </a:lnTo>
                  <a:lnTo>
                    <a:pt x="175" y="174474"/>
                  </a:lnTo>
                  <a:lnTo>
                    <a:pt x="515" y="179766"/>
                  </a:lnTo>
                  <a:lnTo>
                    <a:pt x="1023" y="185045"/>
                  </a:lnTo>
                  <a:lnTo>
                    <a:pt x="1698" y="190305"/>
                  </a:lnTo>
                  <a:lnTo>
                    <a:pt x="2539" y="195542"/>
                  </a:lnTo>
                  <a:lnTo>
                    <a:pt x="3546" y="200749"/>
                  </a:lnTo>
                  <a:lnTo>
                    <a:pt x="4718" y="205921"/>
                  </a:lnTo>
                  <a:lnTo>
                    <a:pt x="6053" y="211053"/>
                  </a:lnTo>
                  <a:lnTo>
                    <a:pt x="7550" y="216141"/>
                  </a:lnTo>
                  <a:lnTo>
                    <a:pt x="9208" y="221179"/>
                  </a:lnTo>
                  <a:lnTo>
                    <a:pt x="11025" y="226161"/>
                  </a:lnTo>
                  <a:lnTo>
                    <a:pt x="13000" y="231083"/>
                  </a:lnTo>
                  <a:lnTo>
                    <a:pt x="15129" y="235940"/>
                  </a:lnTo>
                  <a:lnTo>
                    <a:pt x="17411" y="240728"/>
                  </a:lnTo>
                  <a:lnTo>
                    <a:pt x="19844" y="245440"/>
                  </a:lnTo>
                  <a:lnTo>
                    <a:pt x="22425" y="250073"/>
                  </a:lnTo>
                  <a:lnTo>
                    <a:pt x="25152" y="254621"/>
                  </a:lnTo>
                  <a:lnTo>
                    <a:pt x="28022" y="259081"/>
                  </a:lnTo>
                  <a:lnTo>
                    <a:pt x="31032" y="263448"/>
                  </a:lnTo>
                  <a:lnTo>
                    <a:pt x="34178" y="267717"/>
                  </a:lnTo>
                  <a:lnTo>
                    <a:pt x="37459" y="271884"/>
                  </a:lnTo>
                  <a:lnTo>
                    <a:pt x="40870" y="275945"/>
                  </a:lnTo>
                  <a:lnTo>
                    <a:pt x="44408" y="279895"/>
                  </a:lnTo>
                  <a:lnTo>
                    <a:pt x="48070" y="283731"/>
                  </a:lnTo>
                  <a:lnTo>
                    <a:pt x="51852" y="287450"/>
                  </a:lnTo>
                  <a:lnTo>
                    <a:pt x="55749" y="291046"/>
                  </a:lnTo>
                  <a:lnTo>
                    <a:pt x="59759" y="294517"/>
                  </a:lnTo>
                  <a:lnTo>
                    <a:pt x="63877" y="297859"/>
                  </a:lnTo>
                  <a:lnTo>
                    <a:pt x="68099" y="301069"/>
                  </a:lnTo>
                  <a:lnTo>
                    <a:pt x="72420" y="304143"/>
                  </a:lnTo>
                  <a:lnTo>
                    <a:pt x="76837" y="307078"/>
                  </a:lnTo>
                  <a:lnTo>
                    <a:pt x="81345" y="309872"/>
                  </a:lnTo>
                  <a:lnTo>
                    <a:pt x="85939" y="312522"/>
                  </a:lnTo>
                  <a:lnTo>
                    <a:pt x="90615" y="315024"/>
                  </a:lnTo>
                  <a:lnTo>
                    <a:pt x="95368" y="317377"/>
                  </a:lnTo>
                  <a:lnTo>
                    <a:pt x="100193" y="319578"/>
                  </a:lnTo>
                  <a:lnTo>
                    <a:pt x="105085" y="321625"/>
                  </a:lnTo>
                  <a:lnTo>
                    <a:pt x="110040" y="323515"/>
                  </a:lnTo>
                  <a:lnTo>
                    <a:pt x="115053" y="325248"/>
                  </a:lnTo>
                  <a:lnTo>
                    <a:pt x="120118" y="326820"/>
                  </a:lnTo>
                  <a:lnTo>
                    <a:pt x="125230" y="328232"/>
                  </a:lnTo>
                  <a:lnTo>
                    <a:pt x="130384" y="329480"/>
                  </a:lnTo>
                  <a:lnTo>
                    <a:pt x="135576" y="330564"/>
                  </a:lnTo>
                  <a:lnTo>
                    <a:pt x="140799" y="331483"/>
                  </a:lnTo>
                  <a:lnTo>
                    <a:pt x="146048" y="332235"/>
                  </a:lnTo>
                  <a:lnTo>
                    <a:pt x="151319" y="332821"/>
                  </a:lnTo>
                  <a:lnTo>
                    <a:pt x="156606" y="333240"/>
                  </a:lnTo>
                  <a:lnTo>
                    <a:pt x="161904" y="333490"/>
                  </a:lnTo>
                  <a:lnTo>
                    <a:pt x="167206" y="333572"/>
                  </a:lnTo>
                  <a:lnTo>
                    <a:pt x="172509" y="333486"/>
                  </a:lnTo>
                  <a:lnTo>
                    <a:pt x="177806" y="333232"/>
                  </a:lnTo>
                  <a:lnTo>
                    <a:pt x="183093" y="332810"/>
                  </a:lnTo>
                  <a:lnTo>
                    <a:pt x="188363" y="332221"/>
                  </a:lnTo>
                  <a:lnTo>
                    <a:pt x="193613" y="331464"/>
                  </a:lnTo>
                  <a:lnTo>
                    <a:pt x="198835" y="330542"/>
                  </a:lnTo>
                  <a:lnTo>
                    <a:pt x="204026" y="329454"/>
                  </a:lnTo>
                  <a:lnTo>
                    <a:pt x="209179" y="328202"/>
                  </a:lnTo>
                  <a:lnTo>
                    <a:pt x="214291" y="326787"/>
                  </a:lnTo>
                  <a:lnTo>
                    <a:pt x="219354" y="325211"/>
                  </a:lnTo>
                  <a:lnTo>
                    <a:pt x="224365" y="323475"/>
                  </a:lnTo>
                  <a:lnTo>
                    <a:pt x="229319" y="321581"/>
                  </a:lnTo>
                  <a:lnTo>
                    <a:pt x="234210" y="319531"/>
                  </a:lnTo>
                  <a:lnTo>
                    <a:pt x="239034" y="317327"/>
                  </a:lnTo>
                  <a:lnTo>
                    <a:pt x="243785" y="314970"/>
                  </a:lnTo>
                  <a:lnTo>
                    <a:pt x="248459" y="312465"/>
                  </a:lnTo>
                  <a:lnTo>
                    <a:pt x="253051" y="309812"/>
                  </a:lnTo>
                  <a:lnTo>
                    <a:pt x="257557" y="307015"/>
                  </a:lnTo>
                  <a:lnTo>
                    <a:pt x="261972" y="304076"/>
                  </a:lnTo>
                  <a:lnTo>
                    <a:pt x="266291" y="300999"/>
                  </a:lnTo>
                  <a:lnTo>
                    <a:pt x="270511" y="297786"/>
                  </a:lnTo>
                  <a:lnTo>
                    <a:pt x="274626" y="294441"/>
                  </a:lnTo>
                  <a:lnTo>
                    <a:pt x="278634" y="290968"/>
                  </a:lnTo>
                  <a:lnTo>
                    <a:pt x="282529" y="287368"/>
                  </a:lnTo>
                  <a:lnTo>
                    <a:pt x="286308" y="283648"/>
                  </a:lnTo>
                  <a:lnTo>
                    <a:pt x="289967" y="279809"/>
                  </a:lnTo>
                  <a:lnTo>
                    <a:pt x="293502" y="275856"/>
                  </a:lnTo>
                  <a:lnTo>
                    <a:pt x="296911" y="271793"/>
                  </a:lnTo>
                  <a:lnTo>
                    <a:pt x="300188" y="267623"/>
                  </a:lnTo>
                  <a:lnTo>
                    <a:pt x="303332" y="263352"/>
                  </a:lnTo>
                  <a:lnTo>
                    <a:pt x="306339" y="258984"/>
                  </a:lnTo>
                  <a:lnTo>
                    <a:pt x="309205" y="254522"/>
                  </a:lnTo>
                  <a:lnTo>
                    <a:pt x="311929" y="249971"/>
                  </a:lnTo>
                  <a:lnTo>
                    <a:pt x="314507" y="245336"/>
                  </a:lnTo>
                  <a:lnTo>
                    <a:pt x="316937" y="240622"/>
                  </a:lnTo>
                  <a:lnTo>
                    <a:pt x="319216" y="235834"/>
                  </a:lnTo>
                  <a:lnTo>
                    <a:pt x="321341" y="230975"/>
                  </a:lnTo>
                  <a:lnTo>
                    <a:pt x="323312" y="226051"/>
                  </a:lnTo>
                  <a:lnTo>
                    <a:pt x="325125" y="221068"/>
                  </a:lnTo>
                  <a:lnTo>
                    <a:pt x="326780" y="216029"/>
                  </a:lnTo>
                  <a:lnTo>
                    <a:pt x="328274" y="210940"/>
                  </a:lnTo>
                  <a:lnTo>
                    <a:pt x="329605" y="205807"/>
                  </a:lnTo>
                  <a:lnTo>
                    <a:pt x="330773" y="200634"/>
                  </a:lnTo>
                  <a:lnTo>
                    <a:pt x="331777" y="195426"/>
                  </a:lnTo>
                  <a:lnTo>
                    <a:pt x="332615" y="190189"/>
                  </a:lnTo>
                  <a:lnTo>
                    <a:pt x="333286" y="184928"/>
                  </a:lnTo>
                  <a:lnTo>
                    <a:pt x="333790" y="179649"/>
                  </a:lnTo>
                  <a:lnTo>
                    <a:pt x="334126" y="174356"/>
                  </a:lnTo>
                  <a:lnTo>
                    <a:pt x="334294" y="169056"/>
                  </a:lnTo>
                  <a:lnTo>
                    <a:pt x="334294" y="163752"/>
                  </a:lnTo>
                  <a:lnTo>
                    <a:pt x="334126" y="158452"/>
                  </a:lnTo>
                  <a:lnTo>
                    <a:pt x="333790" y="153159"/>
                  </a:lnTo>
                  <a:lnTo>
                    <a:pt x="333285" y="147879"/>
                  </a:lnTo>
                  <a:lnTo>
                    <a:pt x="332614" y="142619"/>
                  </a:lnTo>
                  <a:lnTo>
                    <a:pt x="331776" y="137382"/>
                  </a:lnTo>
                  <a:lnTo>
                    <a:pt x="330773" y="132174"/>
                  </a:lnTo>
                  <a:lnTo>
                    <a:pt x="329605" y="127001"/>
                  </a:lnTo>
                  <a:lnTo>
                    <a:pt x="328273" y="121868"/>
                  </a:lnTo>
                  <a:lnTo>
                    <a:pt x="326779" y="116779"/>
                  </a:lnTo>
                  <a:lnTo>
                    <a:pt x="325125" y="111740"/>
                  </a:lnTo>
                  <a:lnTo>
                    <a:pt x="323311" y="106757"/>
                  </a:lnTo>
                  <a:lnTo>
                    <a:pt x="321341" y="101833"/>
                  </a:lnTo>
                  <a:lnTo>
                    <a:pt x="319215" y="96974"/>
                  </a:lnTo>
                  <a:lnTo>
                    <a:pt x="316936" y="92186"/>
                  </a:lnTo>
                  <a:lnTo>
                    <a:pt x="314506" y="87472"/>
                  </a:lnTo>
                  <a:lnTo>
                    <a:pt x="311928" y="82837"/>
                  </a:lnTo>
                  <a:lnTo>
                    <a:pt x="309204" y="78287"/>
                  </a:lnTo>
                  <a:lnTo>
                    <a:pt x="306338" y="73825"/>
                  </a:lnTo>
                  <a:lnTo>
                    <a:pt x="303331" y="69456"/>
                  </a:lnTo>
                  <a:lnTo>
                    <a:pt x="300187" y="65185"/>
                  </a:lnTo>
                  <a:lnTo>
                    <a:pt x="296909" y="61016"/>
                  </a:lnTo>
                  <a:lnTo>
                    <a:pt x="293501" y="56953"/>
                  </a:lnTo>
                  <a:lnTo>
                    <a:pt x="289965" y="53000"/>
                  </a:lnTo>
                  <a:lnTo>
                    <a:pt x="286306" y="49161"/>
                  </a:lnTo>
                  <a:lnTo>
                    <a:pt x="282527" y="45440"/>
                  </a:lnTo>
                  <a:lnTo>
                    <a:pt x="278632" y="41841"/>
                  </a:lnTo>
                  <a:lnTo>
                    <a:pt x="274625" y="38367"/>
                  </a:lnTo>
                  <a:lnTo>
                    <a:pt x="270509" y="35022"/>
                  </a:lnTo>
                  <a:lnTo>
                    <a:pt x="266290" y="31810"/>
                  </a:lnTo>
                  <a:lnTo>
                    <a:pt x="261970" y="28733"/>
                  </a:lnTo>
                  <a:lnTo>
                    <a:pt x="257555" y="25794"/>
                  </a:lnTo>
                  <a:lnTo>
                    <a:pt x="253050" y="22997"/>
                  </a:lnTo>
                  <a:lnTo>
                    <a:pt x="248457" y="20344"/>
                  </a:lnTo>
                  <a:lnTo>
                    <a:pt x="243783" y="17839"/>
                  </a:lnTo>
                  <a:lnTo>
                    <a:pt x="239032" y="15482"/>
                  </a:lnTo>
                  <a:lnTo>
                    <a:pt x="234208" y="13278"/>
                  </a:lnTo>
                  <a:lnTo>
                    <a:pt x="229317" y="11228"/>
                  </a:lnTo>
                  <a:lnTo>
                    <a:pt x="224364" y="9334"/>
                  </a:lnTo>
                  <a:lnTo>
                    <a:pt x="219352" y="7598"/>
                  </a:lnTo>
                  <a:lnTo>
                    <a:pt x="214289" y="6022"/>
                  </a:lnTo>
                  <a:lnTo>
                    <a:pt x="209177" y="4607"/>
                  </a:lnTo>
                  <a:lnTo>
                    <a:pt x="204024" y="3356"/>
                  </a:lnTo>
                  <a:lnTo>
                    <a:pt x="198833" y="2268"/>
                  </a:lnTo>
                  <a:lnTo>
                    <a:pt x="193611" y="1345"/>
                  </a:lnTo>
                  <a:lnTo>
                    <a:pt x="188362" y="589"/>
                  </a:lnTo>
                  <a:lnTo>
                    <a:pt x="183091" y="0"/>
                  </a:lnTo>
                  <a:lnTo>
                    <a:pt x="167148" y="1664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781287" y="2126963"/>
              <a:ext cx="15943" cy="167167"/>
            </a:xfrm>
            <a:custGeom>
              <a:avLst/>
              <a:pathLst>
                <a:path w="15943" h="167167">
                  <a:moveTo>
                    <a:pt x="15943" y="762"/>
                  </a:moveTo>
                  <a:lnTo>
                    <a:pt x="7980" y="1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86806" y="2633064"/>
              <a:ext cx="3942" cy="167167"/>
            </a:xfrm>
            <a:custGeom>
              <a:avLst/>
              <a:pathLst>
                <a:path w="3942" h="167167">
                  <a:moveTo>
                    <a:pt x="3942" y="0"/>
                  </a:moveTo>
                  <a:lnTo>
                    <a:pt x="0" y="46"/>
                  </a:lnTo>
                  <a:lnTo>
                    <a:pt x="394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86806" y="2633110"/>
              <a:ext cx="3942" cy="167120"/>
            </a:xfrm>
            <a:custGeom>
              <a:avLst/>
              <a:pathLst>
                <a:path w="3942" h="167120">
                  <a:moveTo>
                    <a:pt x="0" y="0"/>
                  </a:moveTo>
                  <a:lnTo>
                    <a:pt x="3942" y="1671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86806" y="2633110"/>
              <a:ext cx="3942" cy="167120"/>
            </a:xfrm>
            <a:custGeom>
              <a:avLst/>
              <a:pathLst>
                <a:path w="3942" h="167120">
                  <a:moveTo>
                    <a:pt x="0" y="0"/>
                  </a:moveTo>
                  <a:lnTo>
                    <a:pt x="3942" y="1671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86806" y="2633110"/>
              <a:ext cx="3942" cy="167120"/>
            </a:xfrm>
            <a:custGeom>
              <a:avLst/>
              <a:pathLst>
                <a:path w="3942" h="167120">
                  <a:moveTo>
                    <a:pt x="0" y="0"/>
                  </a:moveTo>
                  <a:lnTo>
                    <a:pt x="3942" y="1671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86806" y="2633110"/>
              <a:ext cx="3942" cy="167120"/>
            </a:xfrm>
            <a:custGeom>
              <a:avLst/>
              <a:pathLst>
                <a:path w="3942" h="167120">
                  <a:moveTo>
                    <a:pt x="0" y="0"/>
                  </a:moveTo>
                  <a:lnTo>
                    <a:pt x="3942" y="16712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86806" y="2633110"/>
              <a:ext cx="3942" cy="167120"/>
            </a:xfrm>
            <a:custGeom>
              <a:avLst/>
              <a:pathLst>
                <a:path w="3942" h="167120">
                  <a:moveTo>
                    <a:pt x="0" y="0"/>
                  </a:moveTo>
                  <a:lnTo>
                    <a:pt x="3942" y="1671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6806" y="2633110"/>
              <a:ext cx="3942" cy="167120"/>
            </a:xfrm>
            <a:custGeom>
              <a:avLst/>
              <a:pathLst>
                <a:path w="3942" h="167120">
                  <a:moveTo>
                    <a:pt x="0" y="0"/>
                  </a:moveTo>
                  <a:lnTo>
                    <a:pt x="3942" y="1671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6806" y="2633110"/>
              <a:ext cx="3942" cy="167120"/>
            </a:xfrm>
            <a:custGeom>
              <a:avLst/>
              <a:pathLst>
                <a:path w="3942" h="167120">
                  <a:moveTo>
                    <a:pt x="0" y="0"/>
                  </a:moveTo>
                  <a:lnTo>
                    <a:pt x="3942" y="16712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6806" y="2633110"/>
              <a:ext cx="3942" cy="167120"/>
            </a:xfrm>
            <a:custGeom>
              <a:avLst/>
              <a:pathLst>
                <a:path w="3942" h="167120">
                  <a:moveTo>
                    <a:pt x="0" y="0"/>
                  </a:moveTo>
                  <a:lnTo>
                    <a:pt x="3942" y="167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6806" y="2633110"/>
              <a:ext cx="3942" cy="167120"/>
            </a:xfrm>
            <a:custGeom>
              <a:avLst/>
              <a:pathLst>
                <a:path w="3942" h="167120">
                  <a:moveTo>
                    <a:pt x="0" y="0"/>
                  </a:moveTo>
                  <a:lnTo>
                    <a:pt x="3942" y="167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6806" y="2633110"/>
              <a:ext cx="3942" cy="167120"/>
            </a:xfrm>
            <a:custGeom>
              <a:avLst/>
              <a:pathLst>
                <a:path w="3942" h="167120">
                  <a:moveTo>
                    <a:pt x="0" y="0"/>
                  </a:moveTo>
                  <a:lnTo>
                    <a:pt x="3942" y="167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6806" y="2633110"/>
              <a:ext cx="3942" cy="167120"/>
            </a:xfrm>
            <a:custGeom>
              <a:avLst/>
              <a:pathLst>
                <a:path w="3942" h="167120">
                  <a:moveTo>
                    <a:pt x="0" y="0"/>
                  </a:moveTo>
                  <a:lnTo>
                    <a:pt x="3942" y="167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6806" y="2633110"/>
              <a:ext cx="3942" cy="167120"/>
            </a:xfrm>
            <a:custGeom>
              <a:avLst/>
              <a:pathLst>
                <a:path w="3942" h="167120">
                  <a:moveTo>
                    <a:pt x="0" y="0"/>
                  </a:moveTo>
                  <a:lnTo>
                    <a:pt x="3942" y="16712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86806" y="2633110"/>
              <a:ext cx="3942" cy="167120"/>
            </a:xfrm>
            <a:custGeom>
              <a:avLst/>
              <a:pathLst>
                <a:path w="3942" h="167120">
                  <a:moveTo>
                    <a:pt x="0" y="0"/>
                  </a:moveTo>
                  <a:lnTo>
                    <a:pt x="3942" y="16712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423581" y="2633110"/>
              <a:ext cx="334320" cy="334280"/>
            </a:xfrm>
            <a:custGeom>
              <a:avLst/>
              <a:pathLst>
                <a:path w="334320" h="334280">
                  <a:moveTo>
                    <a:pt x="163225" y="0"/>
                  </a:moveTo>
                  <a:lnTo>
                    <a:pt x="157948" y="207"/>
                  </a:lnTo>
                  <a:lnTo>
                    <a:pt x="152680" y="582"/>
                  </a:lnTo>
                  <a:lnTo>
                    <a:pt x="147426" y="1123"/>
                  </a:lnTo>
                  <a:lnTo>
                    <a:pt x="142192" y="1829"/>
                  </a:lnTo>
                  <a:lnTo>
                    <a:pt x="136984" y="2700"/>
                  </a:lnTo>
                  <a:lnTo>
                    <a:pt x="131805" y="3736"/>
                  </a:lnTo>
                  <a:lnTo>
                    <a:pt x="126662" y="4935"/>
                  </a:lnTo>
                  <a:lnTo>
                    <a:pt x="121559" y="6295"/>
                  </a:lnTo>
                  <a:lnTo>
                    <a:pt x="116501" y="7816"/>
                  </a:lnTo>
                  <a:lnTo>
                    <a:pt x="111494" y="9496"/>
                  </a:lnTo>
                  <a:lnTo>
                    <a:pt x="106543" y="11333"/>
                  </a:lnTo>
                  <a:lnTo>
                    <a:pt x="101652" y="13326"/>
                  </a:lnTo>
                  <a:lnTo>
                    <a:pt x="96827" y="15472"/>
                  </a:lnTo>
                  <a:lnTo>
                    <a:pt x="92072" y="17770"/>
                  </a:lnTo>
                  <a:lnTo>
                    <a:pt x="87391" y="20216"/>
                  </a:lnTo>
                  <a:lnTo>
                    <a:pt x="82791" y="22810"/>
                  </a:lnTo>
                  <a:lnTo>
                    <a:pt x="78274" y="25547"/>
                  </a:lnTo>
                  <a:lnTo>
                    <a:pt x="73847" y="28426"/>
                  </a:lnTo>
                  <a:lnTo>
                    <a:pt x="69512" y="31443"/>
                  </a:lnTo>
                  <a:lnTo>
                    <a:pt x="65275" y="34595"/>
                  </a:lnTo>
                  <a:lnTo>
                    <a:pt x="61140" y="37880"/>
                  </a:lnTo>
                  <a:lnTo>
                    <a:pt x="57110" y="41293"/>
                  </a:lnTo>
                  <a:lnTo>
                    <a:pt x="53190" y="44833"/>
                  </a:lnTo>
                  <a:lnTo>
                    <a:pt x="49384" y="48494"/>
                  </a:lnTo>
                  <a:lnTo>
                    <a:pt x="45696" y="52274"/>
                  </a:lnTo>
                  <a:lnTo>
                    <a:pt x="42129" y="56168"/>
                  </a:lnTo>
                  <a:lnTo>
                    <a:pt x="38686" y="60173"/>
                  </a:lnTo>
                  <a:lnTo>
                    <a:pt x="35372" y="64285"/>
                  </a:lnTo>
                  <a:lnTo>
                    <a:pt x="32189" y="68500"/>
                  </a:lnTo>
                  <a:lnTo>
                    <a:pt x="29142" y="72813"/>
                  </a:lnTo>
                  <a:lnTo>
                    <a:pt x="26231" y="77220"/>
                  </a:lnTo>
                  <a:lnTo>
                    <a:pt x="23462" y="81716"/>
                  </a:lnTo>
                  <a:lnTo>
                    <a:pt x="20836" y="86298"/>
                  </a:lnTo>
                  <a:lnTo>
                    <a:pt x="18356" y="90961"/>
                  </a:lnTo>
                  <a:lnTo>
                    <a:pt x="16024" y="95700"/>
                  </a:lnTo>
                  <a:lnTo>
                    <a:pt x="13844" y="100510"/>
                  </a:lnTo>
                  <a:lnTo>
                    <a:pt x="11816" y="105386"/>
                  </a:lnTo>
                  <a:lnTo>
                    <a:pt x="9944" y="110324"/>
                  </a:lnTo>
                  <a:lnTo>
                    <a:pt x="8228" y="115319"/>
                  </a:lnTo>
                  <a:lnTo>
                    <a:pt x="6671" y="120366"/>
                  </a:lnTo>
                  <a:lnTo>
                    <a:pt x="5274" y="125459"/>
                  </a:lnTo>
                  <a:lnTo>
                    <a:pt x="4039" y="130593"/>
                  </a:lnTo>
                  <a:lnTo>
                    <a:pt x="2967" y="135765"/>
                  </a:lnTo>
                  <a:lnTo>
                    <a:pt x="2058" y="140967"/>
                  </a:lnTo>
                  <a:lnTo>
                    <a:pt x="1314" y="146196"/>
                  </a:lnTo>
                  <a:lnTo>
                    <a:pt x="736" y="151445"/>
                  </a:lnTo>
                  <a:lnTo>
                    <a:pt x="324" y="156710"/>
                  </a:lnTo>
                  <a:lnTo>
                    <a:pt x="78" y="161986"/>
                  </a:lnTo>
                  <a:lnTo>
                    <a:pt x="0" y="167266"/>
                  </a:lnTo>
                  <a:lnTo>
                    <a:pt x="88" y="172547"/>
                  </a:lnTo>
                  <a:lnTo>
                    <a:pt x="342" y="177822"/>
                  </a:lnTo>
                  <a:lnTo>
                    <a:pt x="764" y="183086"/>
                  </a:lnTo>
                  <a:lnTo>
                    <a:pt x="1351" y="188334"/>
                  </a:lnTo>
                  <a:lnTo>
                    <a:pt x="2104" y="193562"/>
                  </a:lnTo>
                  <a:lnTo>
                    <a:pt x="3021" y="198763"/>
                  </a:lnTo>
                  <a:lnTo>
                    <a:pt x="4103" y="203932"/>
                  </a:lnTo>
                  <a:lnTo>
                    <a:pt x="5347" y="209064"/>
                  </a:lnTo>
                  <a:lnTo>
                    <a:pt x="6753" y="214155"/>
                  </a:lnTo>
                  <a:lnTo>
                    <a:pt x="8319" y="219199"/>
                  </a:lnTo>
                  <a:lnTo>
                    <a:pt x="10043" y="224191"/>
                  </a:lnTo>
                  <a:lnTo>
                    <a:pt x="11924" y="229125"/>
                  </a:lnTo>
                  <a:lnTo>
                    <a:pt x="13960" y="233998"/>
                  </a:lnTo>
                  <a:lnTo>
                    <a:pt x="16149" y="238804"/>
                  </a:lnTo>
                  <a:lnTo>
                    <a:pt x="18489" y="243539"/>
                  </a:lnTo>
                  <a:lnTo>
                    <a:pt x="20977" y="248197"/>
                  </a:lnTo>
                  <a:lnTo>
                    <a:pt x="23611" y="252775"/>
                  </a:lnTo>
                  <a:lnTo>
                    <a:pt x="26388" y="257267"/>
                  </a:lnTo>
                  <a:lnTo>
                    <a:pt x="29306" y="261669"/>
                  </a:lnTo>
                  <a:lnTo>
                    <a:pt x="32362" y="265976"/>
                  </a:lnTo>
                  <a:lnTo>
                    <a:pt x="35552" y="270185"/>
                  </a:lnTo>
                  <a:lnTo>
                    <a:pt x="38873" y="274291"/>
                  </a:lnTo>
                  <a:lnTo>
                    <a:pt x="42322" y="278290"/>
                  </a:lnTo>
                  <a:lnTo>
                    <a:pt x="45896" y="282179"/>
                  </a:lnTo>
                  <a:lnTo>
                    <a:pt x="49591" y="285952"/>
                  </a:lnTo>
                  <a:lnTo>
                    <a:pt x="53404" y="289607"/>
                  </a:lnTo>
                  <a:lnTo>
                    <a:pt x="57329" y="293139"/>
                  </a:lnTo>
                  <a:lnTo>
                    <a:pt x="61365" y="296546"/>
                  </a:lnTo>
                  <a:lnTo>
                    <a:pt x="65506" y="299823"/>
                  </a:lnTo>
                  <a:lnTo>
                    <a:pt x="69749" y="302968"/>
                  </a:lnTo>
                  <a:lnTo>
                    <a:pt x="74088" y="305978"/>
                  </a:lnTo>
                  <a:lnTo>
                    <a:pt x="78521" y="308849"/>
                  </a:lnTo>
                  <a:lnTo>
                    <a:pt x="83042" y="311578"/>
                  </a:lnTo>
                  <a:lnTo>
                    <a:pt x="87648" y="314163"/>
                  </a:lnTo>
                  <a:lnTo>
                    <a:pt x="92332" y="316602"/>
                  </a:lnTo>
                  <a:lnTo>
                    <a:pt x="97091" y="318891"/>
                  </a:lnTo>
                  <a:lnTo>
                    <a:pt x="101920" y="321029"/>
                  </a:lnTo>
                  <a:lnTo>
                    <a:pt x="106815" y="323013"/>
                  </a:lnTo>
                  <a:lnTo>
                    <a:pt x="111769" y="324842"/>
                  </a:lnTo>
                  <a:lnTo>
                    <a:pt x="116779" y="326513"/>
                  </a:lnTo>
                  <a:lnTo>
                    <a:pt x="121839" y="328025"/>
                  </a:lnTo>
                  <a:lnTo>
                    <a:pt x="126944" y="329377"/>
                  </a:lnTo>
                  <a:lnTo>
                    <a:pt x="132090" y="330566"/>
                  </a:lnTo>
                  <a:lnTo>
                    <a:pt x="137270" y="331593"/>
                  </a:lnTo>
                  <a:lnTo>
                    <a:pt x="142481" y="332455"/>
                  </a:lnTo>
                  <a:lnTo>
                    <a:pt x="147716" y="333152"/>
                  </a:lnTo>
                  <a:lnTo>
                    <a:pt x="152970" y="333684"/>
                  </a:lnTo>
                  <a:lnTo>
                    <a:pt x="158239" y="334049"/>
                  </a:lnTo>
                  <a:lnTo>
                    <a:pt x="163516" y="334248"/>
                  </a:lnTo>
                  <a:lnTo>
                    <a:pt x="168797" y="334280"/>
                  </a:lnTo>
                  <a:lnTo>
                    <a:pt x="174077" y="334145"/>
                  </a:lnTo>
                  <a:lnTo>
                    <a:pt x="179349" y="333843"/>
                  </a:lnTo>
                  <a:lnTo>
                    <a:pt x="184609" y="333375"/>
                  </a:lnTo>
                  <a:lnTo>
                    <a:pt x="189852" y="332741"/>
                  </a:lnTo>
                  <a:lnTo>
                    <a:pt x="195073" y="331942"/>
                  </a:lnTo>
                  <a:lnTo>
                    <a:pt x="200265" y="330978"/>
                  </a:lnTo>
                  <a:lnTo>
                    <a:pt x="205425" y="329851"/>
                  </a:lnTo>
                  <a:lnTo>
                    <a:pt x="210546" y="328561"/>
                  </a:lnTo>
                  <a:lnTo>
                    <a:pt x="215624" y="327111"/>
                  </a:lnTo>
                  <a:lnTo>
                    <a:pt x="220654" y="325500"/>
                  </a:lnTo>
                  <a:lnTo>
                    <a:pt x="225630" y="323731"/>
                  </a:lnTo>
                  <a:lnTo>
                    <a:pt x="230548" y="321807"/>
                  </a:lnTo>
                  <a:lnTo>
                    <a:pt x="235403" y="319727"/>
                  </a:lnTo>
                  <a:lnTo>
                    <a:pt x="240189" y="317496"/>
                  </a:lnTo>
                  <a:lnTo>
                    <a:pt x="244903" y="315114"/>
                  </a:lnTo>
                  <a:lnTo>
                    <a:pt x="249539" y="312585"/>
                  </a:lnTo>
                  <a:lnTo>
                    <a:pt x="254093" y="309910"/>
                  </a:lnTo>
                  <a:lnTo>
                    <a:pt x="258560" y="307093"/>
                  </a:lnTo>
                  <a:lnTo>
                    <a:pt x="262936" y="304136"/>
                  </a:lnTo>
                  <a:lnTo>
                    <a:pt x="267216" y="301043"/>
                  </a:lnTo>
                  <a:lnTo>
                    <a:pt x="271396" y="297815"/>
                  </a:lnTo>
                  <a:lnTo>
                    <a:pt x="275473" y="294458"/>
                  </a:lnTo>
                  <a:lnTo>
                    <a:pt x="279441" y="290973"/>
                  </a:lnTo>
                  <a:lnTo>
                    <a:pt x="283297" y="287365"/>
                  </a:lnTo>
                  <a:lnTo>
                    <a:pt x="287038" y="283636"/>
                  </a:lnTo>
                  <a:lnTo>
                    <a:pt x="290658" y="279792"/>
                  </a:lnTo>
                  <a:lnTo>
                    <a:pt x="294156" y="275834"/>
                  </a:lnTo>
                  <a:lnTo>
                    <a:pt x="297527" y="271769"/>
                  </a:lnTo>
                  <a:lnTo>
                    <a:pt x="300767" y="267599"/>
                  </a:lnTo>
                  <a:lnTo>
                    <a:pt x="303874" y="263328"/>
                  </a:lnTo>
                  <a:lnTo>
                    <a:pt x="306845" y="258962"/>
                  </a:lnTo>
                  <a:lnTo>
                    <a:pt x="309677" y="254504"/>
                  </a:lnTo>
                  <a:lnTo>
                    <a:pt x="312366" y="249959"/>
                  </a:lnTo>
                  <a:lnTo>
                    <a:pt x="314910" y="245331"/>
                  </a:lnTo>
                  <a:lnTo>
                    <a:pt x="317307" y="240625"/>
                  </a:lnTo>
                  <a:lnTo>
                    <a:pt x="319554" y="235846"/>
                  </a:lnTo>
                  <a:lnTo>
                    <a:pt x="321649" y="230998"/>
                  </a:lnTo>
                  <a:lnTo>
                    <a:pt x="323589" y="226086"/>
                  </a:lnTo>
                  <a:lnTo>
                    <a:pt x="325374" y="221115"/>
                  </a:lnTo>
                  <a:lnTo>
                    <a:pt x="327001" y="216091"/>
                  </a:lnTo>
                  <a:lnTo>
                    <a:pt x="328468" y="211018"/>
                  </a:lnTo>
                  <a:lnTo>
                    <a:pt x="329774" y="205901"/>
                  </a:lnTo>
                  <a:lnTo>
                    <a:pt x="330918" y="200745"/>
                  </a:lnTo>
                  <a:lnTo>
                    <a:pt x="331898" y="195555"/>
                  </a:lnTo>
                  <a:lnTo>
                    <a:pt x="332714" y="190338"/>
                  </a:lnTo>
                  <a:lnTo>
                    <a:pt x="333365" y="185097"/>
                  </a:lnTo>
                  <a:lnTo>
                    <a:pt x="333850" y="179838"/>
                  </a:lnTo>
                  <a:lnTo>
                    <a:pt x="334168" y="174566"/>
                  </a:lnTo>
                  <a:lnTo>
                    <a:pt x="334320" y="169287"/>
                  </a:lnTo>
                  <a:lnTo>
                    <a:pt x="334305" y="164006"/>
                  </a:lnTo>
                  <a:lnTo>
                    <a:pt x="334124" y="158728"/>
                  </a:lnTo>
                  <a:lnTo>
                    <a:pt x="333775" y="153458"/>
                  </a:lnTo>
                  <a:lnTo>
                    <a:pt x="333260" y="148202"/>
                  </a:lnTo>
                  <a:lnTo>
                    <a:pt x="332580" y="142965"/>
                  </a:lnTo>
                  <a:lnTo>
                    <a:pt x="331734" y="137752"/>
                  </a:lnTo>
                  <a:lnTo>
                    <a:pt x="330724" y="132568"/>
                  </a:lnTo>
                  <a:lnTo>
                    <a:pt x="329551" y="127419"/>
                  </a:lnTo>
                  <a:lnTo>
                    <a:pt x="328216" y="122309"/>
                  </a:lnTo>
                  <a:lnTo>
                    <a:pt x="326720" y="117244"/>
                  </a:lnTo>
                  <a:lnTo>
                    <a:pt x="325065" y="112229"/>
                  </a:lnTo>
                  <a:lnTo>
                    <a:pt x="323253" y="107269"/>
                  </a:lnTo>
                  <a:lnTo>
                    <a:pt x="321284" y="102368"/>
                  </a:lnTo>
                  <a:lnTo>
                    <a:pt x="319162" y="97532"/>
                  </a:lnTo>
                  <a:lnTo>
                    <a:pt x="316888" y="92766"/>
                  </a:lnTo>
                  <a:lnTo>
                    <a:pt x="314464" y="88073"/>
                  </a:lnTo>
                  <a:lnTo>
                    <a:pt x="311894" y="83460"/>
                  </a:lnTo>
                  <a:lnTo>
                    <a:pt x="309179" y="78930"/>
                  </a:lnTo>
                  <a:lnTo>
                    <a:pt x="306322" y="74488"/>
                  </a:lnTo>
                  <a:lnTo>
                    <a:pt x="303327" y="70139"/>
                  </a:lnTo>
                  <a:lnTo>
                    <a:pt x="300195" y="65886"/>
                  </a:lnTo>
                  <a:lnTo>
                    <a:pt x="296931" y="61734"/>
                  </a:lnTo>
                  <a:lnTo>
                    <a:pt x="293537" y="57688"/>
                  </a:lnTo>
                  <a:lnTo>
                    <a:pt x="290018" y="53751"/>
                  </a:lnTo>
                  <a:lnTo>
                    <a:pt x="286375" y="49927"/>
                  </a:lnTo>
                  <a:lnTo>
                    <a:pt x="282614" y="46220"/>
                  </a:lnTo>
                  <a:lnTo>
                    <a:pt x="278737" y="42633"/>
                  </a:lnTo>
                  <a:lnTo>
                    <a:pt x="274749" y="39171"/>
                  </a:lnTo>
                  <a:lnTo>
                    <a:pt x="270654" y="35837"/>
                  </a:lnTo>
                  <a:lnTo>
                    <a:pt x="266455" y="32633"/>
                  </a:lnTo>
                  <a:lnTo>
                    <a:pt x="262157" y="29564"/>
                  </a:lnTo>
                  <a:lnTo>
                    <a:pt x="257765" y="26632"/>
                  </a:lnTo>
                  <a:lnTo>
                    <a:pt x="253282" y="23840"/>
                  </a:lnTo>
                  <a:lnTo>
                    <a:pt x="248713" y="21192"/>
                  </a:lnTo>
                  <a:lnTo>
                    <a:pt x="244062" y="18688"/>
                  </a:lnTo>
                  <a:lnTo>
                    <a:pt x="239335" y="16334"/>
                  </a:lnTo>
                  <a:lnTo>
                    <a:pt x="234536" y="14129"/>
                  </a:lnTo>
                  <a:lnTo>
                    <a:pt x="229670" y="12077"/>
                  </a:lnTo>
                  <a:lnTo>
                    <a:pt x="224741" y="10180"/>
                  </a:lnTo>
                  <a:lnTo>
                    <a:pt x="167167" y="1671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90748" y="2633064"/>
              <a:ext cx="57574" cy="167167"/>
            </a:xfrm>
            <a:custGeom>
              <a:avLst/>
              <a:pathLst>
                <a:path w="57574" h="167167">
                  <a:moveTo>
                    <a:pt x="57574" y="10227"/>
                  </a:moveTo>
                  <a:lnTo>
                    <a:pt x="52021" y="8300"/>
                  </a:lnTo>
                  <a:lnTo>
                    <a:pt x="46404" y="6569"/>
                  </a:lnTo>
                  <a:lnTo>
                    <a:pt x="40730" y="5037"/>
                  </a:lnTo>
                  <a:lnTo>
                    <a:pt x="35005" y="3706"/>
                  </a:lnTo>
                  <a:lnTo>
                    <a:pt x="29237" y="2576"/>
                  </a:lnTo>
                  <a:lnTo>
                    <a:pt x="23433" y="1650"/>
                  </a:lnTo>
                  <a:lnTo>
                    <a:pt x="17600" y="929"/>
                  </a:lnTo>
                  <a:lnTo>
                    <a:pt x="11745" y="413"/>
                  </a:lnTo>
                  <a:lnTo>
                    <a:pt x="5876" y="10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05302" y="3170392"/>
              <a:ext cx="20678" cy="167167"/>
            </a:xfrm>
            <a:custGeom>
              <a:avLst/>
              <a:pathLst>
                <a:path w="20678" h="167167">
                  <a:moveTo>
                    <a:pt x="20678" y="0"/>
                  </a:moveTo>
                  <a:lnTo>
                    <a:pt x="10319" y="321"/>
                  </a:lnTo>
                  <a:lnTo>
                    <a:pt x="0" y="1283"/>
                  </a:lnTo>
                  <a:lnTo>
                    <a:pt x="2067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05302" y="3171676"/>
              <a:ext cx="20678" cy="165883"/>
            </a:xfrm>
            <a:custGeom>
              <a:avLst/>
              <a:pathLst>
                <a:path w="20678" h="165883">
                  <a:moveTo>
                    <a:pt x="0" y="0"/>
                  </a:moveTo>
                  <a:lnTo>
                    <a:pt x="20678" y="1658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05302" y="3171676"/>
              <a:ext cx="20678" cy="165883"/>
            </a:xfrm>
            <a:custGeom>
              <a:avLst/>
              <a:pathLst>
                <a:path w="20678" h="165883">
                  <a:moveTo>
                    <a:pt x="0" y="0"/>
                  </a:moveTo>
                  <a:lnTo>
                    <a:pt x="20678" y="1658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05302" y="3171676"/>
              <a:ext cx="20678" cy="165883"/>
            </a:xfrm>
            <a:custGeom>
              <a:avLst/>
              <a:pathLst>
                <a:path w="20678" h="165883">
                  <a:moveTo>
                    <a:pt x="0" y="0"/>
                  </a:moveTo>
                  <a:lnTo>
                    <a:pt x="20678" y="16588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05302" y="3171676"/>
              <a:ext cx="20678" cy="165883"/>
            </a:xfrm>
            <a:custGeom>
              <a:avLst/>
              <a:pathLst>
                <a:path w="20678" h="165883">
                  <a:moveTo>
                    <a:pt x="0" y="0"/>
                  </a:moveTo>
                  <a:lnTo>
                    <a:pt x="20678" y="16588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05302" y="3171676"/>
              <a:ext cx="20678" cy="165883"/>
            </a:xfrm>
            <a:custGeom>
              <a:avLst/>
              <a:pathLst>
                <a:path w="20678" h="165883">
                  <a:moveTo>
                    <a:pt x="0" y="0"/>
                  </a:moveTo>
                  <a:lnTo>
                    <a:pt x="20678" y="16588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05302" y="3171676"/>
              <a:ext cx="20678" cy="165883"/>
            </a:xfrm>
            <a:custGeom>
              <a:avLst/>
              <a:pathLst>
                <a:path w="20678" h="165883">
                  <a:moveTo>
                    <a:pt x="0" y="0"/>
                  </a:moveTo>
                  <a:lnTo>
                    <a:pt x="20678" y="16588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5302" y="3171676"/>
              <a:ext cx="20678" cy="165883"/>
            </a:xfrm>
            <a:custGeom>
              <a:avLst/>
              <a:pathLst>
                <a:path w="20678" h="165883">
                  <a:moveTo>
                    <a:pt x="0" y="0"/>
                  </a:moveTo>
                  <a:lnTo>
                    <a:pt x="20678" y="1658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5302" y="3171676"/>
              <a:ext cx="20678" cy="165883"/>
            </a:xfrm>
            <a:custGeom>
              <a:avLst/>
              <a:pathLst>
                <a:path w="20678" h="165883">
                  <a:moveTo>
                    <a:pt x="0" y="0"/>
                  </a:moveTo>
                  <a:lnTo>
                    <a:pt x="20678" y="1658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5302" y="3171676"/>
              <a:ext cx="20678" cy="165883"/>
            </a:xfrm>
            <a:custGeom>
              <a:avLst/>
              <a:pathLst>
                <a:path w="20678" h="165883">
                  <a:moveTo>
                    <a:pt x="0" y="0"/>
                  </a:moveTo>
                  <a:lnTo>
                    <a:pt x="20678" y="1658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05302" y="3171676"/>
              <a:ext cx="20678" cy="165883"/>
            </a:xfrm>
            <a:custGeom>
              <a:avLst/>
              <a:pathLst>
                <a:path w="20678" h="165883">
                  <a:moveTo>
                    <a:pt x="0" y="0"/>
                  </a:moveTo>
                  <a:lnTo>
                    <a:pt x="20678" y="1658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05302" y="3171676"/>
              <a:ext cx="20678" cy="165883"/>
            </a:xfrm>
            <a:custGeom>
              <a:avLst/>
              <a:pathLst>
                <a:path w="20678" h="165883">
                  <a:moveTo>
                    <a:pt x="0" y="0"/>
                  </a:moveTo>
                  <a:lnTo>
                    <a:pt x="20678" y="16588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05302" y="3171676"/>
              <a:ext cx="20678" cy="165883"/>
            </a:xfrm>
            <a:custGeom>
              <a:avLst/>
              <a:pathLst>
                <a:path w="20678" h="165883">
                  <a:moveTo>
                    <a:pt x="0" y="0"/>
                  </a:moveTo>
                  <a:lnTo>
                    <a:pt x="20678" y="16588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358829" y="3171676"/>
              <a:ext cx="334297" cy="333050"/>
            </a:xfrm>
            <a:custGeom>
              <a:avLst/>
              <a:pathLst>
                <a:path w="334297" h="333050">
                  <a:moveTo>
                    <a:pt x="146472" y="0"/>
                  </a:moveTo>
                  <a:lnTo>
                    <a:pt x="141216" y="740"/>
                  </a:lnTo>
                  <a:lnTo>
                    <a:pt x="135987" y="1646"/>
                  </a:lnTo>
                  <a:lnTo>
                    <a:pt x="130788" y="2718"/>
                  </a:lnTo>
                  <a:lnTo>
                    <a:pt x="125626" y="3955"/>
                  </a:lnTo>
                  <a:lnTo>
                    <a:pt x="120507" y="5355"/>
                  </a:lnTo>
                  <a:lnTo>
                    <a:pt x="115434" y="6917"/>
                  </a:lnTo>
                  <a:lnTo>
                    <a:pt x="110413" y="8639"/>
                  </a:lnTo>
                  <a:lnTo>
                    <a:pt x="105449" y="10519"/>
                  </a:lnTo>
                  <a:lnTo>
                    <a:pt x="100548" y="12557"/>
                  </a:lnTo>
                  <a:lnTo>
                    <a:pt x="95714" y="14748"/>
                  </a:lnTo>
                  <a:lnTo>
                    <a:pt x="90952" y="17092"/>
                  </a:lnTo>
                  <a:lnTo>
                    <a:pt x="86266" y="19587"/>
                  </a:lnTo>
                  <a:lnTo>
                    <a:pt x="81663" y="22228"/>
                  </a:lnTo>
                  <a:lnTo>
                    <a:pt x="77145" y="25015"/>
                  </a:lnTo>
                  <a:lnTo>
                    <a:pt x="72718" y="27943"/>
                  </a:lnTo>
                  <a:lnTo>
                    <a:pt x="68386" y="31011"/>
                  </a:lnTo>
                  <a:lnTo>
                    <a:pt x="64154" y="34214"/>
                  </a:lnTo>
                  <a:lnTo>
                    <a:pt x="60026" y="37551"/>
                  </a:lnTo>
                  <a:lnTo>
                    <a:pt x="56006" y="41016"/>
                  </a:lnTo>
                  <a:lnTo>
                    <a:pt x="52098" y="44608"/>
                  </a:lnTo>
                  <a:lnTo>
                    <a:pt x="48305" y="48321"/>
                  </a:lnTo>
                  <a:lnTo>
                    <a:pt x="44633" y="52154"/>
                  </a:lnTo>
                  <a:lnTo>
                    <a:pt x="41084" y="56101"/>
                  </a:lnTo>
                  <a:lnTo>
                    <a:pt x="37662" y="60158"/>
                  </a:lnTo>
                  <a:lnTo>
                    <a:pt x="34371" y="64323"/>
                  </a:lnTo>
                  <a:lnTo>
                    <a:pt x="31214" y="68589"/>
                  </a:lnTo>
                  <a:lnTo>
                    <a:pt x="28194" y="72954"/>
                  </a:lnTo>
                  <a:lnTo>
                    <a:pt x="25313" y="77412"/>
                  </a:lnTo>
                  <a:lnTo>
                    <a:pt x="22576" y="81960"/>
                  </a:lnTo>
                  <a:lnTo>
                    <a:pt x="19985" y="86592"/>
                  </a:lnTo>
                  <a:lnTo>
                    <a:pt x="17541" y="91304"/>
                  </a:lnTo>
                  <a:lnTo>
                    <a:pt x="15249" y="96092"/>
                  </a:lnTo>
                  <a:lnTo>
                    <a:pt x="13110" y="100949"/>
                  </a:lnTo>
                  <a:lnTo>
                    <a:pt x="11126" y="105873"/>
                  </a:lnTo>
                  <a:lnTo>
                    <a:pt x="9300" y="110856"/>
                  </a:lnTo>
                  <a:lnTo>
                    <a:pt x="7632" y="115895"/>
                  </a:lnTo>
                  <a:lnTo>
                    <a:pt x="6126" y="120985"/>
                  </a:lnTo>
                  <a:lnTo>
                    <a:pt x="4781" y="126120"/>
                  </a:lnTo>
                  <a:lnTo>
                    <a:pt x="3601" y="131295"/>
                  </a:lnTo>
                  <a:lnTo>
                    <a:pt x="2585" y="136504"/>
                  </a:lnTo>
                  <a:lnTo>
                    <a:pt x="1736" y="141744"/>
                  </a:lnTo>
                  <a:lnTo>
                    <a:pt x="1053" y="147007"/>
                  </a:lnTo>
                  <a:lnTo>
                    <a:pt x="537" y="152290"/>
                  </a:lnTo>
                  <a:lnTo>
                    <a:pt x="189" y="157587"/>
                  </a:lnTo>
                  <a:lnTo>
                    <a:pt x="10" y="162891"/>
                  </a:lnTo>
                  <a:lnTo>
                    <a:pt x="0" y="168199"/>
                  </a:lnTo>
                  <a:lnTo>
                    <a:pt x="157" y="173505"/>
                  </a:lnTo>
                  <a:lnTo>
                    <a:pt x="483" y="178803"/>
                  </a:lnTo>
                  <a:lnTo>
                    <a:pt x="978" y="184087"/>
                  </a:lnTo>
                  <a:lnTo>
                    <a:pt x="1639" y="189354"/>
                  </a:lnTo>
                  <a:lnTo>
                    <a:pt x="2468" y="194597"/>
                  </a:lnTo>
                  <a:lnTo>
                    <a:pt x="3462" y="199810"/>
                  </a:lnTo>
                  <a:lnTo>
                    <a:pt x="4622" y="204990"/>
                  </a:lnTo>
                  <a:lnTo>
                    <a:pt x="5946" y="210130"/>
                  </a:lnTo>
                  <a:lnTo>
                    <a:pt x="7432" y="215226"/>
                  </a:lnTo>
                  <a:lnTo>
                    <a:pt x="9079" y="220272"/>
                  </a:lnTo>
                  <a:lnTo>
                    <a:pt x="10885" y="225263"/>
                  </a:lnTo>
                  <a:lnTo>
                    <a:pt x="12849" y="230194"/>
                  </a:lnTo>
                  <a:lnTo>
                    <a:pt x="14968" y="235060"/>
                  </a:lnTo>
                  <a:lnTo>
                    <a:pt x="17241" y="239857"/>
                  </a:lnTo>
                  <a:lnTo>
                    <a:pt x="19665" y="244579"/>
                  </a:lnTo>
                  <a:lnTo>
                    <a:pt x="22238" y="249221"/>
                  </a:lnTo>
                  <a:lnTo>
                    <a:pt x="24957" y="253780"/>
                  </a:lnTo>
                  <a:lnTo>
                    <a:pt x="27819" y="258250"/>
                  </a:lnTo>
                  <a:lnTo>
                    <a:pt x="30822" y="262627"/>
                  </a:lnTo>
                  <a:lnTo>
                    <a:pt x="33962" y="266906"/>
                  </a:lnTo>
                  <a:lnTo>
                    <a:pt x="37236" y="271084"/>
                  </a:lnTo>
                  <a:lnTo>
                    <a:pt x="40642" y="275155"/>
                  </a:lnTo>
                  <a:lnTo>
                    <a:pt x="44175" y="279116"/>
                  </a:lnTo>
                  <a:lnTo>
                    <a:pt x="47831" y="282963"/>
                  </a:lnTo>
                  <a:lnTo>
                    <a:pt x="51609" y="286693"/>
                  </a:lnTo>
                  <a:lnTo>
                    <a:pt x="55502" y="290300"/>
                  </a:lnTo>
                  <a:lnTo>
                    <a:pt x="59508" y="293782"/>
                  </a:lnTo>
                  <a:lnTo>
                    <a:pt x="63623" y="297135"/>
                  </a:lnTo>
                  <a:lnTo>
                    <a:pt x="67842" y="300355"/>
                  </a:lnTo>
                  <a:lnTo>
                    <a:pt x="72162" y="303440"/>
                  </a:lnTo>
                  <a:lnTo>
                    <a:pt x="76577" y="306387"/>
                  </a:lnTo>
                  <a:lnTo>
                    <a:pt x="81083" y="309191"/>
                  </a:lnTo>
                  <a:lnTo>
                    <a:pt x="85676" y="311851"/>
                  </a:lnTo>
                  <a:lnTo>
                    <a:pt x="90351" y="314365"/>
                  </a:lnTo>
                  <a:lnTo>
                    <a:pt x="95104" y="316728"/>
                  </a:lnTo>
                  <a:lnTo>
                    <a:pt x="99929" y="318939"/>
                  </a:lnTo>
                  <a:lnTo>
                    <a:pt x="104822" y="320996"/>
                  </a:lnTo>
                  <a:lnTo>
                    <a:pt x="109778" y="322897"/>
                  </a:lnTo>
                  <a:lnTo>
                    <a:pt x="114792" y="324639"/>
                  </a:lnTo>
                  <a:lnTo>
                    <a:pt x="119858" y="326221"/>
                  </a:lnTo>
                  <a:lnTo>
                    <a:pt x="124972" y="327642"/>
                  </a:lnTo>
                  <a:lnTo>
                    <a:pt x="130129" y="328899"/>
                  </a:lnTo>
                  <a:lnTo>
                    <a:pt x="135323" y="329993"/>
                  </a:lnTo>
                  <a:lnTo>
                    <a:pt x="140549" y="330920"/>
                  </a:lnTo>
                  <a:lnTo>
                    <a:pt x="145802" y="331682"/>
                  </a:lnTo>
                  <a:lnTo>
                    <a:pt x="151077" y="332276"/>
                  </a:lnTo>
                  <a:lnTo>
                    <a:pt x="156367" y="332702"/>
                  </a:lnTo>
                  <a:lnTo>
                    <a:pt x="161669" y="332961"/>
                  </a:lnTo>
                  <a:lnTo>
                    <a:pt x="166976" y="333050"/>
                  </a:lnTo>
                  <a:lnTo>
                    <a:pt x="172283" y="332972"/>
                  </a:lnTo>
                  <a:lnTo>
                    <a:pt x="177585" y="332725"/>
                  </a:lnTo>
                  <a:lnTo>
                    <a:pt x="182877" y="332309"/>
                  </a:lnTo>
                  <a:lnTo>
                    <a:pt x="188153" y="331726"/>
                  </a:lnTo>
                  <a:lnTo>
                    <a:pt x="193407" y="330976"/>
                  </a:lnTo>
                  <a:lnTo>
                    <a:pt x="198635" y="330059"/>
                  </a:lnTo>
                  <a:lnTo>
                    <a:pt x="203832" y="328977"/>
                  </a:lnTo>
                  <a:lnTo>
                    <a:pt x="208991" y="327730"/>
                  </a:lnTo>
                  <a:lnTo>
                    <a:pt x="214108" y="326320"/>
                  </a:lnTo>
                  <a:lnTo>
                    <a:pt x="219178" y="324748"/>
                  </a:lnTo>
                  <a:lnTo>
                    <a:pt x="224195" y="323016"/>
                  </a:lnTo>
                  <a:lnTo>
                    <a:pt x="229155" y="321126"/>
                  </a:lnTo>
                  <a:lnTo>
                    <a:pt x="234052" y="319079"/>
                  </a:lnTo>
                  <a:lnTo>
                    <a:pt x="238882" y="316878"/>
                  </a:lnTo>
                  <a:lnTo>
                    <a:pt x="243640" y="314525"/>
                  </a:lnTo>
                  <a:lnTo>
                    <a:pt x="248320" y="312022"/>
                  </a:lnTo>
                  <a:lnTo>
                    <a:pt x="252919" y="309371"/>
                  </a:lnTo>
                  <a:lnTo>
                    <a:pt x="257431" y="306576"/>
                  </a:lnTo>
                  <a:lnTo>
                    <a:pt x="261852" y="303639"/>
                  </a:lnTo>
                  <a:lnTo>
                    <a:pt x="266178" y="300563"/>
                  </a:lnTo>
                  <a:lnTo>
                    <a:pt x="270404" y="297351"/>
                  </a:lnTo>
                  <a:lnTo>
                    <a:pt x="274526" y="294007"/>
                  </a:lnTo>
                  <a:lnTo>
                    <a:pt x="278539" y="290533"/>
                  </a:lnTo>
                  <a:lnTo>
                    <a:pt x="282440" y="286934"/>
                  </a:lnTo>
                  <a:lnTo>
                    <a:pt x="286225" y="283213"/>
                  </a:lnTo>
                  <a:lnTo>
                    <a:pt x="289890" y="279373"/>
                  </a:lnTo>
                  <a:lnTo>
                    <a:pt x="293431" y="275419"/>
                  </a:lnTo>
                  <a:lnTo>
                    <a:pt x="296845" y="271355"/>
                  </a:lnTo>
                  <a:lnTo>
                    <a:pt x="300128" y="267184"/>
                  </a:lnTo>
                  <a:lnTo>
                    <a:pt x="303277" y="262912"/>
                  </a:lnTo>
                  <a:lnTo>
                    <a:pt x="306289" y="258541"/>
                  </a:lnTo>
                  <a:lnTo>
                    <a:pt x="309161" y="254077"/>
                  </a:lnTo>
                  <a:lnTo>
                    <a:pt x="311889" y="249524"/>
                  </a:lnTo>
                  <a:lnTo>
                    <a:pt x="314471" y="244887"/>
                  </a:lnTo>
                  <a:lnTo>
                    <a:pt x="316905" y="240170"/>
                  </a:lnTo>
                  <a:lnTo>
                    <a:pt x="319188" y="235378"/>
                  </a:lnTo>
                  <a:lnTo>
                    <a:pt x="321318" y="230516"/>
                  </a:lnTo>
                  <a:lnTo>
                    <a:pt x="323292" y="225589"/>
                  </a:lnTo>
                  <a:lnTo>
                    <a:pt x="325109" y="220602"/>
                  </a:lnTo>
                  <a:lnTo>
                    <a:pt x="326767" y="215560"/>
                  </a:lnTo>
                  <a:lnTo>
                    <a:pt x="328263" y="210467"/>
                  </a:lnTo>
                  <a:lnTo>
                    <a:pt x="329598" y="205330"/>
                  </a:lnTo>
                  <a:lnTo>
                    <a:pt x="330768" y="200153"/>
                  </a:lnTo>
                  <a:lnTo>
                    <a:pt x="331773" y="194941"/>
                  </a:lnTo>
                  <a:lnTo>
                    <a:pt x="332613" y="189700"/>
                  </a:lnTo>
                  <a:lnTo>
                    <a:pt x="333286" y="184435"/>
                  </a:lnTo>
                  <a:lnTo>
                    <a:pt x="333791" y="179151"/>
                  </a:lnTo>
                  <a:lnTo>
                    <a:pt x="334128" y="173854"/>
                  </a:lnTo>
                  <a:lnTo>
                    <a:pt x="334297" y="168549"/>
                  </a:lnTo>
                  <a:lnTo>
                    <a:pt x="334297" y="163241"/>
                  </a:lnTo>
                  <a:lnTo>
                    <a:pt x="334129" y="157936"/>
                  </a:lnTo>
                  <a:lnTo>
                    <a:pt x="333793" y="152639"/>
                  </a:lnTo>
                  <a:lnTo>
                    <a:pt x="333288" y="147355"/>
                  </a:lnTo>
                  <a:lnTo>
                    <a:pt x="332616" y="142090"/>
                  </a:lnTo>
                  <a:lnTo>
                    <a:pt x="331778" y="136849"/>
                  </a:lnTo>
                  <a:lnTo>
                    <a:pt x="330773" y="131637"/>
                  </a:lnTo>
                  <a:lnTo>
                    <a:pt x="329603" y="126459"/>
                  </a:lnTo>
                  <a:lnTo>
                    <a:pt x="328270" y="121322"/>
                  </a:lnTo>
                  <a:lnTo>
                    <a:pt x="326774" y="116229"/>
                  </a:lnTo>
                  <a:lnTo>
                    <a:pt x="325117" y="111187"/>
                  </a:lnTo>
                  <a:lnTo>
                    <a:pt x="323301" y="106199"/>
                  </a:lnTo>
                  <a:lnTo>
                    <a:pt x="321327" y="101272"/>
                  </a:lnTo>
                  <a:lnTo>
                    <a:pt x="319198" y="96410"/>
                  </a:lnTo>
                  <a:lnTo>
                    <a:pt x="316916" y="91617"/>
                  </a:lnTo>
                  <a:lnTo>
                    <a:pt x="314483" y="86900"/>
                  </a:lnTo>
                  <a:lnTo>
                    <a:pt x="311901" y="82263"/>
                  </a:lnTo>
                  <a:lnTo>
                    <a:pt x="309173" y="77709"/>
                  </a:lnTo>
                  <a:lnTo>
                    <a:pt x="306302" y="73245"/>
                  </a:lnTo>
                  <a:lnTo>
                    <a:pt x="303291" y="68874"/>
                  </a:lnTo>
                  <a:lnTo>
                    <a:pt x="300143" y="64601"/>
                  </a:lnTo>
                  <a:lnTo>
                    <a:pt x="296860" y="60429"/>
                  </a:lnTo>
                  <a:lnTo>
                    <a:pt x="293447" y="56365"/>
                  </a:lnTo>
                  <a:lnTo>
                    <a:pt x="289906" y="52410"/>
                  </a:lnTo>
                  <a:lnTo>
                    <a:pt x="286242" y="48570"/>
                  </a:lnTo>
                  <a:lnTo>
                    <a:pt x="282457" y="44849"/>
                  </a:lnTo>
                  <a:lnTo>
                    <a:pt x="278557" y="41249"/>
                  </a:lnTo>
                  <a:lnTo>
                    <a:pt x="274544" y="37775"/>
                  </a:lnTo>
                  <a:lnTo>
                    <a:pt x="270423" y="34430"/>
                  </a:lnTo>
                  <a:lnTo>
                    <a:pt x="266197" y="31218"/>
                  </a:lnTo>
                  <a:lnTo>
                    <a:pt x="261872" y="28141"/>
                  </a:lnTo>
                  <a:lnTo>
                    <a:pt x="257451" y="25203"/>
                  </a:lnTo>
                  <a:lnTo>
                    <a:pt x="252939" y="22407"/>
                  </a:lnTo>
                  <a:lnTo>
                    <a:pt x="248341" y="19756"/>
                  </a:lnTo>
                  <a:lnTo>
                    <a:pt x="243661" y="17252"/>
                  </a:lnTo>
                  <a:lnTo>
                    <a:pt x="238904" y="14898"/>
                  </a:lnTo>
                  <a:lnTo>
                    <a:pt x="234074" y="12696"/>
                  </a:lnTo>
                  <a:lnTo>
                    <a:pt x="229177" y="10649"/>
                  </a:lnTo>
                  <a:lnTo>
                    <a:pt x="224218" y="8758"/>
                  </a:lnTo>
                  <a:lnTo>
                    <a:pt x="219200" y="7025"/>
                  </a:lnTo>
                  <a:lnTo>
                    <a:pt x="167151" y="16588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25980" y="3170392"/>
              <a:ext cx="52049" cy="167167"/>
            </a:xfrm>
            <a:custGeom>
              <a:avLst/>
              <a:pathLst>
                <a:path w="52049" h="167167">
                  <a:moveTo>
                    <a:pt x="52049" y="8309"/>
                  </a:moveTo>
                  <a:lnTo>
                    <a:pt x="46429" y="6577"/>
                  </a:lnTo>
                  <a:lnTo>
                    <a:pt x="40752" y="5043"/>
                  </a:lnTo>
                  <a:lnTo>
                    <a:pt x="35024" y="3710"/>
                  </a:lnTo>
                  <a:lnTo>
                    <a:pt x="29253" y="2579"/>
                  </a:lnTo>
                  <a:lnTo>
                    <a:pt x="23446" y="1652"/>
                  </a:lnTo>
                  <a:lnTo>
                    <a:pt x="17610" y="930"/>
                  </a:lnTo>
                  <a:lnTo>
                    <a:pt x="11752" y="413"/>
                  </a:lnTo>
                  <a:lnTo>
                    <a:pt x="5879" y="10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86773" y="3707720"/>
              <a:ext cx="3975" cy="167167"/>
            </a:xfrm>
            <a:custGeom>
              <a:avLst/>
              <a:pathLst>
                <a:path w="3975" h="167167">
                  <a:moveTo>
                    <a:pt x="3975" y="0"/>
                  </a:moveTo>
                  <a:lnTo>
                    <a:pt x="0" y="47"/>
                  </a:lnTo>
                  <a:lnTo>
                    <a:pt x="397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86773" y="3707768"/>
              <a:ext cx="3975" cy="167120"/>
            </a:xfrm>
            <a:custGeom>
              <a:avLst/>
              <a:pathLst>
                <a:path w="3975" h="167120">
                  <a:moveTo>
                    <a:pt x="0" y="0"/>
                  </a:moveTo>
                  <a:lnTo>
                    <a:pt x="3975" y="1671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86773" y="3707768"/>
              <a:ext cx="3975" cy="167120"/>
            </a:xfrm>
            <a:custGeom>
              <a:avLst/>
              <a:pathLst>
                <a:path w="3975" h="167120">
                  <a:moveTo>
                    <a:pt x="0" y="0"/>
                  </a:moveTo>
                  <a:lnTo>
                    <a:pt x="3975" y="16712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86773" y="3707768"/>
              <a:ext cx="3975" cy="167120"/>
            </a:xfrm>
            <a:custGeom>
              <a:avLst/>
              <a:pathLst>
                <a:path w="3975" h="167120">
                  <a:moveTo>
                    <a:pt x="0" y="0"/>
                  </a:moveTo>
                  <a:lnTo>
                    <a:pt x="3975" y="1671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86773" y="3707768"/>
              <a:ext cx="3975" cy="167120"/>
            </a:xfrm>
            <a:custGeom>
              <a:avLst/>
              <a:pathLst>
                <a:path w="3975" h="167120">
                  <a:moveTo>
                    <a:pt x="0" y="0"/>
                  </a:moveTo>
                  <a:lnTo>
                    <a:pt x="3975" y="1671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86773" y="3707768"/>
              <a:ext cx="3975" cy="167120"/>
            </a:xfrm>
            <a:custGeom>
              <a:avLst/>
              <a:pathLst>
                <a:path w="3975" h="167120">
                  <a:moveTo>
                    <a:pt x="0" y="0"/>
                  </a:moveTo>
                  <a:lnTo>
                    <a:pt x="3975" y="16712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6773" y="3707768"/>
              <a:ext cx="3975" cy="167120"/>
            </a:xfrm>
            <a:custGeom>
              <a:avLst/>
              <a:pathLst>
                <a:path w="3975" h="167120">
                  <a:moveTo>
                    <a:pt x="0" y="0"/>
                  </a:moveTo>
                  <a:lnTo>
                    <a:pt x="3975" y="167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6773" y="3707768"/>
              <a:ext cx="3975" cy="167120"/>
            </a:xfrm>
            <a:custGeom>
              <a:avLst/>
              <a:pathLst>
                <a:path w="3975" h="167120">
                  <a:moveTo>
                    <a:pt x="0" y="0"/>
                  </a:moveTo>
                  <a:lnTo>
                    <a:pt x="3975" y="167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6773" y="3707768"/>
              <a:ext cx="3975" cy="167120"/>
            </a:xfrm>
            <a:custGeom>
              <a:avLst/>
              <a:pathLst>
                <a:path w="3975" h="167120">
                  <a:moveTo>
                    <a:pt x="0" y="0"/>
                  </a:moveTo>
                  <a:lnTo>
                    <a:pt x="3975" y="167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6773" y="3707768"/>
              <a:ext cx="3975" cy="167120"/>
            </a:xfrm>
            <a:custGeom>
              <a:avLst/>
              <a:pathLst>
                <a:path w="3975" h="167120">
                  <a:moveTo>
                    <a:pt x="0" y="0"/>
                  </a:moveTo>
                  <a:lnTo>
                    <a:pt x="3975" y="167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6773" y="3707768"/>
              <a:ext cx="3975" cy="167120"/>
            </a:xfrm>
            <a:custGeom>
              <a:avLst/>
              <a:pathLst>
                <a:path w="3975" h="167120">
                  <a:moveTo>
                    <a:pt x="0" y="0"/>
                  </a:moveTo>
                  <a:lnTo>
                    <a:pt x="3975" y="16712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86773" y="3707768"/>
              <a:ext cx="3975" cy="167120"/>
            </a:xfrm>
            <a:custGeom>
              <a:avLst/>
              <a:pathLst>
                <a:path w="3975" h="167120">
                  <a:moveTo>
                    <a:pt x="0" y="0"/>
                  </a:moveTo>
                  <a:lnTo>
                    <a:pt x="3975" y="16712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423581" y="3707720"/>
              <a:ext cx="334325" cy="334323"/>
            </a:xfrm>
            <a:custGeom>
              <a:avLst/>
              <a:pathLst>
                <a:path w="334325" h="334323">
                  <a:moveTo>
                    <a:pt x="163192" y="47"/>
                  </a:moveTo>
                  <a:lnTo>
                    <a:pt x="157912" y="256"/>
                  </a:lnTo>
                  <a:lnTo>
                    <a:pt x="152641" y="632"/>
                  </a:lnTo>
                  <a:lnTo>
                    <a:pt x="147385" y="1174"/>
                  </a:lnTo>
                  <a:lnTo>
                    <a:pt x="142148" y="1882"/>
                  </a:lnTo>
                  <a:lnTo>
                    <a:pt x="136937" y="2756"/>
                  </a:lnTo>
                  <a:lnTo>
                    <a:pt x="131755" y="3793"/>
                  </a:lnTo>
                  <a:lnTo>
                    <a:pt x="126609" y="4994"/>
                  </a:lnTo>
                  <a:lnTo>
                    <a:pt x="121504" y="6357"/>
                  </a:lnTo>
                  <a:lnTo>
                    <a:pt x="116444" y="7880"/>
                  </a:lnTo>
                  <a:lnTo>
                    <a:pt x="111435" y="9563"/>
                  </a:lnTo>
                  <a:lnTo>
                    <a:pt x="106482" y="11403"/>
                  </a:lnTo>
                  <a:lnTo>
                    <a:pt x="101589" y="13399"/>
                  </a:lnTo>
                  <a:lnTo>
                    <a:pt x="96762" y="15549"/>
                  </a:lnTo>
                  <a:lnTo>
                    <a:pt x="92005" y="17849"/>
                  </a:lnTo>
                  <a:lnTo>
                    <a:pt x="87323" y="20300"/>
                  </a:lnTo>
                  <a:lnTo>
                    <a:pt x="82721" y="22897"/>
                  </a:lnTo>
                  <a:lnTo>
                    <a:pt x="78204" y="25638"/>
                  </a:lnTo>
                  <a:lnTo>
                    <a:pt x="73775" y="28520"/>
                  </a:lnTo>
                  <a:lnTo>
                    <a:pt x="69440" y="31541"/>
                  </a:lnTo>
                  <a:lnTo>
                    <a:pt x="65202" y="34698"/>
                  </a:lnTo>
                  <a:lnTo>
                    <a:pt x="61066" y="37986"/>
                  </a:lnTo>
                  <a:lnTo>
                    <a:pt x="57036" y="41404"/>
                  </a:lnTo>
                  <a:lnTo>
                    <a:pt x="53116" y="44948"/>
                  </a:lnTo>
                  <a:lnTo>
                    <a:pt x="49310" y="48614"/>
                  </a:lnTo>
                  <a:lnTo>
                    <a:pt x="45622" y="52398"/>
                  </a:lnTo>
                  <a:lnTo>
                    <a:pt x="42056" y="56297"/>
                  </a:lnTo>
                  <a:lnTo>
                    <a:pt x="38614" y="60306"/>
                  </a:lnTo>
                  <a:lnTo>
                    <a:pt x="35301" y="64423"/>
                  </a:lnTo>
                  <a:lnTo>
                    <a:pt x="32119" y="68642"/>
                  </a:lnTo>
                  <a:lnTo>
                    <a:pt x="29073" y="72959"/>
                  </a:lnTo>
                  <a:lnTo>
                    <a:pt x="26164" y="77371"/>
                  </a:lnTo>
                  <a:lnTo>
                    <a:pt x="23397" y="81872"/>
                  </a:lnTo>
                  <a:lnTo>
                    <a:pt x="20773" y="86459"/>
                  </a:lnTo>
                  <a:lnTo>
                    <a:pt x="18295" y="91126"/>
                  </a:lnTo>
                  <a:lnTo>
                    <a:pt x="15966" y="95869"/>
                  </a:lnTo>
                  <a:lnTo>
                    <a:pt x="13788" y="100684"/>
                  </a:lnTo>
                  <a:lnTo>
                    <a:pt x="11764" y="105565"/>
                  </a:lnTo>
                  <a:lnTo>
                    <a:pt x="9894" y="110507"/>
                  </a:lnTo>
                  <a:lnTo>
                    <a:pt x="8182" y="115506"/>
                  </a:lnTo>
                  <a:lnTo>
                    <a:pt x="6629" y="120557"/>
                  </a:lnTo>
                  <a:lnTo>
                    <a:pt x="5236" y="125654"/>
                  </a:lnTo>
                  <a:lnTo>
                    <a:pt x="4005" y="130793"/>
                  </a:lnTo>
                  <a:lnTo>
                    <a:pt x="2936" y="135968"/>
                  </a:lnTo>
                  <a:lnTo>
                    <a:pt x="2032" y="141174"/>
                  </a:lnTo>
                  <a:lnTo>
                    <a:pt x="1293" y="146406"/>
                  </a:lnTo>
                  <a:lnTo>
                    <a:pt x="720" y="151659"/>
                  </a:lnTo>
                  <a:lnTo>
                    <a:pt x="313" y="156928"/>
                  </a:lnTo>
                  <a:lnTo>
                    <a:pt x="73" y="162206"/>
                  </a:lnTo>
                  <a:lnTo>
                    <a:pt x="0" y="167490"/>
                  </a:lnTo>
                  <a:lnTo>
                    <a:pt x="93" y="172773"/>
                  </a:lnTo>
                  <a:lnTo>
                    <a:pt x="354" y="178051"/>
                  </a:lnTo>
                  <a:lnTo>
                    <a:pt x="781" y="183318"/>
                  </a:lnTo>
                  <a:lnTo>
                    <a:pt x="1375" y="188568"/>
                  </a:lnTo>
                  <a:lnTo>
                    <a:pt x="2134" y="193798"/>
                  </a:lnTo>
                  <a:lnTo>
                    <a:pt x="3058" y="199000"/>
                  </a:lnTo>
                  <a:lnTo>
                    <a:pt x="4146" y="204171"/>
                  </a:lnTo>
                  <a:lnTo>
                    <a:pt x="5397" y="209305"/>
                  </a:lnTo>
                  <a:lnTo>
                    <a:pt x="6810" y="214397"/>
                  </a:lnTo>
                  <a:lnTo>
                    <a:pt x="8383" y="219442"/>
                  </a:lnTo>
                  <a:lnTo>
                    <a:pt x="10114" y="224434"/>
                  </a:lnTo>
                  <a:lnTo>
                    <a:pt x="12003" y="229369"/>
                  </a:lnTo>
                  <a:lnTo>
                    <a:pt x="14046" y="234242"/>
                  </a:lnTo>
                  <a:lnTo>
                    <a:pt x="16243" y="239048"/>
                  </a:lnTo>
                  <a:lnTo>
                    <a:pt x="18590" y="243782"/>
                  </a:lnTo>
                  <a:lnTo>
                    <a:pt x="21086" y="248440"/>
                  </a:lnTo>
                  <a:lnTo>
                    <a:pt x="23727" y="253016"/>
                  </a:lnTo>
                  <a:lnTo>
                    <a:pt x="26512" y="257507"/>
                  </a:lnTo>
                  <a:lnTo>
                    <a:pt x="29438" y="261907"/>
                  </a:lnTo>
                  <a:lnTo>
                    <a:pt x="32501" y="266213"/>
                  </a:lnTo>
                  <a:lnTo>
                    <a:pt x="35699" y="270420"/>
                  </a:lnTo>
                  <a:lnTo>
                    <a:pt x="39028" y="274524"/>
                  </a:lnTo>
                  <a:lnTo>
                    <a:pt x="42485" y="278520"/>
                  </a:lnTo>
                  <a:lnTo>
                    <a:pt x="46067" y="282405"/>
                  </a:lnTo>
                  <a:lnTo>
                    <a:pt x="49769" y="286175"/>
                  </a:lnTo>
                  <a:lnTo>
                    <a:pt x="53589" y="289826"/>
                  </a:lnTo>
                  <a:lnTo>
                    <a:pt x="57523" y="293354"/>
                  </a:lnTo>
                  <a:lnTo>
                    <a:pt x="61566" y="296757"/>
                  </a:lnTo>
                  <a:lnTo>
                    <a:pt x="65715" y="300029"/>
                  </a:lnTo>
                  <a:lnTo>
                    <a:pt x="69964" y="303169"/>
                  </a:lnTo>
                  <a:lnTo>
                    <a:pt x="74312" y="306174"/>
                  </a:lnTo>
                  <a:lnTo>
                    <a:pt x="78751" y="309039"/>
                  </a:lnTo>
                  <a:lnTo>
                    <a:pt x="83280" y="311763"/>
                  </a:lnTo>
                  <a:lnTo>
                    <a:pt x="87892" y="314342"/>
                  </a:lnTo>
                  <a:lnTo>
                    <a:pt x="92583" y="316774"/>
                  </a:lnTo>
                  <a:lnTo>
                    <a:pt x="97348" y="319056"/>
                  </a:lnTo>
                  <a:lnTo>
                    <a:pt x="102184" y="321187"/>
                  </a:lnTo>
                  <a:lnTo>
                    <a:pt x="107084" y="323164"/>
                  </a:lnTo>
                  <a:lnTo>
                    <a:pt x="112045" y="324985"/>
                  </a:lnTo>
                  <a:lnTo>
                    <a:pt x="117060" y="326648"/>
                  </a:lnTo>
                  <a:lnTo>
                    <a:pt x="122126" y="328152"/>
                  </a:lnTo>
                  <a:lnTo>
                    <a:pt x="127236" y="329495"/>
                  </a:lnTo>
                  <a:lnTo>
                    <a:pt x="132387" y="330676"/>
                  </a:lnTo>
                  <a:lnTo>
                    <a:pt x="137572" y="331694"/>
                  </a:lnTo>
                  <a:lnTo>
                    <a:pt x="142787" y="332547"/>
                  </a:lnTo>
                  <a:lnTo>
                    <a:pt x="148026" y="333235"/>
                  </a:lnTo>
                  <a:lnTo>
                    <a:pt x="153284" y="333757"/>
                  </a:lnTo>
                  <a:lnTo>
                    <a:pt x="158557" y="334112"/>
                  </a:lnTo>
                  <a:lnTo>
                    <a:pt x="163837" y="334301"/>
                  </a:lnTo>
                  <a:lnTo>
                    <a:pt x="169121" y="334323"/>
                  </a:lnTo>
                  <a:lnTo>
                    <a:pt x="174404" y="334178"/>
                  </a:lnTo>
                  <a:lnTo>
                    <a:pt x="179679" y="333865"/>
                  </a:lnTo>
                  <a:lnTo>
                    <a:pt x="184941" y="333387"/>
                  </a:lnTo>
                  <a:lnTo>
                    <a:pt x="190186" y="332742"/>
                  </a:lnTo>
                  <a:lnTo>
                    <a:pt x="195407" y="331932"/>
                  </a:lnTo>
                  <a:lnTo>
                    <a:pt x="200601" y="330957"/>
                  </a:lnTo>
                  <a:lnTo>
                    <a:pt x="205761" y="329818"/>
                  </a:lnTo>
                  <a:lnTo>
                    <a:pt x="210882" y="328517"/>
                  </a:lnTo>
                  <a:lnTo>
                    <a:pt x="215960" y="327055"/>
                  </a:lnTo>
                  <a:lnTo>
                    <a:pt x="220989" y="325433"/>
                  </a:lnTo>
                  <a:lnTo>
                    <a:pt x="225964" y="323653"/>
                  </a:lnTo>
                  <a:lnTo>
                    <a:pt x="230881" y="321716"/>
                  </a:lnTo>
                  <a:lnTo>
                    <a:pt x="235734" y="319625"/>
                  </a:lnTo>
                  <a:lnTo>
                    <a:pt x="240518" y="317382"/>
                  </a:lnTo>
                  <a:lnTo>
                    <a:pt x="245229" y="314989"/>
                  </a:lnTo>
                  <a:lnTo>
                    <a:pt x="249862" y="312447"/>
                  </a:lnTo>
                  <a:lnTo>
                    <a:pt x="254412" y="309761"/>
                  </a:lnTo>
                  <a:lnTo>
                    <a:pt x="258876" y="306933"/>
                  </a:lnTo>
                  <a:lnTo>
                    <a:pt x="263247" y="303964"/>
                  </a:lnTo>
                  <a:lnTo>
                    <a:pt x="267523" y="300859"/>
                  </a:lnTo>
                  <a:lnTo>
                    <a:pt x="271698" y="297620"/>
                  </a:lnTo>
                  <a:lnTo>
                    <a:pt x="275769" y="294251"/>
                  </a:lnTo>
                  <a:lnTo>
                    <a:pt x="279731" y="290756"/>
                  </a:lnTo>
                  <a:lnTo>
                    <a:pt x="283581" y="287136"/>
                  </a:lnTo>
                  <a:lnTo>
                    <a:pt x="287315" y="283397"/>
                  </a:lnTo>
                  <a:lnTo>
                    <a:pt x="290928" y="279541"/>
                  </a:lnTo>
                  <a:lnTo>
                    <a:pt x="294418" y="275574"/>
                  </a:lnTo>
                  <a:lnTo>
                    <a:pt x="297781" y="271497"/>
                  </a:lnTo>
                  <a:lnTo>
                    <a:pt x="301013" y="267317"/>
                  </a:lnTo>
                  <a:lnTo>
                    <a:pt x="304112" y="263037"/>
                  </a:lnTo>
                  <a:lnTo>
                    <a:pt x="307073" y="258661"/>
                  </a:lnTo>
                  <a:lnTo>
                    <a:pt x="309895" y="254193"/>
                  </a:lnTo>
                  <a:lnTo>
                    <a:pt x="312574" y="249639"/>
                  </a:lnTo>
                  <a:lnTo>
                    <a:pt x="315108" y="245002"/>
                  </a:lnTo>
                  <a:lnTo>
                    <a:pt x="317494" y="240287"/>
                  </a:lnTo>
                  <a:lnTo>
                    <a:pt x="319730" y="235499"/>
                  </a:lnTo>
                  <a:lnTo>
                    <a:pt x="321814" y="230643"/>
                  </a:lnTo>
                  <a:lnTo>
                    <a:pt x="323743" y="225724"/>
                  </a:lnTo>
                  <a:lnTo>
                    <a:pt x="325515" y="220746"/>
                  </a:lnTo>
                  <a:lnTo>
                    <a:pt x="327130" y="215714"/>
                  </a:lnTo>
                  <a:lnTo>
                    <a:pt x="328584" y="210634"/>
                  </a:lnTo>
                  <a:lnTo>
                    <a:pt x="329877" y="205511"/>
                  </a:lnTo>
                  <a:lnTo>
                    <a:pt x="331008" y="200349"/>
                  </a:lnTo>
                  <a:lnTo>
                    <a:pt x="331975" y="195154"/>
                  </a:lnTo>
                  <a:lnTo>
                    <a:pt x="332777" y="189931"/>
                  </a:lnTo>
                  <a:lnTo>
                    <a:pt x="333414" y="184685"/>
                  </a:lnTo>
                  <a:lnTo>
                    <a:pt x="333884" y="179422"/>
                  </a:lnTo>
                  <a:lnTo>
                    <a:pt x="334188" y="174147"/>
                  </a:lnTo>
                  <a:lnTo>
                    <a:pt x="334325" y="168864"/>
                  </a:lnTo>
                  <a:lnTo>
                    <a:pt x="334296" y="163580"/>
                  </a:lnTo>
                  <a:lnTo>
                    <a:pt x="334099" y="158300"/>
                  </a:lnTo>
                  <a:lnTo>
                    <a:pt x="333735" y="153028"/>
                  </a:lnTo>
                  <a:lnTo>
                    <a:pt x="333205" y="147771"/>
                  </a:lnTo>
                  <a:lnTo>
                    <a:pt x="332509" y="142533"/>
                  </a:lnTo>
                  <a:lnTo>
                    <a:pt x="331648" y="137319"/>
                  </a:lnTo>
                  <a:lnTo>
                    <a:pt x="330622" y="132136"/>
                  </a:lnTo>
                  <a:lnTo>
                    <a:pt x="329433" y="126987"/>
                  </a:lnTo>
                  <a:lnTo>
                    <a:pt x="328082" y="121878"/>
                  </a:lnTo>
                  <a:lnTo>
                    <a:pt x="326571" y="116815"/>
                  </a:lnTo>
                  <a:lnTo>
                    <a:pt x="324900" y="111802"/>
                  </a:lnTo>
                  <a:lnTo>
                    <a:pt x="323071" y="106845"/>
                  </a:lnTo>
                  <a:lnTo>
                    <a:pt x="321087" y="101947"/>
                  </a:lnTo>
                  <a:lnTo>
                    <a:pt x="318948" y="97115"/>
                  </a:lnTo>
                  <a:lnTo>
                    <a:pt x="316658" y="92353"/>
                  </a:lnTo>
                  <a:lnTo>
                    <a:pt x="314219" y="87665"/>
                  </a:lnTo>
                  <a:lnTo>
                    <a:pt x="311633" y="83057"/>
                  </a:lnTo>
                  <a:lnTo>
                    <a:pt x="308902" y="78533"/>
                  </a:lnTo>
                  <a:lnTo>
                    <a:pt x="306030" y="74098"/>
                  </a:lnTo>
                  <a:lnTo>
                    <a:pt x="303019" y="69756"/>
                  </a:lnTo>
                  <a:lnTo>
                    <a:pt x="299873" y="65510"/>
                  </a:lnTo>
                  <a:lnTo>
                    <a:pt x="296594" y="61367"/>
                  </a:lnTo>
                  <a:lnTo>
                    <a:pt x="293185" y="57329"/>
                  </a:lnTo>
                  <a:lnTo>
                    <a:pt x="289650" y="53401"/>
                  </a:lnTo>
                  <a:lnTo>
                    <a:pt x="285994" y="49587"/>
                  </a:lnTo>
                  <a:lnTo>
                    <a:pt x="282218" y="45890"/>
                  </a:lnTo>
                  <a:lnTo>
                    <a:pt x="278327" y="42314"/>
                  </a:lnTo>
                  <a:lnTo>
                    <a:pt x="274326" y="38863"/>
                  </a:lnTo>
                  <a:lnTo>
                    <a:pt x="270217" y="35540"/>
                  </a:lnTo>
                  <a:lnTo>
                    <a:pt x="266006" y="32349"/>
                  </a:lnTo>
                  <a:lnTo>
                    <a:pt x="261695" y="29293"/>
                  </a:lnTo>
                  <a:lnTo>
                    <a:pt x="257290" y="26374"/>
                  </a:lnTo>
                  <a:lnTo>
                    <a:pt x="252795" y="23596"/>
                  </a:lnTo>
                  <a:lnTo>
                    <a:pt x="248215" y="20961"/>
                  </a:lnTo>
                  <a:lnTo>
                    <a:pt x="243553" y="18473"/>
                  </a:lnTo>
                  <a:lnTo>
                    <a:pt x="238816" y="16133"/>
                  </a:lnTo>
                  <a:lnTo>
                    <a:pt x="234006" y="13943"/>
                  </a:lnTo>
                  <a:lnTo>
                    <a:pt x="229130" y="11908"/>
                  </a:lnTo>
                  <a:lnTo>
                    <a:pt x="224192" y="10027"/>
                  </a:lnTo>
                  <a:lnTo>
                    <a:pt x="219197" y="8303"/>
                  </a:lnTo>
                  <a:lnTo>
                    <a:pt x="214150" y="6738"/>
                  </a:lnTo>
                  <a:lnTo>
                    <a:pt x="209056" y="5333"/>
                  </a:lnTo>
                  <a:lnTo>
                    <a:pt x="203920" y="4090"/>
                  </a:lnTo>
                  <a:lnTo>
                    <a:pt x="198748" y="3010"/>
                  </a:lnTo>
                  <a:lnTo>
                    <a:pt x="193543" y="2094"/>
                  </a:lnTo>
                  <a:lnTo>
                    <a:pt x="188313" y="1342"/>
                  </a:lnTo>
                  <a:lnTo>
                    <a:pt x="183061" y="757"/>
                  </a:lnTo>
                  <a:lnTo>
                    <a:pt x="177794" y="338"/>
                  </a:lnTo>
                  <a:lnTo>
                    <a:pt x="172516" y="85"/>
                  </a:lnTo>
                  <a:lnTo>
                    <a:pt x="167232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77312" y="4213821"/>
              <a:ext cx="3975" cy="167167"/>
            </a:xfrm>
            <a:custGeom>
              <a:avLst/>
              <a:pathLst>
                <a:path w="3975" h="167167">
                  <a:moveTo>
                    <a:pt x="3975" y="0"/>
                  </a:moveTo>
                  <a:lnTo>
                    <a:pt x="0" y="47"/>
                  </a:lnTo>
                  <a:lnTo>
                    <a:pt x="397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77312" y="4213868"/>
              <a:ext cx="3975" cy="167120"/>
            </a:xfrm>
            <a:custGeom>
              <a:avLst/>
              <a:pathLst>
                <a:path w="3975" h="167120">
                  <a:moveTo>
                    <a:pt x="0" y="0"/>
                  </a:moveTo>
                  <a:lnTo>
                    <a:pt x="3975" y="16712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77312" y="4213868"/>
              <a:ext cx="3975" cy="167120"/>
            </a:xfrm>
            <a:custGeom>
              <a:avLst/>
              <a:pathLst>
                <a:path w="3975" h="167120">
                  <a:moveTo>
                    <a:pt x="0" y="0"/>
                  </a:moveTo>
                  <a:lnTo>
                    <a:pt x="3975" y="1671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77312" y="4213868"/>
              <a:ext cx="3975" cy="167120"/>
            </a:xfrm>
            <a:custGeom>
              <a:avLst/>
              <a:pathLst>
                <a:path w="3975" h="167120">
                  <a:moveTo>
                    <a:pt x="0" y="0"/>
                  </a:moveTo>
                  <a:lnTo>
                    <a:pt x="3975" y="1671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77312" y="4213868"/>
              <a:ext cx="3975" cy="167120"/>
            </a:xfrm>
            <a:custGeom>
              <a:avLst/>
              <a:pathLst>
                <a:path w="3975" h="167120">
                  <a:moveTo>
                    <a:pt x="0" y="0"/>
                  </a:moveTo>
                  <a:lnTo>
                    <a:pt x="3975" y="16712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77312" y="4213868"/>
              <a:ext cx="3975" cy="167120"/>
            </a:xfrm>
            <a:custGeom>
              <a:avLst/>
              <a:pathLst>
                <a:path w="3975" h="167120">
                  <a:moveTo>
                    <a:pt x="0" y="0"/>
                  </a:moveTo>
                  <a:lnTo>
                    <a:pt x="3975" y="167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7312" y="4213868"/>
              <a:ext cx="3975" cy="167120"/>
            </a:xfrm>
            <a:custGeom>
              <a:avLst/>
              <a:pathLst>
                <a:path w="3975" h="167120">
                  <a:moveTo>
                    <a:pt x="0" y="0"/>
                  </a:moveTo>
                  <a:lnTo>
                    <a:pt x="3975" y="167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7312" y="4213868"/>
              <a:ext cx="3975" cy="167120"/>
            </a:xfrm>
            <a:custGeom>
              <a:avLst/>
              <a:pathLst>
                <a:path w="3975" h="167120">
                  <a:moveTo>
                    <a:pt x="0" y="0"/>
                  </a:moveTo>
                  <a:lnTo>
                    <a:pt x="3975" y="167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7312" y="4213868"/>
              <a:ext cx="3975" cy="167120"/>
            </a:xfrm>
            <a:custGeom>
              <a:avLst/>
              <a:pathLst>
                <a:path w="3975" h="167120">
                  <a:moveTo>
                    <a:pt x="0" y="0"/>
                  </a:moveTo>
                  <a:lnTo>
                    <a:pt x="3975" y="167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7312" y="4213868"/>
              <a:ext cx="3975" cy="167120"/>
            </a:xfrm>
            <a:custGeom>
              <a:avLst/>
              <a:pathLst>
                <a:path w="3975" h="167120">
                  <a:moveTo>
                    <a:pt x="0" y="0"/>
                  </a:moveTo>
                  <a:lnTo>
                    <a:pt x="3975" y="16712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77312" y="4213868"/>
              <a:ext cx="3975" cy="167120"/>
            </a:xfrm>
            <a:custGeom>
              <a:avLst/>
              <a:pathLst>
                <a:path w="3975" h="167120">
                  <a:moveTo>
                    <a:pt x="0" y="0"/>
                  </a:moveTo>
                  <a:lnTo>
                    <a:pt x="3975" y="16712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614120" y="4213821"/>
              <a:ext cx="334324" cy="334324"/>
            </a:xfrm>
            <a:custGeom>
              <a:avLst/>
              <a:pathLst>
                <a:path w="334324" h="334324">
                  <a:moveTo>
                    <a:pt x="163192" y="47"/>
                  </a:moveTo>
                  <a:lnTo>
                    <a:pt x="157912" y="256"/>
                  </a:lnTo>
                  <a:lnTo>
                    <a:pt x="152642" y="632"/>
                  </a:lnTo>
                  <a:lnTo>
                    <a:pt x="147387" y="1174"/>
                  </a:lnTo>
                  <a:lnTo>
                    <a:pt x="142151" y="1882"/>
                  </a:lnTo>
                  <a:lnTo>
                    <a:pt x="136940" y="2755"/>
                  </a:lnTo>
                  <a:lnTo>
                    <a:pt x="131759" y="3792"/>
                  </a:lnTo>
                  <a:lnTo>
                    <a:pt x="126614" y="4993"/>
                  </a:lnTo>
                  <a:lnTo>
                    <a:pt x="121509" y="6355"/>
                  </a:lnTo>
                  <a:lnTo>
                    <a:pt x="116450" y="7878"/>
                  </a:lnTo>
                  <a:lnTo>
                    <a:pt x="111442" y="9561"/>
                  </a:lnTo>
                  <a:lnTo>
                    <a:pt x="106489" y="11401"/>
                  </a:lnTo>
                  <a:lnTo>
                    <a:pt x="101597" y="13396"/>
                  </a:lnTo>
                  <a:lnTo>
                    <a:pt x="96770" y="15545"/>
                  </a:lnTo>
                  <a:lnTo>
                    <a:pt x="92013" y="17845"/>
                  </a:lnTo>
                  <a:lnTo>
                    <a:pt x="87332" y="20295"/>
                  </a:lnTo>
                  <a:lnTo>
                    <a:pt x="82731" y="22891"/>
                  </a:lnTo>
                  <a:lnTo>
                    <a:pt x="78213" y="25631"/>
                  </a:lnTo>
                  <a:lnTo>
                    <a:pt x="73785" y="28513"/>
                  </a:lnTo>
                  <a:lnTo>
                    <a:pt x="69450" y="31534"/>
                  </a:lnTo>
                  <a:lnTo>
                    <a:pt x="65212" y="34689"/>
                  </a:lnTo>
                  <a:lnTo>
                    <a:pt x="61077" y="37977"/>
                  </a:lnTo>
                  <a:lnTo>
                    <a:pt x="57047" y="41395"/>
                  </a:lnTo>
                  <a:lnTo>
                    <a:pt x="53128" y="44937"/>
                  </a:lnTo>
                  <a:lnTo>
                    <a:pt x="49322" y="48602"/>
                  </a:lnTo>
                  <a:lnTo>
                    <a:pt x="45634" y="52386"/>
                  </a:lnTo>
                  <a:lnTo>
                    <a:pt x="42067" y="56284"/>
                  </a:lnTo>
                  <a:lnTo>
                    <a:pt x="38626" y="60292"/>
                  </a:lnTo>
                  <a:lnTo>
                    <a:pt x="35312" y="64408"/>
                  </a:lnTo>
                  <a:lnTo>
                    <a:pt x="32131" y="68626"/>
                  </a:lnTo>
                  <a:lnTo>
                    <a:pt x="29084" y="72943"/>
                  </a:lnTo>
                  <a:lnTo>
                    <a:pt x="26175" y="77353"/>
                  </a:lnTo>
                  <a:lnTo>
                    <a:pt x="23408" y="81854"/>
                  </a:lnTo>
                  <a:lnTo>
                    <a:pt x="20783" y="86440"/>
                  </a:lnTo>
                  <a:lnTo>
                    <a:pt x="18305" y="91106"/>
                  </a:lnTo>
                  <a:lnTo>
                    <a:pt x="15976" y="95848"/>
                  </a:lnTo>
                  <a:lnTo>
                    <a:pt x="13798" y="100662"/>
                  </a:lnTo>
                  <a:lnTo>
                    <a:pt x="11773" y="105542"/>
                  </a:lnTo>
                  <a:lnTo>
                    <a:pt x="9903" y="110483"/>
                  </a:lnTo>
                  <a:lnTo>
                    <a:pt x="8190" y="115481"/>
                  </a:lnTo>
                  <a:lnTo>
                    <a:pt x="6636" y="120531"/>
                  </a:lnTo>
                  <a:lnTo>
                    <a:pt x="5242" y="125628"/>
                  </a:lnTo>
                  <a:lnTo>
                    <a:pt x="4011" y="130765"/>
                  </a:lnTo>
                  <a:lnTo>
                    <a:pt x="2942" y="135940"/>
                  </a:lnTo>
                  <a:lnTo>
                    <a:pt x="2037" y="141145"/>
                  </a:lnTo>
                  <a:lnTo>
                    <a:pt x="1297" y="146376"/>
                  </a:lnTo>
                  <a:lnTo>
                    <a:pt x="723" y="151629"/>
                  </a:lnTo>
                  <a:lnTo>
                    <a:pt x="315" y="156896"/>
                  </a:lnTo>
                  <a:lnTo>
                    <a:pt x="74" y="162174"/>
                  </a:lnTo>
                  <a:lnTo>
                    <a:pt x="0" y="167457"/>
                  </a:lnTo>
                  <a:lnTo>
                    <a:pt x="92" y="172740"/>
                  </a:lnTo>
                  <a:lnTo>
                    <a:pt x="352" y="178017"/>
                  </a:lnTo>
                  <a:lnTo>
                    <a:pt x="778" y="183283"/>
                  </a:lnTo>
                  <a:lnTo>
                    <a:pt x="1370" y="188533"/>
                  </a:lnTo>
                  <a:lnTo>
                    <a:pt x="2128" y="193762"/>
                  </a:lnTo>
                  <a:lnTo>
                    <a:pt x="3051" y="198965"/>
                  </a:lnTo>
                  <a:lnTo>
                    <a:pt x="4138" y="204135"/>
                  </a:lnTo>
                  <a:lnTo>
                    <a:pt x="5388" y="209269"/>
                  </a:lnTo>
                  <a:lnTo>
                    <a:pt x="6799" y="214360"/>
                  </a:lnTo>
                  <a:lnTo>
                    <a:pt x="8371" y="219404"/>
                  </a:lnTo>
                  <a:lnTo>
                    <a:pt x="10101" y="224397"/>
                  </a:lnTo>
                  <a:lnTo>
                    <a:pt x="11988" y="229332"/>
                  </a:lnTo>
                  <a:lnTo>
                    <a:pt x="14030" y="234204"/>
                  </a:lnTo>
                  <a:lnTo>
                    <a:pt x="16225" y="239010"/>
                  </a:lnTo>
                  <a:lnTo>
                    <a:pt x="18571" y="243745"/>
                  </a:lnTo>
                  <a:lnTo>
                    <a:pt x="21065" y="248402"/>
                  </a:lnTo>
                  <a:lnTo>
                    <a:pt x="23705" y="252979"/>
                  </a:lnTo>
                  <a:lnTo>
                    <a:pt x="26488" y="257470"/>
                  </a:lnTo>
                  <a:lnTo>
                    <a:pt x="29412" y="261870"/>
                  </a:lnTo>
                  <a:lnTo>
                    <a:pt x="32474" y="266176"/>
                  </a:lnTo>
                  <a:lnTo>
                    <a:pt x="35670" y="270383"/>
                  </a:lnTo>
                  <a:lnTo>
                    <a:pt x="38998" y="274487"/>
                  </a:lnTo>
                  <a:lnTo>
                    <a:pt x="42453" y="278484"/>
                  </a:lnTo>
                  <a:lnTo>
                    <a:pt x="46033" y="282370"/>
                  </a:lnTo>
                  <a:lnTo>
                    <a:pt x="49735" y="286140"/>
                  </a:lnTo>
                  <a:lnTo>
                    <a:pt x="53553" y="289792"/>
                  </a:lnTo>
                  <a:lnTo>
                    <a:pt x="57485" y="293321"/>
                  </a:lnTo>
                  <a:lnTo>
                    <a:pt x="61526" y="296724"/>
                  </a:lnTo>
                  <a:lnTo>
                    <a:pt x="65673" y="299998"/>
                  </a:lnTo>
                  <a:lnTo>
                    <a:pt x="69922" y="303139"/>
                  </a:lnTo>
                  <a:lnTo>
                    <a:pt x="74267" y="306144"/>
                  </a:lnTo>
                  <a:lnTo>
                    <a:pt x="78706" y="309010"/>
                  </a:lnTo>
                  <a:lnTo>
                    <a:pt x="83233" y="311735"/>
                  </a:lnTo>
                  <a:lnTo>
                    <a:pt x="87843" y="314315"/>
                  </a:lnTo>
                  <a:lnTo>
                    <a:pt x="92533" y="316749"/>
                  </a:lnTo>
                  <a:lnTo>
                    <a:pt x="97297" y="319033"/>
                  </a:lnTo>
                  <a:lnTo>
                    <a:pt x="102131" y="321165"/>
                  </a:lnTo>
                  <a:lnTo>
                    <a:pt x="107030" y="323143"/>
                  </a:lnTo>
                  <a:lnTo>
                    <a:pt x="111990" y="324966"/>
                  </a:lnTo>
                  <a:lnTo>
                    <a:pt x="117004" y="326630"/>
                  </a:lnTo>
                  <a:lnTo>
                    <a:pt x="122068" y="328136"/>
                  </a:lnTo>
                  <a:lnTo>
                    <a:pt x="127178" y="329481"/>
                  </a:lnTo>
                  <a:lnTo>
                    <a:pt x="132327" y="330664"/>
                  </a:lnTo>
                  <a:lnTo>
                    <a:pt x="137511" y="331683"/>
                  </a:lnTo>
                  <a:lnTo>
                    <a:pt x="142725" y="332538"/>
                  </a:lnTo>
                  <a:lnTo>
                    <a:pt x="147964" y="333228"/>
                  </a:lnTo>
                  <a:lnTo>
                    <a:pt x="153221" y="333752"/>
                  </a:lnTo>
                  <a:lnTo>
                    <a:pt x="158492" y="334109"/>
                  </a:lnTo>
                  <a:lnTo>
                    <a:pt x="163772" y="334300"/>
                  </a:lnTo>
                  <a:lnTo>
                    <a:pt x="169056" y="334324"/>
                  </a:lnTo>
                  <a:lnTo>
                    <a:pt x="174337" y="334180"/>
                  </a:lnTo>
                  <a:lnTo>
                    <a:pt x="179612" y="333870"/>
                  </a:lnTo>
                  <a:lnTo>
                    <a:pt x="184874" y="333394"/>
                  </a:lnTo>
                  <a:lnTo>
                    <a:pt x="190118" y="332751"/>
                  </a:lnTo>
                  <a:lnTo>
                    <a:pt x="195339" y="331943"/>
                  </a:lnTo>
                  <a:lnTo>
                    <a:pt x="200532" y="330971"/>
                  </a:lnTo>
                  <a:lnTo>
                    <a:pt x="205692" y="329834"/>
                  </a:lnTo>
                  <a:lnTo>
                    <a:pt x="210814" y="328536"/>
                  </a:lnTo>
                  <a:lnTo>
                    <a:pt x="215891" y="327076"/>
                  </a:lnTo>
                  <a:lnTo>
                    <a:pt x="220920" y="325456"/>
                  </a:lnTo>
                  <a:lnTo>
                    <a:pt x="225896" y="323678"/>
                  </a:lnTo>
                  <a:lnTo>
                    <a:pt x="230813" y="321744"/>
                  </a:lnTo>
                  <a:lnTo>
                    <a:pt x="235666" y="319656"/>
                  </a:lnTo>
                  <a:lnTo>
                    <a:pt x="240451" y="317415"/>
                  </a:lnTo>
                  <a:lnTo>
                    <a:pt x="245162" y="315024"/>
                  </a:lnTo>
                  <a:lnTo>
                    <a:pt x="249796" y="312485"/>
                  </a:lnTo>
                  <a:lnTo>
                    <a:pt x="254347" y="309801"/>
                  </a:lnTo>
                  <a:lnTo>
                    <a:pt x="258811" y="306975"/>
                  </a:lnTo>
                  <a:lnTo>
                    <a:pt x="263183" y="304009"/>
                  </a:lnTo>
                  <a:lnTo>
                    <a:pt x="267460" y="300906"/>
                  </a:lnTo>
                  <a:lnTo>
                    <a:pt x="271636" y="297670"/>
                  </a:lnTo>
                  <a:lnTo>
                    <a:pt x="275708" y="294304"/>
                  </a:lnTo>
                  <a:lnTo>
                    <a:pt x="279672" y="290810"/>
                  </a:lnTo>
                  <a:lnTo>
                    <a:pt x="283523" y="287193"/>
                  </a:lnTo>
                  <a:lnTo>
                    <a:pt x="287258" y="283456"/>
                  </a:lnTo>
                  <a:lnTo>
                    <a:pt x="290873" y="279603"/>
                  </a:lnTo>
                  <a:lnTo>
                    <a:pt x="294364" y="275637"/>
                  </a:lnTo>
                  <a:lnTo>
                    <a:pt x="297728" y="271563"/>
                  </a:lnTo>
                  <a:lnTo>
                    <a:pt x="300962" y="267385"/>
                  </a:lnTo>
                  <a:lnTo>
                    <a:pt x="304063" y="263107"/>
                  </a:lnTo>
                  <a:lnTo>
                    <a:pt x="307026" y="258733"/>
                  </a:lnTo>
                  <a:lnTo>
                    <a:pt x="309850" y="254267"/>
                  </a:lnTo>
                  <a:lnTo>
                    <a:pt x="312531" y="249715"/>
                  </a:lnTo>
                  <a:lnTo>
                    <a:pt x="315067" y="245080"/>
                  </a:lnTo>
                  <a:lnTo>
                    <a:pt x="317456" y="240367"/>
                  </a:lnTo>
                  <a:lnTo>
                    <a:pt x="319694" y="235581"/>
                  </a:lnTo>
                  <a:lnTo>
                    <a:pt x="321780" y="230726"/>
                  </a:lnTo>
                  <a:lnTo>
                    <a:pt x="323711" y="225809"/>
                  </a:lnTo>
                  <a:lnTo>
                    <a:pt x="325486" y="220832"/>
                  </a:lnTo>
                  <a:lnTo>
                    <a:pt x="327103" y="215802"/>
                  </a:lnTo>
                  <a:lnTo>
                    <a:pt x="328560" y="210724"/>
                  </a:lnTo>
                  <a:lnTo>
                    <a:pt x="329856" y="205602"/>
                  </a:lnTo>
                  <a:lnTo>
                    <a:pt x="330989" y="200441"/>
                  </a:lnTo>
                  <a:lnTo>
                    <a:pt x="331959" y="195247"/>
                  </a:lnTo>
                  <a:lnTo>
                    <a:pt x="332764" y="190026"/>
                  </a:lnTo>
                  <a:lnTo>
                    <a:pt x="333404" y="184781"/>
                  </a:lnTo>
                  <a:lnTo>
                    <a:pt x="333877" y="179519"/>
                  </a:lnTo>
                  <a:lnTo>
                    <a:pt x="334184" y="174244"/>
                  </a:lnTo>
                  <a:lnTo>
                    <a:pt x="334324" y="168963"/>
                  </a:lnTo>
                  <a:lnTo>
                    <a:pt x="334298" y="163679"/>
                  </a:lnTo>
                  <a:lnTo>
                    <a:pt x="334104" y="158399"/>
                  </a:lnTo>
                  <a:lnTo>
                    <a:pt x="333744" y="153128"/>
                  </a:lnTo>
                  <a:lnTo>
                    <a:pt x="333217" y="147871"/>
                  </a:lnTo>
                  <a:lnTo>
                    <a:pt x="332524" y="142633"/>
                  </a:lnTo>
                  <a:lnTo>
                    <a:pt x="331666" y="137420"/>
                  </a:lnTo>
                  <a:lnTo>
                    <a:pt x="330644" y="132236"/>
                  </a:lnTo>
                  <a:lnTo>
                    <a:pt x="329458" y="127087"/>
                  </a:lnTo>
                  <a:lnTo>
                    <a:pt x="328111" y="121979"/>
                  </a:lnTo>
                  <a:lnTo>
                    <a:pt x="326602" y="116915"/>
                  </a:lnTo>
                  <a:lnTo>
                    <a:pt x="324935" y="111902"/>
                  </a:lnTo>
                  <a:lnTo>
                    <a:pt x="323109" y="106944"/>
                  </a:lnTo>
                  <a:lnTo>
                    <a:pt x="321128" y="102046"/>
                  </a:lnTo>
                  <a:lnTo>
                    <a:pt x="318993" y="97213"/>
                  </a:lnTo>
                  <a:lnTo>
                    <a:pt x="316707" y="92449"/>
                  </a:lnTo>
                  <a:lnTo>
                    <a:pt x="314271" y="87761"/>
                  </a:lnTo>
                  <a:lnTo>
                    <a:pt x="311688" y="83152"/>
                  </a:lnTo>
                  <a:lnTo>
                    <a:pt x="308961" y="78627"/>
                  </a:lnTo>
                  <a:lnTo>
                    <a:pt x="306092" y="74190"/>
                  </a:lnTo>
                  <a:lnTo>
                    <a:pt x="303084" y="69846"/>
                  </a:lnTo>
                  <a:lnTo>
                    <a:pt x="299941" y="65599"/>
                  </a:lnTo>
                  <a:lnTo>
                    <a:pt x="296665" y="61454"/>
                  </a:lnTo>
                  <a:lnTo>
                    <a:pt x="293260" y="57415"/>
                  </a:lnTo>
                  <a:lnTo>
                    <a:pt x="289728" y="53485"/>
                  </a:lnTo>
                  <a:lnTo>
                    <a:pt x="286074" y="49668"/>
                  </a:lnTo>
                  <a:lnTo>
                    <a:pt x="282302" y="45969"/>
                  </a:lnTo>
                  <a:lnTo>
                    <a:pt x="278414" y="42391"/>
                  </a:lnTo>
                  <a:lnTo>
                    <a:pt x="274416" y="38938"/>
                  </a:lnTo>
                  <a:lnTo>
                    <a:pt x="270310" y="35613"/>
                  </a:lnTo>
                  <a:lnTo>
                    <a:pt x="266101" y="32419"/>
                  </a:lnTo>
                  <a:lnTo>
                    <a:pt x="261793" y="29360"/>
                  </a:lnTo>
                  <a:lnTo>
                    <a:pt x="257391" y="26438"/>
                  </a:lnTo>
                  <a:lnTo>
                    <a:pt x="252899" y="23657"/>
                  </a:lnTo>
                  <a:lnTo>
                    <a:pt x="248321" y="21020"/>
                  </a:lnTo>
                  <a:lnTo>
                    <a:pt x="243661" y="18528"/>
                  </a:lnTo>
                  <a:lnTo>
                    <a:pt x="238926" y="16185"/>
                  </a:lnTo>
                  <a:lnTo>
                    <a:pt x="234119" y="13993"/>
                  </a:lnTo>
                  <a:lnTo>
                    <a:pt x="229245" y="11953"/>
                  </a:lnTo>
                  <a:lnTo>
                    <a:pt x="224309" y="10069"/>
                  </a:lnTo>
                  <a:lnTo>
                    <a:pt x="219316" y="8342"/>
                  </a:lnTo>
                  <a:lnTo>
                    <a:pt x="214270" y="6773"/>
                  </a:lnTo>
                  <a:lnTo>
                    <a:pt x="209178" y="5364"/>
                  </a:lnTo>
                  <a:lnTo>
                    <a:pt x="204044" y="4118"/>
                  </a:lnTo>
                  <a:lnTo>
                    <a:pt x="198873" y="3034"/>
                  </a:lnTo>
                  <a:lnTo>
                    <a:pt x="193670" y="2114"/>
                  </a:lnTo>
                  <a:lnTo>
                    <a:pt x="188441" y="1359"/>
                  </a:lnTo>
                  <a:lnTo>
                    <a:pt x="183190" y="769"/>
                  </a:lnTo>
                  <a:lnTo>
                    <a:pt x="177924" y="346"/>
                  </a:lnTo>
                  <a:lnTo>
                    <a:pt x="172647" y="89"/>
                  </a:lnTo>
                  <a:lnTo>
                    <a:pt x="167364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81287" y="4213821"/>
              <a:ext cx="197" cy="167167"/>
            </a:xfrm>
            <a:custGeom>
              <a:avLst/>
              <a:pathLst>
                <a:path w="197" h="167167">
                  <a:moveTo>
                    <a:pt x="197" y="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5966" y="4659281"/>
              <a:ext cx="558" cy="167167"/>
            </a:xfrm>
            <a:custGeom>
              <a:avLst/>
              <a:pathLst>
                <a:path w="558" h="167167">
                  <a:moveTo>
                    <a:pt x="558" y="0"/>
                  </a:moveTo>
                  <a:lnTo>
                    <a:pt x="0" y="0"/>
                  </a:lnTo>
                  <a:lnTo>
                    <a:pt x="558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5966" y="4659282"/>
              <a:ext cx="558" cy="167166"/>
            </a:xfrm>
            <a:custGeom>
              <a:avLst/>
              <a:pathLst>
                <a:path w="558" h="167166">
                  <a:moveTo>
                    <a:pt x="0" y="0"/>
                  </a:moveTo>
                  <a:lnTo>
                    <a:pt x="558" y="1671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5966" y="4659282"/>
              <a:ext cx="558" cy="167166"/>
            </a:xfrm>
            <a:custGeom>
              <a:avLst/>
              <a:pathLst>
                <a:path w="558" h="167166">
                  <a:moveTo>
                    <a:pt x="0" y="0"/>
                  </a:moveTo>
                  <a:lnTo>
                    <a:pt x="558" y="1671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5966" y="4659282"/>
              <a:ext cx="558" cy="167166"/>
            </a:xfrm>
            <a:custGeom>
              <a:avLst/>
              <a:pathLst>
                <a:path w="558" h="167166">
                  <a:moveTo>
                    <a:pt x="0" y="0"/>
                  </a:moveTo>
                  <a:lnTo>
                    <a:pt x="558" y="1671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5966" y="4659282"/>
              <a:ext cx="558" cy="167166"/>
            </a:xfrm>
            <a:custGeom>
              <a:avLst/>
              <a:pathLst>
                <a:path w="558" h="167166">
                  <a:moveTo>
                    <a:pt x="0" y="0"/>
                  </a:moveTo>
                  <a:lnTo>
                    <a:pt x="558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5966" y="4659282"/>
              <a:ext cx="558" cy="167166"/>
            </a:xfrm>
            <a:custGeom>
              <a:avLst/>
              <a:pathLst>
                <a:path w="558" h="167166">
                  <a:moveTo>
                    <a:pt x="0" y="0"/>
                  </a:moveTo>
                  <a:lnTo>
                    <a:pt x="558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5966" y="4659282"/>
              <a:ext cx="558" cy="167166"/>
            </a:xfrm>
            <a:custGeom>
              <a:avLst/>
              <a:pathLst>
                <a:path w="558" h="167166">
                  <a:moveTo>
                    <a:pt x="0" y="0"/>
                  </a:moveTo>
                  <a:lnTo>
                    <a:pt x="558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5966" y="4659282"/>
              <a:ext cx="558" cy="167166"/>
            </a:xfrm>
            <a:custGeom>
              <a:avLst/>
              <a:pathLst>
                <a:path w="558" h="167166">
                  <a:moveTo>
                    <a:pt x="0" y="0"/>
                  </a:moveTo>
                  <a:lnTo>
                    <a:pt x="558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5966" y="4659282"/>
              <a:ext cx="558" cy="167166"/>
            </a:xfrm>
            <a:custGeom>
              <a:avLst/>
              <a:pathLst>
                <a:path w="558" h="167166">
                  <a:moveTo>
                    <a:pt x="0" y="0"/>
                  </a:moveTo>
                  <a:lnTo>
                    <a:pt x="558" y="1671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085966" y="4659282"/>
              <a:ext cx="558" cy="167166"/>
            </a:xfrm>
            <a:custGeom>
              <a:avLst/>
              <a:pathLst>
                <a:path w="558" h="167166">
                  <a:moveTo>
                    <a:pt x="0" y="0"/>
                  </a:moveTo>
                  <a:lnTo>
                    <a:pt x="558" y="1671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943122" y="4659282"/>
              <a:ext cx="143402" cy="167166"/>
            </a:xfrm>
            <a:custGeom>
              <a:avLst/>
              <a:pathLst>
                <a:path w="143402" h="167166">
                  <a:moveTo>
                    <a:pt x="142844" y="0"/>
                  </a:moveTo>
                  <a:lnTo>
                    <a:pt x="137303" y="110"/>
                  </a:lnTo>
                  <a:lnTo>
                    <a:pt x="131769" y="404"/>
                  </a:lnTo>
                  <a:lnTo>
                    <a:pt x="126248" y="881"/>
                  </a:lnTo>
                  <a:lnTo>
                    <a:pt x="120746" y="1541"/>
                  </a:lnTo>
                  <a:lnTo>
                    <a:pt x="115269" y="2383"/>
                  </a:lnTo>
                  <a:lnTo>
                    <a:pt x="109822" y="3406"/>
                  </a:lnTo>
                  <a:lnTo>
                    <a:pt x="104413" y="4609"/>
                  </a:lnTo>
                  <a:lnTo>
                    <a:pt x="99046" y="5991"/>
                  </a:lnTo>
                  <a:lnTo>
                    <a:pt x="93728" y="7549"/>
                  </a:lnTo>
                  <a:lnTo>
                    <a:pt x="88465" y="9284"/>
                  </a:lnTo>
                  <a:lnTo>
                    <a:pt x="83262" y="11191"/>
                  </a:lnTo>
                  <a:lnTo>
                    <a:pt x="78125" y="13270"/>
                  </a:lnTo>
                  <a:lnTo>
                    <a:pt x="73060" y="15519"/>
                  </a:lnTo>
                  <a:lnTo>
                    <a:pt x="68072" y="17934"/>
                  </a:lnTo>
                  <a:lnTo>
                    <a:pt x="63167" y="20512"/>
                  </a:lnTo>
                  <a:lnTo>
                    <a:pt x="58350" y="23252"/>
                  </a:lnTo>
                  <a:lnTo>
                    <a:pt x="53627" y="26151"/>
                  </a:lnTo>
                  <a:lnTo>
                    <a:pt x="49002" y="29204"/>
                  </a:lnTo>
                  <a:lnTo>
                    <a:pt x="44481" y="32409"/>
                  </a:lnTo>
                  <a:lnTo>
                    <a:pt x="40069" y="35761"/>
                  </a:lnTo>
                  <a:lnTo>
                    <a:pt x="35770" y="39259"/>
                  </a:lnTo>
                  <a:lnTo>
                    <a:pt x="31590" y="42897"/>
                  </a:lnTo>
                  <a:lnTo>
                    <a:pt x="27532" y="46671"/>
                  </a:lnTo>
                  <a:lnTo>
                    <a:pt x="23602" y="50578"/>
                  </a:lnTo>
                  <a:lnTo>
                    <a:pt x="19803" y="54613"/>
                  </a:lnTo>
                  <a:lnTo>
                    <a:pt x="16140" y="58771"/>
                  </a:lnTo>
                  <a:lnTo>
                    <a:pt x="12618" y="63049"/>
                  </a:lnTo>
                  <a:lnTo>
                    <a:pt x="9238" y="67441"/>
                  </a:lnTo>
                  <a:lnTo>
                    <a:pt x="6007" y="71943"/>
                  </a:lnTo>
                  <a:lnTo>
                    <a:pt x="2926" y="76549"/>
                  </a:lnTo>
                  <a:lnTo>
                    <a:pt x="0" y="81255"/>
                  </a:lnTo>
                  <a:lnTo>
                    <a:pt x="143402" y="1671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919357" y="4659281"/>
              <a:ext cx="334324" cy="334327"/>
            </a:xfrm>
            <a:custGeom>
              <a:avLst/>
              <a:pathLst>
                <a:path w="334324" h="334327">
                  <a:moveTo>
                    <a:pt x="23764" y="81256"/>
                  </a:moveTo>
                  <a:lnTo>
                    <a:pt x="21118" y="85836"/>
                  </a:lnTo>
                  <a:lnTo>
                    <a:pt x="18618" y="90497"/>
                  </a:lnTo>
                  <a:lnTo>
                    <a:pt x="16267" y="95234"/>
                  </a:lnTo>
                  <a:lnTo>
                    <a:pt x="14067" y="100044"/>
                  </a:lnTo>
                  <a:lnTo>
                    <a:pt x="12021" y="104920"/>
                  </a:lnTo>
                  <a:lnTo>
                    <a:pt x="10129" y="109859"/>
                  </a:lnTo>
                  <a:lnTo>
                    <a:pt x="8395" y="114856"/>
                  </a:lnTo>
                  <a:lnTo>
                    <a:pt x="6819" y="119905"/>
                  </a:lnTo>
                  <a:lnTo>
                    <a:pt x="5405" y="125001"/>
                  </a:lnTo>
                  <a:lnTo>
                    <a:pt x="4152" y="130139"/>
                  </a:lnTo>
                  <a:lnTo>
                    <a:pt x="3062" y="135314"/>
                  </a:lnTo>
                  <a:lnTo>
                    <a:pt x="2136" y="140522"/>
                  </a:lnTo>
                  <a:lnTo>
                    <a:pt x="1376" y="145756"/>
                  </a:lnTo>
                  <a:lnTo>
                    <a:pt x="782" y="151011"/>
                  </a:lnTo>
                  <a:lnTo>
                    <a:pt x="354" y="156282"/>
                  </a:lnTo>
                  <a:lnTo>
                    <a:pt x="93" y="161565"/>
                  </a:lnTo>
                  <a:lnTo>
                    <a:pt x="0" y="166853"/>
                  </a:lnTo>
                  <a:lnTo>
                    <a:pt x="73" y="172141"/>
                  </a:lnTo>
                  <a:lnTo>
                    <a:pt x="314" y="177425"/>
                  </a:lnTo>
                  <a:lnTo>
                    <a:pt x="722" y="182698"/>
                  </a:lnTo>
                  <a:lnTo>
                    <a:pt x="1297" y="187955"/>
                  </a:lnTo>
                  <a:lnTo>
                    <a:pt x="2037" y="193192"/>
                  </a:lnTo>
                  <a:lnTo>
                    <a:pt x="2943" y="198403"/>
                  </a:lnTo>
                  <a:lnTo>
                    <a:pt x="4014" y="203582"/>
                  </a:lnTo>
                  <a:lnTo>
                    <a:pt x="5247" y="208725"/>
                  </a:lnTo>
                  <a:lnTo>
                    <a:pt x="6643" y="213826"/>
                  </a:lnTo>
                  <a:lnTo>
                    <a:pt x="8199" y="218881"/>
                  </a:lnTo>
                  <a:lnTo>
                    <a:pt x="9915" y="223884"/>
                  </a:lnTo>
                  <a:lnTo>
                    <a:pt x="11788" y="228830"/>
                  </a:lnTo>
                  <a:lnTo>
                    <a:pt x="13816" y="233715"/>
                  </a:lnTo>
                  <a:lnTo>
                    <a:pt x="15998" y="238532"/>
                  </a:lnTo>
                  <a:lnTo>
                    <a:pt x="18331" y="243279"/>
                  </a:lnTo>
                  <a:lnTo>
                    <a:pt x="20814" y="247949"/>
                  </a:lnTo>
                  <a:lnTo>
                    <a:pt x="23442" y="252538"/>
                  </a:lnTo>
                  <a:lnTo>
                    <a:pt x="26215" y="257042"/>
                  </a:lnTo>
                  <a:lnTo>
                    <a:pt x="29129" y="261456"/>
                  </a:lnTo>
                  <a:lnTo>
                    <a:pt x="32180" y="265776"/>
                  </a:lnTo>
                  <a:lnTo>
                    <a:pt x="35367" y="269996"/>
                  </a:lnTo>
                  <a:lnTo>
                    <a:pt x="38686" y="274114"/>
                  </a:lnTo>
                  <a:lnTo>
                    <a:pt x="42134" y="278125"/>
                  </a:lnTo>
                  <a:lnTo>
                    <a:pt x="45706" y="282025"/>
                  </a:lnTo>
                  <a:lnTo>
                    <a:pt x="49401" y="285810"/>
                  </a:lnTo>
                  <a:lnTo>
                    <a:pt x="53213" y="289476"/>
                  </a:lnTo>
                  <a:lnTo>
                    <a:pt x="57139" y="293019"/>
                  </a:lnTo>
                  <a:lnTo>
                    <a:pt x="61175" y="296437"/>
                  </a:lnTo>
                  <a:lnTo>
                    <a:pt x="65317" y="299725"/>
                  </a:lnTo>
                  <a:lnTo>
                    <a:pt x="69562" y="302881"/>
                  </a:lnTo>
                  <a:lnTo>
                    <a:pt x="73904" y="305901"/>
                  </a:lnTo>
                  <a:lnTo>
                    <a:pt x="78339" y="308781"/>
                  </a:lnTo>
                  <a:lnTo>
                    <a:pt x="82864" y="311520"/>
                  </a:lnTo>
                  <a:lnTo>
                    <a:pt x="87472" y="314115"/>
                  </a:lnTo>
                  <a:lnTo>
                    <a:pt x="92161" y="316563"/>
                  </a:lnTo>
                  <a:lnTo>
                    <a:pt x="96924" y="318861"/>
                  </a:lnTo>
                  <a:lnTo>
                    <a:pt x="101758" y="321007"/>
                  </a:lnTo>
                  <a:lnTo>
                    <a:pt x="106657" y="322999"/>
                  </a:lnTo>
                  <a:lnTo>
                    <a:pt x="111617" y="324835"/>
                  </a:lnTo>
                  <a:lnTo>
                    <a:pt x="116633" y="326513"/>
                  </a:lnTo>
                  <a:lnTo>
                    <a:pt x="121699" y="328032"/>
                  </a:lnTo>
                  <a:lnTo>
                    <a:pt x="126810" y="329390"/>
                  </a:lnTo>
                  <a:lnTo>
                    <a:pt x="131962" y="330585"/>
                  </a:lnTo>
                  <a:lnTo>
                    <a:pt x="137150" y="331617"/>
                  </a:lnTo>
                  <a:lnTo>
                    <a:pt x="142367" y="332485"/>
                  </a:lnTo>
                  <a:lnTo>
                    <a:pt x="147609" y="333186"/>
                  </a:lnTo>
                  <a:lnTo>
                    <a:pt x="152871" y="333722"/>
                  </a:lnTo>
                  <a:lnTo>
                    <a:pt x="158147" y="334091"/>
                  </a:lnTo>
                  <a:lnTo>
                    <a:pt x="163432" y="334293"/>
                  </a:lnTo>
                  <a:lnTo>
                    <a:pt x="168720" y="334327"/>
                  </a:lnTo>
                  <a:lnTo>
                    <a:pt x="174007" y="334194"/>
                  </a:lnTo>
                  <a:lnTo>
                    <a:pt x="179288" y="333894"/>
                  </a:lnTo>
                  <a:lnTo>
                    <a:pt x="184556" y="333427"/>
                  </a:lnTo>
                  <a:lnTo>
                    <a:pt x="189807" y="332794"/>
                  </a:lnTo>
                  <a:lnTo>
                    <a:pt x="195035" y="331995"/>
                  </a:lnTo>
                  <a:lnTo>
                    <a:pt x="200235" y="331031"/>
                  </a:lnTo>
                  <a:lnTo>
                    <a:pt x="205402" y="329903"/>
                  </a:lnTo>
                  <a:lnTo>
                    <a:pt x="210531" y="328612"/>
                  </a:lnTo>
                  <a:lnTo>
                    <a:pt x="215617" y="327159"/>
                  </a:lnTo>
                  <a:lnTo>
                    <a:pt x="220654" y="325547"/>
                  </a:lnTo>
                  <a:lnTo>
                    <a:pt x="225637" y="323775"/>
                  </a:lnTo>
                  <a:lnTo>
                    <a:pt x="230562" y="321847"/>
                  </a:lnTo>
                  <a:lnTo>
                    <a:pt x="235423" y="319764"/>
                  </a:lnTo>
                  <a:lnTo>
                    <a:pt x="240217" y="317529"/>
                  </a:lnTo>
                  <a:lnTo>
                    <a:pt x="244937" y="315143"/>
                  </a:lnTo>
                  <a:lnTo>
                    <a:pt x="249579" y="312608"/>
                  </a:lnTo>
                  <a:lnTo>
                    <a:pt x="254138" y="309929"/>
                  </a:lnTo>
                  <a:lnTo>
                    <a:pt x="258611" y="307106"/>
                  </a:lnTo>
                  <a:lnTo>
                    <a:pt x="262992" y="304143"/>
                  </a:lnTo>
                  <a:lnTo>
                    <a:pt x="267277" y="301043"/>
                  </a:lnTo>
                  <a:lnTo>
                    <a:pt x="271462" y="297809"/>
                  </a:lnTo>
                  <a:lnTo>
                    <a:pt x="275543" y="294445"/>
                  </a:lnTo>
                  <a:lnTo>
                    <a:pt x="279515" y="290952"/>
                  </a:lnTo>
                  <a:lnTo>
                    <a:pt x="283374" y="287336"/>
                  </a:lnTo>
                  <a:lnTo>
                    <a:pt x="287118" y="283600"/>
                  </a:lnTo>
                  <a:lnTo>
                    <a:pt x="290741" y="279747"/>
                  </a:lnTo>
                  <a:lnTo>
                    <a:pt x="294240" y="275782"/>
                  </a:lnTo>
                  <a:lnTo>
                    <a:pt x="297613" y="271708"/>
                  </a:lnTo>
                  <a:lnTo>
                    <a:pt x="300855" y="267529"/>
                  </a:lnTo>
                  <a:lnTo>
                    <a:pt x="303962" y="263249"/>
                  </a:lnTo>
                  <a:lnTo>
                    <a:pt x="306934" y="258874"/>
                  </a:lnTo>
                  <a:lnTo>
                    <a:pt x="309765" y="254407"/>
                  </a:lnTo>
                  <a:lnTo>
                    <a:pt x="312453" y="249852"/>
                  </a:lnTo>
                  <a:lnTo>
                    <a:pt x="314996" y="245215"/>
                  </a:lnTo>
                  <a:lnTo>
                    <a:pt x="317391" y="240499"/>
                  </a:lnTo>
                  <a:lnTo>
                    <a:pt x="319636" y="235710"/>
                  </a:lnTo>
                  <a:lnTo>
                    <a:pt x="321728" y="230853"/>
                  </a:lnTo>
                  <a:lnTo>
                    <a:pt x="323665" y="225931"/>
                  </a:lnTo>
                  <a:lnTo>
                    <a:pt x="325445" y="220951"/>
                  </a:lnTo>
                  <a:lnTo>
                    <a:pt x="327068" y="215917"/>
                  </a:lnTo>
                  <a:lnTo>
                    <a:pt x="328530" y="210835"/>
                  </a:lnTo>
                  <a:lnTo>
                    <a:pt x="329830" y="205708"/>
                  </a:lnTo>
                  <a:lnTo>
                    <a:pt x="330968" y="200543"/>
                  </a:lnTo>
                  <a:lnTo>
                    <a:pt x="331942" y="195345"/>
                  </a:lnTo>
                  <a:lnTo>
                    <a:pt x="332751" y="190118"/>
                  </a:lnTo>
                  <a:lnTo>
                    <a:pt x="333394" y="184869"/>
                  </a:lnTo>
                  <a:lnTo>
                    <a:pt x="333871" y="179601"/>
                  </a:lnTo>
                  <a:lnTo>
                    <a:pt x="334181" y="174322"/>
                  </a:lnTo>
                  <a:lnTo>
                    <a:pt x="334324" y="169035"/>
                  </a:lnTo>
                  <a:lnTo>
                    <a:pt x="334299" y="163746"/>
                  </a:lnTo>
                  <a:lnTo>
                    <a:pt x="334107" y="158460"/>
                  </a:lnTo>
                  <a:lnTo>
                    <a:pt x="333748" y="153184"/>
                  </a:lnTo>
                  <a:lnTo>
                    <a:pt x="333223" y="147921"/>
                  </a:lnTo>
                  <a:lnTo>
                    <a:pt x="332531" y="142678"/>
                  </a:lnTo>
                  <a:lnTo>
                    <a:pt x="331673" y="137459"/>
                  </a:lnTo>
                  <a:lnTo>
                    <a:pt x="330651" y="132270"/>
                  </a:lnTo>
                  <a:lnTo>
                    <a:pt x="329465" y="127115"/>
                  </a:lnTo>
                  <a:lnTo>
                    <a:pt x="328117" y="122001"/>
                  </a:lnTo>
                  <a:lnTo>
                    <a:pt x="326608" y="116932"/>
                  </a:lnTo>
                  <a:lnTo>
                    <a:pt x="324939" y="111914"/>
                  </a:lnTo>
                  <a:lnTo>
                    <a:pt x="323112" y="106950"/>
                  </a:lnTo>
                  <a:lnTo>
                    <a:pt x="321129" y="102047"/>
                  </a:lnTo>
                  <a:lnTo>
                    <a:pt x="318992" y="97210"/>
                  </a:lnTo>
                  <a:lnTo>
                    <a:pt x="316703" y="92442"/>
                  </a:lnTo>
                  <a:lnTo>
                    <a:pt x="314264" y="87749"/>
                  </a:lnTo>
                  <a:lnTo>
                    <a:pt x="311678" y="83135"/>
                  </a:lnTo>
                  <a:lnTo>
                    <a:pt x="308948" y="78606"/>
                  </a:lnTo>
                  <a:lnTo>
                    <a:pt x="306075" y="74165"/>
                  </a:lnTo>
                  <a:lnTo>
                    <a:pt x="303064" y="69817"/>
                  </a:lnTo>
                  <a:lnTo>
                    <a:pt x="299916" y="65567"/>
                  </a:lnTo>
                  <a:lnTo>
                    <a:pt x="296636" y="61418"/>
                  </a:lnTo>
                  <a:lnTo>
                    <a:pt x="293225" y="57376"/>
                  </a:lnTo>
                  <a:lnTo>
                    <a:pt x="289689" y="53443"/>
                  </a:lnTo>
                  <a:lnTo>
                    <a:pt x="286030" y="49624"/>
                  </a:lnTo>
                  <a:lnTo>
                    <a:pt x="282253" y="45923"/>
                  </a:lnTo>
                  <a:lnTo>
                    <a:pt x="278359" y="42343"/>
                  </a:lnTo>
                  <a:lnTo>
                    <a:pt x="274355" y="38888"/>
                  </a:lnTo>
                  <a:lnTo>
                    <a:pt x="270243" y="35561"/>
                  </a:lnTo>
                  <a:lnTo>
                    <a:pt x="266029" y="32366"/>
                  </a:lnTo>
                  <a:lnTo>
                    <a:pt x="261715" y="29306"/>
                  </a:lnTo>
                  <a:lnTo>
                    <a:pt x="257306" y="26384"/>
                  </a:lnTo>
                  <a:lnTo>
                    <a:pt x="252808" y="23603"/>
                  </a:lnTo>
                  <a:lnTo>
                    <a:pt x="248223" y="20966"/>
                  </a:lnTo>
                  <a:lnTo>
                    <a:pt x="243558" y="18475"/>
                  </a:lnTo>
                  <a:lnTo>
                    <a:pt x="238816" y="16133"/>
                  </a:lnTo>
                  <a:lnTo>
                    <a:pt x="234002" y="13942"/>
                  </a:lnTo>
                  <a:lnTo>
                    <a:pt x="229122" y="11904"/>
                  </a:lnTo>
                  <a:lnTo>
                    <a:pt x="224179" y="10022"/>
                  </a:lnTo>
                  <a:lnTo>
                    <a:pt x="219179" y="8297"/>
                  </a:lnTo>
                  <a:lnTo>
                    <a:pt x="214128" y="6731"/>
                  </a:lnTo>
                  <a:lnTo>
                    <a:pt x="209029" y="5326"/>
                  </a:lnTo>
                  <a:lnTo>
                    <a:pt x="203888" y="4083"/>
                  </a:lnTo>
                  <a:lnTo>
                    <a:pt x="198711" y="3003"/>
                  </a:lnTo>
                  <a:lnTo>
                    <a:pt x="193502" y="2087"/>
                  </a:lnTo>
                  <a:lnTo>
                    <a:pt x="188267" y="1336"/>
                  </a:lnTo>
                  <a:lnTo>
                    <a:pt x="183010" y="752"/>
                  </a:lnTo>
                  <a:lnTo>
                    <a:pt x="177738" y="334"/>
                  </a:lnTo>
                  <a:lnTo>
                    <a:pt x="172455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622" y="5018213"/>
              <a:ext cx="98" cy="167167"/>
            </a:xfrm>
            <a:custGeom>
              <a:avLst/>
              <a:pathLst>
                <a:path w="98" h="167167">
                  <a:moveTo>
                    <a:pt x="0" y="0"/>
                  </a:moveTo>
                  <a:lnTo>
                    <a:pt x="98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622" y="5018213"/>
              <a:ext cx="98" cy="167167"/>
            </a:xfrm>
            <a:custGeom>
              <a:avLst/>
              <a:pathLst>
                <a:path w="98" h="167167">
                  <a:moveTo>
                    <a:pt x="0" y="0"/>
                  </a:moveTo>
                  <a:lnTo>
                    <a:pt x="98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622" y="5018213"/>
              <a:ext cx="98" cy="167167"/>
            </a:xfrm>
            <a:custGeom>
              <a:avLst/>
              <a:pathLst>
                <a:path w="98" h="167167">
                  <a:moveTo>
                    <a:pt x="0" y="0"/>
                  </a:moveTo>
                  <a:lnTo>
                    <a:pt x="98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622" y="5018213"/>
              <a:ext cx="98" cy="167167"/>
            </a:xfrm>
            <a:custGeom>
              <a:avLst/>
              <a:pathLst>
                <a:path w="98" h="167167">
                  <a:moveTo>
                    <a:pt x="0" y="0"/>
                  </a:moveTo>
                  <a:lnTo>
                    <a:pt x="9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622" y="5018213"/>
              <a:ext cx="98" cy="167167"/>
            </a:xfrm>
            <a:custGeom>
              <a:avLst/>
              <a:pathLst>
                <a:path w="98" h="167167">
                  <a:moveTo>
                    <a:pt x="0" y="0"/>
                  </a:moveTo>
                  <a:lnTo>
                    <a:pt x="9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622" y="5018213"/>
              <a:ext cx="98" cy="167167"/>
            </a:xfrm>
            <a:custGeom>
              <a:avLst/>
              <a:pathLst>
                <a:path w="98" h="167167">
                  <a:moveTo>
                    <a:pt x="0" y="0"/>
                  </a:moveTo>
                  <a:lnTo>
                    <a:pt x="9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622" y="5018213"/>
              <a:ext cx="98" cy="167167"/>
            </a:xfrm>
            <a:custGeom>
              <a:avLst/>
              <a:pathLst>
                <a:path w="98" h="167167">
                  <a:moveTo>
                    <a:pt x="0" y="0"/>
                  </a:moveTo>
                  <a:lnTo>
                    <a:pt x="9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622" y="5018213"/>
              <a:ext cx="98" cy="167167"/>
            </a:xfrm>
            <a:custGeom>
              <a:avLst/>
              <a:pathLst>
                <a:path w="98" h="167167">
                  <a:moveTo>
                    <a:pt x="0" y="0"/>
                  </a:moveTo>
                  <a:lnTo>
                    <a:pt x="98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622" y="5018213"/>
              <a:ext cx="98" cy="167167"/>
            </a:xfrm>
            <a:custGeom>
              <a:avLst/>
              <a:pathLst>
                <a:path w="98" h="167167">
                  <a:moveTo>
                    <a:pt x="0" y="0"/>
                  </a:moveTo>
                  <a:lnTo>
                    <a:pt x="98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321569" y="5018213"/>
              <a:ext cx="334313" cy="334332"/>
            </a:xfrm>
            <a:custGeom>
              <a:avLst/>
              <a:pathLst>
                <a:path w="334313" h="334332">
                  <a:moveTo>
                    <a:pt x="167053" y="0"/>
                  </a:moveTo>
                  <a:lnTo>
                    <a:pt x="161758" y="86"/>
                  </a:lnTo>
                  <a:lnTo>
                    <a:pt x="156469" y="341"/>
                  </a:lnTo>
                  <a:lnTo>
                    <a:pt x="151191" y="763"/>
                  </a:lnTo>
                  <a:lnTo>
                    <a:pt x="145928" y="1352"/>
                  </a:lnTo>
                  <a:lnTo>
                    <a:pt x="140687" y="2108"/>
                  </a:lnTo>
                  <a:lnTo>
                    <a:pt x="135473" y="3029"/>
                  </a:lnTo>
                  <a:lnTo>
                    <a:pt x="130290" y="4114"/>
                  </a:lnTo>
                  <a:lnTo>
                    <a:pt x="125144" y="5363"/>
                  </a:lnTo>
                  <a:lnTo>
                    <a:pt x="120040" y="6775"/>
                  </a:lnTo>
                  <a:lnTo>
                    <a:pt x="114984" y="8348"/>
                  </a:lnTo>
                  <a:lnTo>
                    <a:pt x="109980" y="10080"/>
                  </a:lnTo>
                  <a:lnTo>
                    <a:pt x="105033" y="11969"/>
                  </a:lnTo>
                  <a:lnTo>
                    <a:pt x="100149" y="14014"/>
                  </a:lnTo>
                  <a:lnTo>
                    <a:pt x="95332" y="16213"/>
                  </a:lnTo>
                  <a:lnTo>
                    <a:pt x="90587" y="18564"/>
                  </a:lnTo>
                  <a:lnTo>
                    <a:pt x="85919" y="21063"/>
                  </a:lnTo>
                  <a:lnTo>
                    <a:pt x="81332" y="23710"/>
                  </a:lnTo>
                  <a:lnTo>
                    <a:pt x="76832" y="26500"/>
                  </a:lnTo>
                  <a:lnTo>
                    <a:pt x="72422" y="29431"/>
                  </a:lnTo>
                  <a:lnTo>
                    <a:pt x="68107" y="32500"/>
                  </a:lnTo>
                  <a:lnTo>
                    <a:pt x="63891" y="35705"/>
                  </a:lnTo>
                  <a:lnTo>
                    <a:pt x="59779" y="39041"/>
                  </a:lnTo>
                  <a:lnTo>
                    <a:pt x="55775" y="42506"/>
                  </a:lnTo>
                  <a:lnTo>
                    <a:pt x="51883" y="46096"/>
                  </a:lnTo>
                  <a:lnTo>
                    <a:pt x="48106" y="49808"/>
                  </a:lnTo>
                  <a:lnTo>
                    <a:pt x="44449" y="53637"/>
                  </a:lnTo>
                  <a:lnTo>
                    <a:pt x="40914" y="57580"/>
                  </a:lnTo>
                  <a:lnTo>
                    <a:pt x="37507" y="61634"/>
                  </a:lnTo>
                  <a:lnTo>
                    <a:pt x="34229" y="65793"/>
                  </a:lnTo>
                  <a:lnTo>
                    <a:pt x="31085" y="70054"/>
                  </a:lnTo>
                  <a:lnTo>
                    <a:pt x="28078" y="74412"/>
                  </a:lnTo>
                  <a:lnTo>
                    <a:pt x="25210" y="78863"/>
                  </a:lnTo>
                  <a:lnTo>
                    <a:pt x="22484" y="83403"/>
                  </a:lnTo>
                  <a:lnTo>
                    <a:pt x="19904" y="88027"/>
                  </a:lnTo>
                  <a:lnTo>
                    <a:pt x="17471" y="92730"/>
                  </a:lnTo>
                  <a:lnTo>
                    <a:pt x="15189" y="97508"/>
                  </a:lnTo>
                  <a:lnTo>
                    <a:pt x="13059" y="102356"/>
                  </a:lnTo>
                  <a:lnTo>
                    <a:pt x="11083" y="107269"/>
                  </a:lnTo>
                  <a:lnTo>
                    <a:pt x="9264" y="112243"/>
                  </a:lnTo>
                  <a:lnTo>
                    <a:pt x="7604" y="117271"/>
                  </a:lnTo>
                  <a:lnTo>
                    <a:pt x="6104" y="122349"/>
                  </a:lnTo>
                  <a:lnTo>
                    <a:pt x="4765" y="127472"/>
                  </a:lnTo>
                  <a:lnTo>
                    <a:pt x="3589" y="132635"/>
                  </a:lnTo>
                  <a:lnTo>
                    <a:pt x="2578" y="137833"/>
                  </a:lnTo>
                  <a:lnTo>
                    <a:pt x="1731" y="143060"/>
                  </a:lnTo>
                  <a:lnTo>
                    <a:pt x="1051" y="148312"/>
                  </a:lnTo>
                  <a:lnTo>
                    <a:pt x="537" y="153582"/>
                  </a:lnTo>
                  <a:lnTo>
                    <a:pt x="190" y="158866"/>
                  </a:lnTo>
                  <a:lnTo>
                    <a:pt x="11" y="164158"/>
                  </a:lnTo>
                  <a:lnTo>
                    <a:pt x="0" y="169453"/>
                  </a:lnTo>
                  <a:lnTo>
                    <a:pt x="156" y="174746"/>
                  </a:lnTo>
                  <a:lnTo>
                    <a:pt x="480" y="180031"/>
                  </a:lnTo>
                  <a:lnTo>
                    <a:pt x="971" y="185304"/>
                  </a:lnTo>
                  <a:lnTo>
                    <a:pt x="1628" y="190558"/>
                  </a:lnTo>
                  <a:lnTo>
                    <a:pt x="2452" y="195789"/>
                  </a:lnTo>
                  <a:lnTo>
                    <a:pt x="3442" y="200991"/>
                  </a:lnTo>
                  <a:lnTo>
                    <a:pt x="4595" y="206159"/>
                  </a:lnTo>
                  <a:lnTo>
                    <a:pt x="5911" y="211288"/>
                  </a:lnTo>
                  <a:lnTo>
                    <a:pt x="7390" y="216373"/>
                  </a:lnTo>
                  <a:lnTo>
                    <a:pt x="9028" y="221408"/>
                  </a:lnTo>
                  <a:lnTo>
                    <a:pt x="10826" y="226389"/>
                  </a:lnTo>
                  <a:lnTo>
                    <a:pt x="12780" y="231310"/>
                  </a:lnTo>
                  <a:lnTo>
                    <a:pt x="14889" y="236168"/>
                  </a:lnTo>
                  <a:lnTo>
                    <a:pt x="17151" y="240956"/>
                  </a:lnTo>
                  <a:lnTo>
                    <a:pt x="19563" y="245669"/>
                  </a:lnTo>
                  <a:lnTo>
                    <a:pt x="22123" y="250304"/>
                  </a:lnTo>
                  <a:lnTo>
                    <a:pt x="24829" y="254856"/>
                  </a:lnTo>
                  <a:lnTo>
                    <a:pt x="27678" y="259320"/>
                  </a:lnTo>
                  <a:lnTo>
                    <a:pt x="30667" y="263691"/>
                  </a:lnTo>
                  <a:lnTo>
                    <a:pt x="33792" y="267965"/>
                  </a:lnTo>
                  <a:lnTo>
                    <a:pt x="37052" y="272139"/>
                  </a:lnTo>
                  <a:lnTo>
                    <a:pt x="40442" y="276207"/>
                  </a:lnTo>
                  <a:lnTo>
                    <a:pt x="43959" y="280165"/>
                  </a:lnTo>
                  <a:lnTo>
                    <a:pt x="47600" y="284010"/>
                  </a:lnTo>
                  <a:lnTo>
                    <a:pt x="51360" y="287738"/>
                  </a:lnTo>
                  <a:lnTo>
                    <a:pt x="55237" y="291345"/>
                  </a:lnTo>
                  <a:lnTo>
                    <a:pt x="59226" y="294827"/>
                  </a:lnTo>
                  <a:lnTo>
                    <a:pt x="63324" y="298181"/>
                  </a:lnTo>
                  <a:lnTo>
                    <a:pt x="67525" y="301404"/>
                  </a:lnTo>
                  <a:lnTo>
                    <a:pt x="71827" y="304492"/>
                  </a:lnTo>
                  <a:lnTo>
                    <a:pt x="76224" y="307442"/>
                  </a:lnTo>
                  <a:lnTo>
                    <a:pt x="80713" y="310252"/>
                  </a:lnTo>
                  <a:lnTo>
                    <a:pt x="85288" y="312918"/>
                  </a:lnTo>
                  <a:lnTo>
                    <a:pt x="89945" y="315438"/>
                  </a:lnTo>
                  <a:lnTo>
                    <a:pt x="94680" y="317808"/>
                  </a:lnTo>
                  <a:lnTo>
                    <a:pt x="99488" y="320028"/>
                  </a:lnTo>
                  <a:lnTo>
                    <a:pt x="104363" y="322095"/>
                  </a:lnTo>
                  <a:lnTo>
                    <a:pt x="109301" y="324006"/>
                  </a:lnTo>
                  <a:lnTo>
                    <a:pt x="114298" y="325759"/>
                  </a:lnTo>
                  <a:lnTo>
                    <a:pt x="119347" y="327353"/>
                  </a:lnTo>
                  <a:lnTo>
                    <a:pt x="124445" y="328787"/>
                  </a:lnTo>
                  <a:lnTo>
                    <a:pt x="129585" y="330059"/>
                  </a:lnTo>
                  <a:lnTo>
                    <a:pt x="134763" y="331167"/>
                  </a:lnTo>
                  <a:lnTo>
                    <a:pt x="139974" y="332110"/>
                  </a:lnTo>
                  <a:lnTo>
                    <a:pt x="145212" y="332888"/>
                  </a:lnTo>
                  <a:lnTo>
                    <a:pt x="150471" y="333500"/>
                  </a:lnTo>
                  <a:lnTo>
                    <a:pt x="155748" y="333945"/>
                  </a:lnTo>
                  <a:lnTo>
                    <a:pt x="161036" y="334222"/>
                  </a:lnTo>
                  <a:lnTo>
                    <a:pt x="166330" y="334332"/>
                  </a:lnTo>
                  <a:lnTo>
                    <a:pt x="171625" y="334274"/>
                  </a:lnTo>
                  <a:lnTo>
                    <a:pt x="176915" y="334049"/>
                  </a:lnTo>
                  <a:lnTo>
                    <a:pt x="182196" y="333656"/>
                  </a:lnTo>
                  <a:lnTo>
                    <a:pt x="187462" y="333096"/>
                  </a:lnTo>
                  <a:lnTo>
                    <a:pt x="192707" y="332369"/>
                  </a:lnTo>
                  <a:lnTo>
                    <a:pt x="197926" y="331477"/>
                  </a:lnTo>
                  <a:lnTo>
                    <a:pt x="203115" y="330420"/>
                  </a:lnTo>
                  <a:lnTo>
                    <a:pt x="208267" y="329199"/>
                  </a:lnTo>
                  <a:lnTo>
                    <a:pt x="213379" y="327816"/>
                  </a:lnTo>
                  <a:lnTo>
                    <a:pt x="218444" y="326271"/>
                  </a:lnTo>
                  <a:lnTo>
                    <a:pt x="223457" y="324566"/>
                  </a:lnTo>
                  <a:lnTo>
                    <a:pt x="228414" y="322704"/>
                  </a:lnTo>
                  <a:lnTo>
                    <a:pt x="233310" y="320686"/>
                  </a:lnTo>
                  <a:lnTo>
                    <a:pt x="238139" y="318513"/>
                  </a:lnTo>
                  <a:lnTo>
                    <a:pt x="242897" y="316189"/>
                  </a:lnTo>
                  <a:lnTo>
                    <a:pt x="247579" y="313715"/>
                  </a:lnTo>
                  <a:lnTo>
                    <a:pt x="252180" y="311094"/>
                  </a:lnTo>
                  <a:lnTo>
                    <a:pt x="256696" y="308329"/>
                  </a:lnTo>
                  <a:lnTo>
                    <a:pt x="261122" y="305422"/>
                  </a:lnTo>
                  <a:lnTo>
                    <a:pt x="265453" y="302377"/>
                  </a:lnTo>
                  <a:lnTo>
                    <a:pt x="269686" y="299195"/>
                  </a:lnTo>
                  <a:lnTo>
                    <a:pt x="273817" y="295882"/>
                  </a:lnTo>
                  <a:lnTo>
                    <a:pt x="277840" y="292439"/>
                  </a:lnTo>
                  <a:lnTo>
                    <a:pt x="281752" y="288870"/>
                  </a:lnTo>
                  <a:lnTo>
                    <a:pt x="285549" y="285179"/>
                  </a:lnTo>
                  <a:lnTo>
                    <a:pt x="289227" y="281370"/>
                  </a:lnTo>
                  <a:lnTo>
                    <a:pt x="292783" y="277446"/>
                  </a:lnTo>
                  <a:lnTo>
                    <a:pt x="296213" y="273412"/>
                  </a:lnTo>
                  <a:lnTo>
                    <a:pt x="299513" y="269271"/>
                  </a:lnTo>
                  <a:lnTo>
                    <a:pt x="302681" y="265028"/>
                  </a:lnTo>
                  <a:lnTo>
                    <a:pt x="305712" y="260686"/>
                  </a:lnTo>
                  <a:lnTo>
                    <a:pt x="308605" y="256250"/>
                  </a:lnTo>
                  <a:lnTo>
                    <a:pt x="311355" y="251726"/>
                  </a:lnTo>
                  <a:lnTo>
                    <a:pt x="313961" y="247116"/>
                  </a:lnTo>
                  <a:lnTo>
                    <a:pt x="316420" y="242426"/>
                  </a:lnTo>
                  <a:lnTo>
                    <a:pt x="318728" y="237661"/>
                  </a:lnTo>
                  <a:lnTo>
                    <a:pt x="320885" y="232824"/>
                  </a:lnTo>
                  <a:lnTo>
                    <a:pt x="322887" y="227922"/>
                  </a:lnTo>
                  <a:lnTo>
                    <a:pt x="324734" y="222959"/>
                  </a:lnTo>
                  <a:lnTo>
                    <a:pt x="326422" y="217940"/>
                  </a:lnTo>
                  <a:lnTo>
                    <a:pt x="327950" y="212870"/>
                  </a:lnTo>
                  <a:lnTo>
                    <a:pt x="329317" y="207755"/>
                  </a:lnTo>
                  <a:lnTo>
                    <a:pt x="330521" y="202598"/>
                  </a:lnTo>
                  <a:lnTo>
                    <a:pt x="331561" y="197406"/>
                  </a:lnTo>
                  <a:lnTo>
                    <a:pt x="332436" y="192184"/>
                  </a:lnTo>
                  <a:lnTo>
                    <a:pt x="333146" y="186936"/>
                  </a:lnTo>
                  <a:lnTo>
                    <a:pt x="333689" y="181669"/>
                  </a:lnTo>
                  <a:lnTo>
                    <a:pt x="334064" y="176387"/>
                  </a:lnTo>
                  <a:lnTo>
                    <a:pt x="334273" y="171096"/>
                  </a:lnTo>
                  <a:lnTo>
                    <a:pt x="334313" y="165801"/>
                  </a:lnTo>
                  <a:lnTo>
                    <a:pt x="334186" y="160507"/>
                  </a:lnTo>
                  <a:lnTo>
                    <a:pt x="333891" y="155220"/>
                  </a:lnTo>
                  <a:lnTo>
                    <a:pt x="333429" y="149945"/>
                  </a:lnTo>
                  <a:lnTo>
                    <a:pt x="332800" y="144687"/>
                  </a:lnTo>
                  <a:lnTo>
                    <a:pt x="332005" y="139452"/>
                  </a:lnTo>
                  <a:lnTo>
                    <a:pt x="331045" y="134244"/>
                  </a:lnTo>
                  <a:lnTo>
                    <a:pt x="329920" y="129070"/>
                  </a:lnTo>
                  <a:lnTo>
                    <a:pt x="328631" y="123934"/>
                  </a:lnTo>
                  <a:lnTo>
                    <a:pt x="327181" y="118841"/>
                  </a:lnTo>
                  <a:lnTo>
                    <a:pt x="325570" y="113797"/>
                  </a:lnTo>
                  <a:lnTo>
                    <a:pt x="323800" y="108806"/>
                  </a:lnTo>
                  <a:lnTo>
                    <a:pt x="321873" y="103874"/>
                  </a:lnTo>
                  <a:lnTo>
                    <a:pt x="319791" y="99005"/>
                  </a:lnTo>
                  <a:lnTo>
                    <a:pt x="317556" y="94205"/>
                  </a:lnTo>
                  <a:lnTo>
                    <a:pt x="315169" y="89478"/>
                  </a:lnTo>
                  <a:lnTo>
                    <a:pt x="312635" y="84829"/>
                  </a:lnTo>
                  <a:lnTo>
                    <a:pt x="309954" y="80262"/>
                  </a:lnTo>
                  <a:lnTo>
                    <a:pt x="307130" y="75783"/>
                  </a:lnTo>
                  <a:lnTo>
                    <a:pt x="304165" y="71395"/>
                  </a:lnTo>
                  <a:lnTo>
                    <a:pt x="301063" y="67104"/>
                  </a:lnTo>
                  <a:lnTo>
                    <a:pt x="297827" y="62913"/>
                  </a:lnTo>
                  <a:lnTo>
                    <a:pt x="294459" y="58826"/>
                  </a:lnTo>
                  <a:lnTo>
                    <a:pt x="290964" y="54848"/>
                  </a:lnTo>
                  <a:lnTo>
                    <a:pt x="287344" y="50983"/>
                  </a:lnTo>
                  <a:lnTo>
                    <a:pt x="283604" y="47235"/>
                  </a:lnTo>
                  <a:lnTo>
                    <a:pt x="279747" y="43607"/>
                  </a:lnTo>
                  <a:lnTo>
                    <a:pt x="275777" y="40103"/>
                  </a:lnTo>
                  <a:lnTo>
                    <a:pt x="271698" y="36726"/>
                  </a:lnTo>
                  <a:lnTo>
                    <a:pt x="267514" y="33480"/>
                  </a:lnTo>
                  <a:lnTo>
                    <a:pt x="263230" y="30368"/>
                  </a:lnTo>
                  <a:lnTo>
                    <a:pt x="258849" y="27394"/>
                  </a:lnTo>
                  <a:lnTo>
                    <a:pt x="254376" y="24560"/>
                  </a:lnTo>
                  <a:lnTo>
                    <a:pt x="249816" y="21869"/>
                  </a:lnTo>
                  <a:lnTo>
                    <a:pt x="245172" y="19323"/>
                  </a:lnTo>
                  <a:lnTo>
                    <a:pt x="240450" y="16926"/>
                  </a:lnTo>
                  <a:lnTo>
                    <a:pt x="235655" y="14680"/>
                  </a:lnTo>
                  <a:lnTo>
                    <a:pt x="230791" y="12587"/>
                  </a:lnTo>
                  <a:lnTo>
                    <a:pt x="225863" y="10649"/>
                  </a:lnTo>
                  <a:lnTo>
                    <a:pt x="220877" y="8868"/>
                  </a:lnTo>
                  <a:lnTo>
                    <a:pt x="215836" y="7246"/>
                  </a:lnTo>
                  <a:lnTo>
                    <a:pt x="210747" y="5784"/>
                  </a:lnTo>
                  <a:lnTo>
                    <a:pt x="205613" y="4484"/>
                  </a:lnTo>
                  <a:lnTo>
                    <a:pt x="200441" y="3348"/>
                  </a:lnTo>
                  <a:lnTo>
                    <a:pt x="195236" y="2376"/>
                  </a:lnTo>
                  <a:lnTo>
                    <a:pt x="190003" y="1569"/>
                  </a:lnTo>
                  <a:lnTo>
                    <a:pt x="184746" y="928"/>
                  </a:lnTo>
                  <a:lnTo>
                    <a:pt x="179472" y="454"/>
                  </a:lnTo>
                  <a:lnTo>
                    <a:pt x="174186" y="148"/>
                  </a:lnTo>
                  <a:lnTo>
                    <a:pt x="168893" y="9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488720" y="5018213"/>
              <a:ext cx="1741" cy="167167"/>
            </a:xfrm>
            <a:custGeom>
              <a:avLst/>
              <a:pathLst>
                <a:path w="1741" h="167167">
                  <a:moveTo>
                    <a:pt x="1741" y="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816285" y="5269756"/>
              <a:ext cx="148215" cy="167167"/>
            </a:xfrm>
            <a:custGeom>
              <a:avLst/>
              <a:pathLst>
                <a:path w="148215" h="167167">
                  <a:moveTo>
                    <a:pt x="148215" y="0"/>
                  </a:moveTo>
                  <a:lnTo>
                    <a:pt x="142695" y="91"/>
                  </a:lnTo>
                  <a:lnTo>
                    <a:pt x="137180" y="364"/>
                  </a:lnTo>
                  <a:lnTo>
                    <a:pt x="131678" y="820"/>
                  </a:lnTo>
                  <a:lnTo>
                    <a:pt x="126193" y="1456"/>
                  </a:lnTo>
                  <a:lnTo>
                    <a:pt x="120733" y="2274"/>
                  </a:lnTo>
                  <a:lnTo>
                    <a:pt x="115302" y="3272"/>
                  </a:lnTo>
                  <a:lnTo>
                    <a:pt x="109907" y="4448"/>
                  </a:lnTo>
                  <a:lnTo>
                    <a:pt x="104555" y="5802"/>
                  </a:lnTo>
                  <a:lnTo>
                    <a:pt x="99249" y="7332"/>
                  </a:lnTo>
                  <a:lnTo>
                    <a:pt x="93998" y="9036"/>
                  </a:lnTo>
                  <a:lnTo>
                    <a:pt x="88805" y="10913"/>
                  </a:lnTo>
                  <a:lnTo>
                    <a:pt x="83677" y="12960"/>
                  </a:lnTo>
                  <a:lnTo>
                    <a:pt x="78620" y="15176"/>
                  </a:lnTo>
                  <a:lnTo>
                    <a:pt x="73638" y="17557"/>
                  </a:lnTo>
                  <a:lnTo>
                    <a:pt x="68738" y="20101"/>
                  </a:lnTo>
                  <a:lnTo>
                    <a:pt x="63925" y="22806"/>
                  </a:lnTo>
                  <a:lnTo>
                    <a:pt x="59203" y="25669"/>
                  </a:lnTo>
                  <a:lnTo>
                    <a:pt x="54579" y="28685"/>
                  </a:lnTo>
                  <a:lnTo>
                    <a:pt x="50057" y="31853"/>
                  </a:lnTo>
                  <a:lnTo>
                    <a:pt x="45641" y="35169"/>
                  </a:lnTo>
                  <a:lnTo>
                    <a:pt x="41338" y="38628"/>
                  </a:lnTo>
                  <a:lnTo>
                    <a:pt x="37152" y="42228"/>
                  </a:lnTo>
                  <a:lnTo>
                    <a:pt x="33086" y="45964"/>
                  </a:lnTo>
                  <a:lnTo>
                    <a:pt x="29146" y="49832"/>
                  </a:lnTo>
                  <a:lnTo>
                    <a:pt x="25336" y="53828"/>
                  </a:lnTo>
                  <a:lnTo>
                    <a:pt x="21660" y="57948"/>
                  </a:lnTo>
                  <a:lnTo>
                    <a:pt x="18122" y="62187"/>
                  </a:lnTo>
                  <a:lnTo>
                    <a:pt x="14726" y="66541"/>
                  </a:lnTo>
                  <a:lnTo>
                    <a:pt x="11476" y="71004"/>
                  </a:lnTo>
                  <a:lnTo>
                    <a:pt x="8375" y="75572"/>
                  </a:lnTo>
                  <a:lnTo>
                    <a:pt x="5426" y="80240"/>
                  </a:lnTo>
                  <a:lnTo>
                    <a:pt x="2634" y="85003"/>
                  </a:lnTo>
                  <a:lnTo>
                    <a:pt x="0" y="89856"/>
                  </a:lnTo>
                  <a:lnTo>
                    <a:pt x="148215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797336" y="5269756"/>
              <a:ext cx="334319" cy="334331"/>
            </a:xfrm>
            <a:custGeom>
              <a:avLst/>
              <a:pathLst>
                <a:path w="334319" h="334331">
                  <a:moveTo>
                    <a:pt x="18948" y="89856"/>
                  </a:moveTo>
                  <a:lnTo>
                    <a:pt x="16575" y="94587"/>
                  </a:lnTo>
                  <a:lnTo>
                    <a:pt x="14352" y="99391"/>
                  </a:lnTo>
                  <a:lnTo>
                    <a:pt x="12283" y="104264"/>
                  </a:lnTo>
                  <a:lnTo>
                    <a:pt x="10369" y="109199"/>
                  </a:lnTo>
                  <a:lnTo>
                    <a:pt x="8613" y="114192"/>
                  </a:lnTo>
                  <a:lnTo>
                    <a:pt x="7015" y="119238"/>
                  </a:lnTo>
                  <a:lnTo>
                    <a:pt x="5578" y="124333"/>
                  </a:lnTo>
                  <a:lnTo>
                    <a:pt x="4303" y="129470"/>
                  </a:lnTo>
                  <a:lnTo>
                    <a:pt x="3191" y="134645"/>
                  </a:lnTo>
                  <a:lnTo>
                    <a:pt x="2243" y="139853"/>
                  </a:lnTo>
                  <a:lnTo>
                    <a:pt x="1461" y="145088"/>
                  </a:lnTo>
                  <a:lnTo>
                    <a:pt x="845" y="150345"/>
                  </a:lnTo>
                  <a:lnTo>
                    <a:pt x="396" y="155620"/>
                  </a:lnTo>
                  <a:lnTo>
                    <a:pt x="114" y="160905"/>
                  </a:lnTo>
                  <a:lnTo>
                    <a:pt x="0" y="166197"/>
                  </a:lnTo>
                  <a:lnTo>
                    <a:pt x="53" y="171490"/>
                  </a:lnTo>
                  <a:lnTo>
                    <a:pt x="273" y="176779"/>
                  </a:lnTo>
                  <a:lnTo>
                    <a:pt x="661" y="182058"/>
                  </a:lnTo>
                  <a:lnTo>
                    <a:pt x="1216" y="187322"/>
                  </a:lnTo>
                  <a:lnTo>
                    <a:pt x="1937" y="192566"/>
                  </a:lnTo>
                  <a:lnTo>
                    <a:pt x="2824" y="197784"/>
                  </a:lnTo>
                  <a:lnTo>
                    <a:pt x="3876" y="202972"/>
                  </a:lnTo>
                  <a:lnTo>
                    <a:pt x="5092" y="208124"/>
                  </a:lnTo>
                  <a:lnTo>
                    <a:pt x="6470" y="213235"/>
                  </a:lnTo>
                  <a:lnTo>
                    <a:pt x="8009" y="218299"/>
                  </a:lnTo>
                  <a:lnTo>
                    <a:pt x="9707" y="223312"/>
                  </a:lnTo>
                  <a:lnTo>
                    <a:pt x="11564" y="228269"/>
                  </a:lnTo>
                  <a:lnTo>
                    <a:pt x="13576" y="233165"/>
                  </a:lnTo>
                  <a:lnTo>
                    <a:pt x="15743" y="237995"/>
                  </a:lnTo>
                  <a:lnTo>
                    <a:pt x="18061" y="242753"/>
                  </a:lnTo>
                  <a:lnTo>
                    <a:pt x="20529" y="247436"/>
                  </a:lnTo>
                  <a:lnTo>
                    <a:pt x="23144" y="252038"/>
                  </a:lnTo>
                  <a:lnTo>
                    <a:pt x="25903" y="256556"/>
                  </a:lnTo>
                  <a:lnTo>
                    <a:pt x="28804" y="260983"/>
                  </a:lnTo>
                  <a:lnTo>
                    <a:pt x="31844" y="265317"/>
                  </a:lnTo>
                  <a:lnTo>
                    <a:pt x="35019" y="269552"/>
                  </a:lnTo>
                  <a:lnTo>
                    <a:pt x="38327" y="273684"/>
                  </a:lnTo>
                  <a:lnTo>
                    <a:pt x="41764" y="277710"/>
                  </a:lnTo>
                  <a:lnTo>
                    <a:pt x="45327" y="281625"/>
                  </a:lnTo>
                  <a:lnTo>
                    <a:pt x="49011" y="285425"/>
                  </a:lnTo>
                  <a:lnTo>
                    <a:pt x="52815" y="289106"/>
                  </a:lnTo>
                  <a:lnTo>
                    <a:pt x="56733" y="292665"/>
                  </a:lnTo>
                  <a:lnTo>
                    <a:pt x="60761" y="296099"/>
                  </a:lnTo>
                  <a:lnTo>
                    <a:pt x="64897" y="299403"/>
                  </a:lnTo>
                  <a:lnTo>
                    <a:pt x="69135" y="302574"/>
                  </a:lnTo>
                  <a:lnTo>
                    <a:pt x="73471" y="305610"/>
                  </a:lnTo>
                  <a:lnTo>
                    <a:pt x="77901" y="308507"/>
                  </a:lnTo>
                  <a:lnTo>
                    <a:pt x="82421" y="311262"/>
                  </a:lnTo>
                  <a:lnTo>
                    <a:pt x="87025" y="313873"/>
                  </a:lnTo>
                  <a:lnTo>
                    <a:pt x="91710" y="316337"/>
                  </a:lnTo>
                  <a:lnTo>
                    <a:pt x="96471" y="318651"/>
                  </a:lnTo>
                  <a:lnTo>
                    <a:pt x="101302" y="320813"/>
                  </a:lnTo>
                  <a:lnTo>
                    <a:pt x="106200" y="322821"/>
                  </a:lnTo>
                  <a:lnTo>
                    <a:pt x="111158" y="324674"/>
                  </a:lnTo>
                  <a:lnTo>
                    <a:pt x="116173" y="326368"/>
                  </a:lnTo>
                  <a:lnTo>
                    <a:pt x="121239" y="327902"/>
                  </a:lnTo>
                  <a:lnTo>
                    <a:pt x="126351" y="329276"/>
                  </a:lnTo>
                  <a:lnTo>
                    <a:pt x="131504" y="330487"/>
                  </a:lnTo>
                  <a:lnTo>
                    <a:pt x="136693" y="331534"/>
                  </a:lnTo>
                  <a:lnTo>
                    <a:pt x="141912" y="332416"/>
                  </a:lnTo>
                  <a:lnTo>
                    <a:pt x="147156" y="333133"/>
                  </a:lnTo>
                  <a:lnTo>
                    <a:pt x="152421" y="333683"/>
                  </a:lnTo>
                  <a:lnTo>
                    <a:pt x="157700" y="334066"/>
                  </a:lnTo>
                  <a:lnTo>
                    <a:pt x="162989" y="334282"/>
                  </a:lnTo>
                  <a:lnTo>
                    <a:pt x="168282" y="334331"/>
                  </a:lnTo>
                  <a:lnTo>
                    <a:pt x="173574" y="334211"/>
                  </a:lnTo>
                  <a:lnTo>
                    <a:pt x="178860" y="333925"/>
                  </a:lnTo>
                  <a:lnTo>
                    <a:pt x="184133" y="333471"/>
                  </a:lnTo>
                  <a:lnTo>
                    <a:pt x="189390" y="332850"/>
                  </a:lnTo>
                  <a:lnTo>
                    <a:pt x="194625" y="332064"/>
                  </a:lnTo>
                  <a:lnTo>
                    <a:pt x="199831" y="331111"/>
                  </a:lnTo>
                  <a:lnTo>
                    <a:pt x="205006" y="329995"/>
                  </a:lnTo>
                  <a:lnTo>
                    <a:pt x="210142" y="328715"/>
                  </a:lnTo>
                  <a:lnTo>
                    <a:pt x="215235" y="327274"/>
                  </a:lnTo>
                  <a:lnTo>
                    <a:pt x="220280" y="325671"/>
                  </a:lnTo>
                  <a:lnTo>
                    <a:pt x="225272" y="323910"/>
                  </a:lnTo>
                  <a:lnTo>
                    <a:pt x="230205" y="321992"/>
                  </a:lnTo>
                  <a:lnTo>
                    <a:pt x="235075" y="319918"/>
                  </a:lnTo>
                  <a:lnTo>
                    <a:pt x="239877" y="317692"/>
                  </a:lnTo>
                  <a:lnTo>
                    <a:pt x="244607" y="315314"/>
                  </a:lnTo>
                  <a:lnTo>
                    <a:pt x="249258" y="312788"/>
                  </a:lnTo>
                  <a:lnTo>
                    <a:pt x="253828" y="310116"/>
                  </a:lnTo>
                  <a:lnTo>
                    <a:pt x="258310" y="307300"/>
                  </a:lnTo>
                  <a:lnTo>
                    <a:pt x="262701" y="304345"/>
                  </a:lnTo>
                  <a:lnTo>
                    <a:pt x="266996" y="301251"/>
                  </a:lnTo>
                  <a:lnTo>
                    <a:pt x="271191" y="298023"/>
                  </a:lnTo>
                  <a:lnTo>
                    <a:pt x="275282" y="294664"/>
                  </a:lnTo>
                  <a:lnTo>
                    <a:pt x="279264" y="291177"/>
                  </a:lnTo>
                  <a:lnTo>
                    <a:pt x="283134" y="287566"/>
                  </a:lnTo>
                  <a:lnTo>
                    <a:pt x="286888" y="283834"/>
                  </a:lnTo>
                  <a:lnTo>
                    <a:pt x="290522" y="279985"/>
                  </a:lnTo>
                  <a:lnTo>
                    <a:pt x="294032" y="276023"/>
                  </a:lnTo>
                  <a:lnTo>
                    <a:pt x="297415" y="271951"/>
                  </a:lnTo>
                  <a:lnTo>
                    <a:pt x="300667" y="267775"/>
                  </a:lnTo>
                  <a:lnTo>
                    <a:pt x="303785" y="263498"/>
                  </a:lnTo>
                  <a:lnTo>
                    <a:pt x="306767" y="259124"/>
                  </a:lnTo>
                  <a:lnTo>
                    <a:pt x="309608" y="254658"/>
                  </a:lnTo>
                  <a:lnTo>
                    <a:pt x="312307" y="250104"/>
                  </a:lnTo>
                  <a:lnTo>
                    <a:pt x="314860" y="245467"/>
                  </a:lnTo>
                  <a:lnTo>
                    <a:pt x="317265" y="240752"/>
                  </a:lnTo>
                  <a:lnTo>
                    <a:pt x="319519" y="235963"/>
                  </a:lnTo>
                  <a:lnTo>
                    <a:pt x="321621" y="231105"/>
                  </a:lnTo>
                  <a:lnTo>
                    <a:pt x="323568" y="226183"/>
                  </a:lnTo>
                  <a:lnTo>
                    <a:pt x="325358" y="221201"/>
                  </a:lnTo>
                  <a:lnTo>
                    <a:pt x="326989" y="216166"/>
                  </a:lnTo>
                  <a:lnTo>
                    <a:pt x="328460" y="211081"/>
                  </a:lnTo>
                  <a:lnTo>
                    <a:pt x="329770" y="205952"/>
                  </a:lnTo>
                  <a:lnTo>
                    <a:pt x="330916" y="200785"/>
                  </a:lnTo>
                  <a:lnTo>
                    <a:pt x="331899" y="195583"/>
                  </a:lnTo>
                  <a:lnTo>
                    <a:pt x="332716" y="190354"/>
                  </a:lnTo>
                  <a:lnTo>
                    <a:pt x="333367" y="185100"/>
                  </a:lnTo>
                  <a:lnTo>
                    <a:pt x="333851" y="179829"/>
                  </a:lnTo>
                  <a:lnTo>
                    <a:pt x="334169" y="174546"/>
                  </a:lnTo>
                  <a:lnTo>
                    <a:pt x="334319" y="169255"/>
                  </a:lnTo>
                  <a:lnTo>
                    <a:pt x="334301" y="163961"/>
                  </a:lnTo>
                  <a:lnTo>
                    <a:pt x="334116" y="158671"/>
                  </a:lnTo>
                  <a:lnTo>
                    <a:pt x="333763" y="153390"/>
                  </a:lnTo>
                  <a:lnTo>
                    <a:pt x="333243" y="148122"/>
                  </a:lnTo>
                  <a:lnTo>
                    <a:pt x="332557" y="142874"/>
                  </a:lnTo>
                  <a:lnTo>
                    <a:pt x="331705" y="137649"/>
                  </a:lnTo>
                  <a:lnTo>
                    <a:pt x="330688" y="132455"/>
                  </a:lnTo>
                  <a:lnTo>
                    <a:pt x="329507" y="127295"/>
                  </a:lnTo>
                  <a:lnTo>
                    <a:pt x="328163" y="122175"/>
                  </a:lnTo>
                  <a:lnTo>
                    <a:pt x="326658" y="117100"/>
                  </a:lnTo>
                  <a:lnTo>
                    <a:pt x="324993" y="112076"/>
                  </a:lnTo>
                  <a:lnTo>
                    <a:pt x="323170" y="107106"/>
                  </a:lnTo>
                  <a:lnTo>
                    <a:pt x="321190" y="102197"/>
                  </a:lnTo>
                  <a:lnTo>
                    <a:pt x="319056" y="97353"/>
                  </a:lnTo>
                  <a:lnTo>
                    <a:pt x="316769" y="92580"/>
                  </a:lnTo>
                  <a:lnTo>
                    <a:pt x="314333" y="87880"/>
                  </a:lnTo>
                  <a:lnTo>
                    <a:pt x="311749" y="83261"/>
                  </a:lnTo>
                  <a:lnTo>
                    <a:pt x="309020" y="78725"/>
                  </a:lnTo>
                  <a:lnTo>
                    <a:pt x="306148" y="74278"/>
                  </a:lnTo>
                  <a:lnTo>
                    <a:pt x="303138" y="69925"/>
                  </a:lnTo>
                  <a:lnTo>
                    <a:pt x="299991" y="65668"/>
                  </a:lnTo>
                  <a:lnTo>
                    <a:pt x="296711" y="61514"/>
                  </a:lnTo>
                  <a:lnTo>
                    <a:pt x="293301" y="57465"/>
                  </a:lnTo>
                  <a:lnTo>
                    <a:pt x="289765" y="53527"/>
                  </a:lnTo>
                  <a:lnTo>
                    <a:pt x="286105" y="49702"/>
                  </a:lnTo>
                  <a:lnTo>
                    <a:pt x="282327" y="45995"/>
                  </a:lnTo>
                  <a:lnTo>
                    <a:pt x="278432" y="42410"/>
                  </a:lnTo>
                  <a:lnTo>
                    <a:pt x="274427" y="38950"/>
                  </a:lnTo>
                  <a:lnTo>
                    <a:pt x="270314" y="35618"/>
                  </a:lnTo>
                  <a:lnTo>
                    <a:pt x="266097" y="32418"/>
                  </a:lnTo>
                  <a:lnTo>
                    <a:pt x="261781" y="29353"/>
                  </a:lnTo>
                  <a:lnTo>
                    <a:pt x="257371" y="26427"/>
                  </a:lnTo>
                  <a:lnTo>
                    <a:pt x="252869" y="23642"/>
                  </a:lnTo>
                  <a:lnTo>
                    <a:pt x="248282" y="21000"/>
                  </a:lnTo>
                  <a:lnTo>
                    <a:pt x="243614" y="18505"/>
                  </a:lnTo>
                  <a:lnTo>
                    <a:pt x="238869" y="16159"/>
                  </a:lnTo>
                  <a:lnTo>
                    <a:pt x="234052" y="13965"/>
                  </a:lnTo>
                  <a:lnTo>
                    <a:pt x="229168" y="11924"/>
                  </a:lnTo>
                  <a:lnTo>
                    <a:pt x="224222" y="10038"/>
                  </a:lnTo>
                  <a:lnTo>
                    <a:pt x="219219" y="8311"/>
                  </a:lnTo>
                  <a:lnTo>
                    <a:pt x="214163" y="6742"/>
                  </a:lnTo>
                  <a:lnTo>
                    <a:pt x="209060" y="5335"/>
                  </a:lnTo>
                  <a:lnTo>
                    <a:pt x="203916" y="4089"/>
                  </a:lnTo>
                  <a:lnTo>
                    <a:pt x="198734" y="3008"/>
                  </a:lnTo>
                  <a:lnTo>
                    <a:pt x="193521" y="2090"/>
                  </a:lnTo>
                  <a:lnTo>
                    <a:pt x="188281" y="1339"/>
                  </a:lnTo>
                  <a:lnTo>
                    <a:pt x="183021" y="753"/>
                  </a:lnTo>
                  <a:lnTo>
                    <a:pt x="177744" y="335"/>
                  </a:lnTo>
                  <a:lnTo>
                    <a:pt x="172457" y="83"/>
                  </a:lnTo>
                  <a:lnTo>
                    <a:pt x="167164" y="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2897" y="5399291"/>
              <a:ext cx="3318" cy="167167"/>
            </a:xfrm>
            <a:custGeom>
              <a:avLst/>
              <a:pathLst>
                <a:path w="3318" h="167167">
                  <a:moveTo>
                    <a:pt x="3318" y="0"/>
                  </a:moveTo>
                  <a:lnTo>
                    <a:pt x="0" y="32"/>
                  </a:lnTo>
                  <a:lnTo>
                    <a:pt x="3318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2897" y="5399324"/>
              <a:ext cx="3318" cy="167134"/>
            </a:xfrm>
            <a:custGeom>
              <a:avLst/>
              <a:pathLst>
                <a:path w="3318" h="167134">
                  <a:moveTo>
                    <a:pt x="0" y="0"/>
                  </a:moveTo>
                  <a:lnTo>
                    <a:pt x="3318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2897" y="5399324"/>
              <a:ext cx="3318" cy="167134"/>
            </a:xfrm>
            <a:custGeom>
              <a:avLst/>
              <a:pathLst>
                <a:path w="3318" h="167134">
                  <a:moveTo>
                    <a:pt x="0" y="0"/>
                  </a:moveTo>
                  <a:lnTo>
                    <a:pt x="3318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2897" y="5399324"/>
              <a:ext cx="3318" cy="167134"/>
            </a:xfrm>
            <a:custGeom>
              <a:avLst/>
              <a:pathLst>
                <a:path w="3318" h="167134">
                  <a:moveTo>
                    <a:pt x="0" y="0"/>
                  </a:moveTo>
                  <a:lnTo>
                    <a:pt x="3318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2897" y="5399324"/>
              <a:ext cx="3318" cy="167134"/>
            </a:xfrm>
            <a:custGeom>
              <a:avLst/>
              <a:pathLst>
                <a:path w="3318" h="167134">
                  <a:moveTo>
                    <a:pt x="0" y="0"/>
                  </a:moveTo>
                  <a:lnTo>
                    <a:pt x="3318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2897" y="5399324"/>
              <a:ext cx="3318" cy="167134"/>
            </a:xfrm>
            <a:custGeom>
              <a:avLst/>
              <a:pathLst>
                <a:path w="3318" h="167134">
                  <a:moveTo>
                    <a:pt x="0" y="0"/>
                  </a:moveTo>
                  <a:lnTo>
                    <a:pt x="3318" y="16713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82897" y="5399324"/>
              <a:ext cx="3318" cy="167134"/>
            </a:xfrm>
            <a:custGeom>
              <a:avLst/>
              <a:pathLst>
                <a:path w="3318" h="167134">
                  <a:moveTo>
                    <a:pt x="0" y="0"/>
                  </a:moveTo>
                  <a:lnTo>
                    <a:pt x="3318" y="16713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319048" y="5399324"/>
              <a:ext cx="334323" cy="334294"/>
            </a:xfrm>
            <a:custGeom>
              <a:avLst/>
              <a:pathLst>
                <a:path w="334323" h="334294">
                  <a:moveTo>
                    <a:pt x="163849" y="0"/>
                  </a:moveTo>
                  <a:lnTo>
                    <a:pt x="158565" y="188"/>
                  </a:lnTo>
                  <a:lnTo>
                    <a:pt x="153290" y="544"/>
                  </a:lnTo>
                  <a:lnTo>
                    <a:pt x="148029" y="1066"/>
                  </a:lnTo>
                  <a:lnTo>
                    <a:pt x="142787" y="1754"/>
                  </a:lnTo>
                  <a:lnTo>
                    <a:pt x="137570" y="2607"/>
                  </a:lnTo>
                  <a:lnTo>
                    <a:pt x="132382" y="3626"/>
                  </a:lnTo>
                  <a:lnTo>
                    <a:pt x="127229" y="4807"/>
                  </a:lnTo>
                  <a:lnTo>
                    <a:pt x="122116" y="6152"/>
                  </a:lnTo>
                  <a:lnTo>
                    <a:pt x="117048" y="7657"/>
                  </a:lnTo>
                  <a:lnTo>
                    <a:pt x="112030" y="9321"/>
                  </a:lnTo>
                  <a:lnTo>
                    <a:pt x="107067" y="11144"/>
                  </a:lnTo>
                  <a:lnTo>
                    <a:pt x="102164" y="13122"/>
                  </a:lnTo>
                  <a:lnTo>
                    <a:pt x="97327" y="15255"/>
                  </a:lnTo>
                  <a:lnTo>
                    <a:pt x="92559" y="17539"/>
                  </a:lnTo>
                  <a:lnTo>
                    <a:pt x="87866" y="19973"/>
                  </a:lnTo>
                  <a:lnTo>
                    <a:pt x="83252" y="22555"/>
                  </a:lnTo>
                  <a:lnTo>
                    <a:pt x="78722" y="25280"/>
                  </a:lnTo>
                  <a:lnTo>
                    <a:pt x="74280" y="28148"/>
                  </a:lnTo>
                  <a:lnTo>
                    <a:pt x="69932" y="31155"/>
                  </a:lnTo>
                  <a:lnTo>
                    <a:pt x="65680" y="34298"/>
                  </a:lnTo>
                  <a:lnTo>
                    <a:pt x="61531" y="37573"/>
                  </a:lnTo>
                  <a:lnTo>
                    <a:pt x="57486" y="40979"/>
                  </a:lnTo>
                  <a:lnTo>
                    <a:pt x="53552" y="44510"/>
                  </a:lnTo>
                  <a:lnTo>
                    <a:pt x="49731" y="48164"/>
                  </a:lnTo>
                  <a:lnTo>
                    <a:pt x="46028" y="51937"/>
                  </a:lnTo>
                  <a:lnTo>
                    <a:pt x="42446" y="55826"/>
                  </a:lnTo>
                  <a:lnTo>
                    <a:pt x="38988" y="59825"/>
                  </a:lnTo>
                  <a:lnTo>
                    <a:pt x="35659" y="63932"/>
                  </a:lnTo>
                  <a:lnTo>
                    <a:pt x="32461" y="68142"/>
                  </a:lnTo>
                  <a:lnTo>
                    <a:pt x="29398" y="72451"/>
                  </a:lnTo>
                  <a:lnTo>
                    <a:pt x="26473" y="76855"/>
                  </a:lnTo>
                  <a:lnTo>
                    <a:pt x="23689" y="81349"/>
                  </a:lnTo>
                  <a:lnTo>
                    <a:pt x="21048" y="85929"/>
                  </a:lnTo>
                  <a:lnTo>
                    <a:pt x="18553" y="90591"/>
                  </a:lnTo>
                  <a:lnTo>
                    <a:pt x="16207" y="95328"/>
                  </a:lnTo>
                  <a:lnTo>
                    <a:pt x="14012" y="100138"/>
                  </a:lnTo>
                  <a:lnTo>
                    <a:pt x="11970" y="105015"/>
                  </a:lnTo>
                  <a:lnTo>
                    <a:pt x="10083" y="109953"/>
                  </a:lnTo>
                  <a:lnTo>
                    <a:pt x="8353" y="114949"/>
                  </a:lnTo>
                  <a:lnTo>
                    <a:pt x="6783" y="119997"/>
                  </a:lnTo>
                  <a:lnTo>
                    <a:pt x="5372" y="125093"/>
                  </a:lnTo>
                  <a:lnTo>
                    <a:pt x="4124" y="130230"/>
                  </a:lnTo>
                  <a:lnTo>
                    <a:pt x="3038" y="135404"/>
                  </a:lnTo>
                  <a:lnTo>
                    <a:pt x="2117" y="140610"/>
                  </a:lnTo>
                  <a:lnTo>
                    <a:pt x="1361" y="145843"/>
                  </a:lnTo>
                  <a:lnTo>
                    <a:pt x="770" y="151096"/>
                  </a:lnTo>
                  <a:lnTo>
                    <a:pt x="347" y="156366"/>
                  </a:lnTo>
                  <a:lnTo>
                    <a:pt x="89" y="161647"/>
                  </a:lnTo>
                  <a:lnTo>
                    <a:pt x="0" y="166933"/>
                  </a:lnTo>
                  <a:lnTo>
                    <a:pt x="77" y="172219"/>
                  </a:lnTo>
                  <a:lnTo>
                    <a:pt x="321" y="177500"/>
                  </a:lnTo>
                  <a:lnTo>
                    <a:pt x="732" y="182771"/>
                  </a:lnTo>
                  <a:lnTo>
                    <a:pt x="1310" y="188027"/>
                  </a:lnTo>
                  <a:lnTo>
                    <a:pt x="2054" y="193261"/>
                  </a:lnTo>
                  <a:lnTo>
                    <a:pt x="2962" y="198469"/>
                  </a:lnTo>
                  <a:lnTo>
                    <a:pt x="4035" y="203646"/>
                  </a:lnTo>
                  <a:lnTo>
                    <a:pt x="5272" y="208786"/>
                  </a:lnTo>
                  <a:lnTo>
                    <a:pt x="6670" y="213885"/>
                  </a:lnTo>
                  <a:lnTo>
                    <a:pt x="8228" y="218937"/>
                  </a:lnTo>
                  <a:lnTo>
                    <a:pt x="9946" y="223937"/>
                  </a:lnTo>
                  <a:lnTo>
                    <a:pt x="11821" y="228880"/>
                  </a:lnTo>
                  <a:lnTo>
                    <a:pt x="13851" y="233761"/>
                  </a:lnTo>
                  <a:lnTo>
                    <a:pt x="16035" y="238576"/>
                  </a:lnTo>
                  <a:lnTo>
                    <a:pt x="18369" y="243320"/>
                  </a:lnTo>
                  <a:lnTo>
                    <a:pt x="20853" y="247987"/>
                  </a:lnTo>
                  <a:lnTo>
                    <a:pt x="23483" y="252573"/>
                  </a:lnTo>
                  <a:lnTo>
                    <a:pt x="26256" y="257074"/>
                  </a:lnTo>
                  <a:lnTo>
                    <a:pt x="29171" y="261485"/>
                  </a:lnTo>
                  <a:lnTo>
                    <a:pt x="32224" y="265802"/>
                  </a:lnTo>
                  <a:lnTo>
                    <a:pt x="35411" y="270019"/>
                  </a:lnTo>
                  <a:lnTo>
                    <a:pt x="38731" y="274134"/>
                  </a:lnTo>
                  <a:lnTo>
                    <a:pt x="42178" y="278142"/>
                  </a:lnTo>
                  <a:lnTo>
                    <a:pt x="45751" y="282039"/>
                  </a:lnTo>
                  <a:lnTo>
                    <a:pt x="49445" y="285821"/>
                  </a:lnTo>
                  <a:lnTo>
                    <a:pt x="53257" y="289484"/>
                  </a:lnTo>
                  <a:lnTo>
                    <a:pt x="57183" y="293025"/>
                  </a:lnTo>
                  <a:lnTo>
                    <a:pt x="61219" y="296440"/>
                  </a:lnTo>
                  <a:lnTo>
                    <a:pt x="65361" y="299726"/>
                  </a:lnTo>
                  <a:lnTo>
                    <a:pt x="69605" y="302879"/>
                  </a:lnTo>
                  <a:lnTo>
                    <a:pt x="73946" y="305896"/>
                  </a:lnTo>
                  <a:lnTo>
                    <a:pt x="78381" y="308774"/>
                  </a:lnTo>
                  <a:lnTo>
                    <a:pt x="82904" y="311511"/>
                  </a:lnTo>
                  <a:lnTo>
                    <a:pt x="87512" y="314104"/>
                  </a:lnTo>
                  <a:lnTo>
                    <a:pt x="92199" y="316549"/>
                  </a:lnTo>
                  <a:lnTo>
                    <a:pt x="96962" y="318845"/>
                  </a:lnTo>
                  <a:lnTo>
                    <a:pt x="101794" y="320989"/>
                  </a:lnTo>
                  <a:lnTo>
                    <a:pt x="106692" y="322979"/>
                  </a:lnTo>
                  <a:lnTo>
                    <a:pt x="111650" y="324814"/>
                  </a:lnTo>
                  <a:lnTo>
                    <a:pt x="116664" y="326490"/>
                  </a:lnTo>
                  <a:lnTo>
                    <a:pt x="121729" y="328008"/>
                  </a:lnTo>
                  <a:lnTo>
                    <a:pt x="126839" y="329364"/>
                  </a:lnTo>
                  <a:lnTo>
                    <a:pt x="131989" y="330558"/>
                  </a:lnTo>
                  <a:lnTo>
                    <a:pt x="137174" y="331589"/>
                  </a:lnTo>
                  <a:lnTo>
                    <a:pt x="142390" y="332455"/>
                  </a:lnTo>
                  <a:lnTo>
                    <a:pt x="147630" y="333156"/>
                  </a:lnTo>
                  <a:lnTo>
                    <a:pt x="152890" y="333691"/>
                  </a:lnTo>
                  <a:lnTo>
                    <a:pt x="158164" y="334059"/>
                  </a:lnTo>
                  <a:lnTo>
                    <a:pt x="163447" y="334260"/>
                  </a:lnTo>
                  <a:lnTo>
                    <a:pt x="168733" y="334294"/>
                  </a:lnTo>
                  <a:lnTo>
                    <a:pt x="174019" y="334161"/>
                  </a:lnTo>
                  <a:lnTo>
                    <a:pt x="179297" y="333861"/>
                  </a:lnTo>
                  <a:lnTo>
                    <a:pt x="184563" y="333394"/>
                  </a:lnTo>
                  <a:lnTo>
                    <a:pt x="189812" y="332761"/>
                  </a:lnTo>
                  <a:lnTo>
                    <a:pt x="195038" y="331962"/>
                  </a:lnTo>
                  <a:lnTo>
                    <a:pt x="200236" y="330998"/>
                  </a:lnTo>
                  <a:lnTo>
                    <a:pt x="205402" y="329870"/>
                  </a:lnTo>
                  <a:lnTo>
                    <a:pt x="210528" y="328580"/>
                  </a:lnTo>
                  <a:lnTo>
                    <a:pt x="215612" y="327128"/>
                  </a:lnTo>
                  <a:lnTo>
                    <a:pt x="220647" y="325516"/>
                  </a:lnTo>
                  <a:lnTo>
                    <a:pt x="225629" y="323745"/>
                  </a:lnTo>
                  <a:lnTo>
                    <a:pt x="230552" y="321818"/>
                  </a:lnTo>
                  <a:lnTo>
                    <a:pt x="235412" y="319737"/>
                  </a:lnTo>
                  <a:lnTo>
                    <a:pt x="240203" y="317502"/>
                  </a:lnTo>
                  <a:lnTo>
                    <a:pt x="244922" y="315118"/>
                  </a:lnTo>
                  <a:lnTo>
                    <a:pt x="249562" y="312585"/>
                  </a:lnTo>
                  <a:lnTo>
                    <a:pt x="254121" y="309907"/>
                  </a:lnTo>
                  <a:lnTo>
                    <a:pt x="258592" y="307085"/>
                  </a:lnTo>
                  <a:lnTo>
                    <a:pt x="262972" y="304124"/>
                  </a:lnTo>
                  <a:lnTo>
                    <a:pt x="267256" y="301026"/>
                  </a:lnTo>
                  <a:lnTo>
                    <a:pt x="271440" y="297794"/>
                  </a:lnTo>
                  <a:lnTo>
                    <a:pt x="275519" y="294432"/>
                  </a:lnTo>
                  <a:lnTo>
                    <a:pt x="279490" y="290942"/>
                  </a:lnTo>
                  <a:lnTo>
                    <a:pt x="283349" y="287328"/>
                  </a:lnTo>
                  <a:lnTo>
                    <a:pt x="287092" y="283594"/>
                  </a:lnTo>
                  <a:lnTo>
                    <a:pt x="290715" y="279743"/>
                  </a:lnTo>
                  <a:lnTo>
                    <a:pt x="294214" y="275780"/>
                  </a:lnTo>
                  <a:lnTo>
                    <a:pt x="297586" y="271708"/>
                  </a:lnTo>
                  <a:lnTo>
                    <a:pt x="300828" y="267532"/>
                  </a:lnTo>
                  <a:lnTo>
                    <a:pt x="303936" y="263255"/>
                  </a:lnTo>
                  <a:lnTo>
                    <a:pt x="306907" y="258882"/>
                  </a:lnTo>
                  <a:lnTo>
                    <a:pt x="309738" y="254417"/>
                  </a:lnTo>
                  <a:lnTo>
                    <a:pt x="312427" y="249865"/>
                  </a:lnTo>
                  <a:lnTo>
                    <a:pt x="314970" y="245230"/>
                  </a:lnTo>
                  <a:lnTo>
                    <a:pt x="317366" y="240517"/>
                  </a:lnTo>
                  <a:lnTo>
                    <a:pt x="319612" y="235731"/>
                  </a:lnTo>
                  <a:lnTo>
                    <a:pt x="321704" y="230876"/>
                  </a:lnTo>
                  <a:lnTo>
                    <a:pt x="323643" y="225958"/>
                  </a:lnTo>
                  <a:lnTo>
                    <a:pt x="325425" y="220980"/>
                  </a:lnTo>
                  <a:lnTo>
                    <a:pt x="327048" y="215949"/>
                  </a:lnTo>
                  <a:lnTo>
                    <a:pt x="328512" y="210868"/>
                  </a:lnTo>
                  <a:lnTo>
                    <a:pt x="329814" y="205744"/>
                  </a:lnTo>
                  <a:lnTo>
                    <a:pt x="330954" y="200582"/>
                  </a:lnTo>
                  <a:lnTo>
                    <a:pt x="331930" y="195386"/>
                  </a:lnTo>
                  <a:lnTo>
                    <a:pt x="332741" y="190162"/>
                  </a:lnTo>
                  <a:lnTo>
                    <a:pt x="333386" y="184914"/>
                  </a:lnTo>
                  <a:lnTo>
                    <a:pt x="333865" y="179649"/>
                  </a:lnTo>
                  <a:lnTo>
                    <a:pt x="334178" y="174372"/>
                  </a:lnTo>
                  <a:lnTo>
                    <a:pt x="334323" y="169087"/>
                  </a:lnTo>
                  <a:lnTo>
                    <a:pt x="334301" y="163800"/>
                  </a:lnTo>
                  <a:lnTo>
                    <a:pt x="334112" y="158516"/>
                  </a:lnTo>
                  <a:lnTo>
                    <a:pt x="333756" y="153242"/>
                  </a:lnTo>
                  <a:lnTo>
                    <a:pt x="333233" y="147981"/>
                  </a:lnTo>
                  <a:lnTo>
                    <a:pt x="332545" y="142739"/>
                  </a:lnTo>
                  <a:lnTo>
                    <a:pt x="331691" y="137521"/>
                  </a:lnTo>
                  <a:lnTo>
                    <a:pt x="330672" y="132334"/>
                  </a:lnTo>
                  <a:lnTo>
                    <a:pt x="329490" y="127181"/>
                  </a:lnTo>
                  <a:lnTo>
                    <a:pt x="328145" y="122068"/>
                  </a:lnTo>
                  <a:lnTo>
                    <a:pt x="326639" y="117000"/>
                  </a:lnTo>
                  <a:lnTo>
                    <a:pt x="324974" y="111982"/>
                  </a:lnTo>
                  <a:lnTo>
                    <a:pt x="323151" y="107019"/>
                  </a:lnTo>
                  <a:lnTo>
                    <a:pt x="321172" y="102117"/>
                  </a:lnTo>
                  <a:lnTo>
                    <a:pt x="319039" y="97279"/>
                  </a:lnTo>
                  <a:lnTo>
                    <a:pt x="316754" y="92512"/>
                  </a:lnTo>
                  <a:lnTo>
                    <a:pt x="314320" y="87819"/>
                  </a:lnTo>
                  <a:lnTo>
                    <a:pt x="311738" y="83205"/>
                  </a:lnTo>
                  <a:lnTo>
                    <a:pt x="309012" y="78675"/>
                  </a:lnTo>
                  <a:lnTo>
                    <a:pt x="306144" y="74234"/>
                  </a:lnTo>
                  <a:lnTo>
                    <a:pt x="303137" y="69886"/>
                  </a:lnTo>
                  <a:lnTo>
                    <a:pt x="299993" y="65635"/>
                  </a:lnTo>
                  <a:lnTo>
                    <a:pt x="296717" y="61485"/>
                  </a:lnTo>
                  <a:lnTo>
                    <a:pt x="293312" y="57442"/>
                  </a:lnTo>
                  <a:lnTo>
                    <a:pt x="289780" y="53507"/>
                  </a:lnTo>
                  <a:lnTo>
                    <a:pt x="286125" y="49687"/>
                  </a:lnTo>
                  <a:lnTo>
                    <a:pt x="282352" y="45984"/>
                  </a:lnTo>
                  <a:lnTo>
                    <a:pt x="278463" y="42402"/>
                  </a:lnTo>
                  <a:lnTo>
                    <a:pt x="274463" y="38945"/>
                  </a:lnTo>
                  <a:lnTo>
                    <a:pt x="270356" y="35616"/>
                  </a:lnTo>
                  <a:lnTo>
                    <a:pt x="266146" y="32419"/>
                  </a:lnTo>
                  <a:lnTo>
                    <a:pt x="261836" y="29356"/>
                  </a:lnTo>
                  <a:lnTo>
                    <a:pt x="257432" y="26432"/>
                  </a:lnTo>
                  <a:lnTo>
                    <a:pt x="252938" y="23648"/>
                  </a:lnTo>
                  <a:lnTo>
                    <a:pt x="248357" y="21007"/>
                  </a:lnTo>
                  <a:lnTo>
                    <a:pt x="243696" y="18513"/>
                  </a:lnTo>
                  <a:lnTo>
                    <a:pt x="238958" y="16167"/>
                  </a:lnTo>
                  <a:lnTo>
                    <a:pt x="234148" y="13972"/>
                  </a:lnTo>
                  <a:lnTo>
                    <a:pt x="229271" y="11931"/>
                  </a:lnTo>
                  <a:lnTo>
                    <a:pt x="224332" y="10045"/>
                  </a:lnTo>
                  <a:lnTo>
                    <a:pt x="219336" y="8316"/>
                  </a:lnTo>
                  <a:lnTo>
                    <a:pt x="214288" y="6745"/>
                  </a:lnTo>
                  <a:lnTo>
                    <a:pt x="209193" y="5335"/>
                  </a:lnTo>
                  <a:lnTo>
                    <a:pt x="167167" y="1671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486215" y="5399291"/>
              <a:ext cx="42025" cy="167167"/>
            </a:xfrm>
            <a:custGeom>
              <a:avLst/>
              <a:pathLst>
                <a:path w="42025" h="167167">
                  <a:moveTo>
                    <a:pt x="42025" y="5368"/>
                  </a:moveTo>
                  <a:lnTo>
                    <a:pt x="36125" y="3950"/>
                  </a:lnTo>
                  <a:lnTo>
                    <a:pt x="30177" y="2746"/>
                  </a:lnTo>
                  <a:lnTo>
                    <a:pt x="24189" y="1759"/>
                  </a:lnTo>
                  <a:lnTo>
                    <a:pt x="18170" y="990"/>
                  </a:lnTo>
                  <a:lnTo>
                    <a:pt x="12126" y="440"/>
                  </a:lnTo>
                  <a:lnTo>
                    <a:pt x="6067" y="11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970901" y="5399291"/>
              <a:ext cx="52642" cy="167167"/>
            </a:xfrm>
            <a:custGeom>
              <a:avLst/>
              <a:pathLst>
                <a:path w="52642" h="167167">
                  <a:moveTo>
                    <a:pt x="52642" y="0"/>
                  </a:moveTo>
                  <a:lnTo>
                    <a:pt x="46693" y="105"/>
                  </a:lnTo>
                  <a:lnTo>
                    <a:pt x="40751" y="423"/>
                  </a:lnTo>
                  <a:lnTo>
                    <a:pt x="34825" y="952"/>
                  </a:lnTo>
                  <a:lnTo>
                    <a:pt x="28921" y="1691"/>
                  </a:lnTo>
                  <a:lnTo>
                    <a:pt x="23047" y="2640"/>
                  </a:lnTo>
                  <a:lnTo>
                    <a:pt x="17210" y="3798"/>
                  </a:lnTo>
                  <a:lnTo>
                    <a:pt x="11419" y="5162"/>
                  </a:lnTo>
                  <a:lnTo>
                    <a:pt x="5679" y="6732"/>
                  </a:lnTo>
                  <a:lnTo>
                    <a:pt x="0" y="8505"/>
                  </a:lnTo>
                  <a:lnTo>
                    <a:pt x="5264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970901" y="5407796"/>
              <a:ext cx="52642" cy="158662"/>
            </a:xfrm>
            <a:custGeom>
              <a:avLst/>
              <a:pathLst>
                <a:path w="52642" h="158662">
                  <a:moveTo>
                    <a:pt x="0" y="0"/>
                  </a:moveTo>
                  <a:lnTo>
                    <a:pt x="52642" y="1586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970901" y="5407796"/>
              <a:ext cx="52642" cy="158662"/>
            </a:xfrm>
            <a:custGeom>
              <a:avLst/>
              <a:pathLst>
                <a:path w="52642" h="158662">
                  <a:moveTo>
                    <a:pt x="0" y="0"/>
                  </a:moveTo>
                  <a:lnTo>
                    <a:pt x="52642" y="1586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970901" y="5407796"/>
              <a:ext cx="52642" cy="158662"/>
            </a:xfrm>
            <a:custGeom>
              <a:avLst/>
              <a:pathLst>
                <a:path w="52642" h="158662">
                  <a:moveTo>
                    <a:pt x="0" y="0"/>
                  </a:moveTo>
                  <a:lnTo>
                    <a:pt x="52642" y="1586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970901" y="5407796"/>
              <a:ext cx="52642" cy="158662"/>
            </a:xfrm>
            <a:custGeom>
              <a:avLst/>
              <a:pathLst>
                <a:path w="52642" h="158662">
                  <a:moveTo>
                    <a:pt x="0" y="0"/>
                  </a:moveTo>
                  <a:lnTo>
                    <a:pt x="52642" y="1586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970901" y="5407796"/>
              <a:ext cx="52642" cy="158662"/>
            </a:xfrm>
            <a:custGeom>
              <a:avLst/>
              <a:pathLst>
                <a:path w="52642" h="158662">
                  <a:moveTo>
                    <a:pt x="0" y="0"/>
                  </a:moveTo>
                  <a:lnTo>
                    <a:pt x="52642" y="1586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856381" y="5407796"/>
              <a:ext cx="167162" cy="319679"/>
            </a:xfrm>
            <a:custGeom>
              <a:avLst/>
              <a:pathLst>
                <a:path w="167162" h="319679">
                  <a:moveTo>
                    <a:pt x="114520" y="0"/>
                  </a:moveTo>
                  <a:lnTo>
                    <a:pt x="109491" y="1757"/>
                  </a:lnTo>
                  <a:lnTo>
                    <a:pt x="104522" y="3674"/>
                  </a:lnTo>
                  <a:lnTo>
                    <a:pt x="99616" y="5748"/>
                  </a:lnTo>
                  <a:lnTo>
                    <a:pt x="94779" y="7978"/>
                  </a:lnTo>
                  <a:lnTo>
                    <a:pt x="90015" y="10360"/>
                  </a:lnTo>
                  <a:lnTo>
                    <a:pt x="85329" y="12894"/>
                  </a:lnTo>
                  <a:lnTo>
                    <a:pt x="80727" y="15575"/>
                  </a:lnTo>
                  <a:lnTo>
                    <a:pt x="76212" y="18401"/>
                  </a:lnTo>
                  <a:lnTo>
                    <a:pt x="71790" y="21370"/>
                  </a:lnTo>
                  <a:lnTo>
                    <a:pt x="67464" y="24478"/>
                  </a:lnTo>
                  <a:lnTo>
                    <a:pt x="63240" y="27722"/>
                  </a:lnTo>
                  <a:lnTo>
                    <a:pt x="59121" y="31099"/>
                  </a:lnTo>
                  <a:lnTo>
                    <a:pt x="55112" y="34606"/>
                  </a:lnTo>
                  <a:lnTo>
                    <a:pt x="51217" y="38239"/>
                  </a:lnTo>
                  <a:lnTo>
                    <a:pt x="47439" y="41994"/>
                  </a:lnTo>
                  <a:lnTo>
                    <a:pt x="43783" y="45867"/>
                  </a:lnTo>
                  <a:lnTo>
                    <a:pt x="40252" y="49855"/>
                  </a:lnTo>
                  <a:lnTo>
                    <a:pt x="36850" y="53954"/>
                  </a:lnTo>
                  <a:lnTo>
                    <a:pt x="33580" y="58158"/>
                  </a:lnTo>
                  <a:lnTo>
                    <a:pt x="30446" y="62465"/>
                  </a:lnTo>
                  <a:lnTo>
                    <a:pt x="27451" y="66870"/>
                  </a:lnTo>
                  <a:lnTo>
                    <a:pt x="24598" y="71367"/>
                  </a:lnTo>
                  <a:lnTo>
                    <a:pt x="21889" y="75953"/>
                  </a:lnTo>
                  <a:lnTo>
                    <a:pt x="19328" y="80624"/>
                  </a:lnTo>
                  <a:lnTo>
                    <a:pt x="16916" y="85373"/>
                  </a:lnTo>
                  <a:lnTo>
                    <a:pt x="14658" y="90197"/>
                  </a:lnTo>
                  <a:lnTo>
                    <a:pt x="12554" y="95090"/>
                  </a:lnTo>
                  <a:lnTo>
                    <a:pt x="10607" y="100048"/>
                  </a:lnTo>
                  <a:lnTo>
                    <a:pt x="8819" y="105065"/>
                  </a:lnTo>
                  <a:lnTo>
                    <a:pt x="7192" y="110137"/>
                  </a:lnTo>
                  <a:lnTo>
                    <a:pt x="5727" y="115258"/>
                  </a:lnTo>
                  <a:lnTo>
                    <a:pt x="4427" y="120423"/>
                  </a:lnTo>
                  <a:lnTo>
                    <a:pt x="3291" y="125627"/>
                  </a:lnTo>
                  <a:lnTo>
                    <a:pt x="2322" y="130865"/>
                  </a:lnTo>
                  <a:lnTo>
                    <a:pt x="1520" y="136130"/>
                  </a:lnTo>
                  <a:lnTo>
                    <a:pt x="886" y="141419"/>
                  </a:lnTo>
                  <a:lnTo>
                    <a:pt x="421" y="146725"/>
                  </a:lnTo>
                  <a:lnTo>
                    <a:pt x="126" y="152043"/>
                  </a:lnTo>
                  <a:lnTo>
                    <a:pt x="0" y="157368"/>
                  </a:lnTo>
                  <a:lnTo>
                    <a:pt x="43" y="162694"/>
                  </a:lnTo>
                  <a:lnTo>
                    <a:pt x="256" y="168017"/>
                  </a:lnTo>
                  <a:lnTo>
                    <a:pt x="639" y="173329"/>
                  </a:lnTo>
                  <a:lnTo>
                    <a:pt x="1191" y="178627"/>
                  </a:lnTo>
                  <a:lnTo>
                    <a:pt x="1911" y="183904"/>
                  </a:lnTo>
                  <a:lnTo>
                    <a:pt x="2799" y="189156"/>
                  </a:lnTo>
                  <a:lnTo>
                    <a:pt x="3854" y="194377"/>
                  </a:lnTo>
                  <a:lnTo>
                    <a:pt x="5075" y="199562"/>
                  </a:lnTo>
                  <a:lnTo>
                    <a:pt x="6460" y="204705"/>
                  </a:lnTo>
                  <a:lnTo>
                    <a:pt x="8009" y="209801"/>
                  </a:lnTo>
                  <a:lnTo>
                    <a:pt x="9719" y="214846"/>
                  </a:lnTo>
                  <a:lnTo>
                    <a:pt x="11589" y="219833"/>
                  </a:lnTo>
                  <a:lnTo>
                    <a:pt x="13616" y="224758"/>
                  </a:lnTo>
                  <a:lnTo>
                    <a:pt x="15800" y="229617"/>
                  </a:lnTo>
                  <a:lnTo>
                    <a:pt x="18138" y="234403"/>
                  </a:lnTo>
                  <a:lnTo>
                    <a:pt x="20626" y="239112"/>
                  </a:lnTo>
                  <a:lnTo>
                    <a:pt x="23264" y="243740"/>
                  </a:lnTo>
                  <a:lnTo>
                    <a:pt x="26047" y="248281"/>
                  </a:lnTo>
                  <a:lnTo>
                    <a:pt x="28974" y="252731"/>
                  </a:lnTo>
                  <a:lnTo>
                    <a:pt x="32041" y="257086"/>
                  </a:lnTo>
                  <a:lnTo>
                    <a:pt x="35245" y="261341"/>
                  </a:lnTo>
                  <a:lnTo>
                    <a:pt x="38583" y="265491"/>
                  </a:lnTo>
                  <a:lnTo>
                    <a:pt x="42052" y="269533"/>
                  </a:lnTo>
                  <a:lnTo>
                    <a:pt x="45648" y="273463"/>
                  </a:lnTo>
                  <a:lnTo>
                    <a:pt x="49367" y="277276"/>
                  </a:lnTo>
                  <a:lnTo>
                    <a:pt x="53206" y="280968"/>
                  </a:lnTo>
                  <a:lnTo>
                    <a:pt x="57160" y="284537"/>
                  </a:lnTo>
                  <a:lnTo>
                    <a:pt x="61226" y="287977"/>
                  </a:lnTo>
                  <a:lnTo>
                    <a:pt x="65400" y="291287"/>
                  </a:lnTo>
                  <a:lnTo>
                    <a:pt x="69676" y="294461"/>
                  </a:lnTo>
                  <a:lnTo>
                    <a:pt x="74052" y="297498"/>
                  </a:lnTo>
                  <a:lnTo>
                    <a:pt x="78523" y="300394"/>
                  </a:lnTo>
                  <a:lnTo>
                    <a:pt x="83083" y="303146"/>
                  </a:lnTo>
                  <a:lnTo>
                    <a:pt x="87729" y="305751"/>
                  </a:lnTo>
                  <a:lnTo>
                    <a:pt x="92455" y="308207"/>
                  </a:lnTo>
                  <a:lnTo>
                    <a:pt x="97258" y="310511"/>
                  </a:lnTo>
                  <a:lnTo>
                    <a:pt x="102131" y="312661"/>
                  </a:lnTo>
                  <a:lnTo>
                    <a:pt x="107070" y="314655"/>
                  </a:lnTo>
                  <a:lnTo>
                    <a:pt x="112070" y="316490"/>
                  </a:lnTo>
                  <a:lnTo>
                    <a:pt x="117126" y="318165"/>
                  </a:lnTo>
                  <a:lnTo>
                    <a:pt x="122233" y="319679"/>
                  </a:lnTo>
                  <a:lnTo>
                    <a:pt x="167162" y="15866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978615" y="5399291"/>
              <a:ext cx="212091" cy="334316"/>
            </a:xfrm>
            <a:custGeom>
              <a:avLst/>
              <a:pathLst>
                <a:path w="212091" h="334316">
                  <a:moveTo>
                    <a:pt x="0" y="328184"/>
                  </a:moveTo>
                  <a:lnTo>
                    <a:pt x="5159" y="329535"/>
                  </a:lnTo>
                  <a:lnTo>
                    <a:pt x="10358" y="330721"/>
                  </a:lnTo>
                  <a:lnTo>
                    <a:pt x="15593" y="331740"/>
                  </a:lnTo>
                  <a:lnTo>
                    <a:pt x="20857" y="332592"/>
                  </a:lnTo>
                  <a:lnTo>
                    <a:pt x="26146" y="333276"/>
                  </a:lnTo>
                  <a:lnTo>
                    <a:pt x="31454" y="333791"/>
                  </a:lnTo>
                  <a:lnTo>
                    <a:pt x="36776" y="334136"/>
                  </a:lnTo>
                  <a:lnTo>
                    <a:pt x="42107" y="334311"/>
                  </a:lnTo>
                  <a:lnTo>
                    <a:pt x="47440" y="334316"/>
                  </a:lnTo>
                  <a:lnTo>
                    <a:pt x="52770" y="334150"/>
                  </a:lnTo>
                  <a:lnTo>
                    <a:pt x="58093" y="333815"/>
                  </a:lnTo>
                  <a:lnTo>
                    <a:pt x="63402" y="333310"/>
                  </a:lnTo>
                  <a:lnTo>
                    <a:pt x="68692" y="332637"/>
                  </a:lnTo>
                  <a:lnTo>
                    <a:pt x="73958" y="331794"/>
                  </a:lnTo>
                  <a:lnTo>
                    <a:pt x="79195" y="330785"/>
                  </a:lnTo>
                  <a:lnTo>
                    <a:pt x="84396" y="329608"/>
                  </a:lnTo>
                  <a:lnTo>
                    <a:pt x="89558" y="328267"/>
                  </a:lnTo>
                  <a:lnTo>
                    <a:pt x="94674" y="326761"/>
                  </a:lnTo>
                  <a:lnTo>
                    <a:pt x="99739" y="325093"/>
                  </a:lnTo>
                  <a:lnTo>
                    <a:pt x="104749" y="323264"/>
                  </a:lnTo>
                  <a:lnTo>
                    <a:pt x="109698" y="321277"/>
                  </a:lnTo>
                  <a:lnTo>
                    <a:pt x="114581" y="319132"/>
                  </a:lnTo>
                  <a:lnTo>
                    <a:pt x="119393" y="316833"/>
                  </a:lnTo>
                  <a:lnTo>
                    <a:pt x="124129" y="314382"/>
                  </a:lnTo>
                  <a:lnTo>
                    <a:pt x="128785" y="311780"/>
                  </a:lnTo>
                  <a:lnTo>
                    <a:pt x="133355" y="309032"/>
                  </a:lnTo>
                  <a:lnTo>
                    <a:pt x="137835" y="306139"/>
                  </a:lnTo>
                  <a:lnTo>
                    <a:pt x="142221" y="303105"/>
                  </a:lnTo>
                  <a:lnTo>
                    <a:pt x="146508" y="299932"/>
                  </a:lnTo>
                  <a:lnTo>
                    <a:pt x="150691" y="296624"/>
                  </a:lnTo>
                  <a:lnTo>
                    <a:pt x="154766" y="293185"/>
                  </a:lnTo>
                  <a:lnTo>
                    <a:pt x="158730" y="289617"/>
                  </a:lnTo>
                  <a:lnTo>
                    <a:pt x="162578" y="285925"/>
                  </a:lnTo>
                  <a:lnTo>
                    <a:pt x="166307" y="282111"/>
                  </a:lnTo>
                  <a:lnTo>
                    <a:pt x="169911" y="278181"/>
                  </a:lnTo>
                  <a:lnTo>
                    <a:pt x="173389" y="274138"/>
                  </a:lnTo>
                  <a:lnTo>
                    <a:pt x="176736" y="269986"/>
                  </a:lnTo>
                  <a:lnTo>
                    <a:pt x="179949" y="265729"/>
                  </a:lnTo>
                  <a:lnTo>
                    <a:pt x="183024" y="261372"/>
                  </a:lnTo>
                  <a:lnTo>
                    <a:pt x="185958" y="256919"/>
                  </a:lnTo>
                  <a:lnTo>
                    <a:pt x="188750" y="252374"/>
                  </a:lnTo>
                  <a:lnTo>
                    <a:pt x="191394" y="247743"/>
                  </a:lnTo>
                  <a:lnTo>
                    <a:pt x="193890" y="243030"/>
                  </a:lnTo>
                  <a:lnTo>
                    <a:pt x="196234" y="238240"/>
                  </a:lnTo>
                  <a:lnTo>
                    <a:pt x="198424" y="233378"/>
                  </a:lnTo>
                  <a:lnTo>
                    <a:pt x="200458" y="228448"/>
                  </a:lnTo>
                  <a:lnTo>
                    <a:pt x="202334" y="223455"/>
                  </a:lnTo>
                  <a:lnTo>
                    <a:pt x="204049" y="218406"/>
                  </a:lnTo>
                  <a:lnTo>
                    <a:pt x="205603" y="213304"/>
                  </a:lnTo>
                  <a:lnTo>
                    <a:pt x="206993" y="208155"/>
                  </a:lnTo>
                  <a:lnTo>
                    <a:pt x="208218" y="202965"/>
                  </a:lnTo>
                  <a:lnTo>
                    <a:pt x="209276" y="197738"/>
                  </a:lnTo>
                  <a:lnTo>
                    <a:pt x="210168" y="192480"/>
                  </a:lnTo>
                  <a:lnTo>
                    <a:pt x="210891" y="187196"/>
                  </a:lnTo>
                  <a:lnTo>
                    <a:pt x="211446" y="181892"/>
                  </a:lnTo>
                  <a:lnTo>
                    <a:pt x="211831" y="176573"/>
                  </a:lnTo>
                  <a:lnTo>
                    <a:pt x="212046" y="171244"/>
                  </a:lnTo>
                  <a:lnTo>
                    <a:pt x="212091" y="165911"/>
                  </a:lnTo>
                  <a:lnTo>
                    <a:pt x="211966" y="160580"/>
                  </a:lnTo>
                  <a:lnTo>
                    <a:pt x="211671" y="155255"/>
                  </a:lnTo>
                  <a:lnTo>
                    <a:pt x="211206" y="149942"/>
                  </a:lnTo>
                  <a:lnTo>
                    <a:pt x="210572" y="144647"/>
                  </a:lnTo>
                  <a:lnTo>
                    <a:pt x="209769" y="139374"/>
                  </a:lnTo>
                  <a:lnTo>
                    <a:pt x="208799" y="134130"/>
                  </a:lnTo>
                  <a:lnTo>
                    <a:pt x="207661" y="128920"/>
                  </a:lnTo>
                  <a:lnTo>
                    <a:pt x="206359" y="123749"/>
                  </a:lnTo>
                  <a:lnTo>
                    <a:pt x="204891" y="118621"/>
                  </a:lnTo>
                  <a:lnTo>
                    <a:pt x="203262" y="113543"/>
                  </a:lnTo>
                  <a:lnTo>
                    <a:pt x="201470" y="108520"/>
                  </a:lnTo>
                  <a:lnTo>
                    <a:pt x="199520" y="103557"/>
                  </a:lnTo>
                  <a:lnTo>
                    <a:pt x="197412" y="98658"/>
                  </a:lnTo>
                  <a:lnTo>
                    <a:pt x="195149" y="93829"/>
                  </a:lnTo>
                  <a:lnTo>
                    <a:pt x="192734" y="89074"/>
                  </a:lnTo>
                  <a:lnTo>
                    <a:pt x="190167" y="84399"/>
                  </a:lnTo>
                  <a:lnTo>
                    <a:pt x="187453" y="79808"/>
                  </a:lnTo>
                  <a:lnTo>
                    <a:pt x="184594" y="75306"/>
                  </a:lnTo>
                  <a:lnTo>
                    <a:pt x="181593" y="70898"/>
                  </a:lnTo>
                  <a:lnTo>
                    <a:pt x="178452" y="66588"/>
                  </a:lnTo>
                  <a:lnTo>
                    <a:pt x="175176" y="62380"/>
                  </a:lnTo>
                  <a:lnTo>
                    <a:pt x="171767" y="58278"/>
                  </a:lnTo>
                  <a:lnTo>
                    <a:pt x="168230" y="54288"/>
                  </a:lnTo>
                  <a:lnTo>
                    <a:pt x="164566" y="50412"/>
                  </a:lnTo>
                  <a:lnTo>
                    <a:pt x="160781" y="46655"/>
                  </a:lnTo>
                  <a:lnTo>
                    <a:pt x="156878" y="43021"/>
                  </a:lnTo>
                  <a:lnTo>
                    <a:pt x="152861" y="39513"/>
                  </a:lnTo>
                  <a:lnTo>
                    <a:pt x="148734" y="36135"/>
                  </a:lnTo>
                  <a:lnTo>
                    <a:pt x="144501" y="32891"/>
                  </a:lnTo>
                  <a:lnTo>
                    <a:pt x="140168" y="29783"/>
                  </a:lnTo>
                  <a:lnTo>
                    <a:pt x="135737" y="26815"/>
                  </a:lnTo>
                  <a:lnTo>
                    <a:pt x="131214" y="23990"/>
                  </a:lnTo>
                  <a:lnTo>
                    <a:pt x="126603" y="21310"/>
                  </a:lnTo>
                  <a:lnTo>
                    <a:pt x="121908" y="18779"/>
                  </a:lnTo>
                  <a:lnTo>
                    <a:pt x="117136" y="16399"/>
                  </a:lnTo>
                  <a:lnTo>
                    <a:pt x="112290" y="14172"/>
                  </a:lnTo>
                  <a:lnTo>
                    <a:pt x="107375" y="12101"/>
                  </a:lnTo>
                  <a:lnTo>
                    <a:pt x="102397" y="10188"/>
                  </a:lnTo>
                  <a:lnTo>
                    <a:pt x="97361" y="8435"/>
                  </a:lnTo>
                  <a:lnTo>
                    <a:pt x="92271" y="6843"/>
                  </a:lnTo>
                  <a:lnTo>
                    <a:pt x="87133" y="5415"/>
                  </a:lnTo>
                  <a:lnTo>
                    <a:pt x="81951" y="4151"/>
                  </a:lnTo>
                  <a:lnTo>
                    <a:pt x="76733" y="3053"/>
                  </a:lnTo>
                  <a:lnTo>
                    <a:pt x="71481" y="2122"/>
                  </a:lnTo>
                  <a:lnTo>
                    <a:pt x="66203" y="1359"/>
                  </a:lnTo>
                  <a:lnTo>
                    <a:pt x="60903" y="765"/>
                  </a:lnTo>
                  <a:lnTo>
                    <a:pt x="55587" y="340"/>
                  </a:lnTo>
                  <a:lnTo>
                    <a:pt x="50260" y="85"/>
                  </a:lnTo>
                  <a:lnTo>
                    <a:pt x="44928" y="0"/>
                  </a:lnTo>
                  <a:lnTo>
                    <a:pt x="4492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25689" y="5269756"/>
              <a:ext cx="19569" cy="167167"/>
            </a:xfrm>
            <a:custGeom>
              <a:avLst/>
              <a:pathLst>
                <a:path w="19569" h="167167">
                  <a:moveTo>
                    <a:pt x="19569" y="0"/>
                  </a:moveTo>
                  <a:lnTo>
                    <a:pt x="9767" y="287"/>
                  </a:lnTo>
                  <a:lnTo>
                    <a:pt x="0" y="1149"/>
                  </a:lnTo>
                  <a:lnTo>
                    <a:pt x="1956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25689" y="5270905"/>
              <a:ext cx="19569" cy="166018"/>
            </a:xfrm>
            <a:custGeom>
              <a:avLst/>
              <a:pathLst>
                <a:path w="19569" h="166018">
                  <a:moveTo>
                    <a:pt x="0" y="0"/>
                  </a:moveTo>
                  <a:lnTo>
                    <a:pt x="19569" y="166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25689" y="5270905"/>
              <a:ext cx="19569" cy="166018"/>
            </a:xfrm>
            <a:custGeom>
              <a:avLst/>
              <a:pathLst>
                <a:path w="19569" h="166018">
                  <a:moveTo>
                    <a:pt x="0" y="0"/>
                  </a:moveTo>
                  <a:lnTo>
                    <a:pt x="19569" y="166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25689" y="5270905"/>
              <a:ext cx="19569" cy="166018"/>
            </a:xfrm>
            <a:custGeom>
              <a:avLst/>
              <a:pathLst>
                <a:path w="19569" h="166018">
                  <a:moveTo>
                    <a:pt x="0" y="0"/>
                  </a:moveTo>
                  <a:lnTo>
                    <a:pt x="19569" y="1660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525689" y="5270905"/>
              <a:ext cx="19569" cy="166018"/>
            </a:xfrm>
            <a:custGeom>
              <a:avLst/>
              <a:pathLst>
                <a:path w="19569" h="166018">
                  <a:moveTo>
                    <a:pt x="0" y="0"/>
                  </a:moveTo>
                  <a:lnTo>
                    <a:pt x="19569" y="1660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389722" y="5270905"/>
              <a:ext cx="155535" cy="166018"/>
            </a:xfrm>
            <a:custGeom>
              <a:avLst/>
              <a:pathLst>
                <a:path w="155535" h="166018">
                  <a:moveTo>
                    <a:pt x="135966" y="0"/>
                  </a:moveTo>
                  <a:lnTo>
                    <a:pt x="130553" y="727"/>
                  </a:lnTo>
                  <a:lnTo>
                    <a:pt x="125166" y="1632"/>
                  </a:lnTo>
                  <a:lnTo>
                    <a:pt x="119813" y="2712"/>
                  </a:lnTo>
                  <a:lnTo>
                    <a:pt x="114497" y="3966"/>
                  </a:lnTo>
                  <a:lnTo>
                    <a:pt x="109225" y="5393"/>
                  </a:lnTo>
                  <a:lnTo>
                    <a:pt x="104002" y="6991"/>
                  </a:lnTo>
                  <a:lnTo>
                    <a:pt x="98835" y="8760"/>
                  </a:lnTo>
                  <a:lnTo>
                    <a:pt x="93728" y="10696"/>
                  </a:lnTo>
                  <a:lnTo>
                    <a:pt x="88687" y="12798"/>
                  </a:lnTo>
                  <a:lnTo>
                    <a:pt x="83717" y="15063"/>
                  </a:lnTo>
                  <a:lnTo>
                    <a:pt x="78824" y="17490"/>
                  </a:lnTo>
                  <a:lnTo>
                    <a:pt x="74013" y="20075"/>
                  </a:lnTo>
                  <a:lnTo>
                    <a:pt x="69289" y="22816"/>
                  </a:lnTo>
                  <a:lnTo>
                    <a:pt x="64657" y="25710"/>
                  </a:lnTo>
                  <a:lnTo>
                    <a:pt x="60122" y="28754"/>
                  </a:lnTo>
                  <a:lnTo>
                    <a:pt x="55689" y="31944"/>
                  </a:lnTo>
                  <a:lnTo>
                    <a:pt x="51363" y="35277"/>
                  </a:lnTo>
                  <a:lnTo>
                    <a:pt x="47147" y="38750"/>
                  </a:lnTo>
                  <a:lnTo>
                    <a:pt x="43048" y="42359"/>
                  </a:lnTo>
                  <a:lnTo>
                    <a:pt x="39068" y="46099"/>
                  </a:lnTo>
                  <a:lnTo>
                    <a:pt x="35213" y="49968"/>
                  </a:lnTo>
                  <a:lnTo>
                    <a:pt x="31486" y="53961"/>
                  </a:lnTo>
                  <a:lnTo>
                    <a:pt x="27892" y="58073"/>
                  </a:lnTo>
                  <a:lnTo>
                    <a:pt x="24433" y="62300"/>
                  </a:lnTo>
                  <a:lnTo>
                    <a:pt x="21115" y="66638"/>
                  </a:lnTo>
                  <a:lnTo>
                    <a:pt x="17940" y="71083"/>
                  </a:lnTo>
                  <a:lnTo>
                    <a:pt x="14913" y="75628"/>
                  </a:lnTo>
                  <a:lnTo>
                    <a:pt x="12035" y="80270"/>
                  </a:lnTo>
                  <a:lnTo>
                    <a:pt x="9310" y="85004"/>
                  </a:lnTo>
                  <a:lnTo>
                    <a:pt x="6742" y="89824"/>
                  </a:lnTo>
                  <a:lnTo>
                    <a:pt x="4332" y="94725"/>
                  </a:lnTo>
                  <a:lnTo>
                    <a:pt x="2084" y="99703"/>
                  </a:lnTo>
                  <a:lnTo>
                    <a:pt x="0" y="104751"/>
                  </a:lnTo>
                  <a:lnTo>
                    <a:pt x="155535" y="1660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378094" y="5269756"/>
              <a:ext cx="334318" cy="334331"/>
            </a:xfrm>
            <a:custGeom>
              <a:avLst/>
              <a:pathLst>
                <a:path w="334318" h="334331">
                  <a:moveTo>
                    <a:pt x="11628" y="105900"/>
                  </a:moveTo>
                  <a:lnTo>
                    <a:pt x="9759" y="110876"/>
                  </a:lnTo>
                  <a:lnTo>
                    <a:pt x="8049" y="115909"/>
                  </a:lnTo>
                  <a:lnTo>
                    <a:pt x="6500" y="120993"/>
                  </a:lnTo>
                  <a:lnTo>
                    <a:pt x="5113" y="126124"/>
                  </a:lnTo>
                  <a:lnTo>
                    <a:pt x="3890" y="131297"/>
                  </a:lnTo>
                  <a:lnTo>
                    <a:pt x="2832" y="136506"/>
                  </a:lnTo>
                  <a:lnTo>
                    <a:pt x="1940" y="141746"/>
                  </a:lnTo>
                  <a:lnTo>
                    <a:pt x="1216" y="147012"/>
                  </a:lnTo>
                  <a:lnTo>
                    <a:pt x="659" y="152298"/>
                  </a:lnTo>
                  <a:lnTo>
                    <a:pt x="270" y="157599"/>
                  </a:lnTo>
                  <a:lnTo>
                    <a:pt x="50" y="162910"/>
                  </a:lnTo>
                  <a:lnTo>
                    <a:pt x="0" y="168225"/>
                  </a:lnTo>
                  <a:lnTo>
                    <a:pt x="118" y="173539"/>
                  </a:lnTo>
                  <a:lnTo>
                    <a:pt x="405" y="178846"/>
                  </a:lnTo>
                  <a:lnTo>
                    <a:pt x="860" y="184142"/>
                  </a:lnTo>
                  <a:lnTo>
                    <a:pt x="1484" y="189421"/>
                  </a:lnTo>
                  <a:lnTo>
                    <a:pt x="2275" y="194677"/>
                  </a:lnTo>
                  <a:lnTo>
                    <a:pt x="3233" y="199905"/>
                  </a:lnTo>
                  <a:lnTo>
                    <a:pt x="4357" y="205100"/>
                  </a:lnTo>
                  <a:lnTo>
                    <a:pt x="5645" y="210257"/>
                  </a:lnTo>
                  <a:lnTo>
                    <a:pt x="7097" y="215370"/>
                  </a:lnTo>
                  <a:lnTo>
                    <a:pt x="8710" y="220435"/>
                  </a:lnTo>
                  <a:lnTo>
                    <a:pt x="10484" y="225446"/>
                  </a:lnTo>
                  <a:lnTo>
                    <a:pt x="12416" y="230397"/>
                  </a:lnTo>
                  <a:lnTo>
                    <a:pt x="14504" y="235285"/>
                  </a:lnTo>
                  <a:lnTo>
                    <a:pt x="16747" y="240104"/>
                  </a:lnTo>
                  <a:lnTo>
                    <a:pt x="19142" y="244849"/>
                  </a:lnTo>
                  <a:lnTo>
                    <a:pt x="21687" y="249516"/>
                  </a:lnTo>
                  <a:lnTo>
                    <a:pt x="24378" y="254100"/>
                  </a:lnTo>
                  <a:lnTo>
                    <a:pt x="27214" y="258595"/>
                  </a:lnTo>
                  <a:lnTo>
                    <a:pt x="30192" y="262998"/>
                  </a:lnTo>
                  <a:lnTo>
                    <a:pt x="33308" y="267304"/>
                  </a:lnTo>
                  <a:lnTo>
                    <a:pt x="36559" y="271509"/>
                  </a:lnTo>
                  <a:lnTo>
                    <a:pt x="39942" y="275609"/>
                  </a:lnTo>
                  <a:lnTo>
                    <a:pt x="43454" y="279599"/>
                  </a:lnTo>
                  <a:lnTo>
                    <a:pt x="47091" y="283475"/>
                  </a:lnTo>
                  <a:lnTo>
                    <a:pt x="50849" y="287233"/>
                  </a:lnTo>
                  <a:lnTo>
                    <a:pt x="54725" y="290871"/>
                  </a:lnTo>
                  <a:lnTo>
                    <a:pt x="58715" y="294383"/>
                  </a:lnTo>
                  <a:lnTo>
                    <a:pt x="62814" y="297766"/>
                  </a:lnTo>
                  <a:lnTo>
                    <a:pt x="67019" y="301018"/>
                  </a:lnTo>
                  <a:lnTo>
                    <a:pt x="71325" y="304134"/>
                  </a:lnTo>
                  <a:lnTo>
                    <a:pt x="75728" y="307112"/>
                  </a:lnTo>
                  <a:lnTo>
                    <a:pt x="80224" y="309948"/>
                  </a:lnTo>
                  <a:lnTo>
                    <a:pt x="84807" y="312640"/>
                  </a:lnTo>
                  <a:lnTo>
                    <a:pt x="89473" y="315185"/>
                  </a:lnTo>
                  <a:lnTo>
                    <a:pt x="94219" y="317580"/>
                  </a:lnTo>
                  <a:lnTo>
                    <a:pt x="99037" y="319823"/>
                  </a:lnTo>
                  <a:lnTo>
                    <a:pt x="103925" y="321911"/>
                  </a:lnTo>
                  <a:lnTo>
                    <a:pt x="108877" y="323844"/>
                  </a:lnTo>
                  <a:lnTo>
                    <a:pt x="113887" y="325618"/>
                  </a:lnTo>
                  <a:lnTo>
                    <a:pt x="118952" y="327231"/>
                  </a:lnTo>
                  <a:lnTo>
                    <a:pt x="124065" y="328683"/>
                  </a:lnTo>
                  <a:lnTo>
                    <a:pt x="129222" y="329972"/>
                  </a:lnTo>
                  <a:lnTo>
                    <a:pt x="134417" y="331096"/>
                  </a:lnTo>
                  <a:lnTo>
                    <a:pt x="139645" y="332054"/>
                  </a:lnTo>
                  <a:lnTo>
                    <a:pt x="144901" y="332845"/>
                  </a:lnTo>
                  <a:lnTo>
                    <a:pt x="150180" y="333469"/>
                  </a:lnTo>
                  <a:lnTo>
                    <a:pt x="155475" y="333925"/>
                  </a:lnTo>
                  <a:lnTo>
                    <a:pt x="160783" y="334213"/>
                  </a:lnTo>
                  <a:lnTo>
                    <a:pt x="166097" y="334331"/>
                  </a:lnTo>
                  <a:lnTo>
                    <a:pt x="171412" y="334280"/>
                  </a:lnTo>
                  <a:lnTo>
                    <a:pt x="176723" y="334061"/>
                  </a:lnTo>
                  <a:lnTo>
                    <a:pt x="182024" y="333673"/>
                  </a:lnTo>
                  <a:lnTo>
                    <a:pt x="187310" y="333116"/>
                  </a:lnTo>
                  <a:lnTo>
                    <a:pt x="192576" y="332392"/>
                  </a:lnTo>
                  <a:lnTo>
                    <a:pt x="197816" y="331500"/>
                  </a:lnTo>
                  <a:lnTo>
                    <a:pt x="203025" y="330443"/>
                  </a:lnTo>
                  <a:lnTo>
                    <a:pt x="208198" y="329220"/>
                  </a:lnTo>
                  <a:lnTo>
                    <a:pt x="213329" y="327833"/>
                  </a:lnTo>
                  <a:lnTo>
                    <a:pt x="218414" y="326284"/>
                  </a:lnTo>
                  <a:lnTo>
                    <a:pt x="223446" y="324575"/>
                  </a:lnTo>
                  <a:lnTo>
                    <a:pt x="228422" y="322706"/>
                  </a:lnTo>
                  <a:lnTo>
                    <a:pt x="233336" y="320680"/>
                  </a:lnTo>
                  <a:lnTo>
                    <a:pt x="238183" y="318498"/>
                  </a:lnTo>
                  <a:lnTo>
                    <a:pt x="242959" y="316164"/>
                  </a:lnTo>
                  <a:lnTo>
                    <a:pt x="247657" y="313679"/>
                  </a:lnTo>
                  <a:lnTo>
                    <a:pt x="252275" y="311046"/>
                  </a:lnTo>
                  <a:lnTo>
                    <a:pt x="256806" y="308267"/>
                  </a:lnTo>
                  <a:lnTo>
                    <a:pt x="261246" y="305346"/>
                  </a:lnTo>
                  <a:lnTo>
                    <a:pt x="265592" y="302285"/>
                  </a:lnTo>
                  <a:lnTo>
                    <a:pt x="269838" y="299087"/>
                  </a:lnTo>
                  <a:lnTo>
                    <a:pt x="273980" y="295756"/>
                  </a:lnTo>
                  <a:lnTo>
                    <a:pt x="278014" y="292295"/>
                  </a:lnTo>
                  <a:lnTo>
                    <a:pt x="281936" y="288708"/>
                  </a:lnTo>
                  <a:lnTo>
                    <a:pt x="285742" y="284998"/>
                  </a:lnTo>
                  <a:lnTo>
                    <a:pt x="289428" y="281168"/>
                  </a:lnTo>
                  <a:lnTo>
                    <a:pt x="292991" y="277223"/>
                  </a:lnTo>
                  <a:lnTo>
                    <a:pt x="296426" y="273167"/>
                  </a:lnTo>
                  <a:lnTo>
                    <a:pt x="299731" y="269004"/>
                  </a:lnTo>
                  <a:lnTo>
                    <a:pt x="302902" y="264738"/>
                  </a:lnTo>
                  <a:lnTo>
                    <a:pt x="305935" y="260373"/>
                  </a:lnTo>
                  <a:lnTo>
                    <a:pt x="308828" y="255914"/>
                  </a:lnTo>
                  <a:lnTo>
                    <a:pt x="311578" y="251366"/>
                  </a:lnTo>
                  <a:lnTo>
                    <a:pt x="314182" y="246732"/>
                  </a:lnTo>
                  <a:lnTo>
                    <a:pt x="316637" y="242018"/>
                  </a:lnTo>
                  <a:lnTo>
                    <a:pt x="318941" y="237228"/>
                  </a:lnTo>
                  <a:lnTo>
                    <a:pt x="321092" y="232367"/>
                  </a:lnTo>
                  <a:lnTo>
                    <a:pt x="323087" y="227440"/>
                  </a:lnTo>
                  <a:lnTo>
                    <a:pt x="324924" y="222452"/>
                  </a:lnTo>
                  <a:lnTo>
                    <a:pt x="326602" y="217409"/>
                  </a:lnTo>
                  <a:lnTo>
                    <a:pt x="328119" y="212315"/>
                  </a:lnTo>
                  <a:lnTo>
                    <a:pt x="329473" y="207175"/>
                  </a:lnTo>
                  <a:lnTo>
                    <a:pt x="330663" y="201994"/>
                  </a:lnTo>
                  <a:lnTo>
                    <a:pt x="331687" y="196779"/>
                  </a:lnTo>
                  <a:lnTo>
                    <a:pt x="332546" y="191533"/>
                  </a:lnTo>
                  <a:lnTo>
                    <a:pt x="333237" y="186263"/>
                  </a:lnTo>
                  <a:lnTo>
                    <a:pt x="333760" y="180973"/>
                  </a:lnTo>
                  <a:lnTo>
                    <a:pt x="334115" y="175670"/>
                  </a:lnTo>
                  <a:lnTo>
                    <a:pt x="334301" y="170358"/>
                  </a:lnTo>
                  <a:lnTo>
                    <a:pt x="334318" y="165043"/>
                  </a:lnTo>
                  <a:lnTo>
                    <a:pt x="334165" y="159729"/>
                  </a:lnTo>
                  <a:lnTo>
                    <a:pt x="333845" y="154424"/>
                  </a:lnTo>
                  <a:lnTo>
                    <a:pt x="333355" y="149131"/>
                  </a:lnTo>
                  <a:lnTo>
                    <a:pt x="332698" y="143856"/>
                  </a:lnTo>
                  <a:lnTo>
                    <a:pt x="331873" y="138606"/>
                  </a:lnTo>
                  <a:lnTo>
                    <a:pt x="330882" y="133383"/>
                  </a:lnTo>
                  <a:lnTo>
                    <a:pt x="329725" y="128196"/>
                  </a:lnTo>
                  <a:lnTo>
                    <a:pt x="328404" y="123047"/>
                  </a:lnTo>
                  <a:lnTo>
                    <a:pt x="326920" y="117943"/>
                  </a:lnTo>
                  <a:lnTo>
                    <a:pt x="325274" y="112889"/>
                  </a:lnTo>
                  <a:lnTo>
                    <a:pt x="323468" y="107890"/>
                  </a:lnTo>
                  <a:lnTo>
                    <a:pt x="321505" y="102950"/>
                  </a:lnTo>
                  <a:lnTo>
                    <a:pt x="319385" y="98076"/>
                  </a:lnTo>
                  <a:lnTo>
                    <a:pt x="317112" y="93271"/>
                  </a:lnTo>
                  <a:lnTo>
                    <a:pt x="314687" y="88542"/>
                  </a:lnTo>
                  <a:lnTo>
                    <a:pt x="312112" y="83891"/>
                  </a:lnTo>
                  <a:lnTo>
                    <a:pt x="309391" y="79325"/>
                  </a:lnTo>
                  <a:lnTo>
                    <a:pt x="306527" y="74848"/>
                  </a:lnTo>
                  <a:lnTo>
                    <a:pt x="303521" y="70464"/>
                  </a:lnTo>
                  <a:lnTo>
                    <a:pt x="300378" y="66178"/>
                  </a:lnTo>
                  <a:lnTo>
                    <a:pt x="297100" y="61993"/>
                  </a:lnTo>
                  <a:lnTo>
                    <a:pt x="293691" y="57916"/>
                  </a:lnTo>
                  <a:lnTo>
                    <a:pt x="290153" y="53948"/>
                  </a:lnTo>
                  <a:lnTo>
                    <a:pt x="286492" y="50095"/>
                  </a:lnTo>
                  <a:lnTo>
                    <a:pt x="282709" y="46361"/>
                  </a:lnTo>
                  <a:lnTo>
                    <a:pt x="278810" y="42748"/>
                  </a:lnTo>
                  <a:lnTo>
                    <a:pt x="274798" y="39262"/>
                  </a:lnTo>
                  <a:lnTo>
                    <a:pt x="270677" y="35904"/>
                  </a:lnTo>
                  <a:lnTo>
                    <a:pt x="266452" y="32680"/>
                  </a:lnTo>
                  <a:lnTo>
                    <a:pt x="262126" y="29591"/>
                  </a:lnTo>
                  <a:lnTo>
                    <a:pt x="257704" y="26642"/>
                  </a:lnTo>
                  <a:lnTo>
                    <a:pt x="253191" y="23834"/>
                  </a:lnTo>
                  <a:lnTo>
                    <a:pt x="248590" y="21172"/>
                  </a:lnTo>
                  <a:lnTo>
                    <a:pt x="243908" y="18657"/>
                  </a:lnTo>
                  <a:lnTo>
                    <a:pt x="239147" y="16292"/>
                  </a:lnTo>
                  <a:lnTo>
                    <a:pt x="234314" y="14080"/>
                  </a:lnTo>
                  <a:lnTo>
                    <a:pt x="229413" y="12022"/>
                  </a:lnTo>
                  <a:lnTo>
                    <a:pt x="224450" y="10122"/>
                  </a:lnTo>
                  <a:lnTo>
                    <a:pt x="219428" y="8380"/>
                  </a:lnTo>
                  <a:lnTo>
                    <a:pt x="214353" y="6798"/>
                  </a:lnTo>
                  <a:lnTo>
                    <a:pt x="209231" y="5379"/>
                  </a:lnTo>
                  <a:lnTo>
                    <a:pt x="204066" y="4123"/>
                  </a:lnTo>
                  <a:lnTo>
                    <a:pt x="198864" y="3033"/>
                  </a:lnTo>
                  <a:lnTo>
                    <a:pt x="193629" y="2108"/>
                  </a:lnTo>
                  <a:lnTo>
                    <a:pt x="188368" y="1350"/>
                  </a:lnTo>
                  <a:lnTo>
                    <a:pt x="183086" y="760"/>
                  </a:lnTo>
                  <a:lnTo>
                    <a:pt x="177788" y="337"/>
                  </a:lnTo>
                  <a:lnTo>
                    <a:pt x="172478" y="84"/>
                  </a:lnTo>
                  <a:lnTo>
                    <a:pt x="167164" y="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987203" y="5018213"/>
              <a:ext cx="33835" cy="167167"/>
            </a:xfrm>
            <a:custGeom>
              <a:avLst/>
              <a:pathLst>
                <a:path w="33835" h="167167">
                  <a:moveTo>
                    <a:pt x="33835" y="0"/>
                  </a:moveTo>
                  <a:lnTo>
                    <a:pt x="27023" y="138"/>
                  </a:lnTo>
                  <a:lnTo>
                    <a:pt x="20222" y="555"/>
                  </a:lnTo>
                  <a:lnTo>
                    <a:pt x="13443" y="1248"/>
                  </a:lnTo>
                  <a:lnTo>
                    <a:pt x="6699" y="2217"/>
                  </a:lnTo>
                  <a:lnTo>
                    <a:pt x="0" y="3460"/>
                  </a:lnTo>
                  <a:lnTo>
                    <a:pt x="3383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987203" y="5021673"/>
              <a:ext cx="33835" cy="163707"/>
            </a:xfrm>
            <a:custGeom>
              <a:avLst/>
              <a:pathLst>
                <a:path w="33835" h="163707">
                  <a:moveTo>
                    <a:pt x="0" y="0"/>
                  </a:moveTo>
                  <a:lnTo>
                    <a:pt x="33835" y="1637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987203" y="5021673"/>
              <a:ext cx="33835" cy="163707"/>
            </a:xfrm>
            <a:custGeom>
              <a:avLst/>
              <a:pathLst>
                <a:path w="33835" h="163707">
                  <a:moveTo>
                    <a:pt x="0" y="0"/>
                  </a:moveTo>
                  <a:lnTo>
                    <a:pt x="33835" y="16370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987203" y="5021673"/>
              <a:ext cx="33835" cy="163707"/>
            </a:xfrm>
            <a:custGeom>
              <a:avLst/>
              <a:pathLst>
                <a:path w="33835" h="163707">
                  <a:moveTo>
                    <a:pt x="0" y="0"/>
                  </a:moveTo>
                  <a:lnTo>
                    <a:pt x="33835" y="16370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853872" y="5021673"/>
              <a:ext cx="167166" cy="190199"/>
            </a:xfrm>
            <a:custGeom>
              <a:avLst/>
              <a:pathLst>
                <a:path w="167166" h="190199">
                  <a:moveTo>
                    <a:pt x="133331" y="0"/>
                  </a:moveTo>
                  <a:lnTo>
                    <a:pt x="128034" y="1184"/>
                  </a:lnTo>
                  <a:lnTo>
                    <a:pt x="122778" y="2540"/>
                  </a:lnTo>
                  <a:lnTo>
                    <a:pt x="117569" y="4066"/>
                  </a:lnTo>
                  <a:lnTo>
                    <a:pt x="112413" y="5761"/>
                  </a:lnTo>
                  <a:lnTo>
                    <a:pt x="107314" y="7622"/>
                  </a:lnTo>
                  <a:lnTo>
                    <a:pt x="102278" y="9647"/>
                  </a:lnTo>
                  <a:lnTo>
                    <a:pt x="97310" y="11835"/>
                  </a:lnTo>
                  <a:lnTo>
                    <a:pt x="92417" y="14183"/>
                  </a:lnTo>
                  <a:lnTo>
                    <a:pt x="87602" y="16688"/>
                  </a:lnTo>
                  <a:lnTo>
                    <a:pt x="82871" y="19349"/>
                  </a:lnTo>
                  <a:lnTo>
                    <a:pt x="78229" y="22162"/>
                  </a:lnTo>
                  <a:lnTo>
                    <a:pt x="73680" y="25124"/>
                  </a:lnTo>
                  <a:lnTo>
                    <a:pt x="69230" y="28232"/>
                  </a:lnTo>
                  <a:lnTo>
                    <a:pt x="64884" y="31483"/>
                  </a:lnTo>
                  <a:lnTo>
                    <a:pt x="60645" y="34873"/>
                  </a:lnTo>
                  <a:lnTo>
                    <a:pt x="56518" y="38399"/>
                  </a:lnTo>
                  <a:lnTo>
                    <a:pt x="52509" y="42057"/>
                  </a:lnTo>
                  <a:lnTo>
                    <a:pt x="48620" y="45844"/>
                  </a:lnTo>
                  <a:lnTo>
                    <a:pt x="44856" y="49755"/>
                  </a:lnTo>
                  <a:lnTo>
                    <a:pt x="41221" y="53785"/>
                  </a:lnTo>
                  <a:lnTo>
                    <a:pt x="37719" y="57932"/>
                  </a:lnTo>
                  <a:lnTo>
                    <a:pt x="34353" y="62191"/>
                  </a:lnTo>
                  <a:lnTo>
                    <a:pt x="31127" y="66556"/>
                  </a:lnTo>
                  <a:lnTo>
                    <a:pt x="28045" y="71024"/>
                  </a:lnTo>
                  <a:lnTo>
                    <a:pt x="25109" y="75589"/>
                  </a:lnTo>
                  <a:lnTo>
                    <a:pt x="22323" y="80247"/>
                  </a:lnTo>
                  <a:lnTo>
                    <a:pt x="19690" y="84994"/>
                  </a:lnTo>
                  <a:lnTo>
                    <a:pt x="17212" y="89823"/>
                  </a:lnTo>
                  <a:lnTo>
                    <a:pt x="14893" y="94730"/>
                  </a:lnTo>
                  <a:lnTo>
                    <a:pt x="12734" y="99710"/>
                  </a:lnTo>
                  <a:lnTo>
                    <a:pt x="10737" y="104758"/>
                  </a:lnTo>
                  <a:lnTo>
                    <a:pt x="8906" y="109867"/>
                  </a:lnTo>
                  <a:lnTo>
                    <a:pt x="7242" y="115034"/>
                  </a:lnTo>
                  <a:lnTo>
                    <a:pt x="5746" y="120251"/>
                  </a:lnTo>
                  <a:lnTo>
                    <a:pt x="4420" y="125515"/>
                  </a:lnTo>
                  <a:lnTo>
                    <a:pt x="3266" y="130818"/>
                  </a:lnTo>
                  <a:lnTo>
                    <a:pt x="2284" y="136157"/>
                  </a:lnTo>
                  <a:lnTo>
                    <a:pt x="1477" y="141524"/>
                  </a:lnTo>
                  <a:lnTo>
                    <a:pt x="844" y="146915"/>
                  </a:lnTo>
                  <a:lnTo>
                    <a:pt x="387" y="152324"/>
                  </a:lnTo>
                  <a:lnTo>
                    <a:pt x="105" y="157744"/>
                  </a:lnTo>
                  <a:lnTo>
                    <a:pt x="0" y="163171"/>
                  </a:lnTo>
                  <a:lnTo>
                    <a:pt x="70" y="168598"/>
                  </a:lnTo>
                  <a:lnTo>
                    <a:pt x="317" y="174021"/>
                  </a:lnTo>
                  <a:lnTo>
                    <a:pt x="740" y="179432"/>
                  </a:lnTo>
                  <a:lnTo>
                    <a:pt x="1338" y="184827"/>
                  </a:lnTo>
                  <a:lnTo>
                    <a:pt x="2111" y="190199"/>
                  </a:lnTo>
                  <a:lnTo>
                    <a:pt x="167166" y="16370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855984" y="5018213"/>
              <a:ext cx="332212" cy="334325"/>
            </a:xfrm>
            <a:custGeom>
              <a:avLst/>
              <a:pathLst>
                <a:path w="332212" h="334325">
                  <a:moveTo>
                    <a:pt x="0" y="193659"/>
                  </a:moveTo>
                  <a:lnTo>
                    <a:pt x="927" y="198900"/>
                  </a:lnTo>
                  <a:lnTo>
                    <a:pt x="2020" y="204109"/>
                  </a:lnTo>
                  <a:lnTo>
                    <a:pt x="3279" y="209281"/>
                  </a:lnTo>
                  <a:lnTo>
                    <a:pt x="4701" y="214410"/>
                  </a:lnTo>
                  <a:lnTo>
                    <a:pt x="6287" y="219491"/>
                  </a:lnTo>
                  <a:lnTo>
                    <a:pt x="8033" y="224519"/>
                  </a:lnTo>
                  <a:lnTo>
                    <a:pt x="9938" y="229488"/>
                  </a:lnTo>
                  <a:lnTo>
                    <a:pt x="12001" y="234395"/>
                  </a:lnTo>
                  <a:lnTo>
                    <a:pt x="14219" y="239233"/>
                  </a:lnTo>
                  <a:lnTo>
                    <a:pt x="16590" y="243999"/>
                  </a:lnTo>
                  <a:lnTo>
                    <a:pt x="19111" y="248686"/>
                  </a:lnTo>
                  <a:lnTo>
                    <a:pt x="21780" y="253291"/>
                  </a:lnTo>
                  <a:lnTo>
                    <a:pt x="24594" y="257809"/>
                  </a:lnTo>
                  <a:lnTo>
                    <a:pt x="27551" y="262234"/>
                  </a:lnTo>
                  <a:lnTo>
                    <a:pt x="30647" y="266564"/>
                  </a:lnTo>
                  <a:lnTo>
                    <a:pt x="33880" y="270792"/>
                  </a:lnTo>
                  <a:lnTo>
                    <a:pt x="37245" y="274916"/>
                  </a:lnTo>
                  <a:lnTo>
                    <a:pt x="40740" y="278930"/>
                  </a:lnTo>
                  <a:lnTo>
                    <a:pt x="44361" y="282831"/>
                  </a:lnTo>
                  <a:lnTo>
                    <a:pt x="48105" y="286615"/>
                  </a:lnTo>
                  <a:lnTo>
                    <a:pt x="51967" y="290277"/>
                  </a:lnTo>
                  <a:lnTo>
                    <a:pt x="55943" y="293815"/>
                  </a:lnTo>
                  <a:lnTo>
                    <a:pt x="60031" y="297224"/>
                  </a:lnTo>
                  <a:lnTo>
                    <a:pt x="64224" y="300502"/>
                  </a:lnTo>
                  <a:lnTo>
                    <a:pt x="68520" y="303644"/>
                  </a:lnTo>
                  <a:lnTo>
                    <a:pt x="72914" y="306648"/>
                  </a:lnTo>
                  <a:lnTo>
                    <a:pt x="77401" y="309511"/>
                  </a:lnTo>
                  <a:lnTo>
                    <a:pt x="81977" y="312229"/>
                  </a:lnTo>
                  <a:lnTo>
                    <a:pt x="86637" y="314801"/>
                  </a:lnTo>
                  <a:lnTo>
                    <a:pt x="91377" y="317222"/>
                  </a:lnTo>
                  <a:lnTo>
                    <a:pt x="96191" y="319492"/>
                  </a:lnTo>
                  <a:lnTo>
                    <a:pt x="101076" y="321607"/>
                  </a:lnTo>
                  <a:lnTo>
                    <a:pt x="106025" y="323565"/>
                  </a:lnTo>
                  <a:lnTo>
                    <a:pt x="111034" y="325365"/>
                  </a:lnTo>
                  <a:lnTo>
                    <a:pt x="116097" y="327005"/>
                  </a:lnTo>
                  <a:lnTo>
                    <a:pt x="121211" y="328482"/>
                  </a:lnTo>
                  <a:lnTo>
                    <a:pt x="126369" y="329796"/>
                  </a:lnTo>
                  <a:lnTo>
                    <a:pt x="131566" y="330946"/>
                  </a:lnTo>
                  <a:lnTo>
                    <a:pt x="136796" y="331929"/>
                  </a:lnTo>
                  <a:lnTo>
                    <a:pt x="142056" y="332745"/>
                  </a:lnTo>
                  <a:lnTo>
                    <a:pt x="147339" y="333393"/>
                  </a:lnTo>
                  <a:lnTo>
                    <a:pt x="152640" y="333873"/>
                  </a:lnTo>
                  <a:lnTo>
                    <a:pt x="157953" y="334183"/>
                  </a:lnTo>
                  <a:lnTo>
                    <a:pt x="163274" y="334325"/>
                  </a:lnTo>
                  <a:lnTo>
                    <a:pt x="168596" y="334297"/>
                  </a:lnTo>
                  <a:lnTo>
                    <a:pt x="173915" y="334099"/>
                  </a:lnTo>
                  <a:lnTo>
                    <a:pt x="179225" y="333733"/>
                  </a:lnTo>
                  <a:lnTo>
                    <a:pt x="184521" y="333197"/>
                  </a:lnTo>
                  <a:lnTo>
                    <a:pt x="189796" y="332493"/>
                  </a:lnTo>
                  <a:lnTo>
                    <a:pt x="195047" y="331622"/>
                  </a:lnTo>
                  <a:lnTo>
                    <a:pt x="200267" y="330584"/>
                  </a:lnTo>
                  <a:lnTo>
                    <a:pt x="205452" y="329380"/>
                  </a:lnTo>
                  <a:lnTo>
                    <a:pt x="210596" y="328011"/>
                  </a:lnTo>
                  <a:lnTo>
                    <a:pt x="215693" y="326480"/>
                  </a:lnTo>
                  <a:lnTo>
                    <a:pt x="220739" y="324787"/>
                  </a:lnTo>
                  <a:lnTo>
                    <a:pt x="225729" y="322935"/>
                  </a:lnTo>
                  <a:lnTo>
                    <a:pt x="230657" y="320924"/>
                  </a:lnTo>
                  <a:lnTo>
                    <a:pt x="235519" y="318758"/>
                  </a:lnTo>
                  <a:lnTo>
                    <a:pt x="240309" y="316437"/>
                  </a:lnTo>
                  <a:lnTo>
                    <a:pt x="245023" y="313966"/>
                  </a:lnTo>
                  <a:lnTo>
                    <a:pt x="249656" y="311346"/>
                  </a:lnTo>
                  <a:lnTo>
                    <a:pt x="254203" y="308579"/>
                  </a:lnTo>
                  <a:lnTo>
                    <a:pt x="258660" y="305670"/>
                  </a:lnTo>
                  <a:lnTo>
                    <a:pt x="263022" y="302619"/>
                  </a:lnTo>
                  <a:lnTo>
                    <a:pt x="267284" y="299432"/>
                  </a:lnTo>
                  <a:lnTo>
                    <a:pt x="271443" y="296110"/>
                  </a:lnTo>
                  <a:lnTo>
                    <a:pt x="275494" y="292658"/>
                  </a:lnTo>
                  <a:lnTo>
                    <a:pt x="279433" y="289079"/>
                  </a:lnTo>
                  <a:lnTo>
                    <a:pt x="283256" y="285375"/>
                  </a:lnTo>
                  <a:lnTo>
                    <a:pt x="286960" y="281553"/>
                  </a:lnTo>
                  <a:lnTo>
                    <a:pt x="290539" y="277614"/>
                  </a:lnTo>
                  <a:lnTo>
                    <a:pt x="293992" y="273563"/>
                  </a:lnTo>
                  <a:lnTo>
                    <a:pt x="297314" y="269404"/>
                  </a:lnTo>
                  <a:lnTo>
                    <a:pt x="300501" y="265142"/>
                  </a:lnTo>
                  <a:lnTo>
                    <a:pt x="303552" y="260780"/>
                  </a:lnTo>
                  <a:lnTo>
                    <a:pt x="306462" y="256323"/>
                  </a:lnTo>
                  <a:lnTo>
                    <a:pt x="309228" y="251777"/>
                  </a:lnTo>
                  <a:lnTo>
                    <a:pt x="311849" y="247144"/>
                  </a:lnTo>
                  <a:lnTo>
                    <a:pt x="314321" y="242430"/>
                  </a:lnTo>
                  <a:lnTo>
                    <a:pt x="316641" y="237640"/>
                  </a:lnTo>
                  <a:lnTo>
                    <a:pt x="318808" y="232778"/>
                  </a:lnTo>
                  <a:lnTo>
                    <a:pt x="320819" y="227850"/>
                  </a:lnTo>
                  <a:lnTo>
                    <a:pt x="322672" y="222861"/>
                  </a:lnTo>
                  <a:lnTo>
                    <a:pt x="324365" y="217815"/>
                  </a:lnTo>
                  <a:lnTo>
                    <a:pt x="325896" y="212717"/>
                  </a:lnTo>
                  <a:lnTo>
                    <a:pt x="327265" y="207574"/>
                  </a:lnTo>
                  <a:lnTo>
                    <a:pt x="328469" y="202389"/>
                  </a:lnTo>
                  <a:lnTo>
                    <a:pt x="329508" y="197169"/>
                  </a:lnTo>
                  <a:lnTo>
                    <a:pt x="330379" y="191918"/>
                  </a:lnTo>
                  <a:lnTo>
                    <a:pt x="331083" y="186642"/>
                  </a:lnTo>
                  <a:lnTo>
                    <a:pt x="331619" y="181347"/>
                  </a:lnTo>
                  <a:lnTo>
                    <a:pt x="331986" y="176037"/>
                  </a:lnTo>
                  <a:lnTo>
                    <a:pt x="332184" y="170718"/>
                  </a:lnTo>
                  <a:lnTo>
                    <a:pt x="332212" y="165396"/>
                  </a:lnTo>
                  <a:lnTo>
                    <a:pt x="332071" y="160075"/>
                  </a:lnTo>
                  <a:lnTo>
                    <a:pt x="331761" y="154762"/>
                  </a:lnTo>
                  <a:lnTo>
                    <a:pt x="331281" y="149461"/>
                  </a:lnTo>
                  <a:lnTo>
                    <a:pt x="330634" y="144178"/>
                  </a:lnTo>
                  <a:lnTo>
                    <a:pt x="329818" y="138918"/>
                  </a:lnTo>
                  <a:lnTo>
                    <a:pt x="328835" y="133687"/>
                  </a:lnTo>
                  <a:lnTo>
                    <a:pt x="327686" y="128490"/>
                  </a:lnTo>
                  <a:lnTo>
                    <a:pt x="326372" y="123332"/>
                  </a:lnTo>
                  <a:lnTo>
                    <a:pt x="324895" y="118219"/>
                  </a:lnTo>
                  <a:lnTo>
                    <a:pt x="323256" y="113155"/>
                  </a:lnTo>
                  <a:lnTo>
                    <a:pt x="321456" y="108146"/>
                  </a:lnTo>
                  <a:lnTo>
                    <a:pt x="319498" y="103197"/>
                  </a:lnTo>
                  <a:lnTo>
                    <a:pt x="317383" y="98313"/>
                  </a:lnTo>
                  <a:lnTo>
                    <a:pt x="315114" y="93498"/>
                  </a:lnTo>
                  <a:lnTo>
                    <a:pt x="312692" y="88758"/>
                  </a:lnTo>
                  <a:lnTo>
                    <a:pt x="310121" y="84098"/>
                  </a:lnTo>
                  <a:lnTo>
                    <a:pt x="307403" y="79522"/>
                  </a:lnTo>
                  <a:lnTo>
                    <a:pt x="304541" y="75034"/>
                  </a:lnTo>
                  <a:lnTo>
                    <a:pt x="301537" y="70640"/>
                  </a:lnTo>
                  <a:lnTo>
                    <a:pt x="298395" y="66344"/>
                  </a:lnTo>
                  <a:lnTo>
                    <a:pt x="295118" y="62150"/>
                  </a:lnTo>
                  <a:lnTo>
                    <a:pt x="291709" y="58063"/>
                  </a:lnTo>
                  <a:lnTo>
                    <a:pt x="288171" y="54086"/>
                  </a:lnTo>
                  <a:lnTo>
                    <a:pt x="284509" y="50224"/>
                  </a:lnTo>
                  <a:lnTo>
                    <a:pt x="280725" y="46480"/>
                  </a:lnTo>
                  <a:lnTo>
                    <a:pt x="276824" y="42859"/>
                  </a:lnTo>
                  <a:lnTo>
                    <a:pt x="272810" y="39364"/>
                  </a:lnTo>
                  <a:lnTo>
                    <a:pt x="268687" y="35998"/>
                  </a:lnTo>
                  <a:lnTo>
                    <a:pt x="264459" y="32766"/>
                  </a:lnTo>
                  <a:lnTo>
                    <a:pt x="260130" y="29669"/>
                  </a:lnTo>
                  <a:lnTo>
                    <a:pt x="255704" y="26712"/>
                  </a:lnTo>
                  <a:lnTo>
                    <a:pt x="251187" y="23897"/>
                  </a:lnTo>
                  <a:lnTo>
                    <a:pt x="246582" y="21228"/>
                  </a:lnTo>
                  <a:lnTo>
                    <a:pt x="241895" y="18706"/>
                  </a:lnTo>
                  <a:lnTo>
                    <a:pt x="237129" y="16335"/>
                  </a:lnTo>
                  <a:lnTo>
                    <a:pt x="232291" y="14117"/>
                  </a:lnTo>
                  <a:lnTo>
                    <a:pt x="227385" y="12054"/>
                  </a:lnTo>
                  <a:lnTo>
                    <a:pt x="222415" y="10149"/>
                  </a:lnTo>
                  <a:lnTo>
                    <a:pt x="217387" y="8402"/>
                  </a:lnTo>
                  <a:lnTo>
                    <a:pt x="212306" y="6817"/>
                  </a:lnTo>
                  <a:lnTo>
                    <a:pt x="207177" y="5394"/>
                  </a:lnTo>
                  <a:lnTo>
                    <a:pt x="202006" y="4135"/>
                  </a:lnTo>
                  <a:lnTo>
                    <a:pt x="196797" y="3041"/>
                  </a:lnTo>
                  <a:lnTo>
                    <a:pt x="191556" y="2114"/>
                  </a:lnTo>
                  <a:lnTo>
                    <a:pt x="186288" y="1354"/>
                  </a:lnTo>
                  <a:lnTo>
                    <a:pt x="180998" y="762"/>
                  </a:lnTo>
                  <a:lnTo>
                    <a:pt x="175693" y="338"/>
                  </a:lnTo>
                  <a:lnTo>
                    <a:pt x="170376" y="84"/>
                  </a:lnTo>
                  <a:lnTo>
                    <a:pt x="165054" y="0"/>
                  </a:lnTo>
                  <a:lnTo>
                    <a:pt x="16505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308879" y="4659281"/>
              <a:ext cx="114355" cy="167167"/>
            </a:xfrm>
            <a:custGeom>
              <a:avLst/>
              <a:pathLst>
                <a:path w="114355" h="167167">
                  <a:moveTo>
                    <a:pt x="114355" y="0"/>
                  </a:moveTo>
                  <a:lnTo>
                    <a:pt x="108632" y="97"/>
                  </a:lnTo>
                  <a:lnTo>
                    <a:pt x="102915" y="391"/>
                  </a:lnTo>
                  <a:lnTo>
                    <a:pt x="97212" y="881"/>
                  </a:lnTo>
                  <a:lnTo>
                    <a:pt x="91529" y="1565"/>
                  </a:lnTo>
                  <a:lnTo>
                    <a:pt x="85873" y="2444"/>
                  </a:lnTo>
                  <a:lnTo>
                    <a:pt x="80251" y="3515"/>
                  </a:lnTo>
                  <a:lnTo>
                    <a:pt x="74668" y="4779"/>
                  </a:lnTo>
                  <a:lnTo>
                    <a:pt x="69132" y="6233"/>
                  </a:lnTo>
                  <a:lnTo>
                    <a:pt x="63648" y="7875"/>
                  </a:lnTo>
                  <a:lnTo>
                    <a:pt x="58225" y="9705"/>
                  </a:lnTo>
                  <a:lnTo>
                    <a:pt x="52867" y="11719"/>
                  </a:lnTo>
                  <a:lnTo>
                    <a:pt x="47581" y="13915"/>
                  </a:lnTo>
                  <a:lnTo>
                    <a:pt x="42373" y="16291"/>
                  </a:lnTo>
                  <a:lnTo>
                    <a:pt x="37250" y="18844"/>
                  </a:lnTo>
                  <a:lnTo>
                    <a:pt x="32217" y="21570"/>
                  </a:lnTo>
                  <a:lnTo>
                    <a:pt x="27281" y="24468"/>
                  </a:lnTo>
                  <a:lnTo>
                    <a:pt x="22446" y="27533"/>
                  </a:lnTo>
                  <a:lnTo>
                    <a:pt x="17720" y="30761"/>
                  </a:lnTo>
                  <a:lnTo>
                    <a:pt x="13106" y="34149"/>
                  </a:lnTo>
                  <a:lnTo>
                    <a:pt x="8612" y="37694"/>
                  </a:lnTo>
                  <a:lnTo>
                    <a:pt x="4241" y="41390"/>
                  </a:lnTo>
                  <a:lnTo>
                    <a:pt x="0" y="45233"/>
                  </a:lnTo>
                  <a:lnTo>
                    <a:pt x="11435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308879" y="4704515"/>
              <a:ext cx="114355" cy="121933"/>
            </a:xfrm>
            <a:custGeom>
              <a:avLst/>
              <a:pathLst>
                <a:path w="114355" h="121933">
                  <a:moveTo>
                    <a:pt x="0" y="0"/>
                  </a:moveTo>
                  <a:lnTo>
                    <a:pt x="114355" y="1219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308879" y="4704515"/>
              <a:ext cx="114355" cy="121933"/>
            </a:xfrm>
            <a:custGeom>
              <a:avLst/>
              <a:pathLst>
                <a:path w="114355" h="121933">
                  <a:moveTo>
                    <a:pt x="0" y="0"/>
                  </a:moveTo>
                  <a:lnTo>
                    <a:pt x="114355" y="1219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256076" y="4704515"/>
              <a:ext cx="334313" cy="289100"/>
            </a:xfrm>
            <a:custGeom>
              <a:avLst/>
              <a:pathLst>
                <a:path w="334313" h="289100">
                  <a:moveTo>
                    <a:pt x="52803" y="0"/>
                  </a:moveTo>
                  <a:lnTo>
                    <a:pt x="48981" y="3700"/>
                  </a:lnTo>
                  <a:lnTo>
                    <a:pt x="45278" y="7521"/>
                  </a:lnTo>
                  <a:lnTo>
                    <a:pt x="41699" y="11457"/>
                  </a:lnTo>
                  <a:lnTo>
                    <a:pt x="38247" y="15505"/>
                  </a:lnTo>
                  <a:lnTo>
                    <a:pt x="34926" y="19661"/>
                  </a:lnTo>
                  <a:lnTo>
                    <a:pt x="31739" y="23921"/>
                  </a:lnTo>
                  <a:lnTo>
                    <a:pt x="28688" y="28280"/>
                  </a:lnTo>
                  <a:lnTo>
                    <a:pt x="25778" y="32733"/>
                  </a:lnTo>
                  <a:lnTo>
                    <a:pt x="23011" y="37278"/>
                  </a:lnTo>
                  <a:lnTo>
                    <a:pt x="20391" y="41907"/>
                  </a:lnTo>
                  <a:lnTo>
                    <a:pt x="17918" y="46618"/>
                  </a:lnTo>
                  <a:lnTo>
                    <a:pt x="15597" y="51405"/>
                  </a:lnTo>
                  <a:lnTo>
                    <a:pt x="13430" y="56264"/>
                  </a:lnTo>
                  <a:lnTo>
                    <a:pt x="11418" y="61189"/>
                  </a:lnTo>
                  <a:lnTo>
                    <a:pt x="9564" y="66176"/>
                  </a:lnTo>
                  <a:lnTo>
                    <a:pt x="7869" y="71219"/>
                  </a:lnTo>
                  <a:lnTo>
                    <a:pt x="6336" y="76313"/>
                  </a:lnTo>
                  <a:lnTo>
                    <a:pt x="4966" y="81454"/>
                  </a:lnTo>
                  <a:lnTo>
                    <a:pt x="3760" y="86636"/>
                  </a:lnTo>
                  <a:lnTo>
                    <a:pt x="2720" y="91853"/>
                  </a:lnTo>
                  <a:lnTo>
                    <a:pt x="1846" y="97101"/>
                  </a:lnTo>
                  <a:lnTo>
                    <a:pt x="1139" y="102374"/>
                  </a:lnTo>
                  <a:lnTo>
                    <a:pt x="601" y="107667"/>
                  </a:lnTo>
                  <a:lnTo>
                    <a:pt x="231" y="112974"/>
                  </a:lnTo>
                  <a:lnTo>
                    <a:pt x="31" y="118291"/>
                  </a:lnTo>
                  <a:lnTo>
                    <a:pt x="0" y="123611"/>
                  </a:lnTo>
                  <a:lnTo>
                    <a:pt x="138" y="128929"/>
                  </a:lnTo>
                  <a:lnTo>
                    <a:pt x="445" y="134241"/>
                  </a:lnTo>
                  <a:lnTo>
                    <a:pt x="921" y="139539"/>
                  </a:lnTo>
                  <a:lnTo>
                    <a:pt x="1565" y="144820"/>
                  </a:lnTo>
                  <a:lnTo>
                    <a:pt x="2377" y="150078"/>
                  </a:lnTo>
                  <a:lnTo>
                    <a:pt x="3356" y="155307"/>
                  </a:lnTo>
                  <a:lnTo>
                    <a:pt x="4501" y="160503"/>
                  </a:lnTo>
                  <a:lnTo>
                    <a:pt x="5811" y="165659"/>
                  </a:lnTo>
                  <a:lnTo>
                    <a:pt x="7284" y="170772"/>
                  </a:lnTo>
                  <a:lnTo>
                    <a:pt x="8919" y="175834"/>
                  </a:lnTo>
                  <a:lnTo>
                    <a:pt x="10715" y="180842"/>
                  </a:lnTo>
                  <a:lnTo>
                    <a:pt x="12669" y="185791"/>
                  </a:lnTo>
                  <a:lnTo>
                    <a:pt x="14779" y="190674"/>
                  </a:lnTo>
                  <a:lnTo>
                    <a:pt x="17043" y="195489"/>
                  </a:lnTo>
                  <a:lnTo>
                    <a:pt x="19460" y="200228"/>
                  </a:lnTo>
                  <a:lnTo>
                    <a:pt x="22026" y="204889"/>
                  </a:lnTo>
                  <a:lnTo>
                    <a:pt x="24740" y="209465"/>
                  </a:lnTo>
                  <a:lnTo>
                    <a:pt x="27597" y="213952"/>
                  </a:lnTo>
                  <a:lnTo>
                    <a:pt x="30596" y="218347"/>
                  </a:lnTo>
                  <a:lnTo>
                    <a:pt x="33733" y="222644"/>
                  </a:lnTo>
                  <a:lnTo>
                    <a:pt x="37005" y="226838"/>
                  </a:lnTo>
                  <a:lnTo>
                    <a:pt x="40410" y="230927"/>
                  </a:lnTo>
                  <a:lnTo>
                    <a:pt x="43942" y="234905"/>
                  </a:lnTo>
                  <a:lnTo>
                    <a:pt x="47599" y="238769"/>
                  </a:lnTo>
                  <a:lnTo>
                    <a:pt x="51378" y="242514"/>
                  </a:lnTo>
                  <a:lnTo>
                    <a:pt x="55274" y="246137"/>
                  </a:lnTo>
                  <a:lnTo>
                    <a:pt x="59283" y="249635"/>
                  </a:lnTo>
                  <a:lnTo>
                    <a:pt x="63401" y="253003"/>
                  </a:lnTo>
                  <a:lnTo>
                    <a:pt x="67624" y="256238"/>
                  </a:lnTo>
                  <a:lnTo>
                    <a:pt x="71948" y="259338"/>
                  </a:lnTo>
                  <a:lnTo>
                    <a:pt x="76369" y="262298"/>
                  </a:lnTo>
                  <a:lnTo>
                    <a:pt x="80882" y="265116"/>
                  </a:lnTo>
                  <a:lnTo>
                    <a:pt x="85482" y="267789"/>
                  </a:lnTo>
                  <a:lnTo>
                    <a:pt x="90164" y="270314"/>
                  </a:lnTo>
                  <a:lnTo>
                    <a:pt x="94925" y="272689"/>
                  </a:lnTo>
                  <a:lnTo>
                    <a:pt x="99759" y="274911"/>
                  </a:lnTo>
                  <a:lnTo>
                    <a:pt x="104661" y="276978"/>
                  </a:lnTo>
                  <a:lnTo>
                    <a:pt x="109626" y="278888"/>
                  </a:lnTo>
                  <a:lnTo>
                    <a:pt x="114650" y="280640"/>
                  </a:lnTo>
                  <a:lnTo>
                    <a:pt x="119727" y="282230"/>
                  </a:lnTo>
                  <a:lnTo>
                    <a:pt x="124852" y="283658"/>
                  </a:lnTo>
                  <a:lnTo>
                    <a:pt x="130019" y="284923"/>
                  </a:lnTo>
                  <a:lnTo>
                    <a:pt x="135225" y="286022"/>
                  </a:lnTo>
                  <a:lnTo>
                    <a:pt x="140463" y="286955"/>
                  </a:lnTo>
                  <a:lnTo>
                    <a:pt x="145727" y="287721"/>
                  </a:lnTo>
                  <a:lnTo>
                    <a:pt x="151014" y="288319"/>
                  </a:lnTo>
                  <a:lnTo>
                    <a:pt x="156317" y="288749"/>
                  </a:lnTo>
                  <a:lnTo>
                    <a:pt x="161630" y="289009"/>
                  </a:lnTo>
                  <a:lnTo>
                    <a:pt x="166950" y="289100"/>
                  </a:lnTo>
                  <a:lnTo>
                    <a:pt x="172269" y="289022"/>
                  </a:lnTo>
                  <a:lnTo>
                    <a:pt x="177584" y="288775"/>
                  </a:lnTo>
                  <a:lnTo>
                    <a:pt x="182888" y="288359"/>
                  </a:lnTo>
                  <a:lnTo>
                    <a:pt x="188176" y="287774"/>
                  </a:lnTo>
                  <a:lnTo>
                    <a:pt x="193442" y="287021"/>
                  </a:lnTo>
                  <a:lnTo>
                    <a:pt x="198682" y="286101"/>
                  </a:lnTo>
                  <a:lnTo>
                    <a:pt x="203890" y="285015"/>
                  </a:lnTo>
                  <a:lnTo>
                    <a:pt x="209061" y="283764"/>
                  </a:lnTo>
                  <a:lnTo>
                    <a:pt x="214190" y="282348"/>
                  </a:lnTo>
                  <a:lnTo>
                    <a:pt x="219270" y="280770"/>
                  </a:lnTo>
                  <a:lnTo>
                    <a:pt x="224298" y="279032"/>
                  </a:lnTo>
                  <a:lnTo>
                    <a:pt x="229269" y="277134"/>
                  </a:lnTo>
                  <a:lnTo>
                    <a:pt x="234176" y="275079"/>
                  </a:lnTo>
                  <a:lnTo>
                    <a:pt x="239015" y="272869"/>
                  </a:lnTo>
                  <a:lnTo>
                    <a:pt x="243782" y="270506"/>
                  </a:lnTo>
                  <a:lnTo>
                    <a:pt x="248471" y="267992"/>
                  </a:lnTo>
                  <a:lnTo>
                    <a:pt x="253077" y="265331"/>
                  </a:lnTo>
                  <a:lnTo>
                    <a:pt x="257597" y="262524"/>
                  </a:lnTo>
                  <a:lnTo>
                    <a:pt x="262025" y="259575"/>
                  </a:lnTo>
                  <a:lnTo>
                    <a:pt x="266357" y="256487"/>
                  </a:lnTo>
                  <a:lnTo>
                    <a:pt x="270588" y="253262"/>
                  </a:lnTo>
                  <a:lnTo>
                    <a:pt x="274715" y="249904"/>
                  </a:lnTo>
                  <a:lnTo>
                    <a:pt x="278733" y="246417"/>
                  </a:lnTo>
                  <a:lnTo>
                    <a:pt x="282638" y="242803"/>
                  </a:lnTo>
                  <a:lnTo>
                    <a:pt x="286425" y="239067"/>
                  </a:lnTo>
                  <a:lnTo>
                    <a:pt x="290092" y="235213"/>
                  </a:lnTo>
                  <a:lnTo>
                    <a:pt x="293635" y="231243"/>
                  </a:lnTo>
                  <a:lnTo>
                    <a:pt x="297049" y="227163"/>
                  </a:lnTo>
                  <a:lnTo>
                    <a:pt x="300332" y="222977"/>
                  </a:lnTo>
                  <a:lnTo>
                    <a:pt x="303480" y="218688"/>
                  </a:lnTo>
                  <a:lnTo>
                    <a:pt x="306490" y="214301"/>
                  </a:lnTo>
                  <a:lnTo>
                    <a:pt x="309358" y="209820"/>
                  </a:lnTo>
                  <a:lnTo>
                    <a:pt x="312083" y="205251"/>
                  </a:lnTo>
                  <a:lnTo>
                    <a:pt x="314661" y="200597"/>
                  </a:lnTo>
                  <a:lnTo>
                    <a:pt x="317089" y="195863"/>
                  </a:lnTo>
                  <a:lnTo>
                    <a:pt x="319366" y="191055"/>
                  </a:lnTo>
                  <a:lnTo>
                    <a:pt x="321488" y="186177"/>
                  </a:lnTo>
                  <a:lnTo>
                    <a:pt x="323455" y="181233"/>
                  </a:lnTo>
                  <a:lnTo>
                    <a:pt x="325262" y="176229"/>
                  </a:lnTo>
                  <a:lnTo>
                    <a:pt x="326910" y="171171"/>
                  </a:lnTo>
                  <a:lnTo>
                    <a:pt x="328396" y="166062"/>
                  </a:lnTo>
                  <a:lnTo>
                    <a:pt x="329719" y="160909"/>
                  </a:lnTo>
                  <a:lnTo>
                    <a:pt x="330877" y="155717"/>
                  </a:lnTo>
                  <a:lnTo>
                    <a:pt x="331869" y="150490"/>
                  </a:lnTo>
                  <a:lnTo>
                    <a:pt x="332694" y="145234"/>
                  </a:lnTo>
                  <a:lnTo>
                    <a:pt x="333352" y="139955"/>
                  </a:lnTo>
                  <a:lnTo>
                    <a:pt x="333841" y="134657"/>
                  </a:lnTo>
                  <a:lnTo>
                    <a:pt x="334162" y="129346"/>
                  </a:lnTo>
                  <a:lnTo>
                    <a:pt x="334313" y="124028"/>
                  </a:lnTo>
                  <a:lnTo>
                    <a:pt x="334295" y="118708"/>
                  </a:lnTo>
                  <a:lnTo>
                    <a:pt x="334108" y="113391"/>
                  </a:lnTo>
                  <a:lnTo>
                    <a:pt x="333751" y="108083"/>
                  </a:lnTo>
                  <a:lnTo>
                    <a:pt x="333226" y="102789"/>
                  </a:lnTo>
                  <a:lnTo>
                    <a:pt x="332533" y="97514"/>
                  </a:lnTo>
                  <a:lnTo>
                    <a:pt x="331672" y="92264"/>
                  </a:lnTo>
                  <a:lnTo>
                    <a:pt x="330645" y="87044"/>
                  </a:lnTo>
                  <a:lnTo>
                    <a:pt x="329452" y="81859"/>
                  </a:lnTo>
                  <a:lnTo>
                    <a:pt x="328094" y="76715"/>
                  </a:lnTo>
                  <a:lnTo>
                    <a:pt x="326574" y="71617"/>
                  </a:lnTo>
                  <a:lnTo>
                    <a:pt x="324892" y="66570"/>
                  </a:lnTo>
                  <a:lnTo>
                    <a:pt x="323050" y="61578"/>
                  </a:lnTo>
                  <a:lnTo>
                    <a:pt x="321051" y="56648"/>
                  </a:lnTo>
                  <a:lnTo>
                    <a:pt x="318895" y="51784"/>
                  </a:lnTo>
                  <a:lnTo>
                    <a:pt x="316586" y="46991"/>
                  </a:lnTo>
                  <a:lnTo>
                    <a:pt x="167159" y="1219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423235" y="4659281"/>
              <a:ext cx="149427" cy="167167"/>
            </a:xfrm>
            <a:custGeom>
              <a:avLst/>
              <a:pathLst>
                <a:path w="149427" h="167167">
                  <a:moveTo>
                    <a:pt x="149427" y="92225"/>
                  </a:moveTo>
                  <a:lnTo>
                    <a:pt x="146911" y="87405"/>
                  </a:lnTo>
                  <a:lnTo>
                    <a:pt x="144239" y="82670"/>
                  </a:lnTo>
                  <a:lnTo>
                    <a:pt x="141415" y="78023"/>
                  </a:lnTo>
                  <a:lnTo>
                    <a:pt x="138441" y="73472"/>
                  </a:lnTo>
                  <a:lnTo>
                    <a:pt x="135321" y="69019"/>
                  </a:lnTo>
                  <a:lnTo>
                    <a:pt x="132057" y="64670"/>
                  </a:lnTo>
                  <a:lnTo>
                    <a:pt x="128654" y="60429"/>
                  </a:lnTo>
                  <a:lnTo>
                    <a:pt x="125115" y="56302"/>
                  </a:lnTo>
                  <a:lnTo>
                    <a:pt x="121443" y="52291"/>
                  </a:lnTo>
                  <a:lnTo>
                    <a:pt x="117643" y="48403"/>
                  </a:lnTo>
                  <a:lnTo>
                    <a:pt x="113718" y="44639"/>
                  </a:lnTo>
                  <a:lnTo>
                    <a:pt x="109673" y="41006"/>
                  </a:lnTo>
                  <a:lnTo>
                    <a:pt x="105512" y="37506"/>
                  </a:lnTo>
                  <a:lnTo>
                    <a:pt x="101240" y="34143"/>
                  </a:lnTo>
                  <a:lnTo>
                    <a:pt x="96860" y="30921"/>
                  </a:lnTo>
                  <a:lnTo>
                    <a:pt x="92378" y="27843"/>
                  </a:lnTo>
                  <a:lnTo>
                    <a:pt x="87798" y="24912"/>
                  </a:lnTo>
                  <a:lnTo>
                    <a:pt x="83125" y="22132"/>
                  </a:lnTo>
                  <a:lnTo>
                    <a:pt x="78364" y="19506"/>
                  </a:lnTo>
                  <a:lnTo>
                    <a:pt x="73521" y="17035"/>
                  </a:lnTo>
                  <a:lnTo>
                    <a:pt x="68599" y="14723"/>
                  </a:lnTo>
                  <a:lnTo>
                    <a:pt x="63605" y="12573"/>
                  </a:lnTo>
                  <a:lnTo>
                    <a:pt x="58544" y="10586"/>
                  </a:lnTo>
                  <a:lnTo>
                    <a:pt x="53421" y="8765"/>
                  </a:lnTo>
                  <a:lnTo>
                    <a:pt x="48241" y="7112"/>
                  </a:lnTo>
                  <a:lnTo>
                    <a:pt x="43010" y="5627"/>
                  </a:lnTo>
                  <a:lnTo>
                    <a:pt x="37734" y="4314"/>
                  </a:lnTo>
                  <a:lnTo>
                    <a:pt x="32418" y="3173"/>
                  </a:lnTo>
                  <a:lnTo>
                    <a:pt x="27067" y="2205"/>
                  </a:lnTo>
                  <a:lnTo>
                    <a:pt x="21688" y="1412"/>
                  </a:lnTo>
                  <a:lnTo>
                    <a:pt x="16286" y="795"/>
                  </a:lnTo>
                  <a:lnTo>
                    <a:pt x="10867" y="353"/>
                  </a:lnTo>
                  <a:lnTo>
                    <a:pt x="5436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608999" y="4213821"/>
              <a:ext cx="119473" cy="167167"/>
            </a:xfrm>
            <a:custGeom>
              <a:avLst/>
              <a:pathLst>
                <a:path w="119473" h="167167">
                  <a:moveTo>
                    <a:pt x="119473" y="0"/>
                  </a:moveTo>
                  <a:lnTo>
                    <a:pt x="113928" y="91"/>
                  </a:lnTo>
                  <a:lnTo>
                    <a:pt x="108389" y="367"/>
                  </a:lnTo>
                  <a:lnTo>
                    <a:pt x="102863" y="827"/>
                  </a:lnTo>
                  <a:lnTo>
                    <a:pt x="97355" y="1469"/>
                  </a:lnTo>
                  <a:lnTo>
                    <a:pt x="91871" y="2294"/>
                  </a:lnTo>
                  <a:lnTo>
                    <a:pt x="86418" y="3300"/>
                  </a:lnTo>
                  <a:lnTo>
                    <a:pt x="81001" y="4487"/>
                  </a:lnTo>
                  <a:lnTo>
                    <a:pt x="75626" y="5852"/>
                  </a:lnTo>
                  <a:lnTo>
                    <a:pt x="70300" y="7395"/>
                  </a:lnTo>
                  <a:lnTo>
                    <a:pt x="65028" y="9114"/>
                  </a:lnTo>
                  <a:lnTo>
                    <a:pt x="59815" y="11007"/>
                  </a:lnTo>
                  <a:lnTo>
                    <a:pt x="54669" y="13072"/>
                  </a:lnTo>
                  <a:lnTo>
                    <a:pt x="49593" y="15306"/>
                  </a:lnTo>
                  <a:lnTo>
                    <a:pt x="44595" y="17707"/>
                  </a:lnTo>
                  <a:lnTo>
                    <a:pt x="39679" y="20273"/>
                  </a:lnTo>
                  <a:lnTo>
                    <a:pt x="34850" y="23000"/>
                  </a:lnTo>
                  <a:lnTo>
                    <a:pt x="30115" y="25887"/>
                  </a:lnTo>
                  <a:lnTo>
                    <a:pt x="25478" y="28928"/>
                  </a:lnTo>
                  <a:lnTo>
                    <a:pt x="20945" y="32122"/>
                  </a:lnTo>
                  <a:lnTo>
                    <a:pt x="16520" y="35464"/>
                  </a:lnTo>
                  <a:lnTo>
                    <a:pt x="12208" y="38951"/>
                  </a:lnTo>
                  <a:lnTo>
                    <a:pt x="8014" y="42580"/>
                  </a:lnTo>
                  <a:lnTo>
                    <a:pt x="3943" y="46345"/>
                  </a:lnTo>
                  <a:lnTo>
                    <a:pt x="0" y="50243"/>
                  </a:lnTo>
                  <a:lnTo>
                    <a:pt x="119473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608999" y="4264065"/>
              <a:ext cx="119473" cy="116923"/>
            </a:xfrm>
            <a:custGeom>
              <a:avLst/>
              <a:pathLst>
                <a:path w="119473" h="116923">
                  <a:moveTo>
                    <a:pt x="0" y="0"/>
                  </a:moveTo>
                  <a:lnTo>
                    <a:pt x="119473" y="1169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561316" y="4251712"/>
              <a:ext cx="334320" cy="296439"/>
            </a:xfrm>
            <a:custGeom>
              <a:avLst/>
              <a:pathLst>
                <a:path w="334320" h="296439">
                  <a:moveTo>
                    <a:pt x="47682" y="12353"/>
                  </a:moveTo>
                  <a:lnTo>
                    <a:pt x="44026" y="16209"/>
                  </a:lnTo>
                  <a:lnTo>
                    <a:pt x="40495" y="20180"/>
                  </a:lnTo>
                  <a:lnTo>
                    <a:pt x="37091" y="24261"/>
                  </a:lnTo>
                  <a:lnTo>
                    <a:pt x="33819" y="28448"/>
                  </a:lnTo>
                  <a:lnTo>
                    <a:pt x="30682" y="32737"/>
                  </a:lnTo>
                  <a:lnTo>
                    <a:pt x="27682" y="37123"/>
                  </a:lnTo>
                  <a:lnTo>
                    <a:pt x="24824" y="41603"/>
                  </a:lnTo>
                  <a:lnTo>
                    <a:pt x="22109" y="46171"/>
                  </a:lnTo>
                  <a:lnTo>
                    <a:pt x="19541" y="50824"/>
                  </a:lnTo>
                  <a:lnTo>
                    <a:pt x="17122" y="55555"/>
                  </a:lnTo>
                  <a:lnTo>
                    <a:pt x="14854" y="60361"/>
                  </a:lnTo>
                  <a:lnTo>
                    <a:pt x="12741" y="65237"/>
                  </a:lnTo>
                  <a:lnTo>
                    <a:pt x="10783" y="70177"/>
                  </a:lnTo>
                  <a:lnTo>
                    <a:pt x="8984" y="75177"/>
                  </a:lnTo>
                  <a:lnTo>
                    <a:pt x="7344" y="80232"/>
                  </a:lnTo>
                  <a:lnTo>
                    <a:pt x="5866" y="85336"/>
                  </a:lnTo>
                  <a:lnTo>
                    <a:pt x="4551" y="90485"/>
                  </a:lnTo>
                  <a:lnTo>
                    <a:pt x="3400" y="95673"/>
                  </a:lnTo>
                  <a:lnTo>
                    <a:pt x="2415" y="100895"/>
                  </a:lnTo>
                  <a:lnTo>
                    <a:pt x="1596" y="106146"/>
                  </a:lnTo>
                  <a:lnTo>
                    <a:pt x="945" y="111419"/>
                  </a:lnTo>
                  <a:lnTo>
                    <a:pt x="461" y="116711"/>
                  </a:lnTo>
                  <a:lnTo>
                    <a:pt x="146" y="122016"/>
                  </a:lnTo>
                  <a:lnTo>
                    <a:pt x="0" y="127328"/>
                  </a:lnTo>
                  <a:lnTo>
                    <a:pt x="22" y="132642"/>
                  </a:lnTo>
                  <a:lnTo>
                    <a:pt x="213" y="137953"/>
                  </a:lnTo>
                  <a:lnTo>
                    <a:pt x="574" y="143255"/>
                  </a:lnTo>
                  <a:lnTo>
                    <a:pt x="1102" y="148542"/>
                  </a:lnTo>
                  <a:lnTo>
                    <a:pt x="1798" y="153810"/>
                  </a:lnTo>
                  <a:lnTo>
                    <a:pt x="2662" y="159054"/>
                  </a:lnTo>
                  <a:lnTo>
                    <a:pt x="3691" y="164267"/>
                  </a:lnTo>
                  <a:lnTo>
                    <a:pt x="4886" y="169445"/>
                  </a:lnTo>
                  <a:lnTo>
                    <a:pt x="6245" y="174583"/>
                  </a:lnTo>
                  <a:lnTo>
                    <a:pt x="7766" y="179674"/>
                  </a:lnTo>
                  <a:lnTo>
                    <a:pt x="9449" y="184715"/>
                  </a:lnTo>
                  <a:lnTo>
                    <a:pt x="11290" y="189699"/>
                  </a:lnTo>
                  <a:lnTo>
                    <a:pt x="13290" y="194623"/>
                  </a:lnTo>
                  <a:lnTo>
                    <a:pt x="15444" y="199481"/>
                  </a:lnTo>
                  <a:lnTo>
                    <a:pt x="17753" y="204267"/>
                  </a:lnTo>
                  <a:lnTo>
                    <a:pt x="20212" y="208978"/>
                  </a:lnTo>
                  <a:lnTo>
                    <a:pt x="22819" y="213608"/>
                  </a:lnTo>
                  <a:lnTo>
                    <a:pt x="25573" y="218153"/>
                  </a:lnTo>
                  <a:lnTo>
                    <a:pt x="28469" y="222609"/>
                  </a:lnTo>
                  <a:lnTo>
                    <a:pt x="31506" y="226970"/>
                  </a:lnTo>
                  <a:lnTo>
                    <a:pt x="34679" y="231232"/>
                  </a:lnTo>
                  <a:lnTo>
                    <a:pt x="37987" y="235391"/>
                  </a:lnTo>
                  <a:lnTo>
                    <a:pt x="41425" y="239443"/>
                  </a:lnTo>
                  <a:lnTo>
                    <a:pt x="44990" y="243384"/>
                  </a:lnTo>
                  <a:lnTo>
                    <a:pt x="48679" y="247209"/>
                  </a:lnTo>
                  <a:lnTo>
                    <a:pt x="52487" y="250915"/>
                  </a:lnTo>
                  <a:lnTo>
                    <a:pt x="56411" y="254498"/>
                  </a:lnTo>
                  <a:lnTo>
                    <a:pt x="60447" y="257955"/>
                  </a:lnTo>
                  <a:lnTo>
                    <a:pt x="64591" y="261282"/>
                  </a:lnTo>
                  <a:lnTo>
                    <a:pt x="68839" y="264475"/>
                  </a:lnTo>
                  <a:lnTo>
                    <a:pt x="73186" y="267532"/>
                  </a:lnTo>
                  <a:lnTo>
                    <a:pt x="77628" y="270449"/>
                  </a:lnTo>
                  <a:lnTo>
                    <a:pt x="82160" y="273223"/>
                  </a:lnTo>
                  <a:lnTo>
                    <a:pt x="86778" y="275852"/>
                  </a:lnTo>
                  <a:lnTo>
                    <a:pt x="91478" y="278332"/>
                  </a:lnTo>
                  <a:lnTo>
                    <a:pt x="96254" y="280663"/>
                  </a:lnTo>
                  <a:lnTo>
                    <a:pt x="101101" y="282840"/>
                  </a:lnTo>
                  <a:lnTo>
                    <a:pt x="106016" y="284862"/>
                  </a:lnTo>
                  <a:lnTo>
                    <a:pt x="110992" y="286726"/>
                  </a:lnTo>
                  <a:lnTo>
                    <a:pt x="116025" y="288432"/>
                  </a:lnTo>
                  <a:lnTo>
                    <a:pt x="121109" y="289977"/>
                  </a:lnTo>
                  <a:lnTo>
                    <a:pt x="126240" y="291359"/>
                  </a:lnTo>
                  <a:lnTo>
                    <a:pt x="131413" y="292578"/>
                  </a:lnTo>
                  <a:lnTo>
                    <a:pt x="136621" y="293631"/>
                  </a:lnTo>
                  <a:lnTo>
                    <a:pt x="141861" y="294519"/>
                  </a:lnTo>
                  <a:lnTo>
                    <a:pt x="147126" y="295239"/>
                  </a:lnTo>
                  <a:lnTo>
                    <a:pt x="152411" y="295792"/>
                  </a:lnTo>
                  <a:lnTo>
                    <a:pt x="157711" y="296176"/>
                  </a:lnTo>
                  <a:lnTo>
                    <a:pt x="163021" y="296392"/>
                  </a:lnTo>
                  <a:lnTo>
                    <a:pt x="168334" y="296439"/>
                  </a:lnTo>
                  <a:lnTo>
                    <a:pt x="173647" y="296317"/>
                  </a:lnTo>
                  <a:lnTo>
                    <a:pt x="178953" y="296027"/>
                  </a:lnTo>
                  <a:lnTo>
                    <a:pt x="184247" y="295567"/>
                  </a:lnTo>
                  <a:lnTo>
                    <a:pt x="189524" y="294940"/>
                  </a:lnTo>
                  <a:lnTo>
                    <a:pt x="194778" y="294146"/>
                  </a:lnTo>
                  <a:lnTo>
                    <a:pt x="200005" y="293184"/>
                  </a:lnTo>
                  <a:lnTo>
                    <a:pt x="205198" y="292057"/>
                  </a:lnTo>
                  <a:lnTo>
                    <a:pt x="210353" y="290766"/>
                  </a:lnTo>
                  <a:lnTo>
                    <a:pt x="215464" y="289311"/>
                  </a:lnTo>
                  <a:lnTo>
                    <a:pt x="220526" y="287695"/>
                  </a:lnTo>
                  <a:lnTo>
                    <a:pt x="225534" y="285919"/>
                  </a:lnTo>
                  <a:lnTo>
                    <a:pt x="230484" y="283984"/>
                  </a:lnTo>
                  <a:lnTo>
                    <a:pt x="235369" y="281893"/>
                  </a:lnTo>
                  <a:lnTo>
                    <a:pt x="240185" y="279648"/>
                  </a:lnTo>
                  <a:lnTo>
                    <a:pt x="244928" y="277250"/>
                  </a:lnTo>
                  <a:lnTo>
                    <a:pt x="249592" y="274704"/>
                  </a:lnTo>
                  <a:lnTo>
                    <a:pt x="254173" y="272010"/>
                  </a:lnTo>
                  <a:lnTo>
                    <a:pt x="258665" y="269172"/>
                  </a:lnTo>
                  <a:lnTo>
                    <a:pt x="263066" y="266193"/>
                  </a:lnTo>
                  <a:lnTo>
                    <a:pt x="267369" y="263075"/>
                  </a:lnTo>
                  <a:lnTo>
                    <a:pt x="271571" y="259822"/>
                  </a:lnTo>
                  <a:lnTo>
                    <a:pt x="275668" y="256437"/>
                  </a:lnTo>
                  <a:lnTo>
                    <a:pt x="279655" y="252924"/>
                  </a:lnTo>
                  <a:lnTo>
                    <a:pt x="283528" y="249286"/>
                  </a:lnTo>
                  <a:lnTo>
                    <a:pt x="287284" y="245526"/>
                  </a:lnTo>
                  <a:lnTo>
                    <a:pt x="290918" y="241650"/>
                  </a:lnTo>
                  <a:lnTo>
                    <a:pt x="294427" y="237659"/>
                  </a:lnTo>
                  <a:lnTo>
                    <a:pt x="297808" y="233559"/>
                  </a:lnTo>
                  <a:lnTo>
                    <a:pt x="301057" y="229354"/>
                  </a:lnTo>
                  <a:lnTo>
                    <a:pt x="304170" y="225047"/>
                  </a:lnTo>
                  <a:lnTo>
                    <a:pt x="307145" y="220644"/>
                  </a:lnTo>
                  <a:lnTo>
                    <a:pt x="309978" y="216148"/>
                  </a:lnTo>
                  <a:lnTo>
                    <a:pt x="312667" y="211565"/>
                  </a:lnTo>
                  <a:lnTo>
                    <a:pt x="315209" y="206898"/>
                  </a:lnTo>
                  <a:lnTo>
                    <a:pt x="317601" y="202153"/>
                  </a:lnTo>
                  <a:lnTo>
                    <a:pt x="319842" y="197334"/>
                  </a:lnTo>
                  <a:lnTo>
                    <a:pt x="321928" y="192447"/>
                  </a:lnTo>
                  <a:lnTo>
                    <a:pt x="323857" y="187495"/>
                  </a:lnTo>
                  <a:lnTo>
                    <a:pt x="325629" y="182485"/>
                  </a:lnTo>
                  <a:lnTo>
                    <a:pt x="327240" y="177421"/>
                  </a:lnTo>
                  <a:lnTo>
                    <a:pt x="328689" y="172309"/>
                  </a:lnTo>
                  <a:lnTo>
                    <a:pt x="329975" y="167153"/>
                  </a:lnTo>
                  <a:lnTo>
                    <a:pt x="331097" y="161958"/>
                  </a:lnTo>
                  <a:lnTo>
                    <a:pt x="332053" y="156731"/>
                  </a:lnTo>
                  <a:lnTo>
                    <a:pt x="332842" y="151476"/>
                  </a:lnTo>
                  <a:lnTo>
                    <a:pt x="333464" y="146199"/>
                  </a:lnTo>
                  <a:lnTo>
                    <a:pt x="333918" y="140904"/>
                  </a:lnTo>
                  <a:lnTo>
                    <a:pt x="334203" y="135598"/>
                  </a:lnTo>
                  <a:lnTo>
                    <a:pt x="334320" y="130285"/>
                  </a:lnTo>
                  <a:lnTo>
                    <a:pt x="334268" y="124971"/>
                  </a:lnTo>
                  <a:lnTo>
                    <a:pt x="334046" y="119662"/>
                  </a:lnTo>
                  <a:lnTo>
                    <a:pt x="333656" y="114362"/>
                  </a:lnTo>
                  <a:lnTo>
                    <a:pt x="333098" y="109077"/>
                  </a:lnTo>
                  <a:lnTo>
                    <a:pt x="332372" y="103813"/>
                  </a:lnTo>
                  <a:lnTo>
                    <a:pt x="331480" y="98575"/>
                  </a:lnTo>
                  <a:lnTo>
                    <a:pt x="330421" y="93367"/>
                  </a:lnTo>
                  <a:lnTo>
                    <a:pt x="329197" y="88196"/>
                  </a:lnTo>
                  <a:lnTo>
                    <a:pt x="327809" y="83066"/>
                  </a:lnTo>
                  <a:lnTo>
                    <a:pt x="326259" y="77983"/>
                  </a:lnTo>
                  <a:lnTo>
                    <a:pt x="324549" y="72952"/>
                  </a:lnTo>
                  <a:lnTo>
                    <a:pt x="322679" y="67978"/>
                  </a:lnTo>
                  <a:lnTo>
                    <a:pt x="320652" y="63066"/>
                  </a:lnTo>
                  <a:lnTo>
                    <a:pt x="318470" y="58220"/>
                  </a:lnTo>
                  <a:lnTo>
                    <a:pt x="316135" y="53447"/>
                  </a:lnTo>
                  <a:lnTo>
                    <a:pt x="313649" y="48750"/>
                  </a:lnTo>
                  <a:lnTo>
                    <a:pt x="311016" y="44134"/>
                  </a:lnTo>
                  <a:lnTo>
                    <a:pt x="308237" y="39605"/>
                  </a:lnTo>
                  <a:lnTo>
                    <a:pt x="305316" y="35166"/>
                  </a:lnTo>
                  <a:lnTo>
                    <a:pt x="302255" y="30822"/>
                  </a:lnTo>
                  <a:lnTo>
                    <a:pt x="299057" y="26578"/>
                  </a:lnTo>
                  <a:lnTo>
                    <a:pt x="295726" y="22437"/>
                  </a:lnTo>
                  <a:lnTo>
                    <a:pt x="292265" y="18404"/>
                  </a:lnTo>
                  <a:lnTo>
                    <a:pt x="288678" y="14484"/>
                  </a:lnTo>
                  <a:lnTo>
                    <a:pt x="284968" y="10679"/>
                  </a:lnTo>
                  <a:lnTo>
                    <a:pt x="281139" y="6995"/>
                  </a:lnTo>
                  <a:lnTo>
                    <a:pt x="277195" y="3433"/>
                  </a:lnTo>
                  <a:lnTo>
                    <a:pt x="273139" y="0"/>
                  </a:lnTo>
                  <a:lnTo>
                    <a:pt x="167156" y="1292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728472" y="4213821"/>
              <a:ext cx="105983" cy="167167"/>
            </a:xfrm>
            <a:custGeom>
              <a:avLst/>
              <a:pathLst>
                <a:path w="105983" h="167167">
                  <a:moveTo>
                    <a:pt x="105983" y="37890"/>
                  </a:moveTo>
                  <a:lnTo>
                    <a:pt x="101483" y="34328"/>
                  </a:lnTo>
                  <a:lnTo>
                    <a:pt x="96863" y="30923"/>
                  </a:lnTo>
                  <a:lnTo>
                    <a:pt x="92129" y="27678"/>
                  </a:lnTo>
                  <a:lnTo>
                    <a:pt x="87286" y="24597"/>
                  </a:lnTo>
                  <a:lnTo>
                    <a:pt x="82340" y="21685"/>
                  </a:lnTo>
                  <a:lnTo>
                    <a:pt x="77297" y="18944"/>
                  </a:lnTo>
                  <a:lnTo>
                    <a:pt x="72163" y="16378"/>
                  </a:lnTo>
                  <a:lnTo>
                    <a:pt x="66945" y="13990"/>
                  </a:lnTo>
                  <a:lnTo>
                    <a:pt x="61647" y="11782"/>
                  </a:lnTo>
                  <a:lnTo>
                    <a:pt x="56276" y="9757"/>
                  </a:lnTo>
                  <a:lnTo>
                    <a:pt x="50839" y="7918"/>
                  </a:lnTo>
                  <a:lnTo>
                    <a:pt x="45342" y="6266"/>
                  </a:lnTo>
                  <a:lnTo>
                    <a:pt x="39792" y="4805"/>
                  </a:lnTo>
                  <a:lnTo>
                    <a:pt x="34195" y="3534"/>
                  </a:lnTo>
                  <a:lnTo>
                    <a:pt x="28558" y="2457"/>
                  </a:lnTo>
                  <a:lnTo>
                    <a:pt x="22887" y="1574"/>
                  </a:lnTo>
                  <a:lnTo>
                    <a:pt x="17188" y="886"/>
                  </a:lnTo>
                  <a:lnTo>
                    <a:pt x="11470" y="394"/>
                  </a:lnTo>
                  <a:lnTo>
                    <a:pt x="5738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58598" y="3707720"/>
              <a:ext cx="160413" cy="167167"/>
            </a:xfrm>
            <a:custGeom>
              <a:avLst/>
              <a:pathLst>
                <a:path w="160413" h="167167">
                  <a:moveTo>
                    <a:pt x="160413" y="0"/>
                  </a:moveTo>
                  <a:lnTo>
                    <a:pt x="154904" y="90"/>
                  </a:lnTo>
                  <a:lnTo>
                    <a:pt x="149400" y="363"/>
                  </a:lnTo>
                  <a:lnTo>
                    <a:pt x="143909" y="816"/>
                  </a:lnTo>
                  <a:lnTo>
                    <a:pt x="138435" y="1451"/>
                  </a:lnTo>
                  <a:lnTo>
                    <a:pt x="132986" y="2265"/>
                  </a:lnTo>
                  <a:lnTo>
                    <a:pt x="127566" y="3258"/>
                  </a:lnTo>
                  <a:lnTo>
                    <a:pt x="122182" y="4430"/>
                  </a:lnTo>
                  <a:lnTo>
                    <a:pt x="116839" y="5778"/>
                  </a:lnTo>
                  <a:lnTo>
                    <a:pt x="111544" y="7302"/>
                  </a:lnTo>
                  <a:lnTo>
                    <a:pt x="106302" y="9000"/>
                  </a:lnTo>
                  <a:lnTo>
                    <a:pt x="101118" y="10869"/>
                  </a:lnTo>
                  <a:lnTo>
                    <a:pt x="95999" y="12908"/>
                  </a:lnTo>
                  <a:lnTo>
                    <a:pt x="90950" y="15115"/>
                  </a:lnTo>
                  <a:lnTo>
                    <a:pt x="85977" y="17487"/>
                  </a:lnTo>
                  <a:lnTo>
                    <a:pt x="81084" y="20021"/>
                  </a:lnTo>
                  <a:lnTo>
                    <a:pt x="76278" y="22715"/>
                  </a:lnTo>
                  <a:lnTo>
                    <a:pt x="71563" y="25567"/>
                  </a:lnTo>
                  <a:lnTo>
                    <a:pt x="66944" y="28572"/>
                  </a:lnTo>
                  <a:lnTo>
                    <a:pt x="62427" y="31728"/>
                  </a:lnTo>
                  <a:lnTo>
                    <a:pt x="58017" y="35031"/>
                  </a:lnTo>
                  <a:lnTo>
                    <a:pt x="53718" y="38477"/>
                  </a:lnTo>
                  <a:lnTo>
                    <a:pt x="49534" y="42064"/>
                  </a:lnTo>
                  <a:lnTo>
                    <a:pt x="45471" y="45786"/>
                  </a:lnTo>
                  <a:lnTo>
                    <a:pt x="41533" y="49640"/>
                  </a:lnTo>
                  <a:lnTo>
                    <a:pt x="37725" y="53622"/>
                  </a:lnTo>
                  <a:lnTo>
                    <a:pt x="34049" y="57727"/>
                  </a:lnTo>
                  <a:lnTo>
                    <a:pt x="30511" y="61951"/>
                  </a:lnTo>
                  <a:lnTo>
                    <a:pt x="27114" y="66289"/>
                  </a:lnTo>
                  <a:lnTo>
                    <a:pt x="23862" y="70737"/>
                  </a:lnTo>
                  <a:lnTo>
                    <a:pt x="20758" y="75290"/>
                  </a:lnTo>
                  <a:lnTo>
                    <a:pt x="17806" y="79943"/>
                  </a:lnTo>
                  <a:lnTo>
                    <a:pt x="15008" y="84690"/>
                  </a:lnTo>
                  <a:lnTo>
                    <a:pt x="12369" y="89527"/>
                  </a:lnTo>
                  <a:lnTo>
                    <a:pt x="9891" y="94448"/>
                  </a:lnTo>
                  <a:lnTo>
                    <a:pt x="7576" y="99448"/>
                  </a:lnTo>
                  <a:lnTo>
                    <a:pt x="5427" y="104522"/>
                  </a:lnTo>
                  <a:lnTo>
                    <a:pt x="3447" y="109664"/>
                  </a:lnTo>
                  <a:lnTo>
                    <a:pt x="1637" y="114869"/>
                  </a:lnTo>
                  <a:lnTo>
                    <a:pt x="0" y="120130"/>
                  </a:lnTo>
                  <a:lnTo>
                    <a:pt x="160413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51844" y="3707909"/>
              <a:ext cx="334334" cy="334125"/>
            </a:xfrm>
            <a:custGeom>
              <a:avLst/>
              <a:pathLst>
                <a:path w="334334" h="334125">
                  <a:moveTo>
                    <a:pt x="6753" y="119941"/>
                  </a:moveTo>
                  <a:lnTo>
                    <a:pt x="5342" y="125054"/>
                  </a:lnTo>
                  <a:lnTo>
                    <a:pt x="4093" y="130209"/>
                  </a:lnTo>
                  <a:lnTo>
                    <a:pt x="3009" y="135401"/>
                  </a:lnTo>
                  <a:lnTo>
                    <a:pt x="2090" y="140625"/>
                  </a:lnTo>
                  <a:lnTo>
                    <a:pt x="1337" y="145875"/>
                  </a:lnTo>
                  <a:lnTo>
                    <a:pt x="751" y="151147"/>
                  </a:lnTo>
                  <a:lnTo>
                    <a:pt x="332" y="156435"/>
                  </a:lnTo>
                  <a:lnTo>
                    <a:pt x="82" y="161733"/>
                  </a:lnTo>
                  <a:lnTo>
                    <a:pt x="0" y="167037"/>
                  </a:lnTo>
                  <a:lnTo>
                    <a:pt x="86" y="172340"/>
                  </a:lnTo>
                  <a:lnTo>
                    <a:pt x="340" y="177638"/>
                  </a:lnTo>
                  <a:lnTo>
                    <a:pt x="762" y="182926"/>
                  </a:lnTo>
                  <a:lnTo>
                    <a:pt x="1352" y="188197"/>
                  </a:lnTo>
                  <a:lnTo>
                    <a:pt x="2108" y="193447"/>
                  </a:lnTo>
                  <a:lnTo>
                    <a:pt x="3031" y="198670"/>
                  </a:lnTo>
                  <a:lnTo>
                    <a:pt x="4119" y="203862"/>
                  </a:lnTo>
                  <a:lnTo>
                    <a:pt x="5371" y="209016"/>
                  </a:lnTo>
                  <a:lnTo>
                    <a:pt x="6787" y="214128"/>
                  </a:lnTo>
                  <a:lnTo>
                    <a:pt x="8363" y="219192"/>
                  </a:lnTo>
                  <a:lnTo>
                    <a:pt x="10100" y="224204"/>
                  </a:lnTo>
                  <a:lnTo>
                    <a:pt x="11994" y="229158"/>
                  </a:lnTo>
                  <a:lnTo>
                    <a:pt x="14045" y="234050"/>
                  </a:lnTo>
                  <a:lnTo>
                    <a:pt x="16250" y="238874"/>
                  </a:lnTo>
                  <a:lnTo>
                    <a:pt x="18607" y="243626"/>
                  </a:lnTo>
                  <a:lnTo>
                    <a:pt x="21114" y="248301"/>
                  </a:lnTo>
                  <a:lnTo>
                    <a:pt x="23767" y="252893"/>
                  </a:lnTo>
                  <a:lnTo>
                    <a:pt x="26565" y="257399"/>
                  </a:lnTo>
                  <a:lnTo>
                    <a:pt x="29505" y="261815"/>
                  </a:lnTo>
                  <a:lnTo>
                    <a:pt x="32583" y="266134"/>
                  </a:lnTo>
                  <a:lnTo>
                    <a:pt x="35796" y="270354"/>
                  </a:lnTo>
                  <a:lnTo>
                    <a:pt x="39142" y="274470"/>
                  </a:lnTo>
                  <a:lnTo>
                    <a:pt x="42617" y="278478"/>
                  </a:lnTo>
                  <a:lnTo>
                    <a:pt x="46217" y="282373"/>
                  </a:lnTo>
                  <a:lnTo>
                    <a:pt x="49939" y="286152"/>
                  </a:lnTo>
                  <a:lnTo>
                    <a:pt x="53779" y="289811"/>
                  </a:lnTo>
                  <a:lnTo>
                    <a:pt x="57733" y="293347"/>
                  </a:lnTo>
                  <a:lnTo>
                    <a:pt x="61797" y="296755"/>
                  </a:lnTo>
                  <a:lnTo>
                    <a:pt x="65967" y="300033"/>
                  </a:lnTo>
                  <a:lnTo>
                    <a:pt x="70239" y="303176"/>
                  </a:lnTo>
                  <a:lnTo>
                    <a:pt x="74609" y="306183"/>
                  </a:lnTo>
                  <a:lnTo>
                    <a:pt x="79072" y="309049"/>
                  </a:lnTo>
                  <a:lnTo>
                    <a:pt x="83624" y="311773"/>
                  </a:lnTo>
                  <a:lnTo>
                    <a:pt x="88260" y="314350"/>
                  </a:lnTo>
                  <a:lnTo>
                    <a:pt x="92975" y="316779"/>
                  </a:lnTo>
                  <a:lnTo>
                    <a:pt x="97765" y="319058"/>
                  </a:lnTo>
                  <a:lnTo>
                    <a:pt x="102625" y="321183"/>
                  </a:lnTo>
                  <a:lnTo>
                    <a:pt x="107549" y="323153"/>
                  </a:lnTo>
                  <a:lnTo>
                    <a:pt x="112534" y="324966"/>
                  </a:lnTo>
                  <a:lnTo>
                    <a:pt x="117574" y="326620"/>
                  </a:lnTo>
                  <a:lnTo>
                    <a:pt x="122664" y="328113"/>
                  </a:lnTo>
                  <a:lnTo>
                    <a:pt x="127798" y="329443"/>
                  </a:lnTo>
                  <a:lnTo>
                    <a:pt x="132972" y="330611"/>
                  </a:lnTo>
                  <a:lnTo>
                    <a:pt x="138181" y="331613"/>
                  </a:lnTo>
                  <a:lnTo>
                    <a:pt x="143419" y="332450"/>
                  </a:lnTo>
                  <a:lnTo>
                    <a:pt x="148680" y="333120"/>
                  </a:lnTo>
                  <a:lnTo>
                    <a:pt x="153961" y="333623"/>
                  </a:lnTo>
                  <a:lnTo>
                    <a:pt x="159254" y="333958"/>
                  </a:lnTo>
                  <a:lnTo>
                    <a:pt x="164556" y="334125"/>
                  </a:lnTo>
                  <a:lnTo>
                    <a:pt x="169860" y="334124"/>
                  </a:lnTo>
                  <a:lnTo>
                    <a:pt x="175162" y="333954"/>
                  </a:lnTo>
                  <a:lnTo>
                    <a:pt x="180455" y="333616"/>
                  </a:lnTo>
                  <a:lnTo>
                    <a:pt x="185735" y="333111"/>
                  </a:lnTo>
                  <a:lnTo>
                    <a:pt x="190996" y="332438"/>
                  </a:lnTo>
                  <a:lnTo>
                    <a:pt x="196234" y="331599"/>
                  </a:lnTo>
                  <a:lnTo>
                    <a:pt x="201442" y="330594"/>
                  </a:lnTo>
                  <a:lnTo>
                    <a:pt x="206615" y="329424"/>
                  </a:lnTo>
                  <a:lnTo>
                    <a:pt x="211749" y="328091"/>
                  </a:lnTo>
                  <a:lnTo>
                    <a:pt x="216838" y="326595"/>
                  </a:lnTo>
                  <a:lnTo>
                    <a:pt x="221877" y="324939"/>
                  </a:lnTo>
                  <a:lnTo>
                    <a:pt x="226861" y="323124"/>
                  </a:lnTo>
                  <a:lnTo>
                    <a:pt x="231785" y="321151"/>
                  </a:lnTo>
                  <a:lnTo>
                    <a:pt x="236644" y="319024"/>
                  </a:lnTo>
                  <a:lnTo>
                    <a:pt x="241433" y="316743"/>
                  </a:lnTo>
                  <a:lnTo>
                    <a:pt x="246147" y="314311"/>
                  </a:lnTo>
                  <a:lnTo>
                    <a:pt x="250781" y="311732"/>
                  </a:lnTo>
                  <a:lnTo>
                    <a:pt x="255331" y="309006"/>
                  </a:lnTo>
                  <a:lnTo>
                    <a:pt x="259793" y="306137"/>
                  </a:lnTo>
                  <a:lnTo>
                    <a:pt x="264161" y="303129"/>
                  </a:lnTo>
                  <a:lnTo>
                    <a:pt x="268432" y="299983"/>
                  </a:lnTo>
                  <a:lnTo>
                    <a:pt x="272601" y="296703"/>
                  </a:lnTo>
                  <a:lnTo>
                    <a:pt x="276663" y="293293"/>
                  </a:lnTo>
                  <a:lnTo>
                    <a:pt x="280616" y="289756"/>
                  </a:lnTo>
                  <a:lnTo>
                    <a:pt x="284454" y="286094"/>
                  </a:lnTo>
                  <a:lnTo>
                    <a:pt x="288174" y="282314"/>
                  </a:lnTo>
                  <a:lnTo>
                    <a:pt x="291772" y="278416"/>
                  </a:lnTo>
                  <a:lnTo>
                    <a:pt x="295245" y="274407"/>
                  </a:lnTo>
                  <a:lnTo>
                    <a:pt x="298589" y="270290"/>
                  </a:lnTo>
                  <a:lnTo>
                    <a:pt x="301800" y="266068"/>
                  </a:lnTo>
                  <a:lnTo>
                    <a:pt x="304876" y="261747"/>
                  </a:lnTo>
                  <a:lnTo>
                    <a:pt x="307813" y="257330"/>
                  </a:lnTo>
                  <a:lnTo>
                    <a:pt x="310609" y="252823"/>
                  </a:lnTo>
                  <a:lnTo>
                    <a:pt x="313260" y="248229"/>
                  </a:lnTo>
                  <a:lnTo>
                    <a:pt x="315764" y="243553"/>
                  </a:lnTo>
                  <a:lnTo>
                    <a:pt x="318119" y="238800"/>
                  </a:lnTo>
                  <a:lnTo>
                    <a:pt x="320322" y="233975"/>
                  </a:lnTo>
                  <a:lnTo>
                    <a:pt x="322370" y="229082"/>
                  </a:lnTo>
                  <a:lnTo>
                    <a:pt x="324262" y="224127"/>
                  </a:lnTo>
                  <a:lnTo>
                    <a:pt x="325996" y="219114"/>
                  </a:lnTo>
                  <a:lnTo>
                    <a:pt x="327570" y="214049"/>
                  </a:lnTo>
                  <a:lnTo>
                    <a:pt x="328983" y="208936"/>
                  </a:lnTo>
                  <a:lnTo>
                    <a:pt x="330233" y="203781"/>
                  </a:lnTo>
                  <a:lnTo>
                    <a:pt x="331318" y="198589"/>
                  </a:lnTo>
                  <a:lnTo>
                    <a:pt x="332239" y="193366"/>
                  </a:lnTo>
                  <a:lnTo>
                    <a:pt x="332993" y="188115"/>
                  </a:lnTo>
                  <a:lnTo>
                    <a:pt x="333580" y="182844"/>
                  </a:lnTo>
                  <a:lnTo>
                    <a:pt x="333999" y="177556"/>
                  </a:lnTo>
                  <a:lnTo>
                    <a:pt x="334251" y="172258"/>
                  </a:lnTo>
                  <a:lnTo>
                    <a:pt x="334334" y="166955"/>
                  </a:lnTo>
                  <a:lnTo>
                    <a:pt x="334249" y="161651"/>
                  </a:lnTo>
                  <a:lnTo>
                    <a:pt x="333996" y="156353"/>
                  </a:lnTo>
                  <a:lnTo>
                    <a:pt x="333575" y="151065"/>
                  </a:lnTo>
                  <a:lnTo>
                    <a:pt x="332987" y="145794"/>
                  </a:lnTo>
                  <a:lnTo>
                    <a:pt x="332231" y="140544"/>
                  </a:lnTo>
                  <a:lnTo>
                    <a:pt x="331309" y="135320"/>
                  </a:lnTo>
                  <a:lnTo>
                    <a:pt x="330222" y="130129"/>
                  </a:lnTo>
                  <a:lnTo>
                    <a:pt x="328971" y="124974"/>
                  </a:lnTo>
                  <a:lnTo>
                    <a:pt x="327557" y="119862"/>
                  </a:lnTo>
                  <a:lnTo>
                    <a:pt x="325982" y="114797"/>
                  </a:lnTo>
                  <a:lnTo>
                    <a:pt x="324246" y="109785"/>
                  </a:lnTo>
                  <a:lnTo>
                    <a:pt x="322353" y="104830"/>
                  </a:lnTo>
                  <a:lnTo>
                    <a:pt x="320303" y="99938"/>
                  </a:lnTo>
                  <a:lnTo>
                    <a:pt x="318099" y="95114"/>
                  </a:lnTo>
                  <a:lnTo>
                    <a:pt x="315743" y="90361"/>
                  </a:lnTo>
                  <a:lnTo>
                    <a:pt x="313238" y="85686"/>
                  </a:lnTo>
                  <a:lnTo>
                    <a:pt x="310585" y="81093"/>
                  </a:lnTo>
                  <a:lnTo>
                    <a:pt x="307788" y="76586"/>
                  </a:lnTo>
                  <a:lnTo>
                    <a:pt x="304849" y="72170"/>
                  </a:lnTo>
                  <a:lnTo>
                    <a:pt x="301772" y="67850"/>
                  </a:lnTo>
                  <a:lnTo>
                    <a:pt x="298560" y="63629"/>
                  </a:lnTo>
                  <a:lnTo>
                    <a:pt x="295215" y="59513"/>
                  </a:lnTo>
                  <a:lnTo>
                    <a:pt x="291741" y="55505"/>
                  </a:lnTo>
                  <a:lnTo>
                    <a:pt x="288141" y="51608"/>
                  </a:lnTo>
                  <a:lnTo>
                    <a:pt x="284420" y="47829"/>
                  </a:lnTo>
                  <a:lnTo>
                    <a:pt x="280581" y="44169"/>
                  </a:lnTo>
                  <a:lnTo>
                    <a:pt x="276628" y="40632"/>
                  </a:lnTo>
                  <a:lnTo>
                    <a:pt x="272564" y="37223"/>
                  </a:lnTo>
                  <a:lnTo>
                    <a:pt x="268395" y="33945"/>
                  </a:lnTo>
                  <a:lnTo>
                    <a:pt x="264123" y="30800"/>
                  </a:lnTo>
                  <a:lnTo>
                    <a:pt x="259754" y="27793"/>
                  </a:lnTo>
                  <a:lnTo>
                    <a:pt x="255292" y="24925"/>
                  </a:lnTo>
                  <a:lnTo>
                    <a:pt x="250741" y="22201"/>
                  </a:lnTo>
                  <a:lnTo>
                    <a:pt x="246105" y="19622"/>
                  </a:lnTo>
                  <a:lnTo>
                    <a:pt x="241391" y="17192"/>
                  </a:lnTo>
                  <a:lnTo>
                    <a:pt x="236601" y="14913"/>
                  </a:lnTo>
                  <a:lnTo>
                    <a:pt x="231742" y="12786"/>
                  </a:lnTo>
                  <a:lnTo>
                    <a:pt x="226818" y="10815"/>
                  </a:lnTo>
                  <a:lnTo>
                    <a:pt x="221833" y="9001"/>
                  </a:lnTo>
                  <a:lnTo>
                    <a:pt x="216794" y="7347"/>
                  </a:lnTo>
                  <a:lnTo>
                    <a:pt x="211704" y="5853"/>
                  </a:lnTo>
                  <a:lnTo>
                    <a:pt x="206570" y="4521"/>
                  </a:lnTo>
                  <a:lnTo>
                    <a:pt x="201396" y="3352"/>
                  </a:lnTo>
                  <a:lnTo>
                    <a:pt x="196188" y="2349"/>
                  </a:lnTo>
                  <a:lnTo>
                    <a:pt x="190950" y="1511"/>
                  </a:lnTo>
                  <a:lnTo>
                    <a:pt x="185689" y="840"/>
                  </a:lnTo>
                  <a:lnTo>
                    <a:pt x="180408" y="336"/>
                  </a:lnTo>
                  <a:lnTo>
                    <a:pt x="175115" y="0"/>
                  </a:lnTo>
                  <a:lnTo>
                    <a:pt x="167167" y="16697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919011" y="3707720"/>
              <a:ext cx="7947" cy="167167"/>
            </a:xfrm>
            <a:custGeom>
              <a:avLst/>
              <a:pathLst>
                <a:path w="7947" h="167167">
                  <a:moveTo>
                    <a:pt x="7947" y="18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tx762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3" name="tx763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64" name="tx764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65" name="tx765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66" name="tx766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67" name="tx767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87" name="tx787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2025-06-05T22:55:55Z</dcterms:modified>
  <cp:category/>
</cp:coreProperties>
</file>