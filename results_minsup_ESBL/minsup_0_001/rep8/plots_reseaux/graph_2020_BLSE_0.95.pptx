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23774" y="1333628"/>
              <a:ext cx="603476" cy="419609"/>
            </a:xfrm>
            <a:custGeom>
              <a:avLst/>
              <a:pathLst>
                <a:path w="603476" h="419609">
                  <a:moveTo>
                    <a:pt x="603476" y="0"/>
                  </a:moveTo>
                  <a:lnTo>
                    <a:pt x="0" y="4196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906010" y="1349502"/>
              <a:ext cx="933767" cy="833321"/>
            </a:xfrm>
            <a:custGeom>
              <a:avLst/>
              <a:pathLst>
                <a:path w="933767" h="833321">
                  <a:moveTo>
                    <a:pt x="933767" y="0"/>
                  </a:moveTo>
                  <a:lnTo>
                    <a:pt x="0" y="833321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649648" y="2450578"/>
              <a:ext cx="72739" cy="193206"/>
            </a:xfrm>
            <a:custGeom>
              <a:avLst/>
              <a:pathLst>
                <a:path w="72739" h="193206">
                  <a:moveTo>
                    <a:pt x="72739" y="0"/>
                  </a:moveTo>
                  <a:lnTo>
                    <a:pt x="0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65711" y="2456508"/>
              <a:ext cx="175845" cy="718674"/>
            </a:xfrm>
            <a:custGeom>
              <a:avLst/>
              <a:pathLst>
                <a:path w="175845" h="718674">
                  <a:moveTo>
                    <a:pt x="175845" y="0"/>
                  </a:moveTo>
                  <a:lnTo>
                    <a:pt x="0" y="71867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10753" y="24600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781287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0" y="0"/>
                  </a:moveTo>
                  <a:lnTo>
                    <a:pt x="3651615" y="193059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918537" y="238956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622499" y="2948483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079939" y="2956679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727998" y="1204093"/>
              <a:ext cx="2158295" cy="1500705"/>
            </a:xfrm>
            <a:custGeom>
              <a:avLst/>
              <a:pathLst>
                <a:path w="2158295" h="1500705">
                  <a:moveTo>
                    <a:pt x="2158295" y="0"/>
                  </a:moveTo>
                  <a:lnTo>
                    <a:pt x="0" y="150070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650703" y="1219967"/>
              <a:ext cx="2248117" cy="2006286"/>
            </a:xfrm>
            <a:custGeom>
              <a:avLst/>
              <a:pathLst>
                <a:path w="2248117" h="2006286">
                  <a:moveTo>
                    <a:pt x="2248117" y="0"/>
                  </a:moveTo>
                  <a:lnTo>
                    <a:pt x="0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023544" y="1275828"/>
              <a:ext cx="0" cy="4123463"/>
            </a:xfrm>
            <a:custGeom>
              <a:avLst/>
              <a:pathLst>
                <a:path w="0" h="4123463">
                  <a:moveTo>
                    <a:pt x="0" y="0"/>
                  </a:moveTo>
                  <a:lnTo>
                    <a:pt x="0" y="4123463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701146" y="1234189"/>
              <a:ext cx="2212000" cy="2515170"/>
            </a:xfrm>
            <a:custGeom>
              <a:avLst/>
              <a:pathLst>
                <a:path w="2212000" h="2515170">
                  <a:moveTo>
                    <a:pt x="2212000" y="0"/>
                  </a:moveTo>
                  <a:lnTo>
                    <a:pt x="0" y="25151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875779" y="1246560"/>
              <a:ext cx="2053273" cy="2996528"/>
            </a:xfrm>
            <a:custGeom>
              <a:avLst/>
              <a:pathLst>
                <a:path w="2053273" h="2996528">
                  <a:moveTo>
                    <a:pt x="2053273" y="0"/>
                  </a:moveTo>
                  <a:lnTo>
                    <a:pt x="0" y="2996528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3163766" y="1256912"/>
              <a:ext cx="1782536" cy="3421284"/>
            </a:xfrm>
            <a:custGeom>
              <a:avLst/>
              <a:pathLst>
                <a:path w="1782536" h="3421284">
                  <a:moveTo>
                    <a:pt x="1782536" y="0"/>
                  </a:moveTo>
                  <a:lnTo>
                    <a:pt x="0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100785" y="1256912"/>
              <a:ext cx="1550445" cy="2975823"/>
            </a:xfrm>
            <a:custGeom>
              <a:avLst/>
              <a:pathLst>
                <a:path w="1550445" h="2975823">
                  <a:moveTo>
                    <a:pt x="0" y="0"/>
                  </a:moveTo>
                  <a:lnTo>
                    <a:pt x="1550445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5063274" y="1271038"/>
              <a:ext cx="918033" cy="3751965"/>
            </a:xfrm>
            <a:custGeom>
              <a:avLst/>
              <a:pathLst>
                <a:path w="918033" h="3751965">
                  <a:moveTo>
                    <a:pt x="0" y="0"/>
                  </a:moveTo>
                  <a:lnTo>
                    <a:pt x="918033" y="375196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858529" y="1256912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2937447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0"/>
                  </a:moveTo>
                  <a:lnTo>
                    <a:pt x="0" y="93661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2756679" y="2314426"/>
              <a:ext cx="3805862" cy="465509"/>
            </a:xfrm>
            <a:custGeom>
              <a:avLst/>
              <a:pathLst>
                <a:path w="3805862" h="465509">
                  <a:moveTo>
                    <a:pt x="3805862" y="0"/>
                  </a:moveTo>
                  <a:lnTo>
                    <a:pt x="0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2688222" y="2334413"/>
              <a:ext cx="3878008" cy="962863"/>
            </a:xfrm>
            <a:custGeom>
              <a:avLst/>
              <a:pathLst>
                <a:path w="3878008" h="962863">
                  <a:moveTo>
                    <a:pt x="3878008" y="0"/>
                  </a:moveTo>
                  <a:lnTo>
                    <a:pt x="0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3651615" y="0"/>
                  </a:moveTo>
                  <a:lnTo>
                    <a:pt x="0" y="19305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6728472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6060769" y="2456508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5669981" y="1349502"/>
              <a:ext cx="933767" cy="833321"/>
            </a:xfrm>
            <a:custGeom>
              <a:avLst/>
              <a:pathLst>
                <a:path w="933767" h="833321">
                  <a:moveTo>
                    <a:pt x="933767" y="8333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3547620" y="1646186"/>
              <a:ext cx="1417023" cy="3763825"/>
            </a:xfrm>
            <a:custGeom>
              <a:avLst/>
              <a:pathLst>
                <a:path w="1417023" h="3763825">
                  <a:moveTo>
                    <a:pt x="0" y="0"/>
                  </a:moveTo>
                  <a:lnTo>
                    <a:pt x="1417023" y="376382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821018" y="1652116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3613443" y="1601045"/>
              <a:ext cx="2990305" cy="2668636"/>
            </a:xfrm>
            <a:custGeom>
              <a:avLst/>
              <a:pathLst>
                <a:path w="2990305" h="2668636">
                  <a:moveTo>
                    <a:pt x="0" y="0"/>
                  </a:moveTo>
                  <a:lnTo>
                    <a:pt x="2990305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3583212" y="1627638"/>
              <a:ext cx="2343335" cy="3419842"/>
            </a:xfrm>
            <a:custGeom>
              <a:avLst/>
              <a:pathLst>
                <a:path w="2343335" h="3419842">
                  <a:moveTo>
                    <a:pt x="0" y="0"/>
                  </a:moveTo>
                  <a:lnTo>
                    <a:pt x="2343335" y="341984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38011" y="3170392"/>
              <a:ext cx="45768" cy="167167"/>
            </a:xfrm>
            <a:custGeom>
              <a:avLst/>
              <a:pathLst>
                <a:path w="45768" h="167167">
                  <a:moveTo>
                    <a:pt x="45768" y="0"/>
                  </a:moveTo>
                  <a:lnTo>
                    <a:pt x="39146" y="131"/>
                  </a:lnTo>
                  <a:lnTo>
                    <a:pt x="32536" y="524"/>
                  </a:lnTo>
                  <a:lnTo>
                    <a:pt x="25946" y="1179"/>
                  </a:lnTo>
                  <a:lnTo>
                    <a:pt x="19387" y="2094"/>
                  </a:lnTo>
                  <a:lnTo>
                    <a:pt x="12869" y="3269"/>
                  </a:lnTo>
                  <a:lnTo>
                    <a:pt x="6404" y="4700"/>
                  </a:lnTo>
                  <a:lnTo>
                    <a:pt x="0" y="6387"/>
                  </a:lnTo>
                  <a:lnTo>
                    <a:pt x="4576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38011" y="3176779"/>
              <a:ext cx="45768" cy="160780"/>
            </a:xfrm>
            <a:custGeom>
              <a:avLst/>
              <a:pathLst>
                <a:path w="45768" h="160780">
                  <a:moveTo>
                    <a:pt x="0" y="0"/>
                  </a:moveTo>
                  <a:lnTo>
                    <a:pt x="45768" y="16078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38011" y="3176779"/>
              <a:ext cx="45768" cy="160780"/>
            </a:xfrm>
            <a:custGeom>
              <a:avLst/>
              <a:pathLst>
                <a:path w="45768" h="160780">
                  <a:moveTo>
                    <a:pt x="0" y="0"/>
                  </a:moveTo>
                  <a:lnTo>
                    <a:pt x="45768" y="16078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38011" y="3176779"/>
              <a:ext cx="45768" cy="160780"/>
            </a:xfrm>
            <a:custGeom>
              <a:avLst/>
              <a:pathLst>
                <a:path w="45768" h="160780">
                  <a:moveTo>
                    <a:pt x="0" y="0"/>
                  </a:moveTo>
                  <a:lnTo>
                    <a:pt x="45768" y="16078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38011" y="3176779"/>
              <a:ext cx="45768" cy="160780"/>
            </a:xfrm>
            <a:custGeom>
              <a:avLst/>
              <a:pathLst>
                <a:path w="45768" h="160780">
                  <a:moveTo>
                    <a:pt x="0" y="0"/>
                  </a:moveTo>
                  <a:lnTo>
                    <a:pt x="45768" y="1607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38011" y="3176779"/>
              <a:ext cx="45768" cy="160780"/>
            </a:xfrm>
            <a:custGeom>
              <a:avLst/>
              <a:pathLst>
                <a:path w="45768" h="160780">
                  <a:moveTo>
                    <a:pt x="0" y="0"/>
                  </a:moveTo>
                  <a:lnTo>
                    <a:pt x="45768" y="1607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38011" y="3176779"/>
              <a:ext cx="45768" cy="160780"/>
            </a:xfrm>
            <a:custGeom>
              <a:avLst/>
              <a:pathLst>
                <a:path w="45768" h="160780">
                  <a:moveTo>
                    <a:pt x="0" y="0"/>
                  </a:moveTo>
                  <a:lnTo>
                    <a:pt x="45768" y="1607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38011" y="3176779"/>
              <a:ext cx="45768" cy="160780"/>
            </a:xfrm>
            <a:custGeom>
              <a:avLst/>
              <a:pathLst>
                <a:path w="45768" h="160780">
                  <a:moveTo>
                    <a:pt x="0" y="0"/>
                  </a:moveTo>
                  <a:lnTo>
                    <a:pt x="45768" y="1607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38011" y="3176779"/>
              <a:ext cx="45768" cy="160780"/>
            </a:xfrm>
            <a:custGeom>
              <a:avLst/>
              <a:pathLst>
                <a:path w="45768" h="160780">
                  <a:moveTo>
                    <a:pt x="0" y="0"/>
                  </a:moveTo>
                  <a:lnTo>
                    <a:pt x="45768" y="1607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38011" y="3176779"/>
              <a:ext cx="45768" cy="160780"/>
            </a:xfrm>
            <a:custGeom>
              <a:avLst/>
              <a:pathLst>
                <a:path w="45768" h="160780">
                  <a:moveTo>
                    <a:pt x="0" y="0"/>
                  </a:moveTo>
                  <a:lnTo>
                    <a:pt x="45768" y="1607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38011" y="3176779"/>
              <a:ext cx="45768" cy="160780"/>
            </a:xfrm>
            <a:custGeom>
              <a:avLst/>
              <a:pathLst>
                <a:path w="45768" h="160780">
                  <a:moveTo>
                    <a:pt x="0" y="0"/>
                  </a:moveTo>
                  <a:lnTo>
                    <a:pt x="45768" y="1607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38011" y="3176779"/>
              <a:ext cx="45768" cy="160780"/>
            </a:xfrm>
            <a:custGeom>
              <a:avLst/>
              <a:pathLst>
                <a:path w="45768" h="160780">
                  <a:moveTo>
                    <a:pt x="0" y="0"/>
                  </a:moveTo>
                  <a:lnTo>
                    <a:pt x="45768" y="1607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38011" y="3176779"/>
              <a:ext cx="45768" cy="160780"/>
            </a:xfrm>
            <a:custGeom>
              <a:avLst/>
              <a:pathLst>
                <a:path w="45768" h="160780">
                  <a:moveTo>
                    <a:pt x="0" y="0"/>
                  </a:moveTo>
                  <a:lnTo>
                    <a:pt x="45768" y="1607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38011" y="3176779"/>
              <a:ext cx="45768" cy="160780"/>
            </a:xfrm>
            <a:custGeom>
              <a:avLst/>
              <a:pathLst>
                <a:path w="45768" h="160780">
                  <a:moveTo>
                    <a:pt x="0" y="0"/>
                  </a:moveTo>
                  <a:lnTo>
                    <a:pt x="45768" y="1607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38011" y="3176779"/>
              <a:ext cx="45768" cy="160780"/>
            </a:xfrm>
            <a:custGeom>
              <a:avLst/>
              <a:pathLst>
                <a:path w="45768" h="160780">
                  <a:moveTo>
                    <a:pt x="0" y="0"/>
                  </a:moveTo>
                  <a:lnTo>
                    <a:pt x="45768" y="1607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38011" y="3176779"/>
              <a:ext cx="45768" cy="160780"/>
            </a:xfrm>
            <a:custGeom>
              <a:avLst/>
              <a:pathLst>
                <a:path w="45768" h="160780">
                  <a:moveTo>
                    <a:pt x="0" y="0"/>
                  </a:moveTo>
                  <a:lnTo>
                    <a:pt x="45768" y="1607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38011" y="3176779"/>
              <a:ext cx="45768" cy="160780"/>
            </a:xfrm>
            <a:custGeom>
              <a:avLst/>
              <a:pathLst>
                <a:path w="45768" h="160780">
                  <a:moveTo>
                    <a:pt x="0" y="0"/>
                  </a:moveTo>
                  <a:lnTo>
                    <a:pt x="45768" y="1607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38011" y="3176779"/>
              <a:ext cx="45768" cy="160780"/>
            </a:xfrm>
            <a:custGeom>
              <a:avLst/>
              <a:pathLst>
                <a:path w="45768" h="160780">
                  <a:moveTo>
                    <a:pt x="0" y="0"/>
                  </a:moveTo>
                  <a:lnTo>
                    <a:pt x="45768" y="1607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38011" y="3176779"/>
              <a:ext cx="45768" cy="160780"/>
            </a:xfrm>
            <a:custGeom>
              <a:avLst/>
              <a:pathLst>
                <a:path w="45768" h="160780">
                  <a:moveTo>
                    <a:pt x="0" y="0"/>
                  </a:moveTo>
                  <a:lnTo>
                    <a:pt x="45768" y="1607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38011" y="3176779"/>
              <a:ext cx="45768" cy="160780"/>
            </a:xfrm>
            <a:custGeom>
              <a:avLst/>
              <a:pathLst>
                <a:path w="45768" h="160780">
                  <a:moveTo>
                    <a:pt x="0" y="0"/>
                  </a:moveTo>
                  <a:lnTo>
                    <a:pt x="45768" y="1607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38011" y="3176779"/>
              <a:ext cx="45768" cy="160780"/>
            </a:xfrm>
            <a:custGeom>
              <a:avLst/>
              <a:pathLst>
                <a:path w="45768" h="160780">
                  <a:moveTo>
                    <a:pt x="0" y="0"/>
                  </a:moveTo>
                  <a:lnTo>
                    <a:pt x="45768" y="1607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38011" y="3176779"/>
              <a:ext cx="45768" cy="160780"/>
            </a:xfrm>
            <a:custGeom>
              <a:avLst/>
              <a:pathLst>
                <a:path w="45768" h="160780">
                  <a:moveTo>
                    <a:pt x="0" y="0"/>
                  </a:moveTo>
                  <a:lnTo>
                    <a:pt x="45768" y="1607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38011" y="3176779"/>
              <a:ext cx="45768" cy="160780"/>
            </a:xfrm>
            <a:custGeom>
              <a:avLst/>
              <a:pathLst>
                <a:path w="45768" h="160780">
                  <a:moveTo>
                    <a:pt x="0" y="0"/>
                  </a:moveTo>
                  <a:lnTo>
                    <a:pt x="45768" y="1607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38011" y="3176779"/>
              <a:ext cx="45768" cy="160780"/>
            </a:xfrm>
            <a:custGeom>
              <a:avLst/>
              <a:pathLst>
                <a:path w="45768" h="160780">
                  <a:moveTo>
                    <a:pt x="0" y="0"/>
                  </a:moveTo>
                  <a:lnTo>
                    <a:pt x="45768" y="1607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38011" y="3176779"/>
              <a:ext cx="45768" cy="160780"/>
            </a:xfrm>
            <a:custGeom>
              <a:avLst/>
              <a:pathLst>
                <a:path w="45768" h="160780">
                  <a:moveTo>
                    <a:pt x="0" y="0"/>
                  </a:moveTo>
                  <a:lnTo>
                    <a:pt x="45768" y="1607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38011" y="3176779"/>
              <a:ext cx="45768" cy="160780"/>
            </a:xfrm>
            <a:custGeom>
              <a:avLst/>
              <a:pathLst>
                <a:path w="45768" h="160780">
                  <a:moveTo>
                    <a:pt x="0" y="0"/>
                  </a:moveTo>
                  <a:lnTo>
                    <a:pt x="45768" y="1607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816612" y="3170492"/>
              <a:ext cx="334322" cy="334224"/>
            </a:xfrm>
            <a:custGeom>
              <a:avLst/>
              <a:pathLst>
                <a:path w="334322" h="334224">
                  <a:moveTo>
                    <a:pt x="121399" y="6286"/>
                  </a:moveTo>
                  <a:lnTo>
                    <a:pt x="116343" y="7812"/>
                  </a:lnTo>
                  <a:lnTo>
                    <a:pt x="111337" y="9497"/>
                  </a:lnTo>
                  <a:lnTo>
                    <a:pt x="106388" y="11339"/>
                  </a:lnTo>
                  <a:lnTo>
                    <a:pt x="101499" y="13337"/>
                  </a:lnTo>
                  <a:lnTo>
                    <a:pt x="96676" y="15488"/>
                  </a:lnTo>
                  <a:lnTo>
                    <a:pt x="91923" y="17790"/>
                  </a:lnTo>
                  <a:lnTo>
                    <a:pt x="87245" y="20242"/>
                  </a:lnTo>
                  <a:lnTo>
                    <a:pt x="82647" y="22840"/>
                  </a:lnTo>
                  <a:lnTo>
                    <a:pt x="78133" y="25581"/>
                  </a:lnTo>
                  <a:lnTo>
                    <a:pt x="73708" y="28464"/>
                  </a:lnTo>
                  <a:lnTo>
                    <a:pt x="69377" y="31486"/>
                  </a:lnTo>
                  <a:lnTo>
                    <a:pt x="65143" y="34643"/>
                  </a:lnTo>
                  <a:lnTo>
                    <a:pt x="61011" y="37931"/>
                  </a:lnTo>
                  <a:lnTo>
                    <a:pt x="56985" y="41349"/>
                  </a:lnTo>
                  <a:lnTo>
                    <a:pt x="53068" y="44892"/>
                  </a:lnTo>
                  <a:lnTo>
                    <a:pt x="49266" y="48557"/>
                  </a:lnTo>
                  <a:lnTo>
                    <a:pt x="45581" y="52341"/>
                  </a:lnTo>
                  <a:lnTo>
                    <a:pt x="42018" y="56239"/>
                  </a:lnTo>
                  <a:lnTo>
                    <a:pt x="38580" y="60247"/>
                  </a:lnTo>
                  <a:lnTo>
                    <a:pt x="35270" y="64363"/>
                  </a:lnTo>
                  <a:lnTo>
                    <a:pt x="32091" y="68580"/>
                  </a:lnTo>
                  <a:lnTo>
                    <a:pt x="29048" y="72896"/>
                  </a:lnTo>
                  <a:lnTo>
                    <a:pt x="26142" y="77306"/>
                  </a:lnTo>
                  <a:lnTo>
                    <a:pt x="23377" y="81806"/>
                  </a:lnTo>
                  <a:lnTo>
                    <a:pt x="20755" y="86390"/>
                  </a:lnTo>
                  <a:lnTo>
                    <a:pt x="18280" y="91055"/>
                  </a:lnTo>
                  <a:lnTo>
                    <a:pt x="15953" y="95796"/>
                  </a:lnTo>
                  <a:lnTo>
                    <a:pt x="13777" y="100609"/>
                  </a:lnTo>
                  <a:lnTo>
                    <a:pt x="11755" y="105487"/>
                  </a:lnTo>
                  <a:lnTo>
                    <a:pt x="9887" y="110427"/>
                  </a:lnTo>
                  <a:lnTo>
                    <a:pt x="8176" y="115424"/>
                  </a:lnTo>
                  <a:lnTo>
                    <a:pt x="6624" y="120472"/>
                  </a:lnTo>
                  <a:lnTo>
                    <a:pt x="5233" y="125566"/>
                  </a:lnTo>
                  <a:lnTo>
                    <a:pt x="4002" y="130702"/>
                  </a:lnTo>
                  <a:lnTo>
                    <a:pt x="2935" y="135874"/>
                  </a:lnTo>
                  <a:lnTo>
                    <a:pt x="2032" y="141078"/>
                  </a:lnTo>
                  <a:lnTo>
                    <a:pt x="1293" y="146307"/>
                  </a:lnTo>
                  <a:lnTo>
                    <a:pt x="720" y="151557"/>
                  </a:lnTo>
                  <a:lnTo>
                    <a:pt x="313" y="156822"/>
                  </a:lnTo>
                  <a:lnTo>
                    <a:pt x="73" y="162098"/>
                  </a:lnTo>
                  <a:lnTo>
                    <a:pt x="0" y="167379"/>
                  </a:lnTo>
                  <a:lnTo>
                    <a:pt x="93" y="172659"/>
                  </a:lnTo>
                  <a:lnTo>
                    <a:pt x="353" y="177934"/>
                  </a:lnTo>
                  <a:lnTo>
                    <a:pt x="779" y="183198"/>
                  </a:lnTo>
                  <a:lnTo>
                    <a:pt x="1372" y="188446"/>
                  </a:lnTo>
                  <a:lnTo>
                    <a:pt x="2130" y="193672"/>
                  </a:lnTo>
                  <a:lnTo>
                    <a:pt x="3053" y="198872"/>
                  </a:lnTo>
                  <a:lnTo>
                    <a:pt x="4139" y="204041"/>
                  </a:lnTo>
                  <a:lnTo>
                    <a:pt x="5389" y="209172"/>
                  </a:lnTo>
                  <a:lnTo>
                    <a:pt x="6800" y="214261"/>
                  </a:lnTo>
                  <a:lnTo>
                    <a:pt x="8370" y="219303"/>
                  </a:lnTo>
                  <a:lnTo>
                    <a:pt x="10100" y="224293"/>
                  </a:lnTo>
                  <a:lnTo>
                    <a:pt x="11986" y="229226"/>
                  </a:lnTo>
                  <a:lnTo>
                    <a:pt x="14027" y="234097"/>
                  </a:lnTo>
                  <a:lnTo>
                    <a:pt x="16221" y="238901"/>
                  </a:lnTo>
                  <a:lnTo>
                    <a:pt x="18565" y="243633"/>
                  </a:lnTo>
                  <a:lnTo>
                    <a:pt x="21058" y="248289"/>
                  </a:lnTo>
                  <a:lnTo>
                    <a:pt x="23696" y="252864"/>
                  </a:lnTo>
                  <a:lnTo>
                    <a:pt x="26478" y="257353"/>
                  </a:lnTo>
                  <a:lnTo>
                    <a:pt x="29400" y="261752"/>
                  </a:lnTo>
                  <a:lnTo>
                    <a:pt x="32460" y="266057"/>
                  </a:lnTo>
                  <a:lnTo>
                    <a:pt x="35654" y="270263"/>
                  </a:lnTo>
                  <a:lnTo>
                    <a:pt x="38980" y="274365"/>
                  </a:lnTo>
                  <a:lnTo>
                    <a:pt x="42433" y="278361"/>
                  </a:lnTo>
                  <a:lnTo>
                    <a:pt x="46011" y="282246"/>
                  </a:lnTo>
                  <a:lnTo>
                    <a:pt x="49710" y="286015"/>
                  </a:lnTo>
                  <a:lnTo>
                    <a:pt x="53526" y="289666"/>
                  </a:lnTo>
                  <a:lnTo>
                    <a:pt x="57455" y="293195"/>
                  </a:lnTo>
                  <a:lnTo>
                    <a:pt x="61494" y="296597"/>
                  </a:lnTo>
                  <a:lnTo>
                    <a:pt x="65639" y="299871"/>
                  </a:lnTo>
                  <a:lnTo>
                    <a:pt x="69884" y="303012"/>
                  </a:lnTo>
                  <a:lnTo>
                    <a:pt x="74227" y="306017"/>
                  </a:lnTo>
                  <a:lnTo>
                    <a:pt x="78663" y="308883"/>
                  </a:lnTo>
                  <a:lnTo>
                    <a:pt x="83187" y="311608"/>
                  </a:lnTo>
                  <a:lnTo>
                    <a:pt x="87794" y="314189"/>
                  </a:lnTo>
                  <a:lnTo>
                    <a:pt x="92481" y="316623"/>
                  </a:lnTo>
                  <a:lnTo>
                    <a:pt x="97243" y="318907"/>
                  </a:lnTo>
                  <a:lnTo>
                    <a:pt x="102074" y="321040"/>
                  </a:lnTo>
                  <a:lnTo>
                    <a:pt x="106970" y="323020"/>
                  </a:lnTo>
                  <a:lnTo>
                    <a:pt x="111927" y="324843"/>
                  </a:lnTo>
                  <a:lnTo>
                    <a:pt x="116938" y="326509"/>
                  </a:lnTo>
                  <a:lnTo>
                    <a:pt x="122000" y="328017"/>
                  </a:lnTo>
                  <a:lnTo>
                    <a:pt x="127106" y="329363"/>
                  </a:lnTo>
                  <a:lnTo>
                    <a:pt x="132253" y="330547"/>
                  </a:lnTo>
                  <a:lnTo>
                    <a:pt x="137435" y="331569"/>
                  </a:lnTo>
                  <a:lnTo>
                    <a:pt x="142646" y="332426"/>
                  </a:lnTo>
                  <a:lnTo>
                    <a:pt x="147882" y="333118"/>
                  </a:lnTo>
                  <a:lnTo>
                    <a:pt x="153136" y="333644"/>
                  </a:lnTo>
                  <a:lnTo>
                    <a:pt x="158405" y="334004"/>
                  </a:lnTo>
                  <a:lnTo>
                    <a:pt x="163683" y="334198"/>
                  </a:lnTo>
                  <a:lnTo>
                    <a:pt x="168964" y="334224"/>
                  </a:lnTo>
                  <a:lnTo>
                    <a:pt x="174243" y="334084"/>
                  </a:lnTo>
                  <a:lnTo>
                    <a:pt x="179516" y="333777"/>
                  </a:lnTo>
                  <a:lnTo>
                    <a:pt x="184776" y="333304"/>
                  </a:lnTo>
                  <a:lnTo>
                    <a:pt x="190018" y="332665"/>
                  </a:lnTo>
                  <a:lnTo>
                    <a:pt x="195238" y="331860"/>
                  </a:lnTo>
                  <a:lnTo>
                    <a:pt x="200429" y="330891"/>
                  </a:lnTo>
                  <a:lnTo>
                    <a:pt x="205588" y="329759"/>
                  </a:lnTo>
                  <a:lnTo>
                    <a:pt x="210708" y="328464"/>
                  </a:lnTo>
                  <a:lnTo>
                    <a:pt x="215784" y="327008"/>
                  </a:lnTo>
                  <a:lnTo>
                    <a:pt x="220812" y="325392"/>
                  </a:lnTo>
                  <a:lnTo>
                    <a:pt x="225787" y="323619"/>
                  </a:lnTo>
                  <a:lnTo>
                    <a:pt x="230703" y="321689"/>
                  </a:lnTo>
                  <a:lnTo>
                    <a:pt x="235555" y="319605"/>
                  </a:lnTo>
                  <a:lnTo>
                    <a:pt x="240340" y="317368"/>
                  </a:lnTo>
                  <a:lnTo>
                    <a:pt x="245051" y="314982"/>
                  </a:lnTo>
                  <a:lnTo>
                    <a:pt x="249684" y="312448"/>
                  </a:lnTo>
                  <a:lnTo>
                    <a:pt x="254236" y="309769"/>
                  </a:lnTo>
                  <a:lnTo>
                    <a:pt x="258700" y="306947"/>
                  </a:lnTo>
                  <a:lnTo>
                    <a:pt x="263073" y="303986"/>
                  </a:lnTo>
                  <a:lnTo>
                    <a:pt x="267350" y="300888"/>
                  </a:lnTo>
                  <a:lnTo>
                    <a:pt x="271527" y="297657"/>
                  </a:lnTo>
                  <a:lnTo>
                    <a:pt x="275600" y="294295"/>
                  </a:lnTo>
                  <a:lnTo>
                    <a:pt x="279565" y="290806"/>
                  </a:lnTo>
                  <a:lnTo>
                    <a:pt x="283418" y="287194"/>
                  </a:lnTo>
                  <a:lnTo>
                    <a:pt x="287154" y="283462"/>
                  </a:lnTo>
                  <a:lnTo>
                    <a:pt x="290771" y="279614"/>
                  </a:lnTo>
                  <a:lnTo>
                    <a:pt x="294265" y="275653"/>
                  </a:lnTo>
                  <a:lnTo>
                    <a:pt x="297631" y="271584"/>
                  </a:lnTo>
                  <a:lnTo>
                    <a:pt x="300868" y="267411"/>
                  </a:lnTo>
                  <a:lnTo>
                    <a:pt x="303971" y="263137"/>
                  </a:lnTo>
                  <a:lnTo>
                    <a:pt x="306937" y="258768"/>
                  </a:lnTo>
                  <a:lnTo>
                    <a:pt x="309764" y="254307"/>
                  </a:lnTo>
                  <a:lnTo>
                    <a:pt x="312449" y="249759"/>
                  </a:lnTo>
                  <a:lnTo>
                    <a:pt x="314988" y="245129"/>
                  </a:lnTo>
                  <a:lnTo>
                    <a:pt x="317380" y="240420"/>
                  </a:lnTo>
                  <a:lnTo>
                    <a:pt x="319623" y="235639"/>
                  </a:lnTo>
                  <a:lnTo>
                    <a:pt x="321713" y="230789"/>
                  </a:lnTo>
                  <a:lnTo>
                    <a:pt x="323648" y="225875"/>
                  </a:lnTo>
                  <a:lnTo>
                    <a:pt x="325428" y="220903"/>
                  </a:lnTo>
                  <a:lnTo>
                    <a:pt x="327050" y="215876"/>
                  </a:lnTo>
                  <a:lnTo>
                    <a:pt x="328512" y="210802"/>
                  </a:lnTo>
                  <a:lnTo>
                    <a:pt x="329813" y="205683"/>
                  </a:lnTo>
                  <a:lnTo>
                    <a:pt x="330951" y="200526"/>
                  </a:lnTo>
                  <a:lnTo>
                    <a:pt x="331926" y="195336"/>
                  </a:lnTo>
                  <a:lnTo>
                    <a:pt x="332737" y="190117"/>
                  </a:lnTo>
                  <a:lnTo>
                    <a:pt x="333383" y="184876"/>
                  </a:lnTo>
                  <a:lnTo>
                    <a:pt x="333862" y="179616"/>
                  </a:lnTo>
                  <a:lnTo>
                    <a:pt x="334176" y="174344"/>
                  </a:lnTo>
                  <a:lnTo>
                    <a:pt x="334322" y="169065"/>
                  </a:lnTo>
                  <a:lnTo>
                    <a:pt x="334302" y="163784"/>
                  </a:lnTo>
                  <a:lnTo>
                    <a:pt x="334115" y="158506"/>
                  </a:lnTo>
                  <a:lnTo>
                    <a:pt x="333761" y="153237"/>
                  </a:lnTo>
                  <a:lnTo>
                    <a:pt x="333241" y="147981"/>
                  </a:lnTo>
                  <a:lnTo>
                    <a:pt x="332555" y="142745"/>
                  </a:lnTo>
                  <a:lnTo>
                    <a:pt x="331704" y="137533"/>
                  </a:lnTo>
                  <a:lnTo>
                    <a:pt x="330689" y="132350"/>
                  </a:lnTo>
                  <a:lnTo>
                    <a:pt x="329511" y="127202"/>
                  </a:lnTo>
                  <a:lnTo>
                    <a:pt x="328171" y="122093"/>
                  </a:lnTo>
                  <a:lnTo>
                    <a:pt x="326670" y="117030"/>
                  </a:lnTo>
                  <a:lnTo>
                    <a:pt x="325010" y="112017"/>
                  </a:lnTo>
                  <a:lnTo>
                    <a:pt x="323192" y="107058"/>
                  </a:lnTo>
                  <a:lnTo>
                    <a:pt x="321219" y="102159"/>
                  </a:lnTo>
                  <a:lnTo>
                    <a:pt x="319091" y="97325"/>
                  </a:lnTo>
                  <a:lnTo>
                    <a:pt x="316813" y="92561"/>
                  </a:lnTo>
                  <a:lnTo>
                    <a:pt x="314384" y="87871"/>
                  </a:lnTo>
                  <a:lnTo>
                    <a:pt x="311809" y="83260"/>
                  </a:lnTo>
                  <a:lnTo>
                    <a:pt x="309090" y="78733"/>
                  </a:lnTo>
                  <a:lnTo>
                    <a:pt x="306229" y="74294"/>
                  </a:lnTo>
                  <a:lnTo>
                    <a:pt x="303229" y="69948"/>
                  </a:lnTo>
                  <a:lnTo>
                    <a:pt x="300093" y="65698"/>
                  </a:lnTo>
                  <a:lnTo>
                    <a:pt x="296825" y="61550"/>
                  </a:lnTo>
                  <a:lnTo>
                    <a:pt x="293427" y="57507"/>
                  </a:lnTo>
                  <a:lnTo>
                    <a:pt x="289903" y="53573"/>
                  </a:lnTo>
                  <a:lnTo>
                    <a:pt x="286257" y="49753"/>
                  </a:lnTo>
                  <a:lnTo>
                    <a:pt x="282492" y="46050"/>
                  </a:lnTo>
                  <a:lnTo>
                    <a:pt x="278611" y="42467"/>
                  </a:lnTo>
                  <a:lnTo>
                    <a:pt x="274620" y="39009"/>
                  </a:lnTo>
                  <a:lnTo>
                    <a:pt x="270521" y="35678"/>
                  </a:lnTo>
                  <a:lnTo>
                    <a:pt x="266319" y="32479"/>
                  </a:lnTo>
                  <a:lnTo>
                    <a:pt x="262018" y="29414"/>
                  </a:lnTo>
                  <a:lnTo>
                    <a:pt x="257623" y="26487"/>
                  </a:lnTo>
                  <a:lnTo>
                    <a:pt x="253137" y="23700"/>
                  </a:lnTo>
                  <a:lnTo>
                    <a:pt x="248565" y="21055"/>
                  </a:lnTo>
                  <a:lnTo>
                    <a:pt x="243912" y="18557"/>
                  </a:lnTo>
                  <a:lnTo>
                    <a:pt x="239183" y="16207"/>
                  </a:lnTo>
                  <a:lnTo>
                    <a:pt x="234382" y="14007"/>
                  </a:lnTo>
                  <a:lnTo>
                    <a:pt x="229513" y="11961"/>
                  </a:lnTo>
                  <a:lnTo>
                    <a:pt x="224583" y="10069"/>
                  </a:lnTo>
                  <a:lnTo>
                    <a:pt x="219595" y="8333"/>
                  </a:lnTo>
                  <a:lnTo>
                    <a:pt x="214554" y="6756"/>
                  </a:lnTo>
                  <a:lnTo>
                    <a:pt x="209467" y="5339"/>
                  </a:lnTo>
                  <a:lnTo>
                    <a:pt x="204337" y="4084"/>
                  </a:lnTo>
                  <a:lnTo>
                    <a:pt x="199170" y="2991"/>
                  </a:lnTo>
                  <a:lnTo>
                    <a:pt x="193971" y="2062"/>
                  </a:lnTo>
                  <a:lnTo>
                    <a:pt x="188746" y="1298"/>
                  </a:lnTo>
                  <a:lnTo>
                    <a:pt x="183498" y="699"/>
                  </a:lnTo>
                  <a:lnTo>
                    <a:pt x="178235" y="266"/>
                  </a:lnTo>
                  <a:lnTo>
                    <a:pt x="172960" y="0"/>
                  </a:lnTo>
                  <a:lnTo>
                    <a:pt x="167167" y="1670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983779" y="3170392"/>
              <a:ext cx="5793" cy="167167"/>
            </a:xfrm>
            <a:custGeom>
              <a:avLst/>
              <a:pathLst>
                <a:path w="5793" h="167167">
                  <a:moveTo>
                    <a:pt x="5793" y="10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57031" y="2633064"/>
              <a:ext cx="161979" cy="167167"/>
            </a:xfrm>
            <a:custGeom>
              <a:avLst/>
              <a:pathLst>
                <a:path w="161979" h="167167">
                  <a:moveTo>
                    <a:pt x="161979" y="0"/>
                  </a:moveTo>
                  <a:lnTo>
                    <a:pt x="156594" y="86"/>
                  </a:lnTo>
                  <a:lnTo>
                    <a:pt x="151214" y="346"/>
                  </a:lnTo>
                  <a:lnTo>
                    <a:pt x="145846" y="780"/>
                  </a:lnTo>
                  <a:lnTo>
                    <a:pt x="140494" y="1386"/>
                  </a:lnTo>
                  <a:lnTo>
                    <a:pt x="135165" y="2164"/>
                  </a:lnTo>
                  <a:lnTo>
                    <a:pt x="129863" y="3114"/>
                  </a:lnTo>
                  <a:lnTo>
                    <a:pt x="124595" y="4233"/>
                  </a:lnTo>
                  <a:lnTo>
                    <a:pt x="119366" y="5522"/>
                  </a:lnTo>
                  <a:lnTo>
                    <a:pt x="114181" y="6979"/>
                  </a:lnTo>
                  <a:lnTo>
                    <a:pt x="109045" y="8602"/>
                  </a:lnTo>
                  <a:lnTo>
                    <a:pt x="103964" y="10389"/>
                  </a:lnTo>
                  <a:lnTo>
                    <a:pt x="98944" y="12340"/>
                  </a:lnTo>
                  <a:lnTo>
                    <a:pt x="93989" y="14451"/>
                  </a:lnTo>
                  <a:lnTo>
                    <a:pt x="89105" y="16720"/>
                  </a:lnTo>
                  <a:lnTo>
                    <a:pt x="84296" y="19146"/>
                  </a:lnTo>
                  <a:lnTo>
                    <a:pt x="79568" y="21725"/>
                  </a:lnTo>
                  <a:lnTo>
                    <a:pt x="74925" y="24455"/>
                  </a:lnTo>
                  <a:lnTo>
                    <a:pt x="70373" y="27334"/>
                  </a:lnTo>
                  <a:lnTo>
                    <a:pt x="65916" y="30357"/>
                  </a:lnTo>
                  <a:lnTo>
                    <a:pt x="61559" y="33523"/>
                  </a:lnTo>
                  <a:lnTo>
                    <a:pt x="57306" y="36827"/>
                  </a:lnTo>
                  <a:lnTo>
                    <a:pt x="53161" y="40267"/>
                  </a:lnTo>
                  <a:lnTo>
                    <a:pt x="49130" y="43838"/>
                  </a:lnTo>
                  <a:lnTo>
                    <a:pt x="45215" y="47538"/>
                  </a:lnTo>
                  <a:lnTo>
                    <a:pt x="41422" y="51361"/>
                  </a:lnTo>
                  <a:lnTo>
                    <a:pt x="37754" y="55305"/>
                  </a:lnTo>
                  <a:lnTo>
                    <a:pt x="34215" y="59365"/>
                  </a:lnTo>
                  <a:lnTo>
                    <a:pt x="30809" y="63537"/>
                  </a:lnTo>
                  <a:lnTo>
                    <a:pt x="27538" y="67816"/>
                  </a:lnTo>
                  <a:lnTo>
                    <a:pt x="24408" y="72199"/>
                  </a:lnTo>
                  <a:lnTo>
                    <a:pt x="21420" y="76680"/>
                  </a:lnTo>
                  <a:lnTo>
                    <a:pt x="18578" y="81255"/>
                  </a:lnTo>
                  <a:lnTo>
                    <a:pt x="15884" y="85919"/>
                  </a:lnTo>
                  <a:lnTo>
                    <a:pt x="13343" y="90667"/>
                  </a:lnTo>
                  <a:lnTo>
                    <a:pt x="10956" y="95495"/>
                  </a:lnTo>
                  <a:lnTo>
                    <a:pt x="8725" y="100398"/>
                  </a:lnTo>
                  <a:lnTo>
                    <a:pt x="6654" y="105369"/>
                  </a:lnTo>
                  <a:lnTo>
                    <a:pt x="4744" y="110405"/>
                  </a:lnTo>
                  <a:lnTo>
                    <a:pt x="2997" y="115500"/>
                  </a:lnTo>
                  <a:lnTo>
                    <a:pt x="1415" y="120648"/>
                  </a:lnTo>
                  <a:lnTo>
                    <a:pt x="0" y="125845"/>
                  </a:lnTo>
                  <a:lnTo>
                    <a:pt x="16197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7031" y="2758909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7031" y="2758909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7031" y="2758909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7031" y="2758909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7031" y="2758909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7031" y="2758909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7031" y="2758909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7031" y="2758909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7031" y="2758909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7031" y="2758909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7031" y="2758909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7031" y="2758909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7031" y="2758909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7031" y="2758909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7031" y="2758909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7031" y="2758909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7031" y="2758909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7031" y="2758909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7031" y="2758909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7031" y="2758909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7031" y="2758909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57031" y="2758909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57031" y="2758909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57031" y="2758909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51846" y="2690596"/>
              <a:ext cx="334314" cy="276799"/>
            </a:xfrm>
            <a:custGeom>
              <a:avLst/>
              <a:pathLst>
                <a:path w="334314" h="276799">
                  <a:moveTo>
                    <a:pt x="5185" y="68312"/>
                  </a:moveTo>
                  <a:lnTo>
                    <a:pt x="3952" y="73489"/>
                  </a:lnTo>
                  <a:lnTo>
                    <a:pt x="2884" y="78702"/>
                  </a:lnTo>
                  <a:lnTo>
                    <a:pt x="1983" y="83947"/>
                  </a:lnTo>
                  <a:lnTo>
                    <a:pt x="1249" y="89217"/>
                  </a:lnTo>
                  <a:lnTo>
                    <a:pt x="683" y="94509"/>
                  </a:lnTo>
                  <a:lnTo>
                    <a:pt x="286" y="99815"/>
                  </a:lnTo>
                  <a:lnTo>
                    <a:pt x="58" y="105132"/>
                  </a:lnTo>
                  <a:lnTo>
                    <a:pt x="0" y="110453"/>
                  </a:lnTo>
                  <a:lnTo>
                    <a:pt x="110" y="115773"/>
                  </a:lnTo>
                  <a:lnTo>
                    <a:pt x="390" y="121087"/>
                  </a:lnTo>
                  <a:lnTo>
                    <a:pt x="839" y="126390"/>
                  </a:lnTo>
                  <a:lnTo>
                    <a:pt x="1457" y="131675"/>
                  </a:lnTo>
                  <a:lnTo>
                    <a:pt x="2242" y="136939"/>
                  </a:lnTo>
                  <a:lnTo>
                    <a:pt x="3195" y="142174"/>
                  </a:lnTo>
                  <a:lnTo>
                    <a:pt x="4314" y="147377"/>
                  </a:lnTo>
                  <a:lnTo>
                    <a:pt x="5598" y="152541"/>
                  </a:lnTo>
                  <a:lnTo>
                    <a:pt x="7045" y="157662"/>
                  </a:lnTo>
                  <a:lnTo>
                    <a:pt x="8655" y="162734"/>
                  </a:lnTo>
                  <a:lnTo>
                    <a:pt x="10425" y="167752"/>
                  </a:lnTo>
                  <a:lnTo>
                    <a:pt x="12355" y="172712"/>
                  </a:lnTo>
                  <a:lnTo>
                    <a:pt x="14441" y="177607"/>
                  </a:lnTo>
                  <a:lnTo>
                    <a:pt x="16682" y="182434"/>
                  </a:lnTo>
                  <a:lnTo>
                    <a:pt x="19075" y="187187"/>
                  </a:lnTo>
                  <a:lnTo>
                    <a:pt x="21619" y="191861"/>
                  </a:lnTo>
                  <a:lnTo>
                    <a:pt x="24310" y="196452"/>
                  </a:lnTo>
                  <a:lnTo>
                    <a:pt x="27145" y="200955"/>
                  </a:lnTo>
                  <a:lnTo>
                    <a:pt x="30123" y="205366"/>
                  </a:lnTo>
                  <a:lnTo>
                    <a:pt x="33239" y="209679"/>
                  </a:lnTo>
                  <a:lnTo>
                    <a:pt x="36492" y="213891"/>
                  </a:lnTo>
                  <a:lnTo>
                    <a:pt x="39876" y="217997"/>
                  </a:lnTo>
                  <a:lnTo>
                    <a:pt x="43390" y="221994"/>
                  </a:lnTo>
                  <a:lnTo>
                    <a:pt x="47029" y="225877"/>
                  </a:lnTo>
                  <a:lnTo>
                    <a:pt x="50790" y="229642"/>
                  </a:lnTo>
                  <a:lnTo>
                    <a:pt x="54668" y="233285"/>
                  </a:lnTo>
                  <a:lnTo>
                    <a:pt x="58661" y="236803"/>
                  </a:lnTo>
                  <a:lnTo>
                    <a:pt x="62764" y="240192"/>
                  </a:lnTo>
                  <a:lnTo>
                    <a:pt x="66972" y="243449"/>
                  </a:lnTo>
                  <a:lnTo>
                    <a:pt x="71282" y="246570"/>
                  </a:lnTo>
                  <a:lnTo>
                    <a:pt x="75689" y="249553"/>
                  </a:lnTo>
                  <a:lnTo>
                    <a:pt x="80189" y="252393"/>
                  </a:lnTo>
                  <a:lnTo>
                    <a:pt x="84777" y="255090"/>
                  </a:lnTo>
                  <a:lnTo>
                    <a:pt x="89449" y="257638"/>
                  </a:lnTo>
                  <a:lnTo>
                    <a:pt x="94199" y="260037"/>
                  </a:lnTo>
                  <a:lnTo>
                    <a:pt x="99023" y="262283"/>
                  </a:lnTo>
                  <a:lnTo>
                    <a:pt x="103916" y="264375"/>
                  </a:lnTo>
                  <a:lnTo>
                    <a:pt x="108874" y="266309"/>
                  </a:lnTo>
                  <a:lnTo>
                    <a:pt x="113890" y="268085"/>
                  </a:lnTo>
                  <a:lnTo>
                    <a:pt x="118960" y="269701"/>
                  </a:lnTo>
                  <a:lnTo>
                    <a:pt x="124080" y="271154"/>
                  </a:lnTo>
                  <a:lnTo>
                    <a:pt x="129242" y="272444"/>
                  </a:lnTo>
                  <a:lnTo>
                    <a:pt x="134444" y="273568"/>
                  </a:lnTo>
                  <a:lnTo>
                    <a:pt x="139678" y="274527"/>
                  </a:lnTo>
                  <a:lnTo>
                    <a:pt x="144941" y="275318"/>
                  </a:lnTo>
                  <a:lnTo>
                    <a:pt x="150225" y="275941"/>
                  </a:lnTo>
                  <a:lnTo>
                    <a:pt x="155527" y="276396"/>
                  </a:lnTo>
                  <a:lnTo>
                    <a:pt x="160841" y="276682"/>
                  </a:lnTo>
                  <a:lnTo>
                    <a:pt x="166161" y="276799"/>
                  </a:lnTo>
                  <a:lnTo>
                    <a:pt x="171483" y="276746"/>
                  </a:lnTo>
                  <a:lnTo>
                    <a:pt x="176799" y="276524"/>
                  </a:lnTo>
                  <a:lnTo>
                    <a:pt x="182107" y="276133"/>
                  </a:lnTo>
                  <a:lnTo>
                    <a:pt x="187399" y="275573"/>
                  </a:lnTo>
                  <a:lnTo>
                    <a:pt x="192670" y="274845"/>
                  </a:lnTo>
                  <a:lnTo>
                    <a:pt x="197916" y="273949"/>
                  </a:lnTo>
                  <a:lnTo>
                    <a:pt x="203130" y="272887"/>
                  </a:lnTo>
                  <a:lnTo>
                    <a:pt x="208308" y="271660"/>
                  </a:lnTo>
                  <a:lnTo>
                    <a:pt x="213444" y="270268"/>
                  </a:lnTo>
                  <a:lnTo>
                    <a:pt x="218534" y="268714"/>
                  </a:lnTo>
                  <a:lnTo>
                    <a:pt x="223571" y="266998"/>
                  </a:lnTo>
                  <a:lnTo>
                    <a:pt x="228551" y="265123"/>
                  </a:lnTo>
                  <a:lnTo>
                    <a:pt x="233469" y="263090"/>
                  </a:lnTo>
                  <a:lnTo>
                    <a:pt x="238320" y="260902"/>
                  </a:lnTo>
                  <a:lnTo>
                    <a:pt x="243099" y="258561"/>
                  </a:lnTo>
                  <a:lnTo>
                    <a:pt x="247800" y="256068"/>
                  </a:lnTo>
                  <a:lnTo>
                    <a:pt x="252420" y="253427"/>
                  </a:lnTo>
                  <a:lnTo>
                    <a:pt x="256954" y="250641"/>
                  </a:lnTo>
                  <a:lnTo>
                    <a:pt x="261397" y="247712"/>
                  </a:lnTo>
                  <a:lnTo>
                    <a:pt x="265744" y="244642"/>
                  </a:lnTo>
                  <a:lnTo>
                    <a:pt x="269991" y="241436"/>
                  </a:lnTo>
                  <a:lnTo>
                    <a:pt x="274134" y="238097"/>
                  </a:lnTo>
                  <a:lnTo>
                    <a:pt x="278169" y="234627"/>
                  </a:lnTo>
                  <a:lnTo>
                    <a:pt x="282091" y="231030"/>
                  </a:lnTo>
                  <a:lnTo>
                    <a:pt x="285897" y="227311"/>
                  </a:lnTo>
                  <a:lnTo>
                    <a:pt x="289582" y="223472"/>
                  </a:lnTo>
                  <a:lnTo>
                    <a:pt x="293143" y="219518"/>
                  </a:lnTo>
                  <a:lnTo>
                    <a:pt x="296577" y="215452"/>
                  </a:lnTo>
                  <a:lnTo>
                    <a:pt x="299880" y="211280"/>
                  </a:lnTo>
                  <a:lnTo>
                    <a:pt x="303048" y="207004"/>
                  </a:lnTo>
                  <a:lnTo>
                    <a:pt x="306078" y="202630"/>
                  </a:lnTo>
                  <a:lnTo>
                    <a:pt x="308968" y="198161"/>
                  </a:lnTo>
                  <a:lnTo>
                    <a:pt x="311713" y="193603"/>
                  </a:lnTo>
                  <a:lnTo>
                    <a:pt x="314313" y="188959"/>
                  </a:lnTo>
                  <a:lnTo>
                    <a:pt x="316763" y="184235"/>
                  </a:lnTo>
                  <a:lnTo>
                    <a:pt x="319062" y="179436"/>
                  </a:lnTo>
                  <a:lnTo>
                    <a:pt x="321207" y="174566"/>
                  </a:lnTo>
                  <a:lnTo>
                    <a:pt x="323195" y="169630"/>
                  </a:lnTo>
                  <a:lnTo>
                    <a:pt x="325026" y="164633"/>
                  </a:lnTo>
                  <a:lnTo>
                    <a:pt x="326696" y="159581"/>
                  </a:lnTo>
                  <a:lnTo>
                    <a:pt x="328205" y="154478"/>
                  </a:lnTo>
                  <a:lnTo>
                    <a:pt x="329551" y="149329"/>
                  </a:lnTo>
                  <a:lnTo>
                    <a:pt x="330732" y="144140"/>
                  </a:lnTo>
                  <a:lnTo>
                    <a:pt x="331748" y="138917"/>
                  </a:lnTo>
                  <a:lnTo>
                    <a:pt x="332596" y="133663"/>
                  </a:lnTo>
                  <a:lnTo>
                    <a:pt x="333277" y="128386"/>
                  </a:lnTo>
                  <a:lnTo>
                    <a:pt x="333790" y="123089"/>
                  </a:lnTo>
                  <a:lnTo>
                    <a:pt x="334134" y="117779"/>
                  </a:lnTo>
                  <a:lnTo>
                    <a:pt x="334308" y="112460"/>
                  </a:lnTo>
                  <a:lnTo>
                    <a:pt x="334314" y="107138"/>
                  </a:lnTo>
                  <a:lnTo>
                    <a:pt x="334150" y="101819"/>
                  </a:lnTo>
                  <a:lnTo>
                    <a:pt x="333816" y="96508"/>
                  </a:lnTo>
                  <a:lnTo>
                    <a:pt x="333314" y="91211"/>
                  </a:lnTo>
                  <a:lnTo>
                    <a:pt x="332643" y="85932"/>
                  </a:lnTo>
                  <a:lnTo>
                    <a:pt x="331805" y="80677"/>
                  </a:lnTo>
                  <a:lnTo>
                    <a:pt x="330800" y="75451"/>
                  </a:lnTo>
                  <a:lnTo>
                    <a:pt x="329629" y="70260"/>
                  </a:lnTo>
                  <a:lnTo>
                    <a:pt x="328294" y="65109"/>
                  </a:lnTo>
                  <a:lnTo>
                    <a:pt x="326795" y="60003"/>
                  </a:lnTo>
                  <a:lnTo>
                    <a:pt x="325134" y="54947"/>
                  </a:lnTo>
                  <a:lnTo>
                    <a:pt x="323313" y="49947"/>
                  </a:lnTo>
                  <a:lnTo>
                    <a:pt x="321334" y="45007"/>
                  </a:lnTo>
                  <a:lnTo>
                    <a:pt x="319199" y="40132"/>
                  </a:lnTo>
                  <a:lnTo>
                    <a:pt x="316910" y="35328"/>
                  </a:lnTo>
                  <a:lnTo>
                    <a:pt x="314469" y="30600"/>
                  </a:lnTo>
                  <a:lnTo>
                    <a:pt x="311879" y="25951"/>
                  </a:lnTo>
                  <a:lnTo>
                    <a:pt x="309142" y="21388"/>
                  </a:lnTo>
                  <a:lnTo>
                    <a:pt x="306261" y="16913"/>
                  </a:lnTo>
                  <a:lnTo>
                    <a:pt x="303239" y="12533"/>
                  </a:lnTo>
                  <a:lnTo>
                    <a:pt x="300080" y="8251"/>
                  </a:lnTo>
                  <a:lnTo>
                    <a:pt x="296786" y="4072"/>
                  </a:lnTo>
                  <a:lnTo>
                    <a:pt x="293360" y="0"/>
                  </a:lnTo>
                  <a:lnTo>
                    <a:pt x="167165" y="1096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919011" y="2633064"/>
              <a:ext cx="126194" cy="167167"/>
            </a:xfrm>
            <a:custGeom>
              <a:avLst/>
              <a:pathLst>
                <a:path w="126194" h="167167">
                  <a:moveTo>
                    <a:pt x="126194" y="57532"/>
                  </a:moveTo>
                  <a:lnTo>
                    <a:pt x="122519" y="53440"/>
                  </a:lnTo>
                  <a:lnTo>
                    <a:pt x="118712" y="49471"/>
                  </a:lnTo>
                  <a:lnTo>
                    <a:pt x="114775" y="45629"/>
                  </a:lnTo>
                  <a:lnTo>
                    <a:pt x="110715" y="41919"/>
                  </a:lnTo>
                  <a:lnTo>
                    <a:pt x="106535" y="38344"/>
                  </a:lnTo>
                  <a:lnTo>
                    <a:pt x="102239" y="34909"/>
                  </a:lnTo>
                  <a:lnTo>
                    <a:pt x="97833" y="31618"/>
                  </a:lnTo>
                  <a:lnTo>
                    <a:pt x="93320" y="28472"/>
                  </a:lnTo>
                  <a:lnTo>
                    <a:pt x="88707" y="25477"/>
                  </a:lnTo>
                  <a:lnTo>
                    <a:pt x="83998" y="22636"/>
                  </a:lnTo>
                  <a:lnTo>
                    <a:pt x="79197" y="19951"/>
                  </a:lnTo>
                  <a:lnTo>
                    <a:pt x="74311" y="17425"/>
                  </a:lnTo>
                  <a:lnTo>
                    <a:pt x="69345" y="15061"/>
                  </a:lnTo>
                  <a:lnTo>
                    <a:pt x="64303" y="12862"/>
                  </a:lnTo>
                  <a:lnTo>
                    <a:pt x="59192" y="10830"/>
                  </a:lnTo>
                  <a:lnTo>
                    <a:pt x="54017" y="8968"/>
                  </a:lnTo>
                  <a:lnTo>
                    <a:pt x="48783" y="7276"/>
                  </a:lnTo>
                  <a:lnTo>
                    <a:pt x="43497" y="5758"/>
                  </a:lnTo>
                  <a:lnTo>
                    <a:pt x="38163" y="4414"/>
                  </a:lnTo>
                  <a:lnTo>
                    <a:pt x="32788" y="3247"/>
                  </a:lnTo>
                  <a:lnTo>
                    <a:pt x="27378" y="2257"/>
                  </a:lnTo>
                  <a:lnTo>
                    <a:pt x="21938" y="1445"/>
                  </a:lnTo>
                  <a:lnTo>
                    <a:pt x="16474" y="813"/>
                  </a:lnTo>
                  <a:lnTo>
                    <a:pt x="10993" y="361"/>
                  </a:lnTo>
                  <a:lnTo>
                    <a:pt x="5499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65110" y="2126963"/>
              <a:ext cx="63362" cy="167167"/>
            </a:xfrm>
            <a:custGeom>
              <a:avLst/>
              <a:pathLst>
                <a:path w="63362" h="167167">
                  <a:moveTo>
                    <a:pt x="63362" y="0"/>
                  </a:moveTo>
                  <a:lnTo>
                    <a:pt x="57455" y="104"/>
                  </a:lnTo>
                  <a:lnTo>
                    <a:pt x="51556" y="417"/>
                  </a:lnTo>
                  <a:lnTo>
                    <a:pt x="45671" y="938"/>
                  </a:lnTo>
                  <a:lnTo>
                    <a:pt x="39809" y="1667"/>
                  </a:lnTo>
                  <a:lnTo>
                    <a:pt x="33976" y="2603"/>
                  </a:lnTo>
                  <a:lnTo>
                    <a:pt x="28179" y="3744"/>
                  </a:lnTo>
                  <a:lnTo>
                    <a:pt x="22427" y="5089"/>
                  </a:lnTo>
                  <a:lnTo>
                    <a:pt x="16726" y="6636"/>
                  </a:lnTo>
                  <a:lnTo>
                    <a:pt x="11083" y="8385"/>
                  </a:lnTo>
                  <a:lnTo>
                    <a:pt x="5505" y="10331"/>
                  </a:lnTo>
                  <a:lnTo>
                    <a:pt x="0" y="12473"/>
                  </a:lnTo>
                  <a:lnTo>
                    <a:pt x="6336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65110" y="2139437"/>
              <a:ext cx="63362" cy="154693"/>
            </a:xfrm>
            <a:custGeom>
              <a:avLst/>
              <a:pathLst>
                <a:path w="63362" h="154693">
                  <a:moveTo>
                    <a:pt x="0" y="0"/>
                  </a:moveTo>
                  <a:lnTo>
                    <a:pt x="63362" y="15469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65110" y="2139437"/>
              <a:ext cx="63362" cy="154693"/>
            </a:xfrm>
            <a:custGeom>
              <a:avLst/>
              <a:pathLst>
                <a:path w="63362" h="154693">
                  <a:moveTo>
                    <a:pt x="0" y="0"/>
                  </a:moveTo>
                  <a:lnTo>
                    <a:pt x="63362" y="1546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65110" y="2139437"/>
              <a:ext cx="63362" cy="154693"/>
            </a:xfrm>
            <a:custGeom>
              <a:avLst/>
              <a:pathLst>
                <a:path w="63362" h="154693">
                  <a:moveTo>
                    <a:pt x="0" y="0"/>
                  </a:moveTo>
                  <a:lnTo>
                    <a:pt x="63362" y="1546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65110" y="2139437"/>
              <a:ext cx="63362" cy="154693"/>
            </a:xfrm>
            <a:custGeom>
              <a:avLst/>
              <a:pathLst>
                <a:path w="63362" h="154693">
                  <a:moveTo>
                    <a:pt x="0" y="0"/>
                  </a:moveTo>
                  <a:lnTo>
                    <a:pt x="63362" y="1546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65110" y="2139437"/>
              <a:ext cx="63362" cy="154693"/>
            </a:xfrm>
            <a:custGeom>
              <a:avLst/>
              <a:pathLst>
                <a:path w="63362" h="154693">
                  <a:moveTo>
                    <a:pt x="0" y="0"/>
                  </a:moveTo>
                  <a:lnTo>
                    <a:pt x="63362" y="1546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65110" y="2139437"/>
              <a:ext cx="63362" cy="154693"/>
            </a:xfrm>
            <a:custGeom>
              <a:avLst/>
              <a:pathLst>
                <a:path w="63362" h="154693">
                  <a:moveTo>
                    <a:pt x="0" y="0"/>
                  </a:moveTo>
                  <a:lnTo>
                    <a:pt x="63362" y="1546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65110" y="2139437"/>
              <a:ext cx="63362" cy="154693"/>
            </a:xfrm>
            <a:custGeom>
              <a:avLst/>
              <a:pathLst>
                <a:path w="63362" h="154693">
                  <a:moveTo>
                    <a:pt x="0" y="0"/>
                  </a:moveTo>
                  <a:lnTo>
                    <a:pt x="63362" y="1546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65110" y="2139437"/>
              <a:ext cx="63362" cy="154693"/>
            </a:xfrm>
            <a:custGeom>
              <a:avLst/>
              <a:pathLst>
                <a:path w="63362" h="154693">
                  <a:moveTo>
                    <a:pt x="0" y="0"/>
                  </a:moveTo>
                  <a:lnTo>
                    <a:pt x="63362" y="1546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65110" y="2139437"/>
              <a:ext cx="63362" cy="154693"/>
            </a:xfrm>
            <a:custGeom>
              <a:avLst/>
              <a:pathLst>
                <a:path w="63362" h="154693">
                  <a:moveTo>
                    <a:pt x="0" y="0"/>
                  </a:moveTo>
                  <a:lnTo>
                    <a:pt x="63362" y="1546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65110" y="2139437"/>
              <a:ext cx="63362" cy="154693"/>
            </a:xfrm>
            <a:custGeom>
              <a:avLst/>
              <a:pathLst>
                <a:path w="63362" h="154693">
                  <a:moveTo>
                    <a:pt x="0" y="0"/>
                  </a:moveTo>
                  <a:lnTo>
                    <a:pt x="63362" y="154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65110" y="2139437"/>
              <a:ext cx="63362" cy="154693"/>
            </a:xfrm>
            <a:custGeom>
              <a:avLst/>
              <a:pathLst>
                <a:path w="63362" h="154693">
                  <a:moveTo>
                    <a:pt x="0" y="0"/>
                  </a:moveTo>
                  <a:lnTo>
                    <a:pt x="63362" y="154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65110" y="2139437"/>
              <a:ext cx="63362" cy="154693"/>
            </a:xfrm>
            <a:custGeom>
              <a:avLst/>
              <a:pathLst>
                <a:path w="63362" h="154693">
                  <a:moveTo>
                    <a:pt x="0" y="0"/>
                  </a:moveTo>
                  <a:lnTo>
                    <a:pt x="63362" y="154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65110" y="2139437"/>
              <a:ext cx="63362" cy="154693"/>
            </a:xfrm>
            <a:custGeom>
              <a:avLst/>
              <a:pathLst>
                <a:path w="63362" h="154693">
                  <a:moveTo>
                    <a:pt x="0" y="0"/>
                  </a:moveTo>
                  <a:lnTo>
                    <a:pt x="63362" y="154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65110" y="2139437"/>
              <a:ext cx="63362" cy="154693"/>
            </a:xfrm>
            <a:custGeom>
              <a:avLst/>
              <a:pathLst>
                <a:path w="63362" h="154693">
                  <a:moveTo>
                    <a:pt x="0" y="0"/>
                  </a:moveTo>
                  <a:lnTo>
                    <a:pt x="63362" y="1546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65110" y="2139437"/>
              <a:ext cx="63362" cy="154693"/>
            </a:xfrm>
            <a:custGeom>
              <a:avLst/>
              <a:pathLst>
                <a:path w="63362" h="154693">
                  <a:moveTo>
                    <a:pt x="0" y="0"/>
                  </a:moveTo>
                  <a:lnTo>
                    <a:pt x="63362" y="1546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65110" y="2139437"/>
              <a:ext cx="63362" cy="154693"/>
            </a:xfrm>
            <a:custGeom>
              <a:avLst/>
              <a:pathLst>
                <a:path w="63362" h="154693">
                  <a:moveTo>
                    <a:pt x="0" y="0"/>
                  </a:moveTo>
                  <a:lnTo>
                    <a:pt x="63362" y="1546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65110" y="2139437"/>
              <a:ext cx="63362" cy="154693"/>
            </a:xfrm>
            <a:custGeom>
              <a:avLst/>
              <a:pathLst>
                <a:path w="63362" h="154693">
                  <a:moveTo>
                    <a:pt x="0" y="0"/>
                  </a:moveTo>
                  <a:lnTo>
                    <a:pt x="63362" y="1546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65110" y="2139437"/>
              <a:ext cx="63362" cy="154693"/>
            </a:xfrm>
            <a:custGeom>
              <a:avLst/>
              <a:pathLst>
                <a:path w="63362" h="154693">
                  <a:moveTo>
                    <a:pt x="0" y="0"/>
                  </a:moveTo>
                  <a:lnTo>
                    <a:pt x="63362" y="154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65110" y="2139437"/>
              <a:ext cx="63362" cy="154693"/>
            </a:xfrm>
            <a:custGeom>
              <a:avLst/>
              <a:pathLst>
                <a:path w="63362" h="154693">
                  <a:moveTo>
                    <a:pt x="0" y="0"/>
                  </a:moveTo>
                  <a:lnTo>
                    <a:pt x="63362" y="154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65110" y="2139437"/>
              <a:ext cx="63362" cy="154693"/>
            </a:xfrm>
            <a:custGeom>
              <a:avLst/>
              <a:pathLst>
                <a:path w="63362" h="154693">
                  <a:moveTo>
                    <a:pt x="0" y="0"/>
                  </a:moveTo>
                  <a:lnTo>
                    <a:pt x="63362" y="154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65110" y="2139437"/>
              <a:ext cx="63362" cy="154693"/>
            </a:xfrm>
            <a:custGeom>
              <a:avLst/>
              <a:pathLst>
                <a:path w="63362" h="154693">
                  <a:moveTo>
                    <a:pt x="0" y="0"/>
                  </a:moveTo>
                  <a:lnTo>
                    <a:pt x="63362" y="154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65110" y="2139437"/>
              <a:ext cx="63362" cy="154693"/>
            </a:xfrm>
            <a:custGeom>
              <a:avLst/>
              <a:pathLst>
                <a:path w="63362" h="154693">
                  <a:moveTo>
                    <a:pt x="0" y="0"/>
                  </a:moveTo>
                  <a:lnTo>
                    <a:pt x="63362" y="1546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665110" y="2139437"/>
              <a:ext cx="63362" cy="154693"/>
            </a:xfrm>
            <a:custGeom>
              <a:avLst/>
              <a:pathLst>
                <a:path w="63362" h="154693">
                  <a:moveTo>
                    <a:pt x="0" y="0"/>
                  </a:moveTo>
                  <a:lnTo>
                    <a:pt x="63362" y="1546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561306" y="2139437"/>
              <a:ext cx="231866" cy="321841"/>
            </a:xfrm>
            <a:custGeom>
              <a:avLst/>
              <a:pathLst>
                <a:path w="231866" h="321841">
                  <a:moveTo>
                    <a:pt x="103803" y="0"/>
                  </a:moveTo>
                  <a:lnTo>
                    <a:pt x="98913" y="2094"/>
                  </a:lnTo>
                  <a:lnTo>
                    <a:pt x="94093" y="4342"/>
                  </a:lnTo>
                  <a:lnTo>
                    <a:pt x="89346" y="6743"/>
                  </a:lnTo>
                  <a:lnTo>
                    <a:pt x="84679" y="9294"/>
                  </a:lnTo>
                  <a:lnTo>
                    <a:pt x="80094" y="11992"/>
                  </a:lnTo>
                  <a:lnTo>
                    <a:pt x="75598" y="14834"/>
                  </a:lnTo>
                  <a:lnTo>
                    <a:pt x="71195" y="17819"/>
                  </a:lnTo>
                  <a:lnTo>
                    <a:pt x="66889" y="20941"/>
                  </a:lnTo>
                  <a:lnTo>
                    <a:pt x="62684" y="24199"/>
                  </a:lnTo>
                  <a:lnTo>
                    <a:pt x="58586" y="27589"/>
                  </a:lnTo>
                  <a:lnTo>
                    <a:pt x="54597" y="31108"/>
                  </a:lnTo>
                  <a:lnTo>
                    <a:pt x="50722" y="34752"/>
                  </a:lnTo>
                  <a:lnTo>
                    <a:pt x="46965" y="38518"/>
                  </a:lnTo>
                  <a:lnTo>
                    <a:pt x="43329" y="42401"/>
                  </a:lnTo>
                  <a:lnTo>
                    <a:pt x="39819" y="46397"/>
                  </a:lnTo>
                  <a:lnTo>
                    <a:pt x="36438" y="50504"/>
                  </a:lnTo>
                  <a:lnTo>
                    <a:pt x="33190" y="54716"/>
                  </a:lnTo>
                  <a:lnTo>
                    <a:pt x="30077" y="59029"/>
                  </a:lnTo>
                  <a:lnTo>
                    <a:pt x="27102" y="63439"/>
                  </a:lnTo>
                  <a:lnTo>
                    <a:pt x="24270" y="67941"/>
                  </a:lnTo>
                  <a:lnTo>
                    <a:pt x="21582" y="72531"/>
                  </a:lnTo>
                  <a:lnTo>
                    <a:pt x="19042" y="77205"/>
                  </a:lnTo>
                  <a:lnTo>
                    <a:pt x="16652" y="81956"/>
                  </a:lnTo>
                  <a:lnTo>
                    <a:pt x="14414" y="86782"/>
                  </a:lnTo>
                  <a:lnTo>
                    <a:pt x="12330" y="91676"/>
                  </a:lnTo>
                  <a:lnTo>
                    <a:pt x="10404" y="96634"/>
                  </a:lnTo>
                  <a:lnTo>
                    <a:pt x="8636" y="101651"/>
                  </a:lnTo>
                  <a:lnTo>
                    <a:pt x="7029" y="106721"/>
                  </a:lnTo>
                  <a:lnTo>
                    <a:pt x="5584" y="111841"/>
                  </a:lnTo>
                  <a:lnTo>
                    <a:pt x="4302" y="117003"/>
                  </a:lnTo>
                  <a:lnTo>
                    <a:pt x="3185" y="122204"/>
                  </a:lnTo>
                  <a:lnTo>
                    <a:pt x="2235" y="127437"/>
                  </a:lnTo>
                  <a:lnTo>
                    <a:pt x="1451" y="132698"/>
                  </a:lnTo>
                  <a:lnTo>
                    <a:pt x="835" y="137982"/>
                  </a:lnTo>
                  <a:lnTo>
                    <a:pt x="388" y="143282"/>
                  </a:lnTo>
                  <a:lnTo>
                    <a:pt x="109" y="148594"/>
                  </a:lnTo>
                  <a:lnTo>
                    <a:pt x="0" y="153912"/>
                  </a:lnTo>
                  <a:lnTo>
                    <a:pt x="59" y="159231"/>
                  </a:lnTo>
                  <a:lnTo>
                    <a:pt x="288" y="164545"/>
                  </a:lnTo>
                  <a:lnTo>
                    <a:pt x="686" y="169849"/>
                  </a:lnTo>
                  <a:lnTo>
                    <a:pt x="1253" y="175138"/>
                  </a:lnTo>
                  <a:lnTo>
                    <a:pt x="1987" y="180407"/>
                  </a:lnTo>
                  <a:lnTo>
                    <a:pt x="2889" y="185649"/>
                  </a:lnTo>
                  <a:lnTo>
                    <a:pt x="3957" y="190860"/>
                  </a:lnTo>
                  <a:lnTo>
                    <a:pt x="5190" y="196034"/>
                  </a:lnTo>
                  <a:lnTo>
                    <a:pt x="6587" y="201166"/>
                  </a:lnTo>
                  <a:lnTo>
                    <a:pt x="8147" y="206251"/>
                  </a:lnTo>
                  <a:lnTo>
                    <a:pt x="9868" y="211285"/>
                  </a:lnTo>
                  <a:lnTo>
                    <a:pt x="11748" y="216260"/>
                  </a:lnTo>
                  <a:lnTo>
                    <a:pt x="13786" y="221174"/>
                  </a:lnTo>
                  <a:lnTo>
                    <a:pt x="15978" y="226020"/>
                  </a:lnTo>
                  <a:lnTo>
                    <a:pt x="18324" y="230794"/>
                  </a:lnTo>
                  <a:lnTo>
                    <a:pt x="20821" y="235491"/>
                  </a:lnTo>
                  <a:lnTo>
                    <a:pt x="23465" y="240106"/>
                  </a:lnTo>
                  <a:lnTo>
                    <a:pt x="26256" y="244635"/>
                  </a:lnTo>
                  <a:lnTo>
                    <a:pt x="29188" y="249072"/>
                  </a:lnTo>
                  <a:lnTo>
                    <a:pt x="32261" y="253414"/>
                  </a:lnTo>
                  <a:lnTo>
                    <a:pt x="35470" y="257656"/>
                  </a:lnTo>
                  <a:lnTo>
                    <a:pt x="38813" y="261794"/>
                  </a:lnTo>
                  <a:lnTo>
                    <a:pt x="42285" y="265824"/>
                  </a:lnTo>
                  <a:lnTo>
                    <a:pt x="45884" y="269740"/>
                  </a:lnTo>
                  <a:lnTo>
                    <a:pt x="49606" y="273541"/>
                  </a:lnTo>
                  <a:lnTo>
                    <a:pt x="53446" y="277221"/>
                  </a:lnTo>
                  <a:lnTo>
                    <a:pt x="57402" y="280777"/>
                  </a:lnTo>
                  <a:lnTo>
                    <a:pt x="61469" y="284205"/>
                  </a:lnTo>
                  <a:lnTo>
                    <a:pt x="65643" y="287502"/>
                  </a:lnTo>
                  <a:lnTo>
                    <a:pt x="69920" y="290665"/>
                  </a:lnTo>
                  <a:lnTo>
                    <a:pt x="74295" y="293690"/>
                  </a:lnTo>
                  <a:lnTo>
                    <a:pt x="78764" y="296574"/>
                  </a:lnTo>
                  <a:lnTo>
                    <a:pt x="83323" y="299315"/>
                  </a:lnTo>
                  <a:lnTo>
                    <a:pt x="87967" y="301909"/>
                  </a:lnTo>
                  <a:lnTo>
                    <a:pt x="92691" y="304355"/>
                  </a:lnTo>
                  <a:lnTo>
                    <a:pt x="97490" y="306648"/>
                  </a:lnTo>
                  <a:lnTo>
                    <a:pt x="102360" y="308788"/>
                  </a:lnTo>
                  <a:lnTo>
                    <a:pt x="107295" y="310772"/>
                  </a:lnTo>
                  <a:lnTo>
                    <a:pt x="112291" y="312598"/>
                  </a:lnTo>
                  <a:lnTo>
                    <a:pt x="117343" y="314264"/>
                  </a:lnTo>
                  <a:lnTo>
                    <a:pt x="122445" y="315768"/>
                  </a:lnTo>
                  <a:lnTo>
                    <a:pt x="127592" y="317109"/>
                  </a:lnTo>
                  <a:lnTo>
                    <a:pt x="132779" y="318286"/>
                  </a:lnTo>
                  <a:lnTo>
                    <a:pt x="138001" y="319297"/>
                  </a:lnTo>
                  <a:lnTo>
                    <a:pt x="143253" y="320142"/>
                  </a:lnTo>
                  <a:lnTo>
                    <a:pt x="148529" y="320819"/>
                  </a:lnTo>
                  <a:lnTo>
                    <a:pt x="153824" y="321328"/>
                  </a:lnTo>
                  <a:lnTo>
                    <a:pt x="159132" y="321668"/>
                  </a:lnTo>
                  <a:lnTo>
                    <a:pt x="164449" y="321839"/>
                  </a:lnTo>
                  <a:lnTo>
                    <a:pt x="169768" y="321841"/>
                  </a:lnTo>
                  <a:lnTo>
                    <a:pt x="175084" y="321673"/>
                  </a:lnTo>
                  <a:lnTo>
                    <a:pt x="180393" y="321337"/>
                  </a:lnTo>
                  <a:lnTo>
                    <a:pt x="185688" y="320831"/>
                  </a:lnTo>
                  <a:lnTo>
                    <a:pt x="190964" y="320158"/>
                  </a:lnTo>
                  <a:lnTo>
                    <a:pt x="196217" y="319317"/>
                  </a:lnTo>
                  <a:lnTo>
                    <a:pt x="201439" y="318309"/>
                  </a:lnTo>
                  <a:lnTo>
                    <a:pt x="206628" y="317136"/>
                  </a:lnTo>
                  <a:lnTo>
                    <a:pt x="211776" y="315798"/>
                  </a:lnTo>
                  <a:lnTo>
                    <a:pt x="216879" y="314298"/>
                  </a:lnTo>
                  <a:lnTo>
                    <a:pt x="221932" y="312635"/>
                  </a:lnTo>
                  <a:lnTo>
                    <a:pt x="226929" y="310813"/>
                  </a:lnTo>
                  <a:lnTo>
                    <a:pt x="231866" y="308832"/>
                  </a:lnTo>
                  <a:lnTo>
                    <a:pt x="167165" y="1546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728472" y="2126963"/>
              <a:ext cx="167163" cy="321306"/>
            </a:xfrm>
            <a:custGeom>
              <a:avLst/>
              <a:pathLst>
                <a:path w="167163" h="321306">
                  <a:moveTo>
                    <a:pt x="64700" y="321306"/>
                  </a:moveTo>
                  <a:lnTo>
                    <a:pt x="69585" y="319163"/>
                  </a:lnTo>
                  <a:lnTo>
                    <a:pt x="74398" y="316866"/>
                  </a:lnTo>
                  <a:lnTo>
                    <a:pt x="79136" y="314416"/>
                  </a:lnTo>
                  <a:lnTo>
                    <a:pt x="83794" y="311816"/>
                  </a:lnTo>
                  <a:lnTo>
                    <a:pt x="88366" y="309069"/>
                  </a:lnTo>
                  <a:lnTo>
                    <a:pt x="92848" y="306178"/>
                  </a:lnTo>
                  <a:lnTo>
                    <a:pt x="97236" y="303145"/>
                  </a:lnTo>
                  <a:lnTo>
                    <a:pt x="101525" y="299973"/>
                  </a:lnTo>
                  <a:lnTo>
                    <a:pt x="105710" y="296667"/>
                  </a:lnTo>
                  <a:lnTo>
                    <a:pt x="109788" y="293228"/>
                  </a:lnTo>
                  <a:lnTo>
                    <a:pt x="113754" y="289662"/>
                  </a:lnTo>
                  <a:lnTo>
                    <a:pt x="117604" y="285970"/>
                  </a:lnTo>
                  <a:lnTo>
                    <a:pt x="121334" y="282158"/>
                  </a:lnTo>
                  <a:lnTo>
                    <a:pt x="124941" y="278228"/>
                  </a:lnTo>
                  <a:lnTo>
                    <a:pt x="128421" y="274185"/>
                  </a:lnTo>
                  <a:lnTo>
                    <a:pt x="131770" y="270034"/>
                  </a:lnTo>
                  <a:lnTo>
                    <a:pt x="134984" y="265778"/>
                  </a:lnTo>
                  <a:lnTo>
                    <a:pt x="138062" y="261421"/>
                  </a:lnTo>
                  <a:lnTo>
                    <a:pt x="140998" y="256968"/>
                  </a:lnTo>
                  <a:lnTo>
                    <a:pt x="143792" y="252424"/>
                  </a:lnTo>
                  <a:lnTo>
                    <a:pt x="146438" y="247793"/>
                  </a:lnTo>
                  <a:lnTo>
                    <a:pt x="148936" y="243080"/>
                  </a:lnTo>
                  <a:lnTo>
                    <a:pt x="151282" y="238290"/>
                  </a:lnTo>
                  <a:lnTo>
                    <a:pt x="153474" y="233427"/>
                  </a:lnTo>
                  <a:lnTo>
                    <a:pt x="155510" y="228497"/>
                  </a:lnTo>
                  <a:lnTo>
                    <a:pt x="157388" y="223505"/>
                  </a:lnTo>
                  <a:lnTo>
                    <a:pt x="159105" y="218455"/>
                  </a:lnTo>
                  <a:lnTo>
                    <a:pt x="160660" y="213353"/>
                  </a:lnTo>
                  <a:lnTo>
                    <a:pt x="162052" y="208203"/>
                  </a:lnTo>
                  <a:lnTo>
                    <a:pt x="163279" y="203013"/>
                  </a:lnTo>
                  <a:lnTo>
                    <a:pt x="164339" y="197785"/>
                  </a:lnTo>
                  <a:lnTo>
                    <a:pt x="165232" y="192526"/>
                  </a:lnTo>
                  <a:lnTo>
                    <a:pt x="165957" y="187242"/>
                  </a:lnTo>
                  <a:lnTo>
                    <a:pt x="166513" y="181937"/>
                  </a:lnTo>
                  <a:lnTo>
                    <a:pt x="166900" y="176617"/>
                  </a:lnTo>
                  <a:lnTo>
                    <a:pt x="167116" y="171288"/>
                  </a:lnTo>
                  <a:lnTo>
                    <a:pt x="167163" y="165954"/>
                  </a:lnTo>
                  <a:lnTo>
                    <a:pt x="167039" y="160622"/>
                  </a:lnTo>
                  <a:lnTo>
                    <a:pt x="166745" y="155296"/>
                  </a:lnTo>
                  <a:lnTo>
                    <a:pt x="166281" y="149982"/>
                  </a:lnTo>
                  <a:lnTo>
                    <a:pt x="165648" y="144686"/>
                  </a:lnTo>
                  <a:lnTo>
                    <a:pt x="164847" y="139412"/>
                  </a:lnTo>
                  <a:lnTo>
                    <a:pt x="163877" y="134167"/>
                  </a:lnTo>
                  <a:lnTo>
                    <a:pt x="162741" y="128956"/>
                  </a:lnTo>
                  <a:lnTo>
                    <a:pt x="161439" y="123783"/>
                  </a:lnTo>
                  <a:lnTo>
                    <a:pt x="159973" y="118655"/>
                  </a:lnTo>
                  <a:lnTo>
                    <a:pt x="158344" y="113576"/>
                  </a:lnTo>
                  <a:lnTo>
                    <a:pt x="156554" y="108551"/>
                  </a:lnTo>
                  <a:lnTo>
                    <a:pt x="154604" y="103587"/>
                  </a:lnTo>
                  <a:lnTo>
                    <a:pt x="152497" y="98686"/>
                  </a:lnTo>
                  <a:lnTo>
                    <a:pt x="150234" y="93856"/>
                  </a:lnTo>
                  <a:lnTo>
                    <a:pt x="147819" y="89100"/>
                  </a:lnTo>
                  <a:lnTo>
                    <a:pt x="145253" y="84424"/>
                  </a:lnTo>
                  <a:lnTo>
                    <a:pt x="142539" y="79832"/>
                  </a:lnTo>
                  <a:lnTo>
                    <a:pt x="139680" y="75329"/>
                  </a:lnTo>
                  <a:lnTo>
                    <a:pt x="136679" y="70920"/>
                  </a:lnTo>
                  <a:lnTo>
                    <a:pt x="133539" y="66608"/>
                  </a:lnTo>
                  <a:lnTo>
                    <a:pt x="130263" y="62399"/>
                  </a:lnTo>
                  <a:lnTo>
                    <a:pt x="126854" y="58296"/>
                  </a:lnTo>
                  <a:lnTo>
                    <a:pt x="123316" y="54305"/>
                  </a:lnTo>
                  <a:lnTo>
                    <a:pt x="119653" y="50428"/>
                  </a:lnTo>
                  <a:lnTo>
                    <a:pt x="115867" y="46670"/>
                  </a:lnTo>
                  <a:lnTo>
                    <a:pt x="111964" y="43035"/>
                  </a:lnTo>
                  <a:lnTo>
                    <a:pt x="107947" y="39526"/>
                  </a:lnTo>
                  <a:lnTo>
                    <a:pt x="103820" y="36147"/>
                  </a:lnTo>
                  <a:lnTo>
                    <a:pt x="99587" y="32901"/>
                  </a:lnTo>
                  <a:lnTo>
                    <a:pt x="95253" y="29792"/>
                  </a:lnTo>
                  <a:lnTo>
                    <a:pt x="90821" y="26823"/>
                  </a:lnTo>
                  <a:lnTo>
                    <a:pt x="86298" y="23997"/>
                  </a:lnTo>
                  <a:lnTo>
                    <a:pt x="81686" y="21317"/>
                  </a:lnTo>
                  <a:lnTo>
                    <a:pt x="76991" y="18785"/>
                  </a:lnTo>
                  <a:lnTo>
                    <a:pt x="72218" y="16404"/>
                  </a:lnTo>
                  <a:lnTo>
                    <a:pt x="67372" y="14177"/>
                  </a:lnTo>
                  <a:lnTo>
                    <a:pt x="62456" y="12105"/>
                  </a:lnTo>
                  <a:lnTo>
                    <a:pt x="57478" y="10192"/>
                  </a:lnTo>
                  <a:lnTo>
                    <a:pt x="52440" y="8438"/>
                  </a:lnTo>
                  <a:lnTo>
                    <a:pt x="47350" y="6846"/>
                  </a:lnTo>
                  <a:lnTo>
                    <a:pt x="42211" y="5417"/>
                  </a:lnTo>
                  <a:lnTo>
                    <a:pt x="37029" y="4152"/>
                  </a:lnTo>
                  <a:lnTo>
                    <a:pt x="31809" y="3054"/>
                  </a:lnTo>
                  <a:lnTo>
                    <a:pt x="26557" y="2123"/>
                  </a:lnTo>
                  <a:lnTo>
                    <a:pt x="21278" y="1359"/>
                  </a:lnTo>
                  <a:lnTo>
                    <a:pt x="15978" y="765"/>
                  </a:lnTo>
                  <a:lnTo>
                    <a:pt x="10661" y="340"/>
                  </a:lnTo>
                  <a:lnTo>
                    <a:pt x="533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372217" y="1681503"/>
              <a:ext cx="51017" cy="167167"/>
            </a:xfrm>
            <a:custGeom>
              <a:avLst/>
              <a:pathLst>
                <a:path w="51017" h="167167">
                  <a:moveTo>
                    <a:pt x="51017" y="0"/>
                  </a:moveTo>
                  <a:lnTo>
                    <a:pt x="44538" y="125"/>
                  </a:lnTo>
                  <a:lnTo>
                    <a:pt x="38069" y="502"/>
                  </a:lnTo>
                  <a:lnTo>
                    <a:pt x="31619" y="1129"/>
                  </a:lnTo>
                  <a:lnTo>
                    <a:pt x="25198" y="2005"/>
                  </a:lnTo>
                  <a:lnTo>
                    <a:pt x="18817" y="3130"/>
                  </a:lnTo>
                  <a:lnTo>
                    <a:pt x="12483" y="4501"/>
                  </a:lnTo>
                  <a:lnTo>
                    <a:pt x="6208" y="6117"/>
                  </a:lnTo>
                  <a:lnTo>
                    <a:pt x="0" y="7975"/>
                  </a:lnTo>
                  <a:lnTo>
                    <a:pt x="5101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372217" y="1689478"/>
              <a:ext cx="51017" cy="159192"/>
            </a:xfrm>
            <a:custGeom>
              <a:avLst/>
              <a:pathLst>
                <a:path w="51017" h="159192">
                  <a:moveTo>
                    <a:pt x="0" y="0"/>
                  </a:moveTo>
                  <a:lnTo>
                    <a:pt x="51017" y="1591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372217" y="1689478"/>
              <a:ext cx="51017" cy="159192"/>
            </a:xfrm>
            <a:custGeom>
              <a:avLst/>
              <a:pathLst>
                <a:path w="51017" h="159192">
                  <a:moveTo>
                    <a:pt x="0" y="0"/>
                  </a:moveTo>
                  <a:lnTo>
                    <a:pt x="51017" y="1591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372217" y="1689478"/>
              <a:ext cx="51017" cy="159192"/>
            </a:xfrm>
            <a:custGeom>
              <a:avLst/>
              <a:pathLst>
                <a:path w="51017" h="159192">
                  <a:moveTo>
                    <a:pt x="0" y="0"/>
                  </a:moveTo>
                  <a:lnTo>
                    <a:pt x="51017" y="1591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372217" y="1689478"/>
              <a:ext cx="51017" cy="159192"/>
            </a:xfrm>
            <a:custGeom>
              <a:avLst/>
              <a:pathLst>
                <a:path w="51017" h="159192">
                  <a:moveTo>
                    <a:pt x="0" y="0"/>
                  </a:moveTo>
                  <a:lnTo>
                    <a:pt x="51017" y="1591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372217" y="1689478"/>
              <a:ext cx="51017" cy="159192"/>
            </a:xfrm>
            <a:custGeom>
              <a:avLst/>
              <a:pathLst>
                <a:path w="51017" h="159192">
                  <a:moveTo>
                    <a:pt x="0" y="0"/>
                  </a:moveTo>
                  <a:lnTo>
                    <a:pt x="51017" y="1591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372217" y="1689478"/>
              <a:ext cx="51017" cy="159192"/>
            </a:xfrm>
            <a:custGeom>
              <a:avLst/>
              <a:pathLst>
                <a:path w="51017" h="159192">
                  <a:moveTo>
                    <a:pt x="0" y="0"/>
                  </a:moveTo>
                  <a:lnTo>
                    <a:pt x="51017" y="1591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372217" y="1689478"/>
              <a:ext cx="51017" cy="159192"/>
            </a:xfrm>
            <a:custGeom>
              <a:avLst/>
              <a:pathLst>
                <a:path w="51017" h="159192">
                  <a:moveTo>
                    <a:pt x="0" y="0"/>
                  </a:moveTo>
                  <a:lnTo>
                    <a:pt x="51017" y="1591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372217" y="1689478"/>
              <a:ext cx="51017" cy="159192"/>
            </a:xfrm>
            <a:custGeom>
              <a:avLst/>
              <a:pathLst>
                <a:path w="51017" h="159192">
                  <a:moveTo>
                    <a:pt x="0" y="0"/>
                  </a:moveTo>
                  <a:lnTo>
                    <a:pt x="51017" y="1591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372217" y="1689478"/>
              <a:ext cx="51017" cy="159192"/>
            </a:xfrm>
            <a:custGeom>
              <a:avLst/>
              <a:pathLst>
                <a:path w="51017" h="159192">
                  <a:moveTo>
                    <a:pt x="0" y="0"/>
                  </a:moveTo>
                  <a:lnTo>
                    <a:pt x="51017" y="159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372217" y="1689478"/>
              <a:ext cx="51017" cy="159192"/>
            </a:xfrm>
            <a:custGeom>
              <a:avLst/>
              <a:pathLst>
                <a:path w="51017" h="159192">
                  <a:moveTo>
                    <a:pt x="0" y="0"/>
                  </a:moveTo>
                  <a:lnTo>
                    <a:pt x="51017" y="159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372217" y="1689478"/>
              <a:ext cx="51017" cy="159192"/>
            </a:xfrm>
            <a:custGeom>
              <a:avLst/>
              <a:pathLst>
                <a:path w="51017" h="159192">
                  <a:moveTo>
                    <a:pt x="0" y="0"/>
                  </a:moveTo>
                  <a:lnTo>
                    <a:pt x="51017" y="159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372217" y="1689478"/>
              <a:ext cx="51017" cy="159192"/>
            </a:xfrm>
            <a:custGeom>
              <a:avLst/>
              <a:pathLst>
                <a:path w="51017" h="159192">
                  <a:moveTo>
                    <a:pt x="0" y="0"/>
                  </a:moveTo>
                  <a:lnTo>
                    <a:pt x="51017" y="159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372217" y="1689478"/>
              <a:ext cx="51017" cy="159192"/>
            </a:xfrm>
            <a:custGeom>
              <a:avLst/>
              <a:pathLst>
                <a:path w="51017" h="159192">
                  <a:moveTo>
                    <a:pt x="0" y="0"/>
                  </a:moveTo>
                  <a:lnTo>
                    <a:pt x="51017" y="1591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372217" y="1689478"/>
              <a:ext cx="51017" cy="159192"/>
            </a:xfrm>
            <a:custGeom>
              <a:avLst/>
              <a:pathLst>
                <a:path w="51017" h="159192">
                  <a:moveTo>
                    <a:pt x="0" y="0"/>
                  </a:moveTo>
                  <a:lnTo>
                    <a:pt x="51017" y="1591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372217" y="1689478"/>
              <a:ext cx="51017" cy="159192"/>
            </a:xfrm>
            <a:custGeom>
              <a:avLst/>
              <a:pathLst>
                <a:path w="51017" h="159192">
                  <a:moveTo>
                    <a:pt x="0" y="0"/>
                  </a:moveTo>
                  <a:lnTo>
                    <a:pt x="51017" y="1591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372217" y="1689478"/>
              <a:ext cx="51017" cy="159192"/>
            </a:xfrm>
            <a:custGeom>
              <a:avLst/>
              <a:pathLst>
                <a:path w="51017" h="159192">
                  <a:moveTo>
                    <a:pt x="0" y="0"/>
                  </a:moveTo>
                  <a:lnTo>
                    <a:pt x="51017" y="1591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372217" y="1689478"/>
              <a:ext cx="51017" cy="159192"/>
            </a:xfrm>
            <a:custGeom>
              <a:avLst/>
              <a:pathLst>
                <a:path w="51017" h="159192">
                  <a:moveTo>
                    <a:pt x="0" y="0"/>
                  </a:moveTo>
                  <a:lnTo>
                    <a:pt x="51017" y="159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372217" y="1689478"/>
              <a:ext cx="51017" cy="159192"/>
            </a:xfrm>
            <a:custGeom>
              <a:avLst/>
              <a:pathLst>
                <a:path w="51017" h="159192">
                  <a:moveTo>
                    <a:pt x="0" y="0"/>
                  </a:moveTo>
                  <a:lnTo>
                    <a:pt x="51017" y="159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372217" y="1689478"/>
              <a:ext cx="51017" cy="159192"/>
            </a:xfrm>
            <a:custGeom>
              <a:avLst/>
              <a:pathLst>
                <a:path w="51017" h="159192">
                  <a:moveTo>
                    <a:pt x="0" y="0"/>
                  </a:moveTo>
                  <a:lnTo>
                    <a:pt x="51017" y="159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372217" y="1689478"/>
              <a:ext cx="51017" cy="159192"/>
            </a:xfrm>
            <a:custGeom>
              <a:avLst/>
              <a:pathLst>
                <a:path w="51017" h="159192">
                  <a:moveTo>
                    <a:pt x="0" y="0"/>
                  </a:moveTo>
                  <a:lnTo>
                    <a:pt x="51017" y="159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372217" y="1689478"/>
              <a:ext cx="51017" cy="159192"/>
            </a:xfrm>
            <a:custGeom>
              <a:avLst/>
              <a:pathLst>
                <a:path w="51017" h="159192">
                  <a:moveTo>
                    <a:pt x="0" y="0"/>
                  </a:moveTo>
                  <a:lnTo>
                    <a:pt x="51017" y="1591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372217" y="1689478"/>
              <a:ext cx="51017" cy="159192"/>
            </a:xfrm>
            <a:custGeom>
              <a:avLst/>
              <a:pathLst>
                <a:path w="51017" h="159192">
                  <a:moveTo>
                    <a:pt x="0" y="0"/>
                  </a:moveTo>
                  <a:lnTo>
                    <a:pt x="51017" y="1591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256075" y="1689478"/>
              <a:ext cx="334313" cy="326357"/>
            </a:xfrm>
            <a:custGeom>
              <a:avLst/>
              <a:pathLst>
                <a:path w="334313" h="326357">
                  <a:moveTo>
                    <a:pt x="116141" y="0"/>
                  </a:moveTo>
                  <a:lnTo>
                    <a:pt x="111112" y="1700"/>
                  </a:lnTo>
                  <a:lnTo>
                    <a:pt x="106139" y="3559"/>
                  </a:lnTo>
                  <a:lnTo>
                    <a:pt x="101227" y="5575"/>
                  </a:lnTo>
                  <a:lnTo>
                    <a:pt x="96382" y="7747"/>
                  </a:lnTo>
                  <a:lnTo>
                    <a:pt x="91608" y="10071"/>
                  </a:lnTo>
                  <a:lnTo>
                    <a:pt x="86911" y="12545"/>
                  </a:lnTo>
                  <a:lnTo>
                    <a:pt x="82295" y="15167"/>
                  </a:lnTo>
                  <a:lnTo>
                    <a:pt x="77764" y="17935"/>
                  </a:lnTo>
                  <a:lnTo>
                    <a:pt x="73323" y="20845"/>
                  </a:lnTo>
                  <a:lnTo>
                    <a:pt x="68977" y="23895"/>
                  </a:lnTo>
                  <a:lnTo>
                    <a:pt x="64730" y="27081"/>
                  </a:lnTo>
                  <a:lnTo>
                    <a:pt x="60586" y="30400"/>
                  </a:lnTo>
                  <a:lnTo>
                    <a:pt x="56550" y="33850"/>
                  </a:lnTo>
                  <a:lnTo>
                    <a:pt x="52625" y="37425"/>
                  </a:lnTo>
                  <a:lnTo>
                    <a:pt x="48816" y="41124"/>
                  </a:lnTo>
                  <a:lnTo>
                    <a:pt x="45127" y="44942"/>
                  </a:lnTo>
                  <a:lnTo>
                    <a:pt x="41560" y="48875"/>
                  </a:lnTo>
                  <a:lnTo>
                    <a:pt x="38120" y="52919"/>
                  </a:lnTo>
                  <a:lnTo>
                    <a:pt x="34810" y="57070"/>
                  </a:lnTo>
                  <a:lnTo>
                    <a:pt x="31634" y="61325"/>
                  </a:lnTo>
                  <a:lnTo>
                    <a:pt x="28594" y="65678"/>
                  </a:lnTo>
                  <a:lnTo>
                    <a:pt x="25695" y="70125"/>
                  </a:lnTo>
                  <a:lnTo>
                    <a:pt x="22938" y="74663"/>
                  </a:lnTo>
                  <a:lnTo>
                    <a:pt x="20326" y="79285"/>
                  </a:lnTo>
                  <a:lnTo>
                    <a:pt x="17863" y="83988"/>
                  </a:lnTo>
                  <a:lnTo>
                    <a:pt x="15550" y="88767"/>
                  </a:lnTo>
                  <a:lnTo>
                    <a:pt x="13390" y="93617"/>
                  </a:lnTo>
                  <a:lnTo>
                    <a:pt x="11385" y="98534"/>
                  </a:lnTo>
                  <a:lnTo>
                    <a:pt x="9537" y="103511"/>
                  </a:lnTo>
                  <a:lnTo>
                    <a:pt x="7848" y="108545"/>
                  </a:lnTo>
                  <a:lnTo>
                    <a:pt x="6320" y="113629"/>
                  </a:lnTo>
                  <a:lnTo>
                    <a:pt x="4955" y="118760"/>
                  </a:lnTo>
                  <a:lnTo>
                    <a:pt x="3752" y="123931"/>
                  </a:lnTo>
                  <a:lnTo>
                    <a:pt x="2715" y="129138"/>
                  </a:lnTo>
                  <a:lnTo>
                    <a:pt x="1844" y="134376"/>
                  </a:lnTo>
                  <a:lnTo>
                    <a:pt x="1139" y="139638"/>
                  </a:lnTo>
                  <a:lnTo>
                    <a:pt x="602" y="144920"/>
                  </a:lnTo>
                  <a:lnTo>
                    <a:pt x="233" y="150216"/>
                  </a:lnTo>
                  <a:lnTo>
                    <a:pt x="32" y="155522"/>
                  </a:lnTo>
                  <a:lnTo>
                    <a:pt x="0" y="160831"/>
                  </a:lnTo>
                  <a:lnTo>
                    <a:pt x="136" y="166139"/>
                  </a:lnTo>
                  <a:lnTo>
                    <a:pt x="441" y="171439"/>
                  </a:lnTo>
                  <a:lnTo>
                    <a:pt x="914" y="176727"/>
                  </a:lnTo>
                  <a:lnTo>
                    <a:pt x="1554" y="181998"/>
                  </a:lnTo>
                  <a:lnTo>
                    <a:pt x="2362" y="187245"/>
                  </a:lnTo>
                  <a:lnTo>
                    <a:pt x="3336" y="192465"/>
                  </a:lnTo>
                  <a:lnTo>
                    <a:pt x="4475" y="197650"/>
                  </a:lnTo>
                  <a:lnTo>
                    <a:pt x="5779" y="202797"/>
                  </a:lnTo>
                  <a:lnTo>
                    <a:pt x="7245" y="207900"/>
                  </a:lnTo>
                  <a:lnTo>
                    <a:pt x="8872" y="212954"/>
                  </a:lnTo>
                  <a:lnTo>
                    <a:pt x="10660" y="217953"/>
                  </a:lnTo>
                  <a:lnTo>
                    <a:pt x="12605" y="222893"/>
                  </a:lnTo>
                  <a:lnTo>
                    <a:pt x="14705" y="227769"/>
                  </a:lnTo>
                  <a:lnTo>
                    <a:pt x="16960" y="232576"/>
                  </a:lnTo>
                  <a:lnTo>
                    <a:pt x="19366" y="237309"/>
                  </a:lnTo>
                  <a:lnTo>
                    <a:pt x="21921" y="241963"/>
                  </a:lnTo>
                  <a:lnTo>
                    <a:pt x="24623" y="246533"/>
                  </a:lnTo>
                  <a:lnTo>
                    <a:pt x="27469" y="251016"/>
                  </a:lnTo>
                  <a:lnTo>
                    <a:pt x="30455" y="255405"/>
                  </a:lnTo>
                  <a:lnTo>
                    <a:pt x="33580" y="259698"/>
                  </a:lnTo>
                  <a:lnTo>
                    <a:pt x="36839" y="263889"/>
                  </a:lnTo>
                  <a:lnTo>
                    <a:pt x="40229" y="267975"/>
                  </a:lnTo>
                  <a:lnTo>
                    <a:pt x="43748" y="271951"/>
                  </a:lnTo>
                  <a:lnTo>
                    <a:pt x="47391" y="275813"/>
                  </a:lnTo>
                  <a:lnTo>
                    <a:pt x="51155" y="279558"/>
                  </a:lnTo>
                  <a:lnTo>
                    <a:pt x="55036" y="283181"/>
                  </a:lnTo>
                  <a:lnTo>
                    <a:pt x="59030" y="286679"/>
                  </a:lnTo>
                  <a:lnTo>
                    <a:pt x="63133" y="290049"/>
                  </a:lnTo>
                  <a:lnTo>
                    <a:pt x="67341" y="293286"/>
                  </a:lnTo>
                  <a:lnTo>
                    <a:pt x="71649" y="296388"/>
                  </a:lnTo>
                  <a:lnTo>
                    <a:pt x="76054" y="299352"/>
                  </a:lnTo>
                  <a:lnTo>
                    <a:pt x="80551" y="302175"/>
                  </a:lnTo>
                  <a:lnTo>
                    <a:pt x="85136" y="304853"/>
                  </a:lnTo>
                  <a:lnTo>
                    <a:pt x="89803" y="307384"/>
                  </a:lnTo>
                  <a:lnTo>
                    <a:pt x="94548" y="309766"/>
                  </a:lnTo>
                  <a:lnTo>
                    <a:pt x="99366" y="311996"/>
                  </a:lnTo>
                  <a:lnTo>
                    <a:pt x="104253" y="314072"/>
                  </a:lnTo>
                  <a:lnTo>
                    <a:pt x="109203" y="315991"/>
                  </a:lnTo>
                  <a:lnTo>
                    <a:pt x="114212" y="317753"/>
                  </a:lnTo>
                  <a:lnTo>
                    <a:pt x="119274" y="319354"/>
                  </a:lnTo>
                  <a:lnTo>
                    <a:pt x="124384" y="320794"/>
                  </a:lnTo>
                  <a:lnTo>
                    <a:pt x="129537" y="322071"/>
                  </a:lnTo>
                  <a:lnTo>
                    <a:pt x="134729" y="323183"/>
                  </a:lnTo>
                  <a:lnTo>
                    <a:pt x="139953" y="324130"/>
                  </a:lnTo>
                  <a:lnTo>
                    <a:pt x="145204" y="324911"/>
                  </a:lnTo>
                  <a:lnTo>
                    <a:pt x="150478" y="325525"/>
                  </a:lnTo>
                  <a:lnTo>
                    <a:pt x="155769" y="325971"/>
                  </a:lnTo>
                  <a:lnTo>
                    <a:pt x="161071" y="326248"/>
                  </a:lnTo>
                  <a:lnTo>
                    <a:pt x="166379" y="326357"/>
                  </a:lnTo>
                  <a:lnTo>
                    <a:pt x="171688" y="326298"/>
                  </a:lnTo>
                  <a:lnTo>
                    <a:pt x="176992" y="326070"/>
                  </a:lnTo>
                  <a:lnTo>
                    <a:pt x="182287" y="325673"/>
                  </a:lnTo>
                  <a:lnTo>
                    <a:pt x="187566" y="325109"/>
                  </a:lnTo>
                  <a:lnTo>
                    <a:pt x="192825" y="324377"/>
                  </a:lnTo>
                  <a:lnTo>
                    <a:pt x="198057" y="323479"/>
                  </a:lnTo>
                  <a:lnTo>
                    <a:pt x="203259" y="322415"/>
                  </a:lnTo>
                  <a:lnTo>
                    <a:pt x="208424" y="321186"/>
                  </a:lnTo>
                  <a:lnTo>
                    <a:pt x="213548" y="319794"/>
                  </a:lnTo>
                  <a:lnTo>
                    <a:pt x="218624" y="318240"/>
                  </a:lnTo>
                  <a:lnTo>
                    <a:pt x="223649" y="316525"/>
                  </a:lnTo>
                  <a:lnTo>
                    <a:pt x="228617" y="314652"/>
                  </a:lnTo>
                  <a:lnTo>
                    <a:pt x="233523" y="312622"/>
                  </a:lnTo>
                  <a:lnTo>
                    <a:pt x="238362" y="310437"/>
                  </a:lnTo>
                  <a:lnTo>
                    <a:pt x="243129" y="308099"/>
                  </a:lnTo>
                  <a:lnTo>
                    <a:pt x="247819" y="305612"/>
                  </a:lnTo>
                  <a:lnTo>
                    <a:pt x="252428" y="302977"/>
                  </a:lnTo>
                  <a:lnTo>
                    <a:pt x="256952" y="300196"/>
                  </a:lnTo>
                  <a:lnTo>
                    <a:pt x="261384" y="297274"/>
                  </a:lnTo>
                  <a:lnTo>
                    <a:pt x="265721" y="294212"/>
                  </a:lnTo>
                  <a:lnTo>
                    <a:pt x="269959" y="291014"/>
                  </a:lnTo>
                  <a:lnTo>
                    <a:pt x="274094" y="287683"/>
                  </a:lnTo>
                  <a:lnTo>
                    <a:pt x="278120" y="284222"/>
                  </a:lnTo>
                  <a:lnTo>
                    <a:pt x="282035" y="280635"/>
                  </a:lnTo>
                  <a:lnTo>
                    <a:pt x="285833" y="276926"/>
                  </a:lnTo>
                  <a:lnTo>
                    <a:pt x="289512" y="273098"/>
                  </a:lnTo>
                  <a:lnTo>
                    <a:pt x="293068" y="269155"/>
                  </a:lnTo>
                  <a:lnTo>
                    <a:pt x="296496" y="265101"/>
                  </a:lnTo>
                  <a:lnTo>
                    <a:pt x="299795" y="260940"/>
                  </a:lnTo>
                  <a:lnTo>
                    <a:pt x="302959" y="256677"/>
                  </a:lnTo>
                  <a:lnTo>
                    <a:pt x="305986" y="252315"/>
                  </a:lnTo>
                  <a:lnTo>
                    <a:pt x="308873" y="247860"/>
                  </a:lnTo>
                  <a:lnTo>
                    <a:pt x="311618" y="243314"/>
                  </a:lnTo>
                  <a:lnTo>
                    <a:pt x="314216" y="238685"/>
                  </a:lnTo>
                  <a:lnTo>
                    <a:pt x="316666" y="233974"/>
                  </a:lnTo>
                  <a:lnTo>
                    <a:pt x="318966" y="229189"/>
                  </a:lnTo>
                  <a:lnTo>
                    <a:pt x="321112" y="224333"/>
                  </a:lnTo>
                  <a:lnTo>
                    <a:pt x="323103" y="219411"/>
                  </a:lnTo>
                  <a:lnTo>
                    <a:pt x="324937" y="214428"/>
                  </a:lnTo>
                  <a:lnTo>
                    <a:pt x="326611" y="209390"/>
                  </a:lnTo>
                  <a:lnTo>
                    <a:pt x="328125" y="204301"/>
                  </a:lnTo>
                  <a:lnTo>
                    <a:pt x="329476" y="199167"/>
                  </a:lnTo>
                  <a:lnTo>
                    <a:pt x="330664" y="193992"/>
                  </a:lnTo>
                  <a:lnTo>
                    <a:pt x="331687" y="188782"/>
                  </a:lnTo>
                  <a:lnTo>
                    <a:pt x="332543" y="183542"/>
                  </a:lnTo>
                  <a:lnTo>
                    <a:pt x="333233" y="178278"/>
                  </a:lnTo>
                  <a:lnTo>
                    <a:pt x="333756" y="172994"/>
                  </a:lnTo>
                  <a:lnTo>
                    <a:pt x="334110" y="167697"/>
                  </a:lnTo>
                  <a:lnTo>
                    <a:pt x="334296" y="162391"/>
                  </a:lnTo>
                  <a:lnTo>
                    <a:pt x="334313" y="157082"/>
                  </a:lnTo>
                  <a:lnTo>
                    <a:pt x="334162" y="151775"/>
                  </a:lnTo>
                  <a:lnTo>
                    <a:pt x="333842" y="146475"/>
                  </a:lnTo>
                  <a:lnTo>
                    <a:pt x="333354" y="141188"/>
                  </a:lnTo>
                  <a:lnTo>
                    <a:pt x="332698" y="135919"/>
                  </a:lnTo>
                  <a:lnTo>
                    <a:pt x="331876" y="130674"/>
                  </a:lnTo>
                  <a:lnTo>
                    <a:pt x="330887" y="125458"/>
                  </a:lnTo>
                  <a:lnTo>
                    <a:pt x="329733" y="120275"/>
                  </a:lnTo>
                  <a:lnTo>
                    <a:pt x="328416" y="115132"/>
                  </a:lnTo>
                  <a:lnTo>
                    <a:pt x="326935" y="110033"/>
                  </a:lnTo>
                  <a:lnTo>
                    <a:pt x="325293" y="104984"/>
                  </a:lnTo>
                  <a:lnTo>
                    <a:pt x="323492" y="99990"/>
                  </a:lnTo>
                  <a:lnTo>
                    <a:pt x="321533" y="95055"/>
                  </a:lnTo>
                  <a:lnTo>
                    <a:pt x="319419" y="90185"/>
                  </a:lnTo>
                  <a:lnTo>
                    <a:pt x="317151" y="85385"/>
                  </a:lnTo>
                  <a:lnTo>
                    <a:pt x="314731" y="80659"/>
                  </a:lnTo>
                  <a:lnTo>
                    <a:pt x="312163" y="76012"/>
                  </a:lnTo>
                  <a:lnTo>
                    <a:pt x="309448" y="71449"/>
                  </a:lnTo>
                  <a:lnTo>
                    <a:pt x="306590" y="66975"/>
                  </a:lnTo>
                  <a:lnTo>
                    <a:pt x="303591" y="62594"/>
                  </a:lnTo>
                  <a:lnTo>
                    <a:pt x="300455" y="58310"/>
                  </a:lnTo>
                  <a:lnTo>
                    <a:pt x="297184" y="54128"/>
                  </a:lnTo>
                  <a:lnTo>
                    <a:pt x="293782" y="50051"/>
                  </a:lnTo>
                  <a:lnTo>
                    <a:pt x="290252" y="46085"/>
                  </a:lnTo>
                  <a:lnTo>
                    <a:pt x="286598" y="42233"/>
                  </a:lnTo>
                  <a:lnTo>
                    <a:pt x="282824" y="38500"/>
                  </a:lnTo>
                  <a:lnTo>
                    <a:pt x="278933" y="34887"/>
                  </a:lnTo>
                  <a:lnTo>
                    <a:pt x="274929" y="31400"/>
                  </a:lnTo>
                  <a:lnTo>
                    <a:pt x="270816" y="28043"/>
                  </a:lnTo>
                  <a:lnTo>
                    <a:pt x="266599" y="24817"/>
                  </a:lnTo>
                  <a:lnTo>
                    <a:pt x="262282" y="21727"/>
                  </a:lnTo>
                  <a:lnTo>
                    <a:pt x="257868" y="18775"/>
                  </a:lnTo>
                  <a:lnTo>
                    <a:pt x="253363" y="15966"/>
                  </a:lnTo>
                  <a:lnTo>
                    <a:pt x="248772" y="13300"/>
                  </a:lnTo>
                  <a:lnTo>
                    <a:pt x="244098" y="10782"/>
                  </a:lnTo>
                  <a:lnTo>
                    <a:pt x="239346" y="8414"/>
                  </a:lnTo>
                  <a:lnTo>
                    <a:pt x="234521" y="6197"/>
                  </a:lnTo>
                  <a:lnTo>
                    <a:pt x="167159" y="1591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423235" y="1681503"/>
              <a:ext cx="67362" cy="167167"/>
            </a:xfrm>
            <a:custGeom>
              <a:avLst/>
              <a:pathLst>
                <a:path w="67362" h="167167">
                  <a:moveTo>
                    <a:pt x="67362" y="14173"/>
                  </a:moveTo>
                  <a:lnTo>
                    <a:pt x="62035" y="11936"/>
                  </a:lnTo>
                  <a:lnTo>
                    <a:pt x="56634" y="9885"/>
                  </a:lnTo>
                  <a:lnTo>
                    <a:pt x="51165" y="8022"/>
                  </a:lnTo>
                  <a:lnTo>
                    <a:pt x="45635" y="6349"/>
                  </a:lnTo>
                  <a:lnTo>
                    <a:pt x="40050" y="4868"/>
                  </a:lnTo>
                  <a:lnTo>
                    <a:pt x="34418" y="3581"/>
                  </a:lnTo>
                  <a:lnTo>
                    <a:pt x="28745" y="2489"/>
                  </a:lnTo>
                  <a:lnTo>
                    <a:pt x="23037" y="1595"/>
                  </a:lnTo>
                  <a:lnTo>
                    <a:pt x="17302" y="897"/>
                  </a:lnTo>
                  <a:lnTo>
                    <a:pt x="11546" y="399"/>
                  </a:lnTo>
                  <a:lnTo>
                    <a:pt x="5776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5853883" y="1322571"/>
              <a:ext cx="334322" cy="334329"/>
            </a:xfrm>
            <a:custGeom>
              <a:avLst/>
              <a:pathLst>
                <a:path w="334322" h="334329">
                  <a:moveTo>
                    <a:pt x="167156" y="0"/>
                  </a:moveTo>
                  <a:lnTo>
                    <a:pt x="161866" y="83"/>
                  </a:lnTo>
                  <a:lnTo>
                    <a:pt x="156581" y="334"/>
                  </a:lnTo>
                  <a:lnTo>
                    <a:pt x="151307" y="752"/>
                  </a:lnTo>
                  <a:lnTo>
                    <a:pt x="146049" y="1337"/>
                  </a:lnTo>
                  <a:lnTo>
                    <a:pt x="140812" y="2088"/>
                  </a:lnTo>
                  <a:lnTo>
                    <a:pt x="135601" y="3005"/>
                  </a:lnTo>
                  <a:lnTo>
                    <a:pt x="130422" y="4085"/>
                  </a:lnTo>
                  <a:lnTo>
                    <a:pt x="125280" y="5329"/>
                  </a:lnTo>
                  <a:lnTo>
                    <a:pt x="120180" y="6736"/>
                  </a:lnTo>
                  <a:lnTo>
                    <a:pt x="115126" y="8302"/>
                  </a:lnTo>
                  <a:lnTo>
                    <a:pt x="110125" y="10028"/>
                  </a:lnTo>
                  <a:lnTo>
                    <a:pt x="105181" y="11912"/>
                  </a:lnTo>
                  <a:lnTo>
                    <a:pt x="100299" y="13951"/>
                  </a:lnTo>
                  <a:lnTo>
                    <a:pt x="95484" y="16143"/>
                  </a:lnTo>
                  <a:lnTo>
                    <a:pt x="90741" y="18487"/>
                  </a:lnTo>
                  <a:lnTo>
                    <a:pt x="86074" y="20979"/>
                  </a:lnTo>
                  <a:lnTo>
                    <a:pt x="81489" y="23618"/>
                  </a:lnTo>
                  <a:lnTo>
                    <a:pt x="76989" y="26401"/>
                  </a:lnTo>
                  <a:lnTo>
                    <a:pt x="72580" y="29325"/>
                  </a:lnTo>
                  <a:lnTo>
                    <a:pt x="68265" y="32387"/>
                  </a:lnTo>
                  <a:lnTo>
                    <a:pt x="64050" y="35584"/>
                  </a:lnTo>
                  <a:lnTo>
                    <a:pt x="59938" y="38912"/>
                  </a:lnTo>
                  <a:lnTo>
                    <a:pt x="55933" y="42369"/>
                  </a:lnTo>
                  <a:lnTo>
                    <a:pt x="52039" y="45951"/>
                  </a:lnTo>
                  <a:lnTo>
                    <a:pt x="48261" y="49655"/>
                  </a:lnTo>
                  <a:lnTo>
                    <a:pt x="44602" y="53476"/>
                  </a:lnTo>
                  <a:lnTo>
                    <a:pt x="41066" y="57411"/>
                  </a:lnTo>
                  <a:lnTo>
                    <a:pt x="37656" y="61456"/>
                  </a:lnTo>
                  <a:lnTo>
                    <a:pt x="34376" y="65607"/>
                  </a:lnTo>
                  <a:lnTo>
                    <a:pt x="31228" y="69860"/>
                  </a:lnTo>
                  <a:lnTo>
                    <a:pt x="28217" y="74210"/>
                  </a:lnTo>
                  <a:lnTo>
                    <a:pt x="25345" y="78653"/>
                  </a:lnTo>
                  <a:lnTo>
                    <a:pt x="22615" y="83185"/>
                  </a:lnTo>
                  <a:lnTo>
                    <a:pt x="20030" y="87801"/>
                  </a:lnTo>
                  <a:lnTo>
                    <a:pt x="17592" y="92496"/>
                  </a:lnTo>
                  <a:lnTo>
                    <a:pt x="15304" y="97266"/>
                  </a:lnTo>
                  <a:lnTo>
                    <a:pt x="13168" y="102107"/>
                  </a:lnTo>
                  <a:lnTo>
                    <a:pt x="11186" y="107012"/>
                  </a:lnTo>
                  <a:lnTo>
                    <a:pt x="9361" y="111978"/>
                  </a:lnTo>
                  <a:lnTo>
                    <a:pt x="7694" y="116999"/>
                  </a:lnTo>
                  <a:lnTo>
                    <a:pt x="6186" y="122070"/>
                  </a:lnTo>
                  <a:lnTo>
                    <a:pt x="4839" y="127186"/>
                  </a:lnTo>
                  <a:lnTo>
                    <a:pt x="3656" y="132343"/>
                  </a:lnTo>
                  <a:lnTo>
                    <a:pt x="2635" y="137534"/>
                  </a:lnTo>
                  <a:lnTo>
                    <a:pt x="1780" y="142755"/>
                  </a:lnTo>
                  <a:lnTo>
                    <a:pt x="1090" y="148001"/>
                  </a:lnTo>
                  <a:lnTo>
                    <a:pt x="567" y="153265"/>
                  </a:lnTo>
                  <a:lnTo>
                    <a:pt x="211" y="158544"/>
                  </a:lnTo>
                  <a:lnTo>
                    <a:pt x="21" y="163831"/>
                  </a:lnTo>
                  <a:lnTo>
                    <a:pt x="0" y="169122"/>
                  </a:lnTo>
                  <a:lnTo>
                    <a:pt x="145" y="174410"/>
                  </a:lnTo>
                  <a:lnTo>
                    <a:pt x="458" y="179691"/>
                  </a:lnTo>
                  <a:lnTo>
                    <a:pt x="938" y="184960"/>
                  </a:lnTo>
                  <a:lnTo>
                    <a:pt x="1584" y="190211"/>
                  </a:lnTo>
                  <a:lnTo>
                    <a:pt x="2396" y="195439"/>
                  </a:lnTo>
                  <a:lnTo>
                    <a:pt x="3373" y="200639"/>
                  </a:lnTo>
                  <a:lnTo>
                    <a:pt x="4515" y="205805"/>
                  </a:lnTo>
                  <a:lnTo>
                    <a:pt x="5819" y="210932"/>
                  </a:lnTo>
                  <a:lnTo>
                    <a:pt x="7284" y="216016"/>
                  </a:lnTo>
                  <a:lnTo>
                    <a:pt x="8910" y="221050"/>
                  </a:lnTo>
                  <a:lnTo>
                    <a:pt x="10695" y="226031"/>
                  </a:lnTo>
                  <a:lnTo>
                    <a:pt x="12636" y="230952"/>
                  </a:lnTo>
                  <a:lnTo>
                    <a:pt x="14732" y="235810"/>
                  </a:lnTo>
                  <a:lnTo>
                    <a:pt x="16980" y="240599"/>
                  </a:lnTo>
                  <a:lnTo>
                    <a:pt x="19379" y="245315"/>
                  </a:lnTo>
                  <a:lnTo>
                    <a:pt x="21926" y="249952"/>
                  </a:lnTo>
                  <a:lnTo>
                    <a:pt x="24618" y="254506"/>
                  </a:lnTo>
                  <a:lnTo>
                    <a:pt x="27454" y="258973"/>
                  </a:lnTo>
                  <a:lnTo>
                    <a:pt x="30429" y="263348"/>
                  </a:lnTo>
                  <a:lnTo>
                    <a:pt x="33541" y="267626"/>
                  </a:lnTo>
                  <a:lnTo>
                    <a:pt x="36787" y="271804"/>
                  </a:lnTo>
                  <a:lnTo>
                    <a:pt x="40163" y="275877"/>
                  </a:lnTo>
                  <a:lnTo>
                    <a:pt x="43667" y="279841"/>
                  </a:lnTo>
                  <a:lnTo>
                    <a:pt x="47294" y="283693"/>
                  </a:lnTo>
                  <a:lnTo>
                    <a:pt x="51042" y="287427"/>
                  </a:lnTo>
                  <a:lnTo>
                    <a:pt x="54905" y="291041"/>
                  </a:lnTo>
                  <a:lnTo>
                    <a:pt x="58881" y="294531"/>
                  </a:lnTo>
                  <a:lnTo>
                    <a:pt x="62966" y="297894"/>
                  </a:lnTo>
                  <a:lnTo>
                    <a:pt x="67155" y="301125"/>
                  </a:lnTo>
                  <a:lnTo>
                    <a:pt x="71444" y="304223"/>
                  </a:lnTo>
                  <a:lnTo>
                    <a:pt x="75829" y="307183"/>
                  </a:lnTo>
                  <a:lnTo>
                    <a:pt x="80306" y="310003"/>
                  </a:lnTo>
                  <a:lnTo>
                    <a:pt x="84869" y="312679"/>
                  </a:lnTo>
                  <a:lnTo>
                    <a:pt x="89515" y="315211"/>
                  </a:lnTo>
                  <a:lnTo>
                    <a:pt x="94239" y="317593"/>
                  </a:lnTo>
                  <a:lnTo>
                    <a:pt x="99035" y="319825"/>
                  </a:lnTo>
                  <a:lnTo>
                    <a:pt x="103900" y="321905"/>
                  </a:lnTo>
                  <a:lnTo>
                    <a:pt x="108829" y="323829"/>
                  </a:lnTo>
                  <a:lnTo>
                    <a:pt x="113815" y="325596"/>
                  </a:lnTo>
                  <a:lnTo>
                    <a:pt x="118855" y="327205"/>
                  </a:lnTo>
                  <a:lnTo>
                    <a:pt x="123944" y="328653"/>
                  </a:lnTo>
                  <a:lnTo>
                    <a:pt x="129076" y="329939"/>
                  </a:lnTo>
                  <a:lnTo>
                    <a:pt x="134246" y="331063"/>
                  </a:lnTo>
                  <a:lnTo>
                    <a:pt x="139448" y="332022"/>
                  </a:lnTo>
                  <a:lnTo>
                    <a:pt x="144679" y="332816"/>
                  </a:lnTo>
                  <a:lnTo>
                    <a:pt x="149932" y="333445"/>
                  </a:lnTo>
                  <a:lnTo>
                    <a:pt x="155203" y="333907"/>
                  </a:lnTo>
                  <a:lnTo>
                    <a:pt x="160485" y="334201"/>
                  </a:lnTo>
                  <a:lnTo>
                    <a:pt x="165774" y="334329"/>
                  </a:lnTo>
                  <a:lnTo>
                    <a:pt x="171064" y="334289"/>
                  </a:lnTo>
                  <a:lnTo>
                    <a:pt x="176351" y="334081"/>
                  </a:lnTo>
                  <a:lnTo>
                    <a:pt x="181628" y="333707"/>
                  </a:lnTo>
                  <a:lnTo>
                    <a:pt x="186891" y="333165"/>
                  </a:lnTo>
                  <a:lnTo>
                    <a:pt x="192134" y="332458"/>
                  </a:lnTo>
                  <a:lnTo>
                    <a:pt x="197352" y="331584"/>
                  </a:lnTo>
                  <a:lnTo>
                    <a:pt x="202540" y="330547"/>
                  </a:lnTo>
                  <a:lnTo>
                    <a:pt x="207692" y="329345"/>
                  </a:lnTo>
                  <a:lnTo>
                    <a:pt x="212804" y="327981"/>
                  </a:lnTo>
                  <a:lnTo>
                    <a:pt x="217870" y="326456"/>
                  </a:lnTo>
                  <a:lnTo>
                    <a:pt x="222885" y="324771"/>
                  </a:lnTo>
                  <a:lnTo>
                    <a:pt x="227845" y="322929"/>
                  </a:lnTo>
                  <a:lnTo>
                    <a:pt x="232743" y="320930"/>
                  </a:lnTo>
                  <a:lnTo>
                    <a:pt x="237576" y="318778"/>
                  </a:lnTo>
                  <a:lnTo>
                    <a:pt x="242339" y="316473"/>
                  </a:lnTo>
                  <a:lnTo>
                    <a:pt x="247026" y="314020"/>
                  </a:lnTo>
                  <a:lnTo>
                    <a:pt x="251633" y="311419"/>
                  </a:lnTo>
                  <a:lnTo>
                    <a:pt x="256155" y="308673"/>
                  </a:lnTo>
                  <a:lnTo>
                    <a:pt x="260589" y="305786"/>
                  </a:lnTo>
                  <a:lnTo>
                    <a:pt x="264928" y="302760"/>
                  </a:lnTo>
                  <a:lnTo>
                    <a:pt x="269170" y="299598"/>
                  </a:lnTo>
                  <a:lnTo>
                    <a:pt x="273310" y="296303"/>
                  </a:lnTo>
                  <a:lnTo>
                    <a:pt x="277343" y="292880"/>
                  </a:lnTo>
                  <a:lnTo>
                    <a:pt x="281266" y="289330"/>
                  </a:lnTo>
                  <a:lnTo>
                    <a:pt x="285075" y="285658"/>
                  </a:lnTo>
                  <a:lnTo>
                    <a:pt x="288765" y="281867"/>
                  </a:lnTo>
                  <a:lnTo>
                    <a:pt x="292334" y="277961"/>
                  </a:lnTo>
                  <a:lnTo>
                    <a:pt x="295777" y="273944"/>
                  </a:lnTo>
                  <a:lnTo>
                    <a:pt x="299092" y="269821"/>
                  </a:lnTo>
                  <a:lnTo>
                    <a:pt x="302274" y="265594"/>
                  </a:lnTo>
                  <a:lnTo>
                    <a:pt x="305321" y="261269"/>
                  </a:lnTo>
                  <a:lnTo>
                    <a:pt x="308230" y="256850"/>
                  </a:lnTo>
                  <a:lnTo>
                    <a:pt x="310997" y="252341"/>
                  </a:lnTo>
                  <a:lnTo>
                    <a:pt x="313620" y="247746"/>
                  </a:lnTo>
                  <a:lnTo>
                    <a:pt x="316097" y="243071"/>
                  </a:lnTo>
                  <a:lnTo>
                    <a:pt x="318424" y="238320"/>
                  </a:lnTo>
                  <a:lnTo>
                    <a:pt x="320600" y="233498"/>
                  </a:lnTo>
                  <a:lnTo>
                    <a:pt x="322622" y="228609"/>
                  </a:lnTo>
                  <a:lnTo>
                    <a:pt x="324489" y="223658"/>
                  </a:lnTo>
                  <a:lnTo>
                    <a:pt x="326197" y="218651"/>
                  </a:lnTo>
                  <a:lnTo>
                    <a:pt x="327747" y="213593"/>
                  </a:lnTo>
                  <a:lnTo>
                    <a:pt x="329136" y="208487"/>
                  </a:lnTo>
                  <a:lnTo>
                    <a:pt x="330362" y="203341"/>
                  </a:lnTo>
                  <a:lnTo>
                    <a:pt x="331425" y="198158"/>
                  </a:lnTo>
                  <a:lnTo>
                    <a:pt x="332324" y="192945"/>
                  </a:lnTo>
                  <a:lnTo>
                    <a:pt x="333057" y="187705"/>
                  </a:lnTo>
                  <a:lnTo>
                    <a:pt x="333623" y="182445"/>
                  </a:lnTo>
                  <a:lnTo>
                    <a:pt x="334023" y="177169"/>
                  </a:lnTo>
                  <a:lnTo>
                    <a:pt x="334256" y="171884"/>
                  </a:lnTo>
                  <a:lnTo>
                    <a:pt x="334322" y="166594"/>
                  </a:lnTo>
                  <a:lnTo>
                    <a:pt x="334220" y="161304"/>
                  </a:lnTo>
                  <a:lnTo>
                    <a:pt x="333951" y="156020"/>
                  </a:lnTo>
                  <a:lnTo>
                    <a:pt x="333515" y="150748"/>
                  </a:lnTo>
                  <a:lnTo>
                    <a:pt x="332912" y="145492"/>
                  </a:lnTo>
                  <a:lnTo>
                    <a:pt x="332143" y="140257"/>
                  </a:lnTo>
                  <a:lnTo>
                    <a:pt x="331209" y="135050"/>
                  </a:lnTo>
                  <a:lnTo>
                    <a:pt x="330110" y="129875"/>
                  </a:lnTo>
                  <a:lnTo>
                    <a:pt x="328848" y="124737"/>
                  </a:lnTo>
                  <a:lnTo>
                    <a:pt x="327425" y="119641"/>
                  </a:lnTo>
                  <a:lnTo>
                    <a:pt x="325841" y="114593"/>
                  </a:lnTo>
                  <a:lnTo>
                    <a:pt x="324097" y="109598"/>
                  </a:lnTo>
                  <a:lnTo>
                    <a:pt x="322197" y="104661"/>
                  </a:lnTo>
                  <a:lnTo>
                    <a:pt x="320142" y="99786"/>
                  </a:lnTo>
                  <a:lnTo>
                    <a:pt x="317933" y="94978"/>
                  </a:lnTo>
                  <a:lnTo>
                    <a:pt x="315573" y="90243"/>
                  </a:lnTo>
                  <a:lnTo>
                    <a:pt x="313064" y="85585"/>
                  </a:lnTo>
                  <a:lnTo>
                    <a:pt x="310410" y="81009"/>
                  </a:lnTo>
                  <a:lnTo>
                    <a:pt x="307611" y="76519"/>
                  </a:lnTo>
                  <a:lnTo>
                    <a:pt x="304673" y="72119"/>
                  </a:lnTo>
                  <a:lnTo>
                    <a:pt x="301596" y="67815"/>
                  </a:lnTo>
                  <a:lnTo>
                    <a:pt x="298385" y="63611"/>
                  </a:lnTo>
                  <a:lnTo>
                    <a:pt x="295042" y="59510"/>
                  </a:lnTo>
                  <a:lnTo>
                    <a:pt x="291571" y="55517"/>
                  </a:lnTo>
                  <a:lnTo>
                    <a:pt x="287976" y="51636"/>
                  </a:lnTo>
                  <a:lnTo>
                    <a:pt x="284259" y="47870"/>
                  </a:lnTo>
                  <a:lnTo>
                    <a:pt x="280426" y="44224"/>
                  </a:lnTo>
                  <a:lnTo>
                    <a:pt x="276478" y="40702"/>
                  </a:lnTo>
                  <a:lnTo>
                    <a:pt x="272422" y="37306"/>
                  </a:lnTo>
                  <a:lnTo>
                    <a:pt x="268260" y="34039"/>
                  </a:lnTo>
                  <a:lnTo>
                    <a:pt x="263996" y="30907"/>
                  </a:lnTo>
                  <a:lnTo>
                    <a:pt x="259636" y="27911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21039" y="1350482"/>
              <a:ext cx="92480" cy="139256"/>
            </a:xfrm>
            <a:custGeom>
              <a:avLst/>
              <a:pathLst>
                <a:path w="92480" h="139256">
                  <a:moveTo>
                    <a:pt x="92480" y="0"/>
                  </a:moveTo>
                  <a:lnTo>
                    <a:pt x="0" y="1392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21039" y="1350482"/>
              <a:ext cx="92480" cy="139256"/>
            </a:xfrm>
            <a:custGeom>
              <a:avLst/>
              <a:pathLst>
                <a:path w="92480" h="139256">
                  <a:moveTo>
                    <a:pt x="92480" y="0"/>
                  </a:moveTo>
                  <a:lnTo>
                    <a:pt x="0" y="1392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21039" y="1350482"/>
              <a:ext cx="92480" cy="139256"/>
            </a:xfrm>
            <a:custGeom>
              <a:avLst/>
              <a:pathLst>
                <a:path w="92480" h="139256">
                  <a:moveTo>
                    <a:pt x="92480" y="0"/>
                  </a:moveTo>
                  <a:lnTo>
                    <a:pt x="0" y="1392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21039" y="1350482"/>
              <a:ext cx="92480" cy="139256"/>
            </a:xfrm>
            <a:custGeom>
              <a:avLst/>
              <a:pathLst>
                <a:path w="92480" h="139256">
                  <a:moveTo>
                    <a:pt x="92480" y="0"/>
                  </a:moveTo>
                  <a:lnTo>
                    <a:pt x="0" y="1392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21039" y="1350482"/>
              <a:ext cx="92480" cy="139256"/>
            </a:xfrm>
            <a:custGeom>
              <a:avLst/>
              <a:pathLst>
                <a:path w="92480" h="139256">
                  <a:moveTo>
                    <a:pt x="92480" y="0"/>
                  </a:moveTo>
                  <a:lnTo>
                    <a:pt x="0" y="1392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21039" y="1350482"/>
              <a:ext cx="92480" cy="139256"/>
            </a:xfrm>
            <a:custGeom>
              <a:avLst/>
              <a:pathLst>
                <a:path w="92480" h="139256">
                  <a:moveTo>
                    <a:pt x="92480" y="0"/>
                  </a:moveTo>
                  <a:lnTo>
                    <a:pt x="0" y="1392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21039" y="1350482"/>
              <a:ext cx="92480" cy="139256"/>
            </a:xfrm>
            <a:custGeom>
              <a:avLst/>
              <a:pathLst>
                <a:path w="92480" h="139256">
                  <a:moveTo>
                    <a:pt x="92480" y="0"/>
                  </a:moveTo>
                  <a:lnTo>
                    <a:pt x="0" y="1392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21039" y="1350482"/>
              <a:ext cx="92480" cy="139256"/>
            </a:xfrm>
            <a:custGeom>
              <a:avLst/>
              <a:pathLst>
                <a:path w="92480" h="139256">
                  <a:moveTo>
                    <a:pt x="92480" y="0"/>
                  </a:moveTo>
                  <a:lnTo>
                    <a:pt x="0" y="1392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21039" y="1350482"/>
              <a:ext cx="92480" cy="139256"/>
            </a:xfrm>
            <a:custGeom>
              <a:avLst/>
              <a:pathLst>
                <a:path w="92480" h="139256">
                  <a:moveTo>
                    <a:pt x="92480" y="0"/>
                  </a:moveTo>
                  <a:lnTo>
                    <a:pt x="0" y="1392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21039" y="1350482"/>
              <a:ext cx="92480" cy="139256"/>
            </a:xfrm>
            <a:custGeom>
              <a:avLst/>
              <a:pathLst>
                <a:path w="92480" h="139256">
                  <a:moveTo>
                    <a:pt x="92480" y="0"/>
                  </a:moveTo>
                  <a:lnTo>
                    <a:pt x="0" y="1392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21039" y="1350482"/>
              <a:ext cx="92480" cy="139256"/>
            </a:xfrm>
            <a:custGeom>
              <a:avLst/>
              <a:pathLst>
                <a:path w="92480" h="139256">
                  <a:moveTo>
                    <a:pt x="92480" y="0"/>
                  </a:moveTo>
                  <a:lnTo>
                    <a:pt x="0" y="1392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21039" y="1350482"/>
              <a:ext cx="92480" cy="139256"/>
            </a:xfrm>
            <a:custGeom>
              <a:avLst/>
              <a:pathLst>
                <a:path w="92480" h="139256">
                  <a:moveTo>
                    <a:pt x="92480" y="0"/>
                  </a:moveTo>
                  <a:lnTo>
                    <a:pt x="0" y="1392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21039" y="1350482"/>
              <a:ext cx="92480" cy="139256"/>
            </a:xfrm>
            <a:custGeom>
              <a:avLst/>
              <a:pathLst>
                <a:path w="92480" h="139256">
                  <a:moveTo>
                    <a:pt x="92480" y="0"/>
                  </a:moveTo>
                  <a:lnTo>
                    <a:pt x="0" y="1392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21039" y="1350482"/>
              <a:ext cx="92480" cy="139256"/>
            </a:xfrm>
            <a:custGeom>
              <a:avLst/>
              <a:pathLst>
                <a:path w="92480" h="139256">
                  <a:moveTo>
                    <a:pt x="92480" y="0"/>
                  </a:moveTo>
                  <a:lnTo>
                    <a:pt x="0" y="1392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21039" y="1350482"/>
              <a:ext cx="92480" cy="139256"/>
            </a:xfrm>
            <a:custGeom>
              <a:avLst/>
              <a:pathLst>
                <a:path w="92480" h="139256">
                  <a:moveTo>
                    <a:pt x="92480" y="0"/>
                  </a:moveTo>
                  <a:lnTo>
                    <a:pt x="0" y="1392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21039" y="1350482"/>
              <a:ext cx="92480" cy="139256"/>
            </a:xfrm>
            <a:custGeom>
              <a:avLst/>
              <a:pathLst>
                <a:path w="92480" h="139256">
                  <a:moveTo>
                    <a:pt x="92480" y="0"/>
                  </a:moveTo>
                  <a:lnTo>
                    <a:pt x="0" y="1392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21039" y="1350482"/>
              <a:ext cx="92480" cy="139256"/>
            </a:xfrm>
            <a:custGeom>
              <a:avLst/>
              <a:pathLst>
                <a:path w="92480" h="139256">
                  <a:moveTo>
                    <a:pt x="92480" y="0"/>
                  </a:moveTo>
                  <a:lnTo>
                    <a:pt x="0" y="1392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21039" y="1350482"/>
              <a:ext cx="92480" cy="139256"/>
            </a:xfrm>
            <a:custGeom>
              <a:avLst/>
              <a:pathLst>
                <a:path w="92480" h="139256">
                  <a:moveTo>
                    <a:pt x="92480" y="0"/>
                  </a:moveTo>
                  <a:lnTo>
                    <a:pt x="0" y="1392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21039" y="1350482"/>
              <a:ext cx="92480" cy="139256"/>
            </a:xfrm>
            <a:custGeom>
              <a:avLst/>
              <a:pathLst>
                <a:path w="92480" h="139256">
                  <a:moveTo>
                    <a:pt x="92480" y="0"/>
                  </a:moveTo>
                  <a:lnTo>
                    <a:pt x="0" y="1392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21039" y="1350482"/>
              <a:ext cx="92480" cy="139256"/>
            </a:xfrm>
            <a:custGeom>
              <a:avLst/>
              <a:pathLst>
                <a:path w="92480" h="139256">
                  <a:moveTo>
                    <a:pt x="92480" y="0"/>
                  </a:moveTo>
                  <a:lnTo>
                    <a:pt x="0" y="1392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21039" y="1350482"/>
              <a:ext cx="92480" cy="139256"/>
            </a:xfrm>
            <a:custGeom>
              <a:avLst/>
              <a:pathLst>
                <a:path w="92480" h="139256">
                  <a:moveTo>
                    <a:pt x="92480" y="0"/>
                  </a:moveTo>
                  <a:lnTo>
                    <a:pt x="0" y="1392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21039" y="1348900"/>
              <a:ext cx="92480" cy="140838"/>
            </a:xfrm>
            <a:custGeom>
              <a:avLst/>
              <a:pathLst>
                <a:path w="92480" h="140838">
                  <a:moveTo>
                    <a:pt x="92480" y="1581"/>
                  </a:moveTo>
                  <a:lnTo>
                    <a:pt x="90052" y="0"/>
                  </a:lnTo>
                  <a:lnTo>
                    <a:pt x="0" y="1408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21039" y="1322571"/>
              <a:ext cx="90052" cy="167167"/>
            </a:xfrm>
            <a:custGeom>
              <a:avLst/>
              <a:pathLst>
                <a:path w="90052" h="167167">
                  <a:moveTo>
                    <a:pt x="90052" y="26329"/>
                  </a:moveTo>
                  <a:lnTo>
                    <a:pt x="85290" y="23394"/>
                  </a:lnTo>
                  <a:lnTo>
                    <a:pt x="80432" y="20621"/>
                  </a:lnTo>
                  <a:lnTo>
                    <a:pt x="75484" y="18012"/>
                  </a:lnTo>
                  <a:lnTo>
                    <a:pt x="70451" y="15570"/>
                  </a:lnTo>
                  <a:lnTo>
                    <a:pt x="65339" y="13298"/>
                  </a:lnTo>
                  <a:lnTo>
                    <a:pt x="60155" y="11198"/>
                  </a:lnTo>
                  <a:lnTo>
                    <a:pt x="54902" y="9273"/>
                  </a:lnTo>
                  <a:lnTo>
                    <a:pt x="49589" y="7524"/>
                  </a:lnTo>
                  <a:lnTo>
                    <a:pt x="44220" y="5954"/>
                  </a:lnTo>
                  <a:lnTo>
                    <a:pt x="38801" y="4565"/>
                  </a:lnTo>
                  <a:lnTo>
                    <a:pt x="33339" y="3358"/>
                  </a:lnTo>
                  <a:lnTo>
                    <a:pt x="27840" y="2334"/>
                  </a:lnTo>
                  <a:lnTo>
                    <a:pt x="22309" y="1495"/>
                  </a:lnTo>
                  <a:lnTo>
                    <a:pt x="16754" y="841"/>
                  </a:lnTo>
                  <a:lnTo>
                    <a:pt x="11179" y="374"/>
                  </a:lnTo>
                  <a:lnTo>
                    <a:pt x="559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378102" y="1071028"/>
              <a:ext cx="334322" cy="334328"/>
            </a:xfrm>
            <a:custGeom>
              <a:avLst/>
              <a:pathLst>
                <a:path w="334322" h="334328">
                  <a:moveTo>
                    <a:pt x="167156" y="0"/>
                  </a:moveTo>
                  <a:lnTo>
                    <a:pt x="161866" y="83"/>
                  </a:lnTo>
                  <a:lnTo>
                    <a:pt x="156582" y="334"/>
                  </a:lnTo>
                  <a:lnTo>
                    <a:pt x="151309" y="752"/>
                  </a:lnTo>
                  <a:lnTo>
                    <a:pt x="146051" y="1337"/>
                  </a:lnTo>
                  <a:lnTo>
                    <a:pt x="140814" y="2088"/>
                  </a:lnTo>
                  <a:lnTo>
                    <a:pt x="135604" y="3004"/>
                  </a:lnTo>
                  <a:lnTo>
                    <a:pt x="130425" y="4085"/>
                  </a:lnTo>
                  <a:lnTo>
                    <a:pt x="125284" y="5329"/>
                  </a:lnTo>
                  <a:lnTo>
                    <a:pt x="120184" y="6734"/>
                  </a:lnTo>
                  <a:lnTo>
                    <a:pt x="115131" y="8301"/>
                  </a:lnTo>
                  <a:lnTo>
                    <a:pt x="110130" y="10027"/>
                  </a:lnTo>
                  <a:lnTo>
                    <a:pt x="105186" y="11910"/>
                  </a:lnTo>
                  <a:lnTo>
                    <a:pt x="100305" y="13948"/>
                  </a:lnTo>
                  <a:lnTo>
                    <a:pt x="95490" y="16140"/>
                  </a:lnTo>
                  <a:lnTo>
                    <a:pt x="90747" y="18484"/>
                  </a:lnTo>
                  <a:lnTo>
                    <a:pt x="86081" y="20976"/>
                  </a:lnTo>
                  <a:lnTo>
                    <a:pt x="81496" y="23614"/>
                  </a:lnTo>
                  <a:lnTo>
                    <a:pt x="76997" y="26397"/>
                  </a:lnTo>
                  <a:lnTo>
                    <a:pt x="72587" y="29320"/>
                  </a:lnTo>
                  <a:lnTo>
                    <a:pt x="68273" y="32381"/>
                  </a:lnTo>
                  <a:lnTo>
                    <a:pt x="64058" y="35578"/>
                  </a:lnTo>
                  <a:lnTo>
                    <a:pt x="59946" y="38906"/>
                  </a:lnTo>
                  <a:lnTo>
                    <a:pt x="55941" y="42362"/>
                  </a:lnTo>
                  <a:lnTo>
                    <a:pt x="52048" y="45944"/>
                  </a:lnTo>
                  <a:lnTo>
                    <a:pt x="48269" y="49647"/>
                  </a:lnTo>
                  <a:lnTo>
                    <a:pt x="44610" y="53467"/>
                  </a:lnTo>
                  <a:lnTo>
                    <a:pt x="41074" y="57402"/>
                  </a:lnTo>
                  <a:lnTo>
                    <a:pt x="37664" y="61446"/>
                  </a:lnTo>
                  <a:lnTo>
                    <a:pt x="34384" y="65596"/>
                  </a:lnTo>
                  <a:lnTo>
                    <a:pt x="31236" y="69848"/>
                  </a:lnTo>
                  <a:lnTo>
                    <a:pt x="28225" y="74198"/>
                  </a:lnTo>
                  <a:lnTo>
                    <a:pt x="25353" y="78641"/>
                  </a:lnTo>
                  <a:lnTo>
                    <a:pt x="22623" y="83172"/>
                  </a:lnTo>
                  <a:lnTo>
                    <a:pt x="20037" y="87787"/>
                  </a:lnTo>
                  <a:lnTo>
                    <a:pt x="17599" y="92482"/>
                  </a:lnTo>
                  <a:lnTo>
                    <a:pt x="15311" y="97252"/>
                  </a:lnTo>
                  <a:lnTo>
                    <a:pt x="13175" y="102091"/>
                  </a:lnTo>
                  <a:lnTo>
                    <a:pt x="11193" y="106996"/>
                  </a:lnTo>
                  <a:lnTo>
                    <a:pt x="9367" y="111961"/>
                  </a:lnTo>
                  <a:lnTo>
                    <a:pt x="7699" y="116981"/>
                  </a:lnTo>
                  <a:lnTo>
                    <a:pt x="6191" y="122052"/>
                  </a:lnTo>
                  <a:lnTo>
                    <a:pt x="4844" y="127168"/>
                  </a:lnTo>
                  <a:lnTo>
                    <a:pt x="3660" y="132324"/>
                  </a:lnTo>
                  <a:lnTo>
                    <a:pt x="2639" y="137514"/>
                  </a:lnTo>
                  <a:lnTo>
                    <a:pt x="1783" y="142735"/>
                  </a:lnTo>
                  <a:lnTo>
                    <a:pt x="1093" y="147980"/>
                  </a:lnTo>
                  <a:lnTo>
                    <a:pt x="569" y="153244"/>
                  </a:lnTo>
                  <a:lnTo>
                    <a:pt x="212" y="158522"/>
                  </a:lnTo>
                  <a:lnTo>
                    <a:pt x="22" y="163809"/>
                  </a:lnTo>
                  <a:lnTo>
                    <a:pt x="0" y="169099"/>
                  </a:lnTo>
                  <a:lnTo>
                    <a:pt x="144" y="174387"/>
                  </a:lnTo>
                  <a:lnTo>
                    <a:pt x="456" y="179668"/>
                  </a:lnTo>
                  <a:lnTo>
                    <a:pt x="935" y="184936"/>
                  </a:lnTo>
                  <a:lnTo>
                    <a:pt x="1581" y="190187"/>
                  </a:lnTo>
                  <a:lnTo>
                    <a:pt x="2392" y="195414"/>
                  </a:lnTo>
                  <a:lnTo>
                    <a:pt x="3369" y="200614"/>
                  </a:lnTo>
                  <a:lnTo>
                    <a:pt x="4509" y="205779"/>
                  </a:lnTo>
                  <a:lnTo>
                    <a:pt x="5812" y="210907"/>
                  </a:lnTo>
                  <a:lnTo>
                    <a:pt x="7277" y="215990"/>
                  </a:lnTo>
                  <a:lnTo>
                    <a:pt x="8902" y="221024"/>
                  </a:lnTo>
                  <a:lnTo>
                    <a:pt x="10685" y="226005"/>
                  </a:lnTo>
                  <a:lnTo>
                    <a:pt x="12625" y="230926"/>
                  </a:lnTo>
                  <a:lnTo>
                    <a:pt x="14720" y="235784"/>
                  </a:lnTo>
                  <a:lnTo>
                    <a:pt x="16968" y="240573"/>
                  </a:lnTo>
                  <a:lnTo>
                    <a:pt x="19365" y="245288"/>
                  </a:lnTo>
                  <a:lnTo>
                    <a:pt x="21911" y="249926"/>
                  </a:lnTo>
                  <a:lnTo>
                    <a:pt x="24603" y="254480"/>
                  </a:lnTo>
                  <a:lnTo>
                    <a:pt x="27437" y="258947"/>
                  </a:lnTo>
                  <a:lnTo>
                    <a:pt x="30411" y="263322"/>
                  </a:lnTo>
                  <a:lnTo>
                    <a:pt x="33522" y="267601"/>
                  </a:lnTo>
                  <a:lnTo>
                    <a:pt x="36767" y="271779"/>
                  </a:lnTo>
                  <a:lnTo>
                    <a:pt x="40142" y="275852"/>
                  </a:lnTo>
                  <a:lnTo>
                    <a:pt x="43645" y="279817"/>
                  </a:lnTo>
                  <a:lnTo>
                    <a:pt x="47271" y="283668"/>
                  </a:lnTo>
                  <a:lnTo>
                    <a:pt x="51017" y="287403"/>
                  </a:lnTo>
                  <a:lnTo>
                    <a:pt x="54880" y="291018"/>
                  </a:lnTo>
                  <a:lnTo>
                    <a:pt x="58855" y="294509"/>
                  </a:lnTo>
                  <a:lnTo>
                    <a:pt x="62939" y="297872"/>
                  </a:lnTo>
                  <a:lnTo>
                    <a:pt x="67126" y="301104"/>
                  </a:lnTo>
                  <a:lnTo>
                    <a:pt x="71415" y="304202"/>
                  </a:lnTo>
                  <a:lnTo>
                    <a:pt x="75799" y="307163"/>
                  </a:lnTo>
                  <a:lnTo>
                    <a:pt x="80274" y="309983"/>
                  </a:lnTo>
                  <a:lnTo>
                    <a:pt x="84836" y="312661"/>
                  </a:lnTo>
                  <a:lnTo>
                    <a:pt x="89481" y="315193"/>
                  </a:lnTo>
                  <a:lnTo>
                    <a:pt x="94204" y="317576"/>
                  </a:lnTo>
                  <a:lnTo>
                    <a:pt x="99000" y="319809"/>
                  </a:lnTo>
                  <a:lnTo>
                    <a:pt x="103864" y="321890"/>
                  </a:lnTo>
                  <a:lnTo>
                    <a:pt x="108791" y="323815"/>
                  </a:lnTo>
                  <a:lnTo>
                    <a:pt x="113777" y="325583"/>
                  </a:lnTo>
                  <a:lnTo>
                    <a:pt x="118816" y="327193"/>
                  </a:lnTo>
                  <a:lnTo>
                    <a:pt x="123904" y="328642"/>
                  </a:lnTo>
                  <a:lnTo>
                    <a:pt x="129035" y="329930"/>
                  </a:lnTo>
                  <a:lnTo>
                    <a:pt x="134204" y="331055"/>
                  </a:lnTo>
                  <a:lnTo>
                    <a:pt x="139406" y="332015"/>
                  </a:lnTo>
                  <a:lnTo>
                    <a:pt x="144636" y="332811"/>
                  </a:lnTo>
                  <a:lnTo>
                    <a:pt x="149889" y="333440"/>
                  </a:lnTo>
                  <a:lnTo>
                    <a:pt x="155159" y="333903"/>
                  </a:lnTo>
                  <a:lnTo>
                    <a:pt x="160441" y="334199"/>
                  </a:lnTo>
                  <a:lnTo>
                    <a:pt x="165729" y="334328"/>
                  </a:lnTo>
                  <a:lnTo>
                    <a:pt x="171019" y="334290"/>
                  </a:lnTo>
                  <a:lnTo>
                    <a:pt x="176305" y="334084"/>
                  </a:lnTo>
                  <a:lnTo>
                    <a:pt x="181582" y="333711"/>
                  </a:lnTo>
                  <a:lnTo>
                    <a:pt x="186845" y="333171"/>
                  </a:lnTo>
                  <a:lnTo>
                    <a:pt x="192088" y="332465"/>
                  </a:lnTo>
                  <a:lnTo>
                    <a:pt x="197305" y="331593"/>
                  </a:lnTo>
                  <a:lnTo>
                    <a:pt x="202493" y="330557"/>
                  </a:lnTo>
                  <a:lnTo>
                    <a:pt x="207645" y="329357"/>
                  </a:lnTo>
                  <a:lnTo>
                    <a:pt x="212757" y="327994"/>
                  </a:lnTo>
                  <a:lnTo>
                    <a:pt x="217823" y="326471"/>
                  </a:lnTo>
                  <a:lnTo>
                    <a:pt x="222838" y="324788"/>
                  </a:lnTo>
                  <a:lnTo>
                    <a:pt x="227798" y="322947"/>
                  </a:lnTo>
                  <a:lnTo>
                    <a:pt x="232697" y="320950"/>
                  </a:lnTo>
                  <a:lnTo>
                    <a:pt x="237530" y="318800"/>
                  </a:lnTo>
                  <a:lnTo>
                    <a:pt x="242293" y="316497"/>
                  </a:lnTo>
                  <a:lnTo>
                    <a:pt x="246980" y="314045"/>
                  </a:lnTo>
                  <a:lnTo>
                    <a:pt x="251587" y="311445"/>
                  </a:lnTo>
                  <a:lnTo>
                    <a:pt x="256110" y="308701"/>
                  </a:lnTo>
                  <a:lnTo>
                    <a:pt x="260544" y="305816"/>
                  </a:lnTo>
                  <a:lnTo>
                    <a:pt x="264885" y="302792"/>
                  </a:lnTo>
                  <a:lnTo>
                    <a:pt x="269127" y="299631"/>
                  </a:lnTo>
                  <a:lnTo>
                    <a:pt x="273267" y="296338"/>
                  </a:lnTo>
                  <a:lnTo>
                    <a:pt x="277302" y="292916"/>
                  </a:lnTo>
                  <a:lnTo>
                    <a:pt x="281225" y="289368"/>
                  </a:lnTo>
                  <a:lnTo>
                    <a:pt x="285035" y="285697"/>
                  </a:lnTo>
                  <a:lnTo>
                    <a:pt x="288726" y="281908"/>
                  </a:lnTo>
                  <a:lnTo>
                    <a:pt x="292296" y="278004"/>
                  </a:lnTo>
                  <a:lnTo>
                    <a:pt x="295741" y="273989"/>
                  </a:lnTo>
                  <a:lnTo>
                    <a:pt x="299056" y="269867"/>
                  </a:lnTo>
                  <a:lnTo>
                    <a:pt x="302240" y="265642"/>
                  </a:lnTo>
                  <a:lnTo>
                    <a:pt x="305288" y="261318"/>
                  </a:lnTo>
                  <a:lnTo>
                    <a:pt x="308198" y="256900"/>
                  </a:lnTo>
                  <a:lnTo>
                    <a:pt x="310967" y="252392"/>
                  </a:lnTo>
                  <a:lnTo>
                    <a:pt x="313591" y="247799"/>
                  </a:lnTo>
                  <a:lnTo>
                    <a:pt x="316069" y="243126"/>
                  </a:lnTo>
                  <a:lnTo>
                    <a:pt x="318398" y="238376"/>
                  </a:lnTo>
                  <a:lnTo>
                    <a:pt x="320576" y="233554"/>
                  </a:lnTo>
                  <a:lnTo>
                    <a:pt x="322599" y="228667"/>
                  </a:lnTo>
                  <a:lnTo>
                    <a:pt x="324468" y="223717"/>
                  </a:lnTo>
                  <a:lnTo>
                    <a:pt x="326178" y="218711"/>
                  </a:lnTo>
                  <a:lnTo>
                    <a:pt x="327730" y="213654"/>
                  </a:lnTo>
                  <a:lnTo>
                    <a:pt x="329120" y="208550"/>
                  </a:lnTo>
                  <a:lnTo>
                    <a:pt x="330348" y="203404"/>
                  </a:lnTo>
                  <a:lnTo>
                    <a:pt x="331413" y="198222"/>
                  </a:lnTo>
                  <a:lnTo>
                    <a:pt x="332314" y="193009"/>
                  </a:lnTo>
                  <a:lnTo>
                    <a:pt x="333049" y="187771"/>
                  </a:lnTo>
                  <a:lnTo>
                    <a:pt x="333618" y="182511"/>
                  </a:lnTo>
                  <a:lnTo>
                    <a:pt x="334020" y="177236"/>
                  </a:lnTo>
                  <a:lnTo>
                    <a:pt x="334255" y="171951"/>
                  </a:lnTo>
                  <a:lnTo>
                    <a:pt x="334322" y="166662"/>
                  </a:lnTo>
                  <a:lnTo>
                    <a:pt x="334223" y="161372"/>
                  </a:lnTo>
                  <a:lnTo>
                    <a:pt x="333956" y="156089"/>
                  </a:lnTo>
                  <a:lnTo>
                    <a:pt x="333522" y="150817"/>
                  </a:lnTo>
                  <a:lnTo>
                    <a:pt x="332921" y="145561"/>
                  </a:lnTo>
                  <a:lnTo>
                    <a:pt x="332154" y="140327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545258" y="1211355"/>
              <a:ext cx="164998" cy="26840"/>
            </a:xfrm>
            <a:custGeom>
              <a:avLst/>
              <a:pathLst>
                <a:path w="164998" h="26840">
                  <a:moveTo>
                    <a:pt x="164998" y="0"/>
                  </a:moveTo>
                  <a:lnTo>
                    <a:pt x="0" y="268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545258" y="1211355"/>
              <a:ext cx="164998" cy="26840"/>
            </a:xfrm>
            <a:custGeom>
              <a:avLst/>
              <a:pathLst>
                <a:path w="164998" h="26840">
                  <a:moveTo>
                    <a:pt x="164998" y="0"/>
                  </a:moveTo>
                  <a:lnTo>
                    <a:pt x="0" y="268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545258" y="1211355"/>
              <a:ext cx="164998" cy="26840"/>
            </a:xfrm>
            <a:custGeom>
              <a:avLst/>
              <a:pathLst>
                <a:path w="164998" h="26840">
                  <a:moveTo>
                    <a:pt x="164998" y="0"/>
                  </a:moveTo>
                  <a:lnTo>
                    <a:pt x="0" y="268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545258" y="1211355"/>
              <a:ext cx="164998" cy="26840"/>
            </a:xfrm>
            <a:custGeom>
              <a:avLst/>
              <a:pathLst>
                <a:path w="164998" h="26840">
                  <a:moveTo>
                    <a:pt x="164998" y="0"/>
                  </a:moveTo>
                  <a:lnTo>
                    <a:pt x="0" y="268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545258" y="1211355"/>
              <a:ext cx="164998" cy="26840"/>
            </a:xfrm>
            <a:custGeom>
              <a:avLst/>
              <a:pathLst>
                <a:path w="164998" h="26840">
                  <a:moveTo>
                    <a:pt x="164998" y="0"/>
                  </a:moveTo>
                  <a:lnTo>
                    <a:pt x="0" y="268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545258" y="1211355"/>
              <a:ext cx="164998" cy="26840"/>
            </a:xfrm>
            <a:custGeom>
              <a:avLst/>
              <a:pathLst>
                <a:path w="164998" h="26840">
                  <a:moveTo>
                    <a:pt x="164998" y="0"/>
                  </a:moveTo>
                  <a:lnTo>
                    <a:pt x="0" y="268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545258" y="1211355"/>
              <a:ext cx="164998" cy="26840"/>
            </a:xfrm>
            <a:custGeom>
              <a:avLst/>
              <a:pathLst>
                <a:path w="164998" h="26840">
                  <a:moveTo>
                    <a:pt x="164998" y="0"/>
                  </a:moveTo>
                  <a:lnTo>
                    <a:pt x="0" y="268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545258" y="1211355"/>
              <a:ext cx="164998" cy="26840"/>
            </a:xfrm>
            <a:custGeom>
              <a:avLst/>
              <a:pathLst>
                <a:path w="164998" h="26840">
                  <a:moveTo>
                    <a:pt x="164998" y="0"/>
                  </a:moveTo>
                  <a:lnTo>
                    <a:pt x="0" y="268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545258" y="1211355"/>
              <a:ext cx="164998" cy="26840"/>
            </a:xfrm>
            <a:custGeom>
              <a:avLst/>
              <a:pathLst>
                <a:path w="164998" h="26840">
                  <a:moveTo>
                    <a:pt x="164998" y="0"/>
                  </a:moveTo>
                  <a:lnTo>
                    <a:pt x="0" y="268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545258" y="1211355"/>
              <a:ext cx="164998" cy="26840"/>
            </a:xfrm>
            <a:custGeom>
              <a:avLst/>
              <a:pathLst>
                <a:path w="164998" h="26840">
                  <a:moveTo>
                    <a:pt x="164998" y="0"/>
                  </a:moveTo>
                  <a:lnTo>
                    <a:pt x="0" y="268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545258" y="1211355"/>
              <a:ext cx="164998" cy="26840"/>
            </a:xfrm>
            <a:custGeom>
              <a:avLst/>
              <a:pathLst>
                <a:path w="164998" h="26840">
                  <a:moveTo>
                    <a:pt x="164998" y="0"/>
                  </a:moveTo>
                  <a:lnTo>
                    <a:pt x="0" y="268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545258" y="1211355"/>
              <a:ext cx="164998" cy="26840"/>
            </a:xfrm>
            <a:custGeom>
              <a:avLst/>
              <a:pathLst>
                <a:path w="164998" h="26840">
                  <a:moveTo>
                    <a:pt x="164998" y="0"/>
                  </a:moveTo>
                  <a:lnTo>
                    <a:pt x="0" y="268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545258" y="1211355"/>
              <a:ext cx="164998" cy="26840"/>
            </a:xfrm>
            <a:custGeom>
              <a:avLst/>
              <a:pathLst>
                <a:path w="164998" h="26840">
                  <a:moveTo>
                    <a:pt x="164998" y="0"/>
                  </a:moveTo>
                  <a:lnTo>
                    <a:pt x="0" y="268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545258" y="1211355"/>
              <a:ext cx="164998" cy="26840"/>
            </a:xfrm>
            <a:custGeom>
              <a:avLst/>
              <a:pathLst>
                <a:path w="164998" h="26840">
                  <a:moveTo>
                    <a:pt x="164998" y="0"/>
                  </a:moveTo>
                  <a:lnTo>
                    <a:pt x="0" y="268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545258" y="1211355"/>
              <a:ext cx="164998" cy="26840"/>
            </a:xfrm>
            <a:custGeom>
              <a:avLst/>
              <a:pathLst>
                <a:path w="164998" h="26840">
                  <a:moveTo>
                    <a:pt x="164998" y="0"/>
                  </a:moveTo>
                  <a:lnTo>
                    <a:pt x="0" y="268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545258" y="1211355"/>
              <a:ext cx="164998" cy="26840"/>
            </a:xfrm>
            <a:custGeom>
              <a:avLst/>
              <a:pathLst>
                <a:path w="164998" h="26840">
                  <a:moveTo>
                    <a:pt x="164998" y="0"/>
                  </a:moveTo>
                  <a:lnTo>
                    <a:pt x="0" y="268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545258" y="1211355"/>
              <a:ext cx="164998" cy="26840"/>
            </a:xfrm>
            <a:custGeom>
              <a:avLst/>
              <a:pathLst>
                <a:path w="164998" h="26840">
                  <a:moveTo>
                    <a:pt x="164998" y="0"/>
                  </a:moveTo>
                  <a:lnTo>
                    <a:pt x="0" y="268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545258" y="1211355"/>
              <a:ext cx="164998" cy="26840"/>
            </a:xfrm>
            <a:custGeom>
              <a:avLst/>
              <a:pathLst>
                <a:path w="164998" h="26840">
                  <a:moveTo>
                    <a:pt x="164998" y="0"/>
                  </a:moveTo>
                  <a:lnTo>
                    <a:pt x="0" y="268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545258" y="1211355"/>
              <a:ext cx="164998" cy="26840"/>
            </a:xfrm>
            <a:custGeom>
              <a:avLst/>
              <a:pathLst>
                <a:path w="164998" h="26840">
                  <a:moveTo>
                    <a:pt x="164998" y="0"/>
                  </a:moveTo>
                  <a:lnTo>
                    <a:pt x="0" y="268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545258" y="1211355"/>
              <a:ext cx="164998" cy="26840"/>
            </a:xfrm>
            <a:custGeom>
              <a:avLst/>
              <a:pathLst>
                <a:path w="164998" h="26840">
                  <a:moveTo>
                    <a:pt x="164998" y="0"/>
                  </a:moveTo>
                  <a:lnTo>
                    <a:pt x="0" y="268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545258" y="1207787"/>
              <a:ext cx="164998" cy="30408"/>
            </a:xfrm>
            <a:custGeom>
              <a:avLst/>
              <a:pathLst>
                <a:path w="164998" h="30408">
                  <a:moveTo>
                    <a:pt x="164998" y="3568"/>
                  </a:moveTo>
                  <a:lnTo>
                    <a:pt x="164378" y="0"/>
                  </a:lnTo>
                  <a:lnTo>
                    <a:pt x="0" y="30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545258" y="1071028"/>
              <a:ext cx="164378" cy="167167"/>
            </a:xfrm>
            <a:custGeom>
              <a:avLst/>
              <a:pathLst>
                <a:path w="164378" h="167167">
                  <a:moveTo>
                    <a:pt x="164378" y="136758"/>
                  </a:moveTo>
                  <a:lnTo>
                    <a:pt x="163311" y="131469"/>
                  </a:lnTo>
                  <a:lnTo>
                    <a:pt x="162074" y="126218"/>
                  </a:lnTo>
                  <a:lnTo>
                    <a:pt x="160668" y="121009"/>
                  </a:lnTo>
                  <a:lnTo>
                    <a:pt x="159095" y="115848"/>
                  </a:lnTo>
                  <a:lnTo>
                    <a:pt x="157356" y="110741"/>
                  </a:lnTo>
                  <a:lnTo>
                    <a:pt x="155453" y="105692"/>
                  </a:lnTo>
                  <a:lnTo>
                    <a:pt x="153388" y="100708"/>
                  </a:lnTo>
                  <a:lnTo>
                    <a:pt x="151164" y="95792"/>
                  </a:lnTo>
                  <a:lnTo>
                    <a:pt x="148782" y="90951"/>
                  </a:lnTo>
                  <a:lnTo>
                    <a:pt x="146245" y="86190"/>
                  </a:lnTo>
                  <a:lnTo>
                    <a:pt x="143555" y="81513"/>
                  </a:lnTo>
                  <a:lnTo>
                    <a:pt x="140717" y="76925"/>
                  </a:lnTo>
                  <a:lnTo>
                    <a:pt x="137731" y="72431"/>
                  </a:lnTo>
                  <a:lnTo>
                    <a:pt x="134602" y="68035"/>
                  </a:lnTo>
                  <a:lnTo>
                    <a:pt x="131333" y="63743"/>
                  </a:lnTo>
                  <a:lnTo>
                    <a:pt x="127927" y="59559"/>
                  </a:lnTo>
                  <a:lnTo>
                    <a:pt x="124388" y="55487"/>
                  </a:lnTo>
                  <a:lnTo>
                    <a:pt x="120719" y="51531"/>
                  </a:lnTo>
                  <a:lnTo>
                    <a:pt x="116925" y="47695"/>
                  </a:lnTo>
                  <a:lnTo>
                    <a:pt x="113008" y="43984"/>
                  </a:lnTo>
                  <a:lnTo>
                    <a:pt x="108974" y="40402"/>
                  </a:lnTo>
                  <a:lnTo>
                    <a:pt x="104827" y="36951"/>
                  </a:lnTo>
                  <a:lnTo>
                    <a:pt x="100570" y="33636"/>
                  </a:lnTo>
                  <a:lnTo>
                    <a:pt x="96209" y="30460"/>
                  </a:lnTo>
                  <a:lnTo>
                    <a:pt x="91747" y="27427"/>
                  </a:lnTo>
                  <a:lnTo>
                    <a:pt x="87190" y="24539"/>
                  </a:lnTo>
                  <a:lnTo>
                    <a:pt x="82541" y="21799"/>
                  </a:lnTo>
                  <a:lnTo>
                    <a:pt x="77807" y="19211"/>
                  </a:lnTo>
                  <a:lnTo>
                    <a:pt x="72992" y="16777"/>
                  </a:lnTo>
                  <a:lnTo>
                    <a:pt x="68101" y="14500"/>
                  </a:lnTo>
                  <a:lnTo>
                    <a:pt x="63139" y="12382"/>
                  </a:lnTo>
                  <a:lnTo>
                    <a:pt x="58111" y="10425"/>
                  </a:lnTo>
                  <a:lnTo>
                    <a:pt x="53023" y="8631"/>
                  </a:lnTo>
                  <a:lnTo>
                    <a:pt x="47879" y="7003"/>
                  </a:lnTo>
                  <a:lnTo>
                    <a:pt x="42686" y="5541"/>
                  </a:lnTo>
                  <a:lnTo>
                    <a:pt x="37448" y="4248"/>
                  </a:lnTo>
                  <a:lnTo>
                    <a:pt x="32171" y="3124"/>
                  </a:lnTo>
                  <a:lnTo>
                    <a:pt x="26860" y="2172"/>
                  </a:lnTo>
                  <a:lnTo>
                    <a:pt x="21522" y="1391"/>
                  </a:lnTo>
                  <a:lnTo>
                    <a:pt x="16161" y="783"/>
                  </a:lnTo>
                  <a:lnTo>
                    <a:pt x="10783" y="348"/>
                  </a:lnTo>
                  <a:lnTo>
                    <a:pt x="5394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904591" y="941493"/>
              <a:ext cx="118952" cy="167167"/>
            </a:xfrm>
            <a:custGeom>
              <a:avLst/>
              <a:pathLst>
                <a:path w="118952" h="167167">
                  <a:moveTo>
                    <a:pt x="118952" y="0"/>
                  </a:moveTo>
                  <a:lnTo>
                    <a:pt x="113439" y="90"/>
                  </a:lnTo>
                  <a:lnTo>
                    <a:pt x="107931" y="363"/>
                  </a:lnTo>
                  <a:lnTo>
                    <a:pt x="102435" y="818"/>
                  </a:lnTo>
                  <a:lnTo>
                    <a:pt x="96957" y="1453"/>
                  </a:lnTo>
                  <a:lnTo>
                    <a:pt x="91504" y="2268"/>
                  </a:lnTo>
                  <a:lnTo>
                    <a:pt x="86080" y="3264"/>
                  </a:lnTo>
                  <a:lnTo>
                    <a:pt x="80691" y="4437"/>
                  </a:lnTo>
                  <a:lnTo>
                    <a:pt x="75345" y="5787"/>
                  </a:lnTo>
                  <a:lnTo>
                    <a:pt x="70046" y="7314"/>
                  </a:lnTo>
                  <a:lnTo>
                    <a:pt x="64800" y="9014"/>
                  </a:lnTo>
                  <a:lnTo>
                    <a:pt x="59613" y="10886"/>
                  </a:lnTo>
                  <a:lnTo>
                    <a:pt x="54491" y="12928"/>
                  </a:lnTo>
                  <a:lnTo>
                    <a:pt x="49438" y="15138"/>
                  </a:lnTo>
                  <a:lnTo>
                    <a:pt x="44462" y="17514"/>
                  </a:lnTo>
                  <a:lnTo>
                    <a:pt x="39566" y="20052"/>
                  </a:lnTo>
                  <a:lnTo>
                    <a:pt x="34757" y="22751"/>
                  </a:lnTo>
                  <a:lnTo>
                    <a:pt x="30039" y="25606"/>
                  </a:lnTo>
                  <a:lnTo>
                    <a:pt x="25419" y="28616"/>
                  </a:lnTo>
                  <a:lnTo>
                    <a:pt x="20900" y="31776"/>
                  </a:lnTo>
                  <a:lnTo>
                    <a:pt x="16487" y="35084"/>
                  </a:lnTo>
                  <a:lnTo>
                    <a:pt x="12187" y="38536"/>
                  </a:lnTo>
                  <a:lnTo>
                    <a:pt x="8002" y="42127"/>
                  </a:lnTo>
                  <a:lnTo>
                    <a:pt x="3938" y="45855"/>
                  </a:lnTo>
                  <a:lnTo>
                    <a:pt x="0" y="49714"/>
                  </a:lnTo>
                  <a:lnTo>
                    <a:pt x="11895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904591" y="991207"/>
              <a:ext cx="118952" cy="117452"/>
            </a:xfrm>
            <a:custGeom>
              <a:avLst/>
              <a:pathLst>
                <a:path w="118952" h="117452">
                  <a:moveTo>
                    <a:pt x="0" y="0"/>
                  </a:moveTo>
                  <a:lnTo>
                    <a:pt x="118952" y="1174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904591" y="991207"/>
              <a:ext cx="118952" cy="117452"/>
            </a:xfrm>
            <a:custGeom>
              <a:avLst/>
              <a:pathLst>
                <a:path w="118952" h="117452">
                  <a:moveTo>
                    <a:pt x="0" y="0"/>
                  </a:moveTo>
                  <a:lnTo>
                    <a:pt x="118952" y="1174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904591" y="991207"/>
              <a:ext cx="118952" cy="117452"/>
            </a:xfrm>
            <a:custGeom>
              <a:avLst/>
              <a:pathLst>
                <a:path w="118952" h="117452">
                  <a:moveTo>
                    <a:pt x="0" y="0"/>
                  </a:moveTo>
                  <a:lnTo>
                    <a:pt x="118952" y="1174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904591" y="991207"/>
              <a:ext cx="118952" cy="117452"/>
            </a:xfrm>
            <a:custGeom>
              <a:avLst/>
              <a:pathLst>
                <a:path w="118952" h="117452">
                  <a:moveTo>
                    <a:pt x="0" y="0"/>
                  </a:moveTo>
                  <a:lnTo>
                    <a:pt x="118952" y="1174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904591" y="991207"/>
              <a:ext cx="118952" cy="117452"/>
            </a:xfrm>
            <a:custGeom>
              <a:avLst/>
              <a:pathLst>
                <a:path w="118952" h="117452">
                  <a:moveTo>
                    <a:pt x="0" y="0"/>
                  </a:moveTo>
                  <a:lnTo>
                    <a:pt x="118952" y="1174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904591" y="991207"/>
              <a:ext cx="118952" cy="117452"/>
            </a:xfrm>
            <a:custGeom>
              <a:avLst/>
              <a:pathLst>
                <a:path w="118952" h="117452">
                  <a:moveTo>
                    <a:pt x="0" y="0"/>
                  </a:moveTo>
                  <a:lnTo>
                    <a:pt x="118952" y="1174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904591" y="991207"/>
              <a:ext cx="118952" cy="117452"/>
            </a:xfrm>
            <a:custGeom>
              <a:avLst/>
              <a:pathLst>
                <a:path w="118952" h="117452">
                  <a:moveTo>
                    <a:pt x="0" y="0"/>
                  </a:moveTo>
                  <a:lnTo>
                    <a:pt x="118952" y="1174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904591" y="991207"/>
              <a:ext cx="118952" cy="117452"/>
            </a:xfrm>
            <a:custGeom>
              <a:avLst/>
              <a:pathLst>
                <a:path w="118952" h="117452">
                  <a:moveTo>
                    <a:pt x="0" y="0"/>
                  </a:moveTo>
                  <a:lnTo>
                    <a:pt x="118952" y="1174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904591" y="991207"/>
              <a:ext cx="118952" cy="117452"/>
            </a:xfrm>
            <a:custGeom>
              <a:avLst/>
              <a:pathLst>
                <a:path w="118952" h="117452">
                  <a:moveTo>
                    <a:pt x="0" y="0"/>
                  </a:moveTo>
                  <a:lnTo>
                    <a:pt x="118952" y="1174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904591" y="991207"/>
              <a:ext cx="118952" cy="117452"/>
            </a:xfrm>
            <a:custGeom>
              <a:avLst/>
              <a:pathLst>
                <a:path w="118952" h="117452">
                  <a:moveTo>
                    <a:pt x="0" y="0"/>
                  </a:moveTo>
                  <a:lnTo>
                    <a:pt x="118952" y="1174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904591" y="991207"/>
              <a:ext cx="118952" cy="117452"/>
            </a:xfrm>
            <a:custGeom>
              <a:avLst/>
              <a:pathLst>
                <a:path w="118952" h="117452">
                  <a:moveTo>
                    <a:pt x="0" y="0"/>
                  </a:moveTo>
                  <a:lnTo>
                    <a:pt x="118952" y="1174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904591" y="991207"/>
              <a:ext cx="118952" cy="117452"/>
            </a:xfrm>
            <a:custGeom>
              <a:avLst/>
              <a:pathLst>
                <a:path w="118952" h="117452">
                  <a:moveTo>
                    <a:pt x="0" y="0"/>
                  </a:moveTo>
                  <a:lnTo>
                    <a:pt x="118952" y="1174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904591" y="991207"/>
              <a:ext cx="118952" cy="117452"/>
            </a:xfrm>
            <a:custGeom>
              <a:avLst/>
              <a:pathLst>
                <a:path w="118952" h="117452">
                  <a:moveTo>
                    <a:pt x="0" y="0"/>
                  </a:moveTo>
                  <a:lnTo>
                    <a:pt x="118952" y="1174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904591" y="991207"/>
              <a:ext cx="118952" cy="117452"/>
            </a:xfrm>
            <a:custGeom>
              <a:avLst/>
              <a:pathLst>
                <a:path w="118952" h="117452">
                  <a:moveTo>
                    <a:pt x="0" y="0"/>
                  </a:moveTo>
                  <a:lnTo>
                    <a:pt x="118952" y="1174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904591" y="991207"/>
              <a:ext cx="118952" cy="117452"/>
            </a:xfrm>
            <a:custGeom>
              <a:avLst/>
              <a:pathLst>
                <a:path w="118952" h="117452">
                  <a:moveTo>
                    <a:pt x="0" y="0"/>
                  </a:moveTo>
                  <a:lnTo>
                    <a:pt x="118952" y="1174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904591" y="991207"/>
              <a:ext cx="118952" cy="117452"/>
            </a:xfrm>
            <a:custGeom>
              <a:avLst/>
              <a:pathLst>
                <a:path w="118952" h="117452">
                  <a:moveTo>
                    <a:pt x="0" y="0"/>
                  </a:moveTo>
                  <a:lnTo>
                    <a:pt x="118952" y="1174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904591" y="991207"/>
              <a:ext cx="118952" cy="117452"/>
            </a:xfrm>
            <a:custGeom>
              <a:avLst/>
              <a:pathLst>
                <a:path w="118952" h="117452">
                  <a:moveTo>
                    <a:pt x="0" y="0"/>
                  </a:moveTo>
                  <a:lnTo>
                    <a:pt x="118952" y="1174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904591" y="991207"/>
              <a:ext cx="118952" cy="117452"/>
            </a:xfrm>
            <a:custGeom>
              <a:avLst/>
              <a:pathLst>
                <a:path w="118952" h="117452">
                  <a:moveTo>
                    <a:pt x="0" y="0"/>
                  </a:moveTo>
                  <a:lnTo>
                    <a:pt x="118952" y="1174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904591" y="991207"/>
              <a:ext cx="118952" cy="117452"/>
            </a:xfrm>
            <a:custGeom>
              <a:avLst/>
              <a:pathLst>
                <a:path w="118952" h="117452">
                  <a:moveTo>
                    <a:pt x="0" y="0"/>
                  </a:moveTo>
                  <a:lnTo>
                    <a:pt x="118952" y="1174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856391" y="968777"/>
              <a:ext cx="334313" cy="307048"/>
            </a:xfrm>
            <a:custGeom>
              <a:avLst/>
              <a:pathLst>
                <a:path w="334313" h="307048">
                  <a:moveTo>
                    <a:pt x="48199" y="22430"/>
                  </a:moveTo>
                  <a:lnTo>
                    <a:pt x="44538" y="26258"/>
                  </a:lnTo>
                  <a:lnTo>
                    <a:pt x="40999" y="30200"/>
                  </a:lnTo>
                  <a:lnTo>
                    <a:pt x="37587" y="34252"/>
                  </a:lnTo>
                  <a:lnTo>
                    <a:pt x="34305" y="38410"/>
                  </a:lnTo>
                  <a:lnTo>
                    <a:pt x="31157" y="42671"/>
                  </a:lnTo>
                  <a:lnTo>
                    <a:pt x="28145" y="47028"/>
                  </a:lnTo>
                  <a:lnTo>
                    <a:pt x="25273" y="51480"/>
                  </a:lnTo>
                  <a:lnTo>
                    <a:pt x="22543" y="56019"/>
                  </a:lnTo>
                  <a:lnTo>
                    <a:pt x="19958" y="60643"/>
                  </a:lnTo>
                  <a:lnTo>
                    <a:pt x="17521" y="65347"/>
                  </a:lnTo>
                  <a:lnTo>
                    <a:pt x="15235" y="70126"/>
                  </a:lnTo>
                  <a:lnTo>
                    <a:pt x="13101" y="74974"/>
                  </a:lnTo>
                  <a:lnTo>
                    <a:pt x="11122" y="79888"/>
                  </a:lnTo>
                  <a:lnTo>
                    <a:pt x="9299" y="84862"/>
                  </a:lnTo>
                  <a:lnTo>
                    <a:pt x="7635" y="89891"/>
                  </a:lnTo>
                  <a:lnTo>
                    <a:pt x="6131" y="94971"/>
                  </a:lnTo>
                  <a:lnTo>
                    <a:pt x="4789" y="100095"/>
                  </a:lnTo>
                  <a:lnTo>
                    <a:pt x="3610" y="105260"/>
                  </a:lnTo>
                  <a:lnTo>
                    <a:pt x="2595" y="110459"/>
                  </a:lnTo>
                  <a:lnTo>
                    <a:pt x="1745" y="115688"/>
                  </a:lnTo>
                  <a:lnTo>
                    <a:pt x="1062" y="120941"/>
                  </a:lnTo>
                  <a:lnTo>
                    <a:pt x="545" y="126213"/>
                  </a:lnTo>
                  <a:lnTo>
                    <a:pt x="195" y="131499"/>
                  </a:lnTo>
                  <a:lnTo>
                    <a:pt x="13" y="136793"/>
                  </a:lnTo>
                  <a:lnTo>
                    <a:pt x="0" y="142091"/>
                  </a:lnTo>
                  <a:lnTo>
                    <a:pt x="153" y="147386"/>
                  </a:lnTo>
                  <a:lnTo>
                    <a:pt x="475" y="152673"/>
                  </a:lnTo>
                  <a:lnTo>
                    <a:pt x="964" y="157948"/>
                  </a:lnTo>
                  <a:lnTo>
                    <a:pt x="1620" y="163205"/>
                  </a:lnTo>
                  <a:lnTo>
                    <a:pt x="2442" y="168438"/>
                  </a:lnTo>
                  <a:lnTo>
                    <a:pt x="3429" y="173642"/>
                  </a:lnTo>
                  <a:lnTo>
                    <a:pt x="4581" y="178813"/>
                  </a:lnTo>
                  <a:lnTo>
                    <a:pt x="5896" y="183945"/>
                  </a:lnTo>
                  <a:lnTo>
                    <a:pt x="7374" y="189032"/>
                  </a:lnTo>
                  <a:lnTo>
                    <a:pt x="9011" y="194070"/>
                  </a:lnTo>
                  <a:lnTo>
                    <a:pt x="10807" y="199053"/>
                  </a:lnTo>
                  <a:lnTo>
                    <a:pt x="12761" y="203978"/>
                  </a:lnTo>
                  <a:lnTo>
                    <a:pt x="14869" y="208837"/>
                  </a:lnTo>
                  <a:lnTo>
                    <a:pt x="17130" y="213628"/>
                  </a:lnTo>
                  <a:lnTo>
                    <a:pt x="19542" y="218344"/>
                  </a:lnTo>
                  <a:lnTo>
                    <a:pt x="22103" y="222982"/>
                  </a:lnTo>
                  <a:lnTo>
                    <a:pt x="24808" y="227536"/>
                  </a:lnTo>
                  <a:lnTo>
                    <a:pt x="27657" y="232002"/>
                  </a:lnTo>
                  <a:lnTo>
                    <a:pt x="30646" y="236376"/>
                  </a:lnTo>
                  <a:lnTo>
                    <a:pt x="33772" y="240653"/>
                  </a:lnTo>
                  <a:lnTo>
                    <a:pt x="37032" y="244828"/>
                  </a:lnTo>
                  <a:lnTo>
                    <a:pt x="40423" y="248899"/>
                  </a:lnTo>
                  <a:lnTo>
                    <a:pt x="43940" y="252859"/>
                  </a:lnTo>
                  <a:lnTo>
                    <a:pt x="47582" y="256707"/>
                  </a:lnTo>
                  <a:lnTo>
                    <a:pt x="51344" y="260436"/>
                  </a:lnTo>
                  <a:lnTo>
                    <a:pt x="55222" y="264045"/>
                  </a:lnTo>
                  <a:lnTo>
                    <a:pt x="59212" y="267530"/>
                  </a:lnTo>
                  <a:lnTo>
                    <a:pt x="63311" y="270886"/>
                  </a:lnTo>
                  <a:lnTo>
                    <a:pt x="67514" y="274110"/>
                  </a:lnTo>
                  <a:lnTo>
                    <a:pt x="71817" y="277200"/>
                  </a:lnTo>
                  <a:lnTo>
                    <a:pt x="76215" y="280152"/>
                  </a:lnTo>
                  <a:lnTo>
                    <a:pt x="80706" y="282962"/>
                  </a:lnTo>
                  <a:lnTo>
                    <a:pt x="85282" y="285630"/>
                  </a:lnTo>
                  <a:lnTo>
                    <a:pt x="89942" y="288151"/>
                  </a:lnTo>
                  <a:lnTo>
                    <a:pt x="94678" y="290523"/>
                  </a:lnTo>
                  <a:lnTo>
                    <a:pt x="99488" y="292743"/>
                  </a:lnTo>
                  <a:lnTo>
                    <a:pt x="104365" y="294811"/>
                  </a:lnTo>
                  <a:lnTo>
                    <a:pt x="109306" y="296722"/>
                  </a:lnTo>
                  <a:lnTo>
                    <a:pt x="114304" y="298476"/>
                  </a:lnTo>
                  <a:lnTo>
                    <a:pt x="119356" y="300071"/>
                  </a:lnTo>
                  <a:lnTo>
                    <a:pt x="124455" y="301505"/>
                  </a:lnTo>
                  <a:lnTo>
                    <a:pt x="129598" y="302777"/>
                  </a:lnTo>
                  <a:lnTo>
                    <a:pt x="134778" y="303885"/>
                  </a:lnTo>
                  <a:lnTo>
                    <a:pt x="139991" y="304828"/>
                  </a:lnTo>
                  <a:lnTo>
                    <a:pt x="145231" y="305606"/>
                  </a:lnTo>
                  <a:lnTo>
                    <a:pt x="150493" y="306218"/>
                  </a:lnTo>
                  <a:lnTo>
                    <a:pt x="155771" y="306662"/>
                  </a:lnTo>
                  <a:lnTo>
                    <a:pt x="161062" y="306939"/>
                  </a:lnTo>
                  <a:lnTo>
                    <a:pt x="166358" y="307048"/>
                  </a:lnTo>
                  <a:lnTo>
                    <a:pt x="171655" y="306989"/>
                  </a:lnTo>
                  <a:lnTo>
                    <a:pt x="176948" y="306763"/>
                  </a:lnTo>
                  <a:lnTo>
                    <a:pt x="182230" y="306368"/>
                  </a:lnTo>
                  <a:lnTo>
                    <a:pt x="187498" y="305807"/>
                  </a:lnTo>
                  <a:lnTo>
                    <a:pt x="192745" y="305079"/>
                  </a:lnTo>
                  <a:lnTo>
                    <a:pt x="197966" y="304185"/>
                  </a:lnTo>
                  <a:lnTo>
                    <a:pt x="203157" y="303126"/>
                  </a:lnTo>
                  <a:lnTo>
                    <a:pt x="208311" y="301904"/>
                  </a:lnTo>
                  <a:lnTo>
                    <a:pt x="213424" y="300518"/>
                  </a:lnTo>
                  <a:lnTo>
                    <a:pt x="218491" y="298971"/>
                  </a:lnTo>
                  <a:lnTo>
                    <a:pt x="223506" y="297265"/>
                  </a:lnTo>
                  <a:lnTo>
                    <a:pt x="228464" y="295400"/>
                  </a:lnTo>
                  <a:lnTo>
                    <a:pt x="233361" y="293380"/>
                  </a:lnTo>
                  <a:lnTo>
                    <a:pt x="238191" y="291205"/>
                  </a:lnTo>
                  <a:lnTo>
                    <a:pt x="242950" y="288878"/>
                  </a:lnTo>
                  <a:lnTo>
                    <a:pt x="247633" y="286401"/>
                  </a:lnTo>
                  <a:lnTo>
                    <a:pt x="252235" y="283778"/>
                  </a:lnTo>
                  <a:lnTo>
                    <a:pt x="256752" y="281010"/>
                  </a:lnTo>
                  <a:lnTo>
                    <a:pt x="261179" y="278100"/>
                  </a:lnTo>
                  <a:lnTo>
                    <a:pt x="265511" y="275051"/>
                  </a:lnTo>
                  <a:lnTo>
                    <a:pt x="269744" y="271867"/>
                  </a:lnTo>
                  <a:lnTo>
                    <a:pt x="273875" y="268550"/>
                  </a:lnTo>
                  <a:lnTo>
                    <a:pt x="277898" y="265104"/>
                  </a:lnTo>
                  <a:lnTo>
                    <a:pt x="281810" y="261532"/>
                  </a:lnTo>
                  <a:lnTo>
                    <a:pt x="285607" y="257838"/>
                  </a:lnTo>
                  <a:lnTo>
                    <a:pt x="289285" y="254025"/>
                  </a:lnTo>
                  <a:lnTo>
                    <a:pt x="292840" y="250098"/>
                  </a:lnTo>
                  <a:lnTo>
                    <a:pt x="296269" y="246060"/>
                  </a:lnTo>
                  <a:lnTo>
                    <a:pt x="299569" y="241916"/>
                  </a:lnTo>
                  <a:lnTo>
                    <a:pt x="302735" y="237669"/>
                  </a:lnTo>
                  <a:lnTo>
                    <a:pt x="305766" y="233324"/>
                  </a:lnTo>
                  <a:lnTo>
                    <a:pt x="308657" y="228885"/>
                  </a:lnTo>
                  <a:lnTo>
                    <a:pt x="311406" y="224357"/>
                  </a:lnTo>
                  <a:lnTo>
                    <a:pt x="314010" y="219744"/>
                  </a:lnTo>
                  <a:lnTo>
                    <a:pt x="316467" y="215050"/>
                  </a:lnTo>
                  <a:lnTo>
                    <a:pt x="318773" y="210282"/>
                  </a:lnTo>
                  <a:lnTo>
                    <a:pt x="320928" y="205442"/>
                  </a:lnTo>
                  <a:lnTo>
                    <a:pt x="322928" y="200537"/>
                  </a:lnTo>
                  <a:lnTo>
                    <a:pt x="324771" y="195571"/>
                  </a:lnTo>
                  <a:lnTo>
                    <a:pt x="326457" y="190548"/>
                  </a:lnTo>
                  <a:lnTo>
                    <a:pt x="327982" y="185475"/>
                  </a:lnTo>
                  <a:lnTo>
                    <a:pt x="329346" y="180357"/>
                  </a:lnTo>
                  <a:lnTo>
                    <a:pt x="330547" y="175197"/>
                  </a:lnTo>
                  <a:lnTo>
                    <a:pt x="331584" y="170002"/>
                  </a:lnTo>
                  <a:lnTo>
                    <a:pt x="332456" y="164777"/>
                  </a:lnTo>
                  <a:lnTo>
                    <a:pt x="333162" y="159527"/>
                  </a:lnTo>
                  <a:lnTo>
                    <a:pt x="333701" y="154257"/>
                  </a:lnTo>
                  <a:lnTo>
                    <a:pt x="334072" y="148973"/>
                  </a:lnTo>
                  <a:lnTo>
                    <a:pt x="334277" y="143679"/>
                  </a:lnTo>
                  <a:lnTo>
                    <a:pt x="334313" y="138382"/>
                  </a:lnTo>
                  <a:lnTo>
                    <a:pt x="334182" y="133086"/>
                  </a:lnTo>
                  <a:lnTo>
                    <a:pt x="333882" y="127797"/>
                  </a:lnTo>
                  <a:lnTo>
                    <a:pt x="333416" y="122520"/>
                  </a:lnTo>
                  <a:lnTo>
                    <a:pt x="332782" y="117261"/>
                  </a:lnTo>
                  <a:lnTo>
                    <a:pt x="331982" y="112024"/>
                  </a:lnTo>
                  <a:lnTo>
                    <a:pt x="331017" y="106816"/>
                  </a:lnTo>
                  <a:lnTo>
                    <a:pt x="329887" y="101640"/>
                  </a:lnTo>
                  <a:lnTo>
                    <a:pt x="328593" y="96503"/>
                  </a:lnTo>
                  <a:lnTo>
                    <a:pt x="327138" y="91410"/>
                  </a:lnTo>
                  <a:lnTo>
                    <a:pt x="325522" y="86365"/>
                  </a:lnTo>
                  <a:lnTo>
                    <a:pt x="323746" y="81374"/>
                  </a:lnTo>
                  <a:lnTo>
                    <a:pt x="321814" y="76441"/>
                  </a:lnTo>
                  <a:lnTo>
                    <a:pt x="319726" y="71573"/>
                  </a:lnTo>
                  <a:lnTo>
                    <a:pt x="317485" y="66773"/>
                  </a:lnTo>
                  <a:lnTo>
                    <a:pt x="315093" y="62046"/>
                  </a:lnTo>
                  <a:lnTo>
                    <a:pt x="312553" y="57398"/>
                  </a:lnTo>
                  <a:lnTo>
                    <a:pt x="309866" y="52832"/>
                  </a:lnTo>
                  <a:lnTo>
                    <a:pt x="307036" y="48354"/>
                  </a:lnTo>
                  <a:lnTo>
                    <a:pt x="304066" y="43968"/>
                  </a:lnTo>
                  <a:lnTo>
                    <a:pt x="300958" y="39678"/>
                  </a:lnTo>
                  <a:lnTo>
                    <a:pt x="297716" y="35488"/>
                  </a:lnTo>
                  <a:lnTo>
                    <a:pt x="294343" y="31404"/>
                  </a:lnTo>
                  <a:lnTo>
                    <a:pt x="290841" y="27428"/>
                  </a:lnTo>
                  <a:lnTo>
                    <a:pt x="287216" y="23566"/>
                  </a:lnTo>
                  <a:lnTo>
                    <a:pt x="283470" y="19820"/>
                  </a:lnTo>
                  <a:lnTo>
                    <a:pt x="279608" y="16194"/>
                  </a:lnTo>
                  <a:lnTo>
                    <a:pt x="275632" y="12693"/>
                  </a:lnTo>
                  <a:lnTo>
                    <a:pt x="271548" y="9320"/>
                  </a:lnTo>
                  <a:lnTo>
                    <a:pt x="267358" y="6078"/>
                  </a:lnTo>
                  <a:lnTo>
                    <a:pt x="263069" y="2970"/>
                  </a:lnTo>
                  <a:lnTo>
                    <a:pt x="258682" y="0"/>
                  </a:lnTo>
                  <a:lnTo>
                    <a:pt x="167152" y="1398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023544" y="941493"/>
              <a:ext cx="91529" cy="167167"/>
            </a:xfrm>
            <a:custGeom>
              <a:avLst/>
              <a:pathLst>
                <a:path w="91529" h="167167">
                  <a:moveTo>
                    <a:pt x="91529" y="27284"/>
                  </a:moveTo>
                  <a:lnTo>
                    <a:pt x="86710" y="24246"/>
                  </a:lnTo>
                  <a:lnTo>
                    <a:pt x="81789" y="21374"/>
                  </a:lnTo>
                  <a:lnTo>
                    <a:pt x="76773" y="18672"/>
                  </a:lnTo>
                  <a:lnTo>
                    <a:pt x="71669" y="16142"/>
                  </a:lnTo>
                  <a:lnTo>
                    <a:pt x="66480" y="13788"/>
                  </a:lnTo>
                  <a:lnTo>
                    <a:pt x="61215" y="11611"/>
                  </a:lnTo>
                  <a:lnTo>
                    <a:pt x="55879" y="9616"/>
                  </a:lnTo>
                  <a:lnTo>
                    <a:pt x="50478" y="7803"/>
                  </a:lnTo>
                  <a:lnTo>
                    <a:pt x="45018" y="6175"/>
                  </a:lnTo>
                  <a:lnTo>
                    <a:pt x="39505" y="4735"/>
                  </a:lnTo>
                  <a:lnTo>
                    <a:pt x="33947" y="3483"/>
                  </a:lnTo>
                  <a:lnTo>
                    <a:pt x="28350" y="2421"/>
                  </a:lnTo>
                  <a:lnTo>
                    <a:pt x="22719" y="1551"/>
                  </a:lnTo>
                  <a:lnTo>
                    <a:pt x="17063" y="873"/>
                  </a:lnTo>
                  <a:lnTo>
                    <a:pt x="11386" y="388"/>
                  </a:lnTo>
                  <a:lnTo>
                    <a:pt x="5696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378745" y="941493"/>
              <a:ext cx="107470" cy="167167"/>
            </a:xfrm>
            <a:custGeom>
              <a:avLst/>
              <a:pathLst>
                <a:path w="107470" h="167167">
                  <a:moveTo>
                    <a:pt x="107470" y="0"/>
                  </a:moveTo>
                  <a:lnTo>
                    <a:pt x="101913" y="92"/>
                  </a:lnTo>
                  <a:lnTo>
                    <a:pt x="96362" y="369"/>
                  </a:lnTo>
                  <a:lnTo>
                    <a:pt x="90823" y="831"/>
                  </a:lnTo>
                  <a:lnTo>
                    <a:pt x="85302" y="1476"/>
                  </a:lnTo>
                  <a:lnTo>
                    <a:pt x="79806" y="2304"/>
                  </a:lnTo>
                  <a:lnTo>
                    <a:pt x="74340" y="3315"/>
                  </a:lnTo>
                  <a:lnTo>
                    <a:pt x="68911" y="4507"/>
                  </a:lnTo>
                  <a:lnTo>
                    <a:pt x="63525" y="5879"/>
                  </a:lnTo>
                  <a:lnTo>
                    <a:pt x="58187" y="7429"/>
                  </a:lnTo>
                  <a:lnTo>
                    <a:pt x="52904" y="9156"/>
                  </a:lnTo>
                  <a:lnTo>
                    <a:pt x="47681" y="11057"/>
                  </a:lnTo>
                  <a:lnTo>
                    <a:pt x="42525" y="13131"/>
                  </a:lnTo>
                  <a:lnTo>
                    <a:pt x="37440" y="15375"/>
                  </a:lnTo>
                  <a:lnTo>
                    <a:pt x="32432" y="17788"/>
                  </a:lnTo>
                  <a:lnTo>
                    <a:pt x="27507" y="20365"/>
                  </a:lnTo>
                  <a:lnTo>
                    <a:pt x="22671" y="23104"/>
                  </a:lnTo>
                  <a:lnTo>
                    <a:pt x="17929" y="26003"/>
                  </a:lnTo>
                  <a:lnTo>
                    <a:pt x="13285" y="29058"/>
                  </a:lnTo>
                  <a:lnTo>
                    <a:pt x="8746" y="32265"/>
                  </a:lnTo>
                  <a:lnTo>
                    <a:pt x="4316" y="35622"/>
                  </a:lnTo>
                  <a:lnTo>
                    <a:pt x="0" y="39124"/>
                  </a:lnTo>
                  <a:lnTo>
                    <a:pt x="10747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378745" y="980617"/>
              <a:ext cx="107470" cy="128042"/>
            </a:xfrm>
            <a:custGeom>
              <a:avLst/>
              <a:pathLst>
                <a:path w="107470" h="128042">
                  <a:moveTo>
                    <a:pt x="0" y="0"/>
                  </a:moveTo>
                  <a:lnTo>
                    <a:pt x="107470" y="1280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378745" y="980617"/>
              <a:ext cx="107470" cy="128042"/>
            </a:xfrm>
            <a:custGeom>
              <a:avLst/>
              <a:pathLst>
                <a:path w="107470" h="128042">
                  <a:moveTo>
                    <a:pt x="0" y="0"/>
                  </a:moveTo>
                  <a:lnTo>
                    <a:pt x="107470" y="1280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378745" y="980617"/>
              <a:ext cx="107470" cy="128042"/>
            </a:xfrm>
            <a:custGeom>
              <a:avLst/>
              <a:pathLst>
                <a:path w="107470" h="128042">
                  <a:moveTo>
                    <a:pt x="0" y="0"/>
                  </a:moveTo>
                  <a:lnTo>
                    <a:pt x="107470" y="1280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378745" y="980617"/>
              <a:ext cx="107470" cy="128042"/>
            </a:xfrm>
            <a:custGeom>
              <a:avLst/>
              <a:pathLst>
                <a:path w="107470" h="128042">
                  <a:moveTo>
                    <a:pt x="0" y="0"/>
                  </a:moveTo>
                  <a:lnTo>
                    <a:pt x="107470" y="1280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378745" y="980617"/>
              <a:ext cx="107470" cy="128042"/>
            </a:xfrm>
            <a:custGeom>
              <a:avLst/>
              <a:pathLst>
                <a:path w="107470" h="128042">
                  <a:moveTo>
                    <a:pt x="0" y="0"/>
                  </a:moveTo>
                  <a:lnTo>
                    <a:pt x="107470" y="128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378745" y="980617"/>
              <a:ext cx="107470" cy="128042"/>
            </a:xfrm>
            <a:custGeom>
              <a:avLst/>
              <a:pathLst>
                <a:path w="107470" h="128042">
                  <a:moveTo>
                    <a:pt x="0" y="0"/>
                  </a:moveTo>
                  <a:lnTo>
                    <a:pt x="107470" y="128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378745" y="980617"/>
              <a:ext cx="107470" cy="128042"/>
            </a:xfrm>
            <a:custGeom>
              <a:avLst/>
              <a:pathLst>
                <a:path w="107470" h="128042">
                  <a:moveTo>
                    <a:pt x="0" y="0"/>
                  </a:moveTo>
                  <a:lnTo>
                    <a:pt x="107470" y="128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378745" y="980617"/>
              <a:ext cx="107470" cy="128042"/>
            </a:xfrm>
            <a:custGeom>
              <a:avLst/>
              <a:pathLst>
                <a:path w="107470" h="128042">
                  <a:moveTo>
                    <a:pt x="0" y="0"/>
                  </a:moveTo>
                  <a:lnTo>
                    <a:pt x="107470" y="128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378745" y="980617"/>
              <a:ext cx="107470" cy="128042"/>
            </a:xfrm>
            <a:custGeom>
              <a:avLst/>
              <a:pathLst>
                <a:path w="107470" h="128042">
                  <a:moveTo>
                    <a:pt x="0" y="0"/>
                  </a:moveTo>
                  <a:lnTo>
                    <a:pt x="107470" y="1280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378745" y="980617"/>
              <a:ext cx="107470" cy="128042"/>
            </a:xfrm>
            <a:custGeom>
              <a:avLst/>
              <a:pathLst>
                <a:path w="107470" h="128042">
                  <a:moveTo>
                    <a:pt x="0" y="0"/>
                  </a:moveTo>
                  <a:lnTo>
                    <a:pt x="107470" y="128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378745" y="980617"/>
              <a:ext cx="107470" cy="128042"/>
            </a:xfrm>
            <a:custGeom>
              <a:avLst/>
              <a:pathLst>
                <a:path w="107470" h="128042">
                  <a:moveTo>
                    <a:pt x="0" y="0"/>
                  </a:moveTo>
                  <a:lnTo>
                    <a:pt x="107470" y="128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378745" y="980617"/>
              <a:ext cx="107470" cy="128042"/>
            </a:xfrm>
            <a:custGeom>
              <a:avLst/>
              <a:pathLst>
                <a:path w="107470" h="128042">
                  <a:moveTo>
                    <a:pt x="0" y="0"/>
                  </a:moveTo>
                  <a:lnTo>
                    <a:pt x="107470" y="1280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378745" y="980617"/>
              <a:ext cx="107470" cy="128042"/>
            </a:xfrm>
            <a:custGeom>
              <a:avLst/>
              <a:pathLst>
                <a:path w="107470" h="128042">
                  <a:moveTo>
                    <a:pt x="0" y="0"/>
                  </a:moveTo>
                  <a:lnTo>
                    <a:pt x="107470" y="128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378745" y="980617"/>
              <a:ext cx="107470" cy="128042"/>
            </a:xfrm>
            <a:custGeom>
              <a:avLst/>
              <a:pathLst>
                <a:path w="107470" h="128042">
                  <a:moveTo>
                    <a:pt x="0" y="0"/>
                  </a:moveTo>
                  <a:lnTo>
                    <a:pt x="107470" y="128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378745" y="980617"/>
              <a:ext cx="107470" cy="128042"/>
            </a:xfrm>
            <a:custGeom>
              <a:avLst/>
              <a:pathLst>
                <a:path w="107470" h="128042">
                  <a:moveTo>
                    <a:pt x="0" y="0"/>
                  </a:moveTo>
                  <a:lnTo>
                    <a:pt x="107470" y="128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378745" y="980617"/>
              <a:ext cx="107470" cy="128042"/>
            </a:xfrm>
            <a:custGeom>
              <a:avLst/>
              <a:pathLst>
                <a:path w="107470" h="128042">
                  <a:moveTo>
                    <a:pt x="0" y="0"/>
                  </a:moveTo>
                  <a:lnTo>
                    <a:pt x="107470" y="128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378745" y="980617"/>
              <a:ext cx="107470" cy="128042"/>
            </a:xfrm>
            <a:custGeom>
              <a:avLst/>
              <a:pathLst>
                <a:path w="107470" h="128042">
                  <a:moveTo>
                    <a:pt x="0" y="0"/>
                  </a:moveTo>
                  <a:lnTo>
                    <a:pt x="107470" y="1280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378745" y="980617"/>
              <a:ext cx="107470" cy="128042"/>
            </a:xfrm>
            <a:custGeom>
              <a:avLst/>
              <a:pathLst>
                <a:path w="107470" h="128042">
                  <a:moveTo>
                    <a:pt x="0" y="0"/>
                  </a:moveTo>
                  <a:lnTo>
                    <a:pt x="107470" y="1280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319056" y="980617"/>
              <a:ext cx="167159" cy="279933"/>
            </a:xfrm>
            <a:custGeom>
              <a:avLst/>
              <a:pathLst>
                <a:path w="167159" h="279933">
                  <a:moveTo>
                    <a:pt x="59688" y="0"/>
                  </a:moveTo>
                  <a:lnTo>
                    <a:pt x="55653" y="3497"/>
                  </a:lnTo>
                  <a:lnTo>
                    <a:pt x="51732" y="7122"/>
                  </a:lnTo>
                  <a:lnTo>
                    <a:pt x="47929" y="10870"/>
                  </a:lnTo>
                  <a:lnTo>
                    <a:pt x="44248" y="14738"/>
                  </a:lnTo>
                  <a:lnTo>
                    <a:pt x="40691" y="18722"/>
                  </a:lnTo>
                  <a:lnTo>
                    <a:pt x="37264" y="22817"/>
                  </a:lnTo>
                  <a:lnTo>
                    <a:pt x="33970" y="27019"/>
                  </a:lnTo>
                  <a:lnTo>
                    <a:pt x="30811" y="31324"/>
                  </a:lnTo>
                  <a:lnTo>
                    <a:pt x="27792" y="35728"/>
                  </a:lnTo>
                  <a:lnTo>
                    <a:pt x="24915" y="40227"/>
                  </a:lnTo>
                  <a:lnTo>
                    <a:pt x="22182" y="44815"/>
                  </a:lnTo>
                  <a:lnTo>
                    <a:pt x="19598" y="49487"/>
                  </a:lnTo>
                  <a:lnTo>
                    <a:pt x="17165" y="54240"/>
                  </a:lnTo>
                  <a:lnTo>
                    <a:pt x="14884" y="59069"/>
                  </a:lnTo>
                  <a:lnTo>
                    <a:pt x="12759" y="63967"/>
                  </a:lnTo>
                  <a:lnTo>
                    <a:pt x="10791" y="68931"/>
                  </a:lnTo>
                  <a:lnTo>
                    <a:pt x="8983" y="73956"/>
                  </a:lnTo>
                  <a:lnTo>
                    <a:pt x="7336" y="79035"/>
                  </a:lnTo>
                  <a:lnTo>
                    <a:pt x="5852" y="84165"/>
                  </a:lnTo>
                  <a:lnTo>
                    <a:pt x="4533" y="89339"/>
                  </a:lnTo>
                  <a:lnTo>
                    <a:pt x="3380" y="94553"/>
                  </a:lnTo>
                  <a:lnTo>
                    <a:pt x="2394" y="99801"/>
                  </a:lnTo>
                  <a:lnTo>
                    <a:pt x="1576" y="105077"/>
                  </a:lnTo>
                  <a:lnTo>
                    <a:pt x="927" y="110378"/>
                  </a:lnTo>
                  <a:lnTo>
                    <a:pt x="448" y="115696"/>
                  </a:lnTo>
                  <a:lnTo>
                    <a:pt x="138" y="121027"/>
                  </a:lnTo>
                  <a:lnTo>
                    <a:pt x="0" y="126365"/>
                  </a:lnTo>
                  <a:lnTo>
                    <a:pt x="31" y="131704"/>
                  </a:lnTo>
                  <a:lnTo>
                    <a:pt x="233" y="137040"/>
                  </a:lnTo>
                  <a:lnTo>
                    <a:pt x="606" y="142367"/>
                  </a:lnTo>
                  <a:lnTo>
                    <a:pt x="1148" y="147679"/>
                  </a:lnTo>
                  <a:lnTo>
                    <a:pt x="1860" y="152971"/>
                  </a:lnTo>
                  <a:lnTo>
                    <a:pt x="2741" y="158238"/>
                  </a:lnTo>
                  <a:lnTo>
                    <a:pt x="3789" y="163474"/>
                  </a:lnTo>
                  <a:lnTo>
                    <a:pt x="5004" y="168674"/>
                  </a:lnTo>
                  <a:lnTo>
                    <a:pt x="6384" y="173832"/>
                  </a:lnTo>
                  <a:lnTo>
                    <a:pt x="7929" y="178943"/>
                  </a:lnTo>
                  <a:lnTo>
                    <a:pt x="9636" y="184003"/>
                  </a:lnTo>
                  <a:lnTo>
                    <a:pt x="11504" y="189005"/>
                  </a:lnTo>
                  <a:lnTo>
                    <a:pt x="13530" y="193946"/>
                  </a:lnTo>
                  <a:lnTo>
                    <a:pt x="15713" y="198819"/>
                  </a:lnTo>
                  <a:lnTo>
                    <a:pt x="18051" y="203620"/>
                  </a:lnTo>
                  <a:lnTo>
                    <a:pt x="20541" y="208343"/>
                  </a:lnTo>
                  <a:lnTo>
                    <a:pt x="23180" y="212985"/>
                  </a:lnTo>
                  <a:lnTo>
                    <a:pt x="25967" y="217540"/>
                  </a:lnTo>
                  <a:lnTo>
                    <a:pt x="28897" y="222004"/>
                  </a:lnTo>
                  <a:lnTo>
                    <a:pt x="31969" y="226372"/>
                  </a:lnTo>
                  <a:lnTo>
                    <a:pt x="35178" y="230640"/>
                  </a:lnTo>
                  <a:lnTo>
                    <a:pt x="38523" y="234803"/>
                  </a:lnTo>
                  <a:lnTo>
                    <a:pt x="41998" y="238857"/>
                  </a:lnTo>
                  <a:lnTo>
                    <a:pt x="45601" y="242797"/>
                  </a:lnTo>
                  <a:lnTo>
                    <a:pt x="49328" y="246621"/>
                  </a:lnTo>
                  <a:lnTo>
                    <a:pt x="53176" y="250324"/>
                  </a:lnTo>
                  <a:lnTo>
                    <a:pt x="57139" y="253902"/>
                  </a:lnTo>
                  <a:lnTo>
                    <a:pt x="61215" y="257352"/>
                  </a:lnTo>
                  <a:lnTo>
                    <a:pt x="65399" y="260670"/>
                  </a:lnTo>
                  <a:lnTo>
                    <a:pt x="69687" y="263852"/>
                  </a:lnTo>
                  <a:lnTo>
                    <a:pt x="74074" y="266896"/>
                  </a:lnTo>
                  <a:lnTo>
                    <a:pt x="78557" y="269798"/>
                  </a:lnTo>
                  <a:lnTo>
                    <a:pt x="83129" y="272555"/>
                  </a:lnTo>
                  <a:lnTo>
                    <a:pt x="87788" y="275166"/>
                  </a:lnTo>
                  <a:lnTo>
                    <a:pt x="92527" y="277625"/>
                  </a:lnTo>
                  <a:lnTo>
                    <a:pt x="97343" y="279933"/>
                  </a:lnTo>
                  <a:lnTo>
                    <a:pt x="167159" y="1280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416399" y="941493"/>
              <a:ext cx="236978" cy="334314"/>
            </a:xfrm>
            <a:custGeom>
              <a:avLst/>
              <a:pathLst>
                <a:path w="236978" h="334314">
                  <a:moveTo>
                    <a:pt x="0" y="319057"/>
                  </a:moveTo>
                  <a:lnTo>
                    <a:pt x="4879" y="321207"/>
                  </a:lnTo>
                  <a:lnTo>
                    <a:pt x="9825" y="323199"/>
                  </a:lnTo>
                  <a:lnTo>
                    <a:pt x="14831" y="325033"/>
                  </a:lnTo>
                  <a:lnTo>
                    <a:pt x="19894" y="326706"/>
                  </a:lnTo>
                  <a:lnTo>
                    <a:pt x="25007" y="328217"/>
                  </a:lnTo>
                  <a:lnTo>
                    <a:pt x="30166" y="329564"/>
                  </a:lnTo>
                  <a:lnTo>
                    <a:pt x="35365" y="330746"/>
                  </a:lnTo>
                  <a:lnTo>
                    <a:pt x="40599" y="331762"/>
                  </a:lnTo>
                  <a:lnTo>
                    <a:pt x="45863" y="332610"/>
                  </a:lnTo>
                  <a:lnTo>
                    <a:pt x="51152" y="333289"/>
                  </a:lnTo>
                  <a:lnTo>
                    <a:pt x="56459" y="333800"/>
                  </a:lnTo>
                  <a:lnTo>
                    <a:pt x="61780" y="334141"/>
                  </a:lnTo>
                  <a:lnTo>
                    <a:pt x="67109" y="334312"/>
                  </a:lnTo>
                  <a:lnTo>
                    <a:pt x="72441" y="334314"/>
                  </a:lnTo>
                  <a:lnTo>
                    <a:pt x="77770" y="334145"/>
                  </a:lnTo>
                  <a:lnTo>
                    <a:pt x="83091" y="333806"/>
                  </a:lnTo>
                  <a:lnTo>
                    <a:pt x="88399" y="333298"/>
                  </a:lnTo>
                  <a:lnTo>
                    <a:pt x="93688" y="332621"/>
                  </a:lnTo>
                  <a:lnTo>
                    <a:pt x="98952" y="331776"/>
                  </a:lnTo>
                  <a:lnTo>
                    <a:pt x="104187" y="330763"/>
                  </a:lnTo>
                  <a:lnTo>
                    <a:pt x="109387" y="329583"/>
                  </a:lnTo>
                  <a:lnTo>
                    <a:pt x="114546" y="328239"/>
                  </a:lnTo>
                  <a:lnTo>
                    <a:pt x="119660" y="326730"/>
                  </a:lnTo>
                  <a:lnTo>
                    <a:pt x="124724" y="325059"/>
                  </a:lnTo>
                  <a:lnTo>
                    <a:pt x="129731" y="323228"/>
                  </a:lnTo>
                  <a:lnTo>
                    <a:pt x="134678" y="321238"/>
                  </a:lnTo>
                  <a:lnTo>
                    <a:pt x="139558" y="319091"/>
                  </a:lnTo>
                  <a:lnTo>
                    <a:pt x="144368" y="316789"/>
                  </a:lnTo>
                  <a:lnTo>
                    <a:pt x="149102" y="314336"/>
                  </a:lnTo>
                  <a:lnTo>
                    <a:pt x="153755" y="311732"/>
                  </a:lnTo>
                  <a:lnTo>
                    <a:pt x="158322" y="308982"/>
                  </a:lnTo>
                  <a:lnTo>
                    <a:pt x="162800" y="306087"/>
                  </a:lnTo>
                  <a:lnTo>
                    <a:pt x="167183" y="303051"/>
                  </a:lnTo>
                  <a:lnTo>
                    <a:pt x="171467" y="299877"/>
                  </a:lnTo>
                  <a:lnTo>
                    <a:pt x="175648" y="296567"/>
                  </a:lnTo>
                  <a:lnTo>
                    <a:pt x="179721" y="293126"/>
                  </a:lnTo>
                  <a:lnTo>
                    <a:pt x="183682" y="289557"/>
                  </a:lnTo>
                  <a:lnTo>
                    <a:pt x="187527" y="285864"/>
                  </a:lnTo>
                  <a:lnTo>
                    <a:pt x="191253" y="282049"/>
                  </a:lnTo>
                  <a:lnTo>
                    <a:pt x="194855" y="278118"/>
                  </a:lnTo>
                  <a:lnTo>
                    <a:pt x="198329" y="274074"/>
                  </a:lnTo>
                  <a:lnTo>
                    <a:pt x="201673" y="269921"/>
                  </a:lnTo>
                  <a:lnTo>
                    <a:pt x="204883" y="265664"/>
                  </a:lnTo>
                  <a:lnTo>
                    <a:pt x="207956" y="261306"/>
                  </a:lnTo>
                  <a:lnTo>
                    <a:pt x="210888" y="256853"/>
                  </a:lnTo>
                  <a:lnTo>
                    <a:pt x="213676" y="252308"/>
                  </a:lnTo>
                  <a:lnTo>
                    <a:pt x="216318" y="247677"/>
                  </a:lnTo>
                  <a:lnTo>
                    <a:pt x="218811" y="242964"/>
                  </a:lnTo>
                  <a:lnTo>
                    <a:pt x="221153" y="238174"/>
                  </a:lnTo>
                  <a:lnTo>
                    <a:pt x="223340" y="233311"/>
                  </a:lnTo>
                  <a:lnTo>
                    <a:pt x="225372" y="228381"/>
                  </a:lnTo>
                  <a:lnTo>
                    <a:pt x="227245" y="223389"/>
                  </a:lnTo>
                  <a:lnTo>
                    <a:pt x="228958" y="218340"/>
                  </a:lnTo>
                  <a:lnTo>
                    <a:pt x="230509" y="213239"/>
                  </a:lnTo>
                  <a:lnTo>
                    <a:pt x="231896" y="208091"/>
                  </a:lnTo>
                  <a:lnTo>
                    <a:pt x="233119" y="202901"/>
                  </a:lnTo>
                  <a:lnTo>
                    <a:pt x="234175" y="197675"/>
                  </a:lnTo>
                  <a:lnTo>
                    <a:pt x="235065" y="192418"/>
                  </a:lnTo>
                  <a:lnTo>
                    <a:pt x="235786" y="187135"/>
                  </a:lnTo>
                  <a:lnTo>
                    <a:pt x="236338" y="181831"/>
                  </a:lnTo>
                  <a:lnTo>
                    <a:pt x="236721" y="176513"/>
                  </a:lnTo>
                  <a:lnTo>
                    <a:pt x="236935" y="171186"/>
                  </a:lnTo>
                  <a:lnTo>
                    <a:pt x="236978" y="165854"/>
                  </a:lnTo>
                  <a:lnTo>
                    <a:pt x="236851" y="160524"/>
                  </a:lnTo>
                  <a:lnTo>
                    <a:pt x="236554" y="155200"/>
                  </a:lnTo>
                  <a:lnTo>
                    <a:pt x="236088" y="149889"/>
                  </a:lnTo>
                  <a:lnTo>
                    <a:pt x="235452" y="144595"/>
                  </a:lnTo>
                  <a:lnTo>
                    <a:pt x="234648" y="139324"/>
                  </a:lnTo>
                  <a:lnTo>
                    <a:pt x="233676" y="134081"/>
                  </a:lnTo>
                  <a:lnTo>
                    <a:pt x="232537" y="128872"/>
                  </a:lnTo>
                  <a:lnTo>
                    <a:pt x="231233" y="123702"/>
                  </a:lnTo>
                  <a:lnTo>
                    <a:pt x="229765" y="118577"/>
                  </a:lnTo>
                  <a:lnTo>
                    <a:pt x="228134" y="113500"/>
                  </a:lnTo>
                  <a:lnTo>
                    <a:pt x="226342" y="108479"/>
                  </a:lnTo>
                  <a:lnTo>
                    <a:pt x="224391" y="103517"/>
                  </a:lnTo>
                  <a:lnTo>
                    <a:pt x="222282" y="98619"/>
                  </a:lnTo>
                  <a:lnTo>
                    <a:pt x="220019" y="93792"/>
                  </a:lnTo>
                  <a:lnTo>
                    <a:pt x="217602" y="89039"/>
                  </a:lnTo>
                  <a:lnTo>
                    <a:pt x="215036" y="84366"/>
                  </a:lnTo>
                  <a:lnTo>
                    <a:pt x="212321" y="79777"/>
                  </a:lnTo>
                  <a:lnTo>
                    <a:pt x="209462" y="75276"/>
                  </a:lnTo>
                  <a:lnTo>
                    <a:pt x="206460" y="70869"/>
                  </a:lnTo>
                  <a:lnTo>
                    <a:pt x="203319" y="66561"/>
                  </a:lnTo>
                  <a:lnTo>
                    <a:pt x="200043" y="62354"/>
                  </a:lnTo>
                  <a:lnTo>
                    <a:pt x="196634" y="58254"/>
                  </a:lnTo>
                  <a:lnTo>
                    <a:pt x="193096" y="54265"/>
                  </a:lnTo>
                  <a:lnTo>
                    <a:pt x="189433" y="50391"/>
                  </a:lnTo>
                  <a:lnTo>
                    <a:pt x="185648" y="46636"/>
                  </a:lnTo>
                  <a:lnTo>
                    <a:pt x="181745" y="43003"/>
                  </a:lnTo>
                  <a:lnTo>
                    <a:pt x="177729" y="39497"/>
                  </a:lnTo>
                  <a:lnTo>
                    <a:pt x="173602" y="36120"/>
                  </a:lnTo>
                  <a:lnTo>
                    <a:pt x="169370" y="32877"/>
                  </a:lnTo>
                  <a:lnTo>
                    <a:pt x="165037" y="29770"/>
                  </a:lnTo>
                  <a:lnTo>
                    <a:pt x="160606" y="26803"/>
                  </a:lnTo>
                  <a:lnTo>
                    <a:pt x="156084" y="23979"/>
                  </a:lnTo>
                  <a:lnTo>
                    <a:pt x="151474" y="21301"/>
                  </a:lnTo>
                  <a:lnTo>
                    <a:pt x="146780" y="18771"/>
                  </a:lnTo>
                  <a:lnTo>
                    <a:pt x="142008" y="16392"/>
                  </a:lnTo>
                  <a:lnTo>
                    <a:pt x="137163" y="14166"/>
                  </a:lnTo>
                  <a:lnTo>
                    <a:pt x="132250" y="12096"/>
                  </a:lnTo>
                  <a:lnTo>
                    <a:pt x="127273" y="10184"/>
                  </a:lnTo>
                  <a:lnTo>
                    <a:pt x="122237" y="8431"/>
                  </a:lnTo>
                  <a:lnTo>
                    <a:pt x="117148" y="6840"/>
                  </a:lnTo>
                  <a:lnTo>
                    <a:pt x="112011" y="5412"/>
                  </a:lnTo>
                  <a:lnTo>
                    <a:pt x="106831" y="4149"/>
                  </a:lnTo>
                  <a:lnTo>
                    <a:pt x="101613" y="3052"/>
                  </a:lnTo>
                  <a:lnTo>
                    <a:pt x="96363" y="2121"/>
                  </a:lnTo>
                  <a:lnTo>
                    <a:pt x="91086" y="1358"/>
                  </a:lnTo>
                  <a:lnTo>
                    <a:pt x="85787" y="764"/>
                  </a:lnTo>
                  <a:lnTo>
                    <a:pt x="80472" y="340"/>
                  </a:lnTo>
                  <a:lnTo>
                    <a:pt x="75147" y="85"/>
                  </a:lnTo>
                  <a:lnTo>
                    <a:pt x="69815" y="0"/>
                  </a:lnTo>
                  <a:lnTo>
                    <a:pt x="6981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797350" y="1071028"/>
              <a:ext cx="167151" cy="324460"/>
            </a:xfrm>
            <a:custGeom>
              <a:avLst/>
              <a:pathLst>
                <a:path w="167151" h="324460">
                  <a:moveTo>
                    <a:pt x="167151" y="0"/>
                  </a:moveTo>
                  <a:lnTo>
                    <a:pt x="161840" y="84"/>
                  </a:lnTo>
                  <a:lnTo>
                    <a:pt x="156535" y="337"/>
                  </a:lnTo>
                  <a:lnTo>
                    <a:pt x="151240" y="758"/>
                  </a:lnTo>
                  <a:lnTo>
                    <a:pt x="145961" y="1348"/>
                  </a:lnTo>
                  <a:lnTo>
                    <a:pt x="140704" y="2105"/>
                  </a:lnTo>
                  <a:lnTo>
                    <a:pt x="135473" y="3028"/>
                  </a:lnTo>
                  <a:lnTo>
                    <a:pt x="130275" y="4118"/>
                  </a:lnTo>
                  <a:lnTo>
                    <a:pt x="125114" y="5371"/>
                  </a:lnTo>
                  <a:lnTo>
                    <a:pt x="119995" y="6789"/>
                  </a:lnTo>
                  <a:lnTo>
                    <a:pt x="114923" y="8368"/>
                  </a:lnTo>
                  <a:lnTo>
                    <a:pt x="109905" y="10107"/>
                  </a:lnTo>
                  <a:lnTo>
                    <a:pt x="104944" y="12005"/>
                  </a:lnTo>
                  <a:lnTo>
                    <a:pt x="100046" y="14060"/>
                  </a:lnTo>
                  <a:lnTo>
                    <a:pt x="95216" y="16269"/>
                  </a:lnTo>
                  <a:lnTo>
                    <a:pt x="90458" y="18630"/>
                  </a:lnTo>
                  <a:lnTo>
                    <a:pt x="85778" y="21142"/>
                  </a:lnTo>
                  <a:lnTo>
                    <a:pt x="81180" y="23801"/>
                  </a:lnTo>
                  <a:lnTo>
                    <a:pt x="76669" y="26604"/>
                  </a:lnTo>
                  <a:lnTo>
                    <a:pt x="72249" y="29550"/>
                  </a:lnTo>
                  <a:lnTo>
                    <a:pt x="67925" y="32634"/>
                  </a:lnTo>
                  <a:lnTo>
                    <a:pt x="63701" y="35854"/>
                  </a:lnTo>
                  <a:lnTo>
                    <a:pt x="59581" y="39207"/>
                  </a:lnTo>
                  <a:lnTo>
                    <a:pt x="55570" y="42689"/>
                  </a:lnTo>
                  <a:lnTo>
                    <a:pt x="51672" y="46297"/>
                  </a:lnTo>
                  <a:lnTo>
                    <a:pt x="47890" y="50027"/>
                  </a:lnTo>
                  <a:lnTo>
                    <a:pt x="44229" y="53875"/>
                  </a:lnTo>
                  <a:lnTo>
                    <a:pt x="40692" y="57837"/>
                  </a:lnTo>
                  <a:lnTo>
                    <a:pt x="37282" y="61910"/>
                  </a:lnTo>
                  <a:lnTo>
                    <a:pt x="34004" y="66089"/>
                  </a:lnTo>
                  <a:lnTo>
                    <a:pt x="30860" y="70370"/>
                  </a:lnTo>
                  <a:lnTo>
                    <a:pt x="27854" y="74748"/>
                  </a:lnTo>
                  <a:lnTo>
                    <a:pt x="24988" y="79220"/>
                  </a:lnTo>
                  <a:lnTo>
                    <a:pt x="22266" y="83781"/>
                  </a:lnTo>
                  <a:lnTo>
                    <a:pt x="19690" y="88426"/>
                  </a:lnTo>
                  <a:lnTo>
                    <a:pt x="17262" y="93151"/>
                  </a:lnTo>
                  <a:lnTo>
                    <a:pt x="14987" y="97950"/>
                  </a:lnTo>
                  <a:lnTo>
                    <a:pt x="12865" y="102819"/>
                  </a:lnTo>
                  <a:lnTo>
                    <a:pt x="10898" y="107753"/>
                  </a:lnTo>
                  <a:lnTo>
                    <a:pt x="9089" y="112747"/>
                  </a:lnTo>
                  <a:lnTo>
                    <a:pt x="7440" y="117796"/>
                  </a:lnTo>
                  <a:lnTo>
                    <a:pt x="5952" y="122895"/>
                  </a:lnTo>
                  <a:lnTo>
                    <a:pt x="4627" y="128038"/>
                  </a:lnTo>
                  <a:lnTo>
                    <a:pt x="3466" y="133221"/>
                  </a:lnTo>
                  <a:lnTo>
                    <a:pt x="2471" y="138439"/>
                  </a:lnTo>
                  <a:lnTo>
                    <a:pt x="1641" y="143685"/>
                  </a:lnTo>
                  <a:lnTo>
                    <a:pt x="979" y="148955"/>
                  </a:lnTo>
                  <a:lnTo>
                    <a:pt x="484" y="154243"/>
                  </a:lnTo>
                  <a:lnTo>
                    <a:pt x="157" y="159545"/>
                  </a:lnTo>
                  <a:lnTo>
                    <a:pt x="0" y="164854"/>
                  </a:lnTo>
                  <a:lnTo>
                    <a:pt x="10" y="170165"/>
                  </a:lnTo>
                  <a:lnTo>
                    <a:pt x="190" y="175474"/>
                  </a:lnTo>
                  <a:lnTo>
                    <a:pt x="538" y="180774"/>
                  </a:lnTo>
                  <a:lnTo>
                    <a:pt x="1055" y="186060"/>
                  </a:lnTo>
                  <a:lnTo>
                    <a:pt x="1739" y="191327"/>
                  </a:lnTo>
                  <a:lnTo>
                    <a:pt x="2590" y="196570"/>
                  </a:lnTo>
                  <a:lnTo>
                    <a:pt x="3607" y="201783"/>
                  </a:lnTo>
                  <a:lnTo>
                    <a:pt x="4789" y="206962"/>
                  </a:lnTo>
                  <a:lnTo>
                    <a:pt x="6135" y="212100"/>
                  </a:lnTo>
                  <a:lnTo>
                    <a:pt x="7644" y="217192"/>
                  </a:lnTo>
                  <a:lnTo>
                    <a:pt x="9314" y="222235"/>
                  </a:lnTo>
                  <a:lnTo>
                    <a:pt x="11143" y="227221"/>
                  </a:lnTo>
                  <a:lnTo>
                    <a:pt x="13130" y="232147"/>
                  </a:lnTo>
                  <a:lnTo>
                    <a:pt x="15272" y="237007"/>
                  </a:lnTo>
                  <a:lnTo>
                    <a:pt x="17567" y="241797"/>
                  </a:lnTo>
                  <a:lnTo>
                    <a:pt x="20014" y="246512"/>
                  </a:lnTo>
                  <a:lnTo>
                    <a:pt x="22609" y="251146"/>
                  </a:lnTo>
                  <a:lnTo>
                    <a:pt x="25350" y="255696"/>
                  </a:lnTo>
                  <a:lnTo>
                    <a:pt x="28234" y="260156"/>
                  </a:lnTo>
                  <a:lnTo>
                    <a:pt x="31258" y="264522"/>
                  </a:lnTo>
                  <a:lnTo>
                    <a:pt x="34420" y="268790"/>
                  </a:lnTo>
                  <a:lnTo>
                    <a:pt x="37715" y="272956"/>
                  </a:lnTo>
                  <a:lnTo>
                    <a:pt x="41141" y="277015"/>
                  </a:lnTo>
                  <a:lnTo>
                    <a:pt x="44695" y="280962"/>
                  </a:lnTo>
                  <a:lnTo>
                    <a:pt x="48372" y="284795"/>
                  </a:lnTo>
                  <a:lnTo>
                    <a:pt x="52169" y="288510"/>
                  </a:lnTo>
                  <a:lnTo>
                    <a:pt x="56082" y="292101"/>
                  </a:lnTo>
                  <a:lnTo>
                    <a:pt x="60107" y="295567"/>
                  </a:lnTo>
                  <a:lnTo>
                    <a:pt x="64240" y="298903"/>
                  </a:lnTo>
                  <a:lnTo>
                    <a:pt x="68477" y="302106"/>
                  </a:lnTo>
                  <a:lnTo>
                    <a:pt x="72814" y="305172"/>
                  </a:lnTo>
                  <a:lnTo>
                    <a:pt x="77246" y="308100"/>
                  </a:lnTo>
                  <a:lnTo>
                    <a:pt x="81769" y="310885"/>
                  </a:lnTo>
                  <a:lnTo>
                    <a:pt x="86377" y="313525"/>
                  </a:lnTo>
                  <a:lnTo>
                    <a:pt x="91068" y="316017"/>
                  </a:lnTo>
                  <a:lnTo>
                    <a:pt x="95835" y="318359"/>
                  </a:lnTo>
                  <a:lnTo>
                    <a:pt x="100674" y="320548"/>
                  </a:lnTo>
                  <a:lnTo>
                    <a:pt x="105581" y="322583"/>
                  </a:lnTo>
                  <a:lnTo>
                    <a:pt x="110549" y="32446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907899" y="1238196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907899" y="1238196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907899" y="1238196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907899" y="1238196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907899" y="1238196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907899" y="1238196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907899" y="1238196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907899" y="1238196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07899" y="1238196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07899" y="1238196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07899" y="1238196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07899" y="1238196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07899" y="1238196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07899" y="1238196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07899" y="1238196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07899" y="1238196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907899" y="1238196"/>
              <a:ext cx="56601" cy="157293"/>
            </a:xfrm>
            <a:custGeom>
              <a:avLst/>
              <a:pathLst>
                <a:path w="56601" h="157293">
                  <a:moveTo>
                    <a:pt x="0" y="157293"/>
                  </a:moveTo>
                  <a:lnTo>
                    <a:pt x="5660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907899" y="1085791"/>
              <a:ext cx="223768" cy="319569"/>
            </a:xfrm>
            <a:custGeom>
              <a:avLst/>
              <a:pathLst>
                <a:path w="223768" h="319569">
                  <a:moveTo>
                    <a:pt x="0" y="309698"/>
                  </a:moveTo>
                  <a:lnTo>
                    <a:pt x="5047" y="311424"/>
                  </a:lnTo>
                  <a:lnTo>
                    <a:pt x="10147" y="312988"/>
                  </a:lnTo>
                  <a:lnTo>
                    <a:pt x="15295" y="314388"/>
                  </a:lnTo>
                  <a:lnTo>
                    <a:pt x="20484" y="315624"/>
                  </a:lnTo>
                  <a:lnTo>
                    <a:pt x="25710" y="316693"/>
                  </a:lnTo>
                  <a:lnTo>
                    <a:pt x="30968" y="317595"/>
                  </a:lnTo>
                  <a:lnTo>
                    <a:pt x="36252" y="318329"/>
                  </a:lnTo>
                  <a:lnTo>
                    <a:pt x="41556" y="318893"/>
                  </a:lnTo>
                  <a:lnTo>
                    <a:pt x="46876" y="319289"/>
                  </a:lnTo>
                  <a:lnTo>
                    <a:pt x="52206" y="319514"/>
                  </a:lnTo>
                  <a:lnTo>
                    <a:pt x="57540" y="319569"/>
                  </a:lnTo>
                  <a:lnTo>
                    <a:pt x="62873" y="319454"/>
                  </a:lnTo>
                  <a:lnTo>
                    <a:pt x="68200" y="319169"/>
                  </a:lnTo>
                  <a:lnTo>
                    <a:pt x="73515" y="318714"/>
                  </a:lnTo>
                  <a:lnTo>
                    <a:pt x="78813" y="318090"/>
                  </a:lnTo>
                  <a:lnTo>
                    <a:pt x="84088" y="317296"/>
                  </a:lnTo>
                  <a:lnTo>
                    <a:pt x="89335" y="316335"/>
                  </a:lnTo>
                  <a:lnTo>
                    <a:pt x="94549" y="315208"/>
                  </a:lnTo>
                  <a:lnTo>
                    <a:pt x="99725" y="313914"/>
                  </a:lnTo>
                  <a:lnTo>
                    <a:pt x="104856" y="312456"/>
                  </a:lnTo>
                  <a:lnTo>
                    <a:pt x="109938" y="310834"/>
                  </a:lnTo>
                  <a:lnTo>
                    <a:pt x="114966" y="309052"/>
                  </a:lnTo>
                  <a:lnTo>
                    <a:pt x="119934" y="307110"/>
                  </a:lnTo>
                  <a:lnTo>
                    <a:pt x="124838" y="305010"/>
                  </a:lnTo>
                  <a:lnTo>
                    <a:pt x="129673" y="302756"/>
                  </a:lnTo>
                  <a:lnTo>
                    <a:pt x="134433" y="300347"/>
                  </a:lnTo>
                  <a:lnTo>
                    <a:pt x="139114" y="297789"/>
                  </a:lnTo>
                  <a:lnTo>
                    <a:pt x="143710" y="295082"/>
                  </a:lnTo>
                  <a:lnTo>
                    <a:pt x="148219" y="292230"/>
                  </a:lnTo>
                  <a:lnTo>
                    <a:pt x="152633" y="289236"/>
                  </a:lnTo>
                  <a:lnTo>
                    <a:pt x="156950" y="286102"/>
                  </a:lnTo>
                  <a:lnTo>
                    <a:pt x="161165" y="282832"/>
                  </a:lnTo>
                  <a:lnTo>
                    <a:pt x="165273" y="279429"/>
                  </a:lnTo>
                  <a:lnTo>
                    <a:pt x="169271" y="275897"/>
                  </a:lnTo>
                  <a:lnTo>
                    <a:pt x="173154" y="272239"/>
                  </a:lnTo>
                  <a:lnTo>
                    <a:pt x="176918" y="268459"/>
                  </a:lnTo>
                  <a:lnTo>
                    <a:pt x="180560" y="264561"/>
                  </a:lnTo>
                  <a:lnTo>
                    <a:pt x="184075" y="260549"/>
                  </a:lnTo>
                  <a:lnTo>
                    <a:pt x="187461" y="256427"/>
                  </a:lnTo>
                  <a:lnTo>
                    <a:pt x="190713" y="252198"/>
                  </a:lnTo>
                  <a:lnTo>
                    <a:pt x="193829" y="247868"/>
                  </a:lnTo>
                  <a:lnTo>
                    <a:pt x="196805" y="243441"/>
                  </a:lnTo>
                  <a:lnTo>
                    <a:pt x="199639" y="238921"/>
                  </a:lnTo>
                  <a:lnTo>
                    <a:pt x="202326" y="234313"/>
                  </a:lnTo>
                  <a:lnTo>
                    <a:pt x="204866" y="229622"/>
                  </a:lnTo>
                  <a:lnTo>
                    <a:pt x="207254" y="224852"/>
                  </a:lnTo>
                  <a:lnTo>
                    <a:pt x="209489" y="220008"/>
                  </a:lnTo>
                  <a:lnTo>
                    <a:pt x="211568" y="215096"/>
                  </a:lnTo>
                  <a:lnTo>
                    <a:pt x="213489" y="210119"/>
                  </a:lnTo>
                  <a:lnTo>
                    <a:pt x="215251" y="205084"/>
                  </a:lnTo>
                  <a:lnTo>
                    <a:pt x="216851" y="199995"/>
                  </a:lnTo>
                  <a:lnTo>
                    <a:pt x="218288" y="194858"/>
                  </a:lnTo>
                  <a:lnTo>
                    <a:pt x="219560" y="189677"/>
                  </a:lnTo>
                  <a:lnTo>
                    <a:pt x="220667" y="184459"/>
                  </a:lnTo>
                  <a:lnTo>
                    <a:pt x="221606" y="179208"/>
                  </a:lnTo>
                  <a:lnTo>
                    <a:pt x="222377" y="173929"/>
                  </a:lnTo>
                  <a:lnTo>
                    <a:pt x="222979" y="168629"/>
                  </a:lnTo>
                  <a:lnTo>
                    <a:pt x="223412" y="163312"/>
                  </a:lnTo>
                  <a:lnTo>
                    <a:pt x="223675" y="157984"/>
                  </a:lnTo>
                  <a:lnTo>
                    <a:pt x="223768" y="152650"/>
                  </a:lnTo>
                  <a:lnTo>
                    <a:pt x="223691" y="147316"/>
                  </a:lnTo>
                  <a:lnTo>
                    <a:pt x="223444" y="141987"/>
                  </a:lnTo>
                  <a:lnTo>
                    <a:pt x="223026" y="136669"/>
                  </a:lnTo>
                  <a:lnTo>
                    <a:pt x="222440" y="131367"/>
                  </a:lnTo>
                  <a:lnTo>
                    <a:pt x="221684" y="126086"/>
                  </a:lnTo>
                  <a:lnTo>
                    <a:pt x="220760" y="120833"/>
                  </a:lnTo>
                  <a:lnTo>
                    <a:pt x="219669" y="115611"/>
                  </a:lnTo>
                  <a:lnTo>
                    <a:pt x="218412" y="110427"/>
                  </a:lnTo>
                  <a:lnTo>
                    <a:pt x="216990" y="105285"/>
                  </a:lnTo>
                  <a:lnTo>
                    <a:pt x="215405" y="100191"/>
                  </a:lnTo>
                  <a:lnTo>
                    <a:pt x="213658" y="95151"/>
                  </a:lnTo>
                  <a:lnTo>
                    <a:pt x="211752" y="90169"/>
                  </a:lnTo>
                  <a:lnTo>
                    <a:pt x="209687" y="85250"/>
                  </a:lnTo>
                  <a:lnTo>
                    <a:pt x="207466" y="80400"/>
                  </a:lnTo>
                  <a:lnTo>
                    <a:pt x="205092" y="75623"/>
                  </a:lnTo>
                  <a:lnTo>
                    <a:pt x="202567" y="70924"/>
                  </a:lnTo>
                  <a:lnTo>
                    <a:pt x="199893" y="66308"/>
                  </a:lnTo>
                  <a:lnTo>
                    <a:pt x="197072" y="61780"/>
                  </a:lnTo>
                  <a:lnTo>
                    <a:pt x="194109" y="57344"/>
                  </a:lnTo>
                  <a:lnTo>
                    <a:pt x="191006" y="53005"/>
                  </a:lnTo>
                  <a:lnTo>
                    <a:pt x="187766" y="48767"/>
                  </a:lnTo>
                  <a:lnTo>
                    <a:pt x="184393" y="44635"/>
                  </a:lnTo>
                  <a:lnTo>
                    <a:pt x="180889" y="40612"/>
                  </a:lnTo>
                  <a:lnTo>
                    <a:pt x="177259" y="36704"/>
                  </a:lnTo>
                  <a:lnTo>
                    <a:pt x="173506" y="32913"/>
                  </a:lnTo>
                  <a:lnTo>
                    <a:pt x="169634" y="29243"/>
                  </a:lnTo>
                  <a:lnTo>
                    <a:pt x="165646" y="25700"/>
                  </a:lnTo>
                  <a:lnTo>
                    <a:pt x="161548" y="22285"/>
                  </a:lnTo>
                  <a:lnTo>
                    <a:pt x="157343" y="19003"/>
                  </a:lnTo>
                  <a:lnTo>
                    <a:pt x="153035" y="15856"/>
                  </a:lnTo>
                  <a:lnTo>
                    <a:pt x="148629" y="12849"/>
                  </a:lnTo>
                  <a:lnTo>
                    <a:pt x="144130" y="9983"/>
                  </a:lnTo>
                  <a:lnTo>
                    <a:pt x="139541" y="7263"/>
                  </a:lnTo>
                  <a:lnTo>
                    <a:pt x="134868" y="4691"/>
                  </a:lnTo>
                  <a:lnTo>
                    <a:pt x="130115" y="2269"/>
                  </a:lnTo>
                  <a:lnTo>
                    <a:pt x="125287" y="0"/>
                  </a:lnTo>
                  <a:lnTo>
                    <a:pt x="56601" y="1524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964501" y="1071028"/>
              <a:ext cx="68685" cy="167167"/>
            </a:xfrm>
            <a:custGeom>
              <a:avLst/>
              <a:pathLst>
                <a:path w="68685" h="167167">
                  <a:moveTo>
                    <a:pt x="68685" y="14762"/>
                  </a:moveTo>
                  <a:lnTo>
                    <a:pt x="63266" y="12434"/>
                  </a:lnTo>
                  <a:lnTo>
                    <a:pt x="57768" y="10298"/>
                  </a:lnTo>
                  <a:lnTo>
                    <a:pt x="52198" y="8358"/>
                  </a:lnTo>
                  <a:lnTo>
                    <a:pt x="46563" y="6615"/>
                  </a:lnTo>
                  <a:lnTo>
                    <a:pt x="40870" y="5073"/>
                  </a:lnTo>
                  <a:lnTo>
                    <a:pt x="35127" y="3732"/>
                  </a:lnTo>
                  <a:lnTo>
                    <a:pt x="29339" y="2594"/>
                  </a:lnTo>
                  <a:lnTo>
                    <a:pt x="23515" y="1662"/>
                  </a:lnTo>
                  <a:lnTo>
                    <a:pt x="17662" y="935"/>
                  </a:lnTo>
                  <a:lnTo>
                    <a:pt x="11787" y="416"/>
                  </a:lnTo>
                  <a:lnTo>
                    <a:pt x="5897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361917" y="1322571"/>
              <a:ext cx="126803" cy="167167"/>
            </a:xfrm>
            <a:custGeom>
              <a:avLst/>
              <a:pathLst>
                <a:path w="126803" h="167167">
                  <a:moveTo>
                    <a:pt x="126803" y="0"/>
                  </a:moveTo>
                  <a:lnTo>
                    <a:pt x="121268" y="91"/>
                  </a:lnTo>
                  <a:lnTo>
                    <a:pt x="115739" y="366"/>
                  </a:lnTo>
                  <a:lnTo>
                    <a:pt x="110222" y="824"/>
                  </a:lnTo>
                  <a:lnTo>
                    <a:pt x="104723" y="1464"/>
                  </a:lnTo>
                  <a:lnTo>
                    <a:pt x="99248" y="2286"/>
                  </a:lnTo>
                  <a:lnTo>
                    <a:pt x="93804" y="3289"/>
                  </a:lnTo>
                  <a:lnTo>
                    <a:pt x="88395" y="4472"/>
                  </a:lnTo>
                  <a:lnTo>
                    <a:pt x="83029" y="5833"/>
                  </a:lnTo>
                  <a:lnTo>
                    <a:pt x="77711" y="7370"/>
                  </a:lnTo>
                  <a:lnTo>
                    <a:pt x="72447" y="9084"/>
                  </a:lnTo>
                  <a:lnTo>
                    <a:pt x="67242" y="10970"/>
                  </a:lnTo>
                  <a:lnTo>
                    <a:pt x="62103" y="13028"/>
                  </a:lnTo>
                  <a:lnTo>
                    <a:pt x="57034" y="15255"/>
                  </a:lnTo>
                  <a:lnTo>
                    <a:pt x="52043" y="17648"/>
                  </a:lnTo>
                  <a:lnTo>
                    <a:pt x="47133" y="20206"/>
                  </a:lnTo>
                  <a:lnTo>
                    <a:pt x="42310" y="22925"/>
                  </a:lnTo>
                  <a:lnTo>
                    <a:pt x="37580" y="25801"/>
                  </a:lnTo>
                  <a:lnTo>
                    <a:pt x="32948" y="28833"/>
                  </a:lnTo>
                  <a:lnTo>
                    <a:pt x="28419" y="32017"/>
                  </a:lnTo>
                  <a:lnTo>
                    <a:pt x="23998" y="35349"/>
                  </a:lnTo>
                  <a:lnTo>
                    <a:pt x="19690" y="38825"/>
                  </a:lnTo>
                  <a:lnTo>
                    <a:pt x="15499" y="42442"/>
                  </a:lnTo>
                  <a:lnTo>
                    <a:pt x="11430" y="46196"/>
                  </a:lnTo>
                  <a:lnTo>
                    <a:pt x="7487" y="50083"/>
                  </a:lnTo>
                  <a:lnTo>
                    <a:pt x="3676" y="54098"/>
                  </a:lnTo>
                  <a:lnTo>
                    <a:pt x="0" y="58237"/>
                  </a:lnTo>
                  <a:lnTo>
                    <a:pt x="12680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361917" y="1380809"/>
              <a:ext cx="126803" cy="108930"/>
            </a:xfrm>
            <a:custGeom>
              <a:avLst/>
              <a:pathLst>
                <a:path w="126803" h="108930">
                  <a:moveTo>
                    <a:pt x="0" y="0"/>
                  </a:moveTo>
                  <a:lnTo>
                    <a:pt x="126803" y="1089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361917" y="1380809"/>
              <a:ext cx="126803" cy="108930"/>
            </a:xfrm>
            <a:custGeom>
              <a:avLst/>
              <a:pathLst>
                <a:path w="126803" h="108930">
                  <a:moveTo>
                    <a:pt x="0" y="0"/>
                  </a:moveTo>
                  <a:lnTo>
                    <a:pt x="126803" y="1089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361917" y="1380809"/>
              <a:ext cx="126803" cy="108930"/>
            </a:xfrm>
            <a:custGeom>
              <a:avLst/>
              <a:pathLst>
                <a:path w="126803" h="108930">
                  <a:moveTo>
                    <a:pt x="0" y="0"/>
                  </a:moveTo>
                  <a:lnTo>
                    <a:pt x="126803" y="1089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361917" y="1380809"/>
              <a:ext cx="126803" cy="108930"/>
            </a:xfrm>
            <a:custGeom>
              <a:avLst/>
              <a:pathLst>
                <a:path w="126803" h="108930">
                  <a:moveTo>
                    <a:pt x="0" y="0"/>
                  </a:moveTo>
                  <a:lnTo>
                    <a:pt x="126803" y="1089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361917" y="1380809"/>
              <a:ext cx="126803" cy="108930"/>
            </a:xfrm>
            <a:custGeom>
              <a:avLst/>
              <a:pathLst>
                <a:path w="126803" h="108930">
                  <a:moveTo>
                    <a:pt x="0" y="0"/>
                  </a:moveTo>
                  <a:lnTo>
                    <a:pt x="126803" y="1089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361917" y="1380809"/>
              <a:ext cx="126803" cy="108930"/>
            </a:xfrm>
            <a:custGeom>
              <a:avLst/>
              <a:pathLst>
                <a:path w="126803" h="108930">
                  <a:moveTo>
                    <a:pt x="0" y="0"/>
                  </a:moveTo>
                  <a:lnTo>
                    <a:pt x="126803" y="1089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361917" y="1380809"/>
              <a:ext cx="126803" cy="108930"/>
            </a:xfrm>
            <a:custGeom>
              <a:avLst/>
              <a:pathLst>
                <a:path w="126803" h="108930">
                  <a:moveTo>
                    <a:pt x="0" y="0"/>
                  </a:moveTo>
                  <a:lnTo>
                    <a:pt x="126803" y="1089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361917" y="1380809"/>
              <a:ext cx="126803" cy="108930"/>
            </a:xfrm>
            <a:custGeom>
              <a:avLst/>
              <a:pathLst>
                <a:path w="126803" h="108930">
                  <a:moveTo>
                    <a:pt x="0" y="0"/>
                  </a:moveTo>
                  <a:lnTo>
                    <a:pt x="126803" y="1089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361917" y="1380809"/>
              <a:ext cx="126803" cy="108930"/>
            </a:xfrm>
            <a:custGeom>
              <a:avLst/>
              <a:pathLst>
                <a:path w="126803" h="108930">
                  <a:moveTo>
                    <a:pt x="0" y="0"/>
                  </a:moveTo>
                  <a:lnTo>
                    <a:pt x="126803" y="1089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361917" y="1380809"/>
              <a:ext cx="126803" cy="108930"/>
            </a:xfrm>
            <a:custGeom>
              <a:avLst/>
              <a:pathLst>
                <a:path w="126803" h="108930">
                  <a:moveTo>
                    <a:pt x="0" y="0"/>
                  </a:moveTo>
                  <a:lnTo>
                    <a:pt x="126803" y="1089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361917" y="1380809"/>
              <a:ext cx="126803" cy="108930"/>
            </a:xfrm>
            <a:custGeom>
              <a:avLst/>
              <a:pathLst>
                <a:path w="126803" h="108930">
                  <a:moveTo>
                    <a:pt x="0" y="0"/>
                  </a:moveTo>
                  <a:lnTo>
                    <a:pt x="126803" y="1089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361917" y="1380809"/>
              <a:ext cx="126803" cy="108930"/>
            </a:xfrm>
            <a:custGeom>
              <a:avLst/>
              <a:pathLst>
                <a:path w="126803" h="108930">
                  <a:moveTo>
                    <a:pt x="0" y="0"/>
                  </a:moveTo>
                  <a:lnTo>
                    <a:pt x="126803" y="1089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361917" y="1380809"/>
              <a:ext cx="126803" cy="108930"/>
            </a:xfrm>
            <a:custGeom>
              <a:avLst/>
              <a:pathLst>
                <a:path w="126803" h="108930">
                  <a:moveTo>
                    <a:pt x="0" y="0"/>
                  </a:moveTo>
                  <a:lnTo>
                    <a:pt x="126803" y="1089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361917" y="1380809"/>
              <a:ext cx="126803" cy="108930"/>
            </a:xfrm>
            <a:custGeom>
              <a:avLst/>
              <a:pathLst>
                <a:path w="126803" h="108930">
                  <a:moveTo>
                    <a:pt x="0" y="0"/>
                  </a:moveTo>
                  <a:lnTo>
                    <a:pt x="126803" y="1089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361917" y="1380809"/>
              <a:ext cx="126803" cy="108930"/>
            </a:xfrm>
            <a:custGeom>
              <a:avLst/>
              <a:pathLst>
                <a:path w="126803" h="108930">
                  <a:moveTo>
                    <a:pt x="0" y="0"/>
                  </a:moveTo>
                  <a:lnTo>
                    <a:pt x="126803" y="1089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361917" y="1380809"/>
              <a:ext cx="126803" cy="108930"/>
            </a:xfrm>
            <a:custGeom>
              <a:avLst/>
              <a:pathLst>
                <a:path w="126803" h="108930">
                  <a:moveTo>
                    <a:pt x="0" y="0"/>
                  </a:moveTo>
                  <a:lnTo>
                    <a:pt x="126803" y="1089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321561" y="1347524"/>
              <a:ext cx="334327" cy="309373"/>
            </a:xfrm>
            <a:custGeom>
              <a:avLst/>
              <a:pathLst>
                <a:path w="334327" h="309373">
                  <a:moveTo>
                    <a:pt x="40355" y="33285"/>
                  </a:moveTo>
                  <a:lnTo>
                    <a:pt x="36954" y="37374"/>
                  </a:lnTo>
                  <a:lnTo>
                    <a:pt x="33684" y="41570"/>
                  </a:lnTo>
                  <a:lnTo>
                    <a:pt x="30550" y="45867"/>
                  </a:lnTo>
                  <a:lnTo>
                    <a:pt x="27553" y="50263"/>
                  </a:lnTo>
                  <a:lnTo>
                    <a:pt x="24698" y="54751"/>
                  </a:lnTo>
                  <a:lnTo>
                    <a:pt x="21988" y="59328"/>
                  </a:lnTo>
                  <a:lnTo>
                    <a:pt x="19424" y="63988"/>
                  </a:lnTo>
                  <a:lnTo>
                    <a:pt x="17010" y="68728"/>
                  </a:lnTo>
                  <a:lnTo>
                    <a:pt x="14748" y="73543"/>
                  </a:lnTo>
                  <a:lnTo>
                    <a:pt x="12640" y="78427"/>
                  </a:lnTo>
                  <a:lnTo>
                    <a:pt x="10689" y="83375"/>
                  </a:lnTo>
                  <a:lnTo>
                    <a:pt x="8896" y="88383"/>
                  </a:lnTo>
                  <a:lnTo>
                    <a:pt x="7264" y="93446"/>
                  </a:lnTo>
                  <a:lnTo>
                    <a:pt x="5793" y="98558"/>
                  </a:lnTo>
                  <a:lnTo>
                    <a:pt x="4486" y="103714"/>
                  </a:lnTo>
                  <a:lnTo>
                    <a:pt x="3343" y="108909"/>
                  </a:lnTo>
                  <a:lnTo>
                    <a:pt x="2366" y="114138"/>
                  </a:lnTo>
                  <a:lnTo>
                    <a:pt x="1557" y="119395"/>
                  </a:lnTo>
                  <a:lnTo>
                    <a:pt x="914" y="124676"/>
                  </a:lnTo>
                  <a:lnTo>
                    <a:pt x="440" y="129974"/>
                  </a:lnTo>
                  <a:lnTo>
                    <a:pt x="135" y="135284"/>
                  </a:lnTo>
                  <a:lnTo>
                    <a:pt x="0" y="140602"/>
                  </a:lnTo>
                  <a:lnTo>
                    <a:pt x="33" y="145921"/>
                  </a:lnTo>
                  <a:lnTo>
                    <a:pt x="235" y="151236"/>
                  </a:lnTo>
                  <a:lnTo>
                    <a:pt x="607" y="156543"/>
                  </a:lnTo>
                  <a:lnTo>
                    <a:pt x="1147" y="161835"/>
                  </a:lnTo>
                  <a:lnTo>
                    <a:pt x="1855" y="167107"/>
                  </a:lnTo>
                  <a:lnTo>
                    <a:pt x="2731" y="172353"/>
                  </a:lnTo>
                  <a:lnTo>
                    <a:pt x="3773" y="177569"/>
                  </a:lnTo>
                  <a:lnTo>
                    <a:pt x="4981" y="182750"/>
                  </a:lnTo>
                  <a:lnTo>
                    <a:pt x="6353" y="187889"/>
                  </a:lnTo>
                  <a:lnTo>
                    <a:pt x="7887" y="192982"/>
                  </a:lnTo>
                  <a:lnTo>
                    <a:pt x="9583" y="198024"/>
                  </a:lnTo>
                  <a:lnTo>
                    <a:pt x="11438" y="203009"/>
                  </a:lnTo>
                  <a:lnTo>
                    <a:pt x="13452" y="207933"/>
                  </a:lnTo>
                  <a:lnTo>
                    <a:pt x="15620" y="212790"/>
                  </a:lnTo>
                  <a:lnTo>
                    <a:pt x="17942" y="217576"/>
                  </a:lnTo>
                  <a:lnTo>
                    <a:pt x="20416" y="222285"/>
                  </a:lnTo>
                  <a:lnTo>
                    <a:pt x="23037" y="226913"/>
                  </a:lnTo>
                  <a:lnTo>
                    <a:pt x="25805" y="231456"/>
                  </a:lnTo>
                  <a:lnTo>
                    <a:pt x="28716" y="235908"/>
                  </a:lnTo>
                  <a:lnTo>
                    <a:pt x="31767" y="240265"/>
                  </a:lnTo>
                  <a:lnTo>
                    <a:pt x="34955" y="244523"/>
                  </a:lnTo>
                  <a:lnTo>
                    <a:pt x="38277" y="248678"/>
                  </a:lnTo>
                  <a:lnTo>
                    <a:pt x="41730" y="252724"/>
                  </a:lnTo>
                  <a:lnTo>
                    <a:pt x="45309" y="256659"/>
                  </a:lnTo>
                  <a:lnTo>
                    <a:pt x="49012" y="260478"/>
                  </a:lnTo>
                  <a:lnTo>
                    <a:pt x="52835" y="264177"/>
                  </a:lnTo>
                  <a:lnTo>
                    <a:pt x="56773" y="267753"/>
                  </a:lnTo>
                  <a:lnTo>
                    <a:pt x="60823" y="271201"/>
                  </a:lnTo>
                  <a:lnTo>
                    <a:pt x="64981" y="274519"/>
                  </a:lnTo>
                  <a:lnTo>
                    <a:pt x="69242" y="277703"/>
                  </a:lnTo>
                  <a:lnTo>
                    <a:pt x="73602" y="280750"/>
                  </a:lnTo>
                  <a:lnTo>
                    <a:pt x="78057" y="283656"/>
                  </a:lnTo>
                  <a:lnTo>
                    <a:pt x="82602" y="286420"/>
                  </a:lnTo>
                  <a:lnTo>
                    <a:pt x="87233" y="289037"/>
                  </a:lnTo>
                  <a:lnTo>
                    <a:pt x="91945" y="291506"/>
                  </a:lnTo>
                  <a:lnTo>
                    <a:pt x="96733" y="293823"/>
                  </a:lnTo>
                  <a:lnTo>
                    <a:pt x="101592" y="295987"/>
                  </a:lnTo>
                  <a:lnTo>
                    <a:pt x="106518" y="297995"/>
                  </a:lnTo>
                  <a:lnTo>
                    <a:pt x="111505" y="299846"/>
                  </a:lnTo>
                  <a:lnTo>
                    <a:pt x="116548" y="301537"/>
                  </a:lnTo>
                  <a:lnTo>
                    <a:pt x="121643" y="303066"/>
                  </a:lnTo>
                  <a:lnTo>
                    <a:pt x="126784" y="304433"/>
                  </a:lnTo>
                  <a:lnTo>
                    <a:pt x="131965" y="305635"/>
                  </a:lnTo>
                  <a:lnTo>
                    <a:pt x="137182" y="306672"/>
                  </a:lnTo>
                  <a:lnTo>
                    <a:pt x="142430" y="307543"/>
                  </a:lnTo>
                  <a:lnTo>
                    <a:pt x="147703" y="308246"/>
                  </a:lnTo>
                  <a:lnTo>
                    <a:pt x="152995" y="308781"/>
                  </a:lnTo>
                  <a:lnTo>
                    <a:pt x="158302" y="309147"/>
                  </a:lnTo>
                  <a:lnTo>
                    <a:pt x="163617" y="309344"/>
                  </a:lnTo>
                  <a:lnTo>
                    <a:pt x="168937" y="309373"/>
                  </a:lnTo>
                  <a:lnTo>
                    <a:pt x="174254" y="309231"/>
                  </a:lnTo>
                  <a:lnTo>
                    <a:pt x="179564" y="308921"/>
                  </a:lnTo>
                  <a:lnTo>
                    <a:pt x="184862" y="308442"/>
                  </a:lnTo>
                  <a:lnTo>
                    <a:pt x="190142" y="307795"/>
                  </a:lnTo>
                  <a:lnTo>
                    <a:pt x="195398" y="306980"/>
                  </a:lnTo>
                  <a:lnTo>
                    <a:pt x="200626" y="305998"/>
                  </a:lnTo>
                  <a:lnTo>
                    <a:pt x="205820" y="304850"/>
                  </a:lnTo>
                  <a:lnTo>
                    <a:pt x="210975" y="303538"/>
                  </a:lnTo>
                  <a:lnTo>
                    <a:pt x="216085" y="302062"/>
                  </a:lnTo>
                  <a:lnTo>
                    <a:pt x="221146" y="300424"/>
                  </a:lnTo>
                  <a:lnTo>
                    <a:pt x="226153" y="298627"/>
                  </a:lnTo>
                  <a:lnTo>
                    <a:pt x="231099" y="296670"/>
                  </a:lnTo>
                  <a:lnTo>
                    <a:pt x="235981" y="294558"/>
                  </a:lnTo>
                  <a:lnTo>
                    <a:pt x="240793" y="292291"/>
                  </a:lnTo>
                  <a:lnTo>
                    <a:pt x="245531" y="289872"/>
                  </a:lnTo>
                  <a:lnTo>
                    <a:pt x="250189" y="287304"/>
                  </a:lnTo>
                  <a:lnTo>
                    <a:pt x="254763" y="284589"/>
                  </a:lnTo>
                  <a:lnTo>
                    <a:pt x="259249" y="281730"/>
                  </a:lnTo>
                  <a:lnTo>
                    <a:pt x="263641" y="278729"/>
                  </a:lnTo>
                  <a:lnTo>
                    <a:pt x="267935" y="275590"/>
                  </a:lnTo>
                  <a:lnTo>
                    <a:pt x="272128" y="272317"/>
                  </a:lnTo>
                  <a:lnTo>
                    <a:pt x="276214" y="268911"/>
                  </a:lnTo>
                  <a:lnTo>
                    <a:pt x="280190" y="265377"/>
                  </a:lnTo>
                  <a:lnTo>
                    <a:pt x="284051" y="261719"/>
                  </a:lnTo>
                  <a:lnTo>
                    <a:pt x="287794" y="257939"/>
                  </a:lnTo>
                  <a:lnTo>
                    <a:pt x="291415" y="254042"/>
                  </a:lnTo>
                  <a:lnTo>
                    <a:pt x="294910" y="250032"/>
                  </a:lnTo>
                  <a:lnTo>
                    <a:pt x="298276" y="245913"/>
                  </a:lnTo>
                  <a:lnTo>
                    <a:pt x="301509" y="241689"/>
                  </a:lnTo>
                  <a:lnTo>
                    <a:pt x="304606" y="237364"/>
                  </a:lnTo>
                  <a:lnTo>
                    <a:pt x="307563" y="232943"/>
                  </a:lnTo>
                  <a:lnTo>
                    <a:pt x="310379" y="228430"/>
                  </a:lnTo>
                  <a:lnTo>
                    <a:pt x="313049" y="223830"/>
                  </a:lnTo>
                  <a:lnTo>
                    <a:pt x="315572" y="219147"/>
                  </a:lnTo>
                  <a:lnTo>
                    <a:pt x="317945" y="214386"/>
                  </a:lnTo>
                  <a:lnTo>
                    <a:pt x="320165" y="209552"/>
                  </a:lnTo>
                  <a:lnTo>
                    <a:pt x="322230" y="204650"/>
                  </a:lnTo>
                  <a:lnTo>
                    <a:pt x="324137" y="199684"/>
                  </a:lnTo>
                  <a:lnTo>
                    <a:pt x="325886" y="194661"/>
                  </a:lnTo>
                  <a:lnTo>
                    <a:pt x="327475" y="189584"/>
                  </a:lnTo>
                  <a:lnTo>
                    <a:pt x="328901" y="184460"/>
                  </a:lnTo>
                  <a:lnTo>
                    <a:pt x="330163" y="179292"/>
                  </a:lnTo>
                  <a:lnTo>
                    <a:pt x="331260" y="174087"/>
                  </a:lnTo>
                  <a:lnTo>
                    <a:pt x="332191" y="168850"/>
                  </a:lnTo>
                  <a:lnTo>
                    <a:pt x="332955" y="163586"/>
                  </a:lnTo>
                  <a:lnTo>
                    <a:pt x="333551" y="158300"/>
                  </a:lnTo>
                  <a:lnTo>
                    <a:pt x="333978" y="152998"/>
                  </a:lnTo>
                  <a:lnTo>
                    <a:pt x="334237" y="147685"/>
                  </a:lnTo>
                  <a:lnTo>
                    <a:pt x="334327" y="142366"/>
                  </a:lnTo>
                  <a:lnTo>
                    <a:pt x="334247" y="137048"/>
                  </a:lnTo>
                  <a:lnTo>
                    <a:pt x="333998" y="131734"/>
                  </a:lnTo>
                  <a:lnTo>
                    <a:pt x="333580" y="126431"/>
                  </a:lnTo>
                  <a:lnTo>
                    <a:pt x="332993" y="121145"/>
                  </a:lnTo>
                  <a:lnTo>
                    <a:pt x="332239" y="115879"/>
                  </a:lnTo>
                  <a:lnTo>
                    <a:pt x="331318" y="110640"/>
                  </a:lnTo>
                  <a:lnTo>
                    <a:pt x="330230" y="105433"/>
                  </a:lnTo>
                  <a:lnTo>
                    <a:pt x="328977" y="100264"/>
                  </a:lnTo>
                  <a:lnTo>
                    <a:pt x="327561" y="95136"/>
                  </a:lnTo>
                  <a:lnTo>
                    <a:pt x="325981" y="90057"/>
                  </a:lnTo>
                  <a:lnTo>
                    <a:pt x="324242" y="85030"/>
                  </a:lnTo>
                  <a:lnTo>
                    <a:pt x="322343" y="80061"/>
                  </a:lnTo>
                  <a:lnTo>
                    <a:pt x="320287" y="75155"/>
                  </a:lnTo>
                  <a:lnTo>
                    <a:pt x="318076" y="70317"/>
                  </a:lnTo>
                  <a:lnTo>
                    <a:pt x="315712" y="65552"/>
                  </a:lnTo>
                  <a:lnTo>
                    <a:pt x="313197" y="60865"/>
                  </a:lnTo>
                  <a:lnTo>
                    <a:pt x="310535" y="56259"/>
                  </a:lnTo>
                  <a:lnTo>
                    <a:pt x="307728" y="51741"/>
                  </a:lnTo>
                  <a:lnTo>
                    <a:pt x="304778" y="47315"/>
                  </a:lnTo>
                  <a:lnTo>
                    <a:pt x="301689" y="42984"/>
                  </a:lnTo>
                  <a:lnTo>
                    <a:pt x="298464" y="38754"/>
                  </a:lnTo>
                  <a:lnTo>
                    <a:pt x="295106" y="34629"/>
                  </a:lnTo>
                  <a:lnTo>
                    <a:pt x="291618" y="30613"/>
                  </a:lnTo>
                  <a:lnTo>
                    <a:pt x="288004" y="26709"/>
                  </a:lnTo>
                  <a:lnTo>
                    <a:pt x="284268" y="22923"/>
                  </a:lnTo>
                  <a:lnTo>
                    <a:pt x="280413" y="19258"/>
                  </a:lnTo>
                  <a:lnTo>
                    <a:pt x="276444" y="15717"/>
                  </a:lnTo>
                  <a:lnTo>
                    <a:pt x="272364" y="12304"/>
                  </a:lnTo>
                  <a:lnTo>
                    <a:pt x="268178" y="9022"/>
                  </a:lnTo>
                  <a:lnTo>
                    <a:pt x="263889" y="5875"/>
                  </a:lnTo>
                  <a:lnTo>
                    <a:pt x="259502" y="2867"/>
                  </a:lnTo>
                  <a:lnTo>
                    <a:pt x="255022" y="0"/>
                  </a:lnTo>
                  <a:lnTo>
                    <a:pt x="167159" y="1422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488720" y="1322571"/>
              <a:ext cx="87862" cy="167167"/>
            </a:xfrm>
            <a:custGeom>
              <a:avLst/>
              <a:pathLst>
                <a:path w="87862" h="167167">
                  <a:moveTo>
                    <a:pt x="87862" y="24952"/>
                  </a:moveTo>
                  <a:lnTo>
                    <a:pt x="82891" y="21999"/>
                  </a:lnTo>
                  <a:lnTo>
                    <a:pt x="77822" y="19219"/>
                  </a:lnTo>
                  <a:lnTo>
                    <a:pt x="72659" y="16616"/>
                  </a:lnTo>
                  <a:lnTo>
                    <a:pt x="67409" y="14193"/>
                  </a:lnTo>
                  <a:lnTo>
                    <a:pt x="62079" y="11954"/>
                  </a:lnTo>
                  <a:lnTo>
                    <a:pt x="56674" y="9900"/>
                  </a:lnTo>
                  <a:lnTo>
                    <a:pt x="51202" y="8034"/>
                  </a:lnTo>
                  <a:lnTo>
                    <a:pt x="45668" y="6359"/>
                  </a:lnTo>
                  <a:lnTo>
                    <a:pt x="40080" y="4875"/>
                  </a:lnTo>
                  <a:lnTo>
                    <a:pt x="34443" y="3586"/>
                  </a:lnTo>
                  <a:lnTo>
                    <a:pt x="28766" y="2493"/>
                  </a:lnTo>
                  <a:lnTo>
                    <a:pt x="23054" y="1597"/>
                  </a:lnTo>
                  <a:lnTo>
                    <a:pt x="17315" y="899"/>
                  </a:lnTo>
                  <a:lnTo>
                    <a:pt x="11554" y="399"/>
                  </a:lnTo>
                  <a:lnTo>
                    <a:pt x="5780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995775" y="1681503"/>
              <a:ext cx="90749" cy="167167"/>
            </a:xfrm>
            <a:custGeom>
              <a:avLst/>
              <a:pathLst>
                <a:path w="90749" h="167167">
                  <a:moveTo>
                    <a:pt x="90749" y="0"/>
                  </a:moveTo>
                  <a:lnTo>
                    <a:pt x="85107" y="95"/>
                  </a:lnTo>
                  <a:lnTo>
                    <a:pt x="79472" y="380"/>
                  </a:lnTo>
                  <a:lnTo>
                    <a:pt x="73849" y="856"/>
                  </a:lnTo>
                  <a:lnTo>
                    <a:pt x="68246" y="1521"/>
                  </a:lnTo>
                  <a:lnTo>
                    <a:pt x="62668" y="2375"/>
                  </a:lnTo>
                  <a:lnTo>
                    <a:pt x="57123" y="3416"/>
                  </a:lnTo>
                  <a:lnTo>
                    <a:pt x="51615" y="4644"/>
                  </a:lnTo>
                  <a:lnTo>
                    <a:pt x="46153" y="6058"/>
                  </a:lnTo>
                  <a:lnTo>
                    <a:pt x="40741" y="7655"/>
                  </a:lnTo>
                  <a:lnTo>
                    <a:pt x="35386" y="9433"/>
                  </a:lnTo>
                  <a:lnTo>
                    <a:pt x="30094" y="11392"/>
                  </a:lnTo>
                  <a:lnTo>
                    <a:pt x="24871" y="13527"/>
                  </a:lnTo>
                  <a:lnTo>
                    <a:pt x="19724" y="15838"/>
                  </a:lnTo>
                  <a:lnTo>
                    <a:pt x="14657" y="18321"/>
                  </a:lnTo>
                  <a:lnTo>
                    <a:pt x="9677" y="20974"/>
                  </a:lnTo>
                  <a:lnTo>
                    <a:pt x="4789" y="23794"/>
                  </a:lnTo>
                  <a:lnTo>
                    <a:pt x="0" y="26776"/>
                  </a:lnTo>
                  <a:lnTo>
                    <a:pt x="9074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995775" y="1708280"/>
              <a:ext cx="90749" cy="140390"/>
            </a:xfrm>
            <a:custGeom>
              <a:avLst/>
              <a:pathLst>
                <a:path w="90749" h="140390">
                  <a:moveTo>
                    <a:pt x="0" y="0"/>
                  </a:moveTo>
                  <a:lnTo>
                    <a:pt x="90749" y="1403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995775" y="1708280"/>
              <a:ext cx="90749" cy="140390"/>
            </a:xfrm>
            <a:custGeom>
              <a:avLst/>
              <a:pathLst>
                <a:path w="90749" h="140390">
                  <a:moveTo>
                    <a:pt x="0" y="0"/>
                  </a:moveTo>
                  <a:lnTo>
                    <a:pt x="90749" y="1403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995775" y="1708280"/>
              <a:ext cx="90749" cy="140390"/>
            </a:xfrm>
            <a:custGeom>
              <a:avLst/>
              <a:pathLst>
                <a:path w="90749" h="140390">
                  <a:moveTo>
                    <a:pt x="0" y="0"/>
                  </a:moveTo>
                  <a:lnTo>
                    <a:pt x="90749" y="1403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995775" y="1708280"/>
              <a:ext cx="90749" cy="140390"/>
            </a:xfrm>
            <a:custGeom>
              <a:avLst/>
              <a:pathLst>
                <a:path w="90749" h="140390">
                  <a:moveTo>
                    <a:pt x="0" y="0"/>
                  </a:moveTo>
                  <a:lnTo>
                    <a:pt x="90749" y="1403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995775" y="1708280"/>
              <a:ext cx="90749" cy="140390"/>
            </a:xfrm>
            <a:custGeom>
              <a:avLst/>
              <a:pathLst>
                <a:path w="90749" h="140390">
                  <a:moveTo>
                    <a:pt x="0" y="0"/>
                  </a:moveTo>
                  <a:lnTo>
                    <a:pt x="90749" y="1403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995775" y="1708280"/>
              <a:ext cx="90749" cy="140390"/>
            </a:xfrm>
            <a:custGeom>
              <a:avLst/>
              <a:pathLst>
                <a:path w="90749" h="140390">
                  <a:moveTo>
                    <a:pt x="0" y="0"/>
                  </a:moveTo>
                  <a:lnTo>
                    <a:pt x="90749" y="1403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995775" y="1708280"/>
              <a:ext cx="90749" cy="140390"/>
            </a:xfrm>
            <a:custGeom>
              <a:avLst/>
              <a:pathLst>
                <a:path w="90749" h="140390">
                  <a:moveTo>
                    <a:pt x="0" y="0"/>
                  </a:moveTo>
                  <a:lnTo>
                    <a:pt x="90749" y="1403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995775" y="1708280"/>
              <a:ext cx="90749" cy="140390"/>
            </a:xfrm>
            <a:custGeom>
              <a:avLst/>
              <a:pathLst>
                <a:path w="90749" h="140390">
                  <a:moveTo>
                    <a:pt x="0" y="0"/>
                  </a:moveTo>
                  <a:lnTo>
                    <a:pt x="90749" y="1403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995775" y="1708280"/>
              <a:ext cx="90749" cy="140390"/>
            </a:xfrm>
            <a:custGeom>
              <a:avLst/>
              <a:pathLst>
                <a:path w="90749" h="140390">
                  <a:moveTo>
                    <a:pt x="0" y="0"/>
                  </a:moveTo>
                  <a:lnTo>
                    <a:pt x="90749" y="1403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995775" y="1708280"/>
              <a:ext cx="90749" cy="140390"/>
            </a:xfrm>
            <a:custGeom>
              <a:avLst/>
              <a:pathLst>
                <a:path w="90749" h="140390">
                  <a:moveTo>
                    <a:pt x="0" y="0"/>
                  </a:moveTo>
                  <a:lnTo>
                    <a:pt x="90749" y="1403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995775" y="1708280"/>
              <a:ext cx="90749" cy="140390"/>
            </a:xfrm>
            <a:custGeom>
              <a:avLst/>
              <a:pathLst>
                <a:path w="90749" h="140390">
                  <a:moveTo>
                    <a:pt x="0" y="0"/>
                  </a:moveTo>
                  <a:lnTo>
                    <a:pt x="90749" y="1403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995775" y="1708280"/>
              <a:ext cx="90749" cy="140390"/>
            </a:xfrm>
            <a:custGeom>
              <a:avLst/>
              <a:pathLst>
                <a:path w="90749" h="140390">
                  <a:moveTo>
                    <a:pt x="0" y="0"/>
                  </a:moveTo>
                  <a:lnTo>
                    <a:pt x="90749" y="1403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995775" y="1708280"/>
              <a:ext cx="90749" cy="140390"/>
            </a:xfrm>
            <a:custGeom>
              <a:avLst/>
              <a:pathLst>
                <a:path w="90749" h="140390">
                  <a:moveTo>
                    <a:pt x="0" y="0"/>
                  </a:moveTo>
                  <a:lnTo>
                    <a:pt x="90749" y="1403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995775" y="1708280"/>
              <a:ext cx="90749" cy="140390"/>
            </a:xfrm>
            <a:custGeom>
              <a:avLst/>
              <a:pathLst>
                <a:path w="90749" h="140390">
                  <a:moveTo>
                    <a:pt x="0" y="0"/>
                  </a:moveTo>
                  <a:lnTo>
                    <a:pt x="90749" y="1403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995775" y="1708280"/>
              <a:ext cx="90749" cy="140390"/>
            </a:xfrm>
            <a:custGeom>
              <a:avLst/>
              <a:pathLst>
                <a:path w="90749" h="140390">
                  <a:moveTo>
                    <a:pt x="0" y="0"/>
                  </a:moveTo>
                  <a:lnTo>
                    <a:pt x="90749" y="1403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995428" y="1708280"/>
              <a:ext cx="91096" cy="140390"/>
            </a:xfrm>
            <a:custGeom>
              <a:avLst/>
              <a:pathLst>
                <a:path w="91096" h="140390">
                  <a:moveTo>
                    <a:pt x="347" y="0"/>
                  </a:moveTo>
                  <a:lnTo>
                    <a:pt x="0" y="225"/>
                  </a:lnTo>
                  <a:lnTo>
                    <a:pt x="91096" y="1403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919368" y="1681503"/>
              <a:ext cx="334306" cy="334334"/>
            </a:xfrm>
            <a:custGeom>
              <a:avLst/>
              <a:pathLst>
                <a:path w="334306" h="334334">
                  <a:moveTo>
                    <a:pt x="76059" y="27001"/>
                  </a:moveTo>
                  <a:lnTo>
                    <a:pt x="71662" y="29960"/>
                  </a:lnTo>
                  <a:lnTo>
                    <a:pt x="67360" y="33056"/>
                  </a:lnTo>
                  <a:lnTo>
                    <a:pt x="63159" y="36286"/>
                  </a:lnTo>
                  <a:lnTo>
                    <a:pt x="59063" y="39649"/>
                  </a:lnTo>
                  <a:lnTo>
                    <a:pt x="55075" y="43139"/>
                  </a:lnTo>
                  <a:lnTo>
                    <a:pt x="51199" y="46755"/>
                  </a:lnTo>
                  <a:lnTo>
                    <a:pt x="47441" y="50491"/>
                  </a:lnTo>
                  <a:lnTo>
                    <a:pt x="43802" y="54345"/>
                  </a:lnTo>
                  <a:lnTo>
                    <a:pt x="40288" y="58311"/>
                  </a:lnTo>
                  <a:lnTo>
                    <a:pt x="36901" y="62388"/>
                  </a:lnTo>
                  <a:lnTo>
                    <a:pt x="33645" y="66569"/>
                  </a:lnTo>
                  <a:lnTo>
                    <a:pt x="30523" y="70852"/>
                  </a:lnTo>
                  <a:lnTo>
                    <a:pt x="27539" y="75232"/>
                  </a:lnTo>
                  <a:lnTo>
                    <a:pt x="24695" y="79704"/>
                  </a:lnTo>
                  <a:lnTo>
                    <a:pt x="21994" y="84264"/>
                  </a:lnTo>
                  <a:lnTo>
                    <a:pt x="19439" y="88907"/>
                  </a:lnTo>
                  <a:lnTo>
                    <a:pt x="17032" y="93629"/>
                  </a:lnTo>
                  <a:lnTo>
                    <a:pt x="14776" y="98425"/>
                  </a:lnTo>
                  <a:lnTo>
                    <a:pt x="12674" y="103290"/>
                  </a:lnTo>
                  <a:lnTo>
                    <a:pt x="10727" y="108219"/>
                  </a:lnTo>
                  <a:lnTo>
                    <a:pt x="8937" y="113207"/>
                  </a:lnTo>
                  <a:lnTo>
                    <a:pt x="7306" y="118250"/>
                  </a:lnTo>
                  <a:lnTo>
                    <a:pt x="5835" y="123341"/>
                  </a:lnTo>
                  <a:lnTo>
                    <a:pt x="4527" y="128477"/>
                  </a:lnTo>
                  <a:lnTo>
                    <a:pt x="3382" y="133652"/>
                  </a:lnTo>
                  <a:lnTo>
                    <a:pt x="2402" y="138860"/>
                  </a:lnTo>
                  <a:lnTo>
                    <a:pt x="1588" y="144097"/>
                  </a:lnTo>
                  <a:lnTo>
                    <a:pt x="940" y="149357"/>
                  </a:lnTo>
                  <a:lnTo>
                    <a:pt x="459" y="154635"/>
                  </a:lnTo>
                  <a:lnTo>
                    <a:pt x="145" y="159925"/>
                  </a:lnTo>
                  <a:lnTo>
                    <a:pt x="0" y="165223"/>
                  </a:lnTo>
                  <a:lnTo>
                    <a:pt x="22" y="170523"/>
                  </a:lnTo>
                  <a:lnTo>
                    <a:pt x="212" y="175819"/>
                  </a:lnTo>
                  <a:lnTo>
                    <a:pt x="570" y="181107"/>
                  </a:lnTo>
                  <a:lnTo>
                    <a:pt x="1096" y="186381"/>
                  </a:lnTo>
                  <a:lnTo>
                    <a:pt x="1789" y="191635"/>
                  </a:lnTo>
                  <a:lnTo>
                    <a:pt x="2647" y="196865"/>
                  </a:lnTo>
                  <a:lnTo>
                    <a:pt x="3671" y="202065"/>
                  </a:lnTo>
                  <a:lnTo>
                    <a:pt x="4860" y="207230"/>
                  </a:lnTo>
                  <a:lnTo>
                    <a:pt x="6211" y="212354"/>
                  </a:lnTo>
                  <a:lnTo>
                    <a:pt x="7725" y="217433"/>
                  </a:lnTo>
                  <a:lnTo>
                    <a:pt x="9398" y="222462"/>
                  </a:lnTo>
                  <a:lnTo>
                    <a:pt x="11230" y="227435"/>
                  </a:lnTo>
                  <a:lnTo>
                    <a:pt x="13219" y="232347"/>
                  </a:lnTo>
                  <a:lnTo>
                    <a:pt x="15363" y="237194"/>
                  </a:lnTo>
                  <a:lnTo>
                    <a:pt x="17659" y="241971"/>
                  </a:lnTo>
                  <a:lnTo>
                    <a:pt x="20105" y="246672"/>
                  </a:lnTo>
                  <a:lnTo>
                    <a:pt x="22699" y="251294"/>
                  </a:lnTo>
                  <a:lnTo>
                    <a:pt x="25439" y="255831"/>
                  </a:lnTo>
                  <a:lnTo>
                    <a:pt x="28320" y="260278"/>
                  </a:lnTo>
                  <a:lnTo>
                    <a:pt x="31342" y="264633"/>
                  </a:lnTo>
                  <a:lnTo>
                    <a:pt x="34500" y="268889"/>
                  </a:lnTo>
                  <a:lnTo>
                    <a:pt x="37791" y="273043"/>
                  </a:lnTo>
                  <a:lnTo>
                    <a:pt x="41212" y="277091"/>
                  </a:lnTo>
                  <a:lnTo>
                    <a:pt x="44760" y="281028"/>
                  </a:lnTo>
                  <a:lnTo>
                    <a:pt x="48431" y="284850"/>
                  </a:lnTo>
                  <a:lnTo>
                    <a:pt x="52221" y="288555"/>
                  </a:lnTo>
                  <a:lnTo>
                    <a:pt x="56127" y="292137"/>
                  </a:lnTo>
                  <a:lnTo>
                    <a:pt x="60144" y="295594"/>
                  </a:lnTo>
                  <a:lnTo>
                    <a:pt x="64269" y="298921"/>
                  </a:lnTo>
                  <a:lnTo>
                    <a:pt x="68497" y="302117"/>
                  </a:lnTo>
                  <a:lnTo>
                    <a:pt x="72824" y="305176"/>
                  </a:lnTo>
                  <a:lnTo>
                    <a:pt x="77247" y="308097"/>
                  </a:lnTo>
                  <a:lnTo>
                    <a:pt x="81759" y="310876"/>
                  </a:lnTo>
                  <a:lnTo>
                    <a:pt x="86358" y="313511"/>
                  </a:lnTo>
                  <a:lnTo>
                    <a:pt x="91037" y="315999"/>
                  </a:lnTo>
                  <a:lnTo>
                    <a:pt x="95794" y="318337"/>
                  </a:lnTo>
                  <a:lnTo>
                    <a:pt x="100621" y="320523"/>
                  </a:lnTo>
                  <a:lnTo>
                    <a:pt x="105516" y="322555"/>
                  </a:lnTo>
                  <a:lnTo>
                    <a:pt x="110473" y="324431"/>
                  </a:lnTo>
                  <a:lnTo>
                    <a:pt x="115487" y="326149"/>
                  </a:lnTo>
                  <a:lnTo>
                    <a:pt x="120552" y="327707"/>
                  </a:lnTo>
                  <a:lnTo>
                    <a:pt x="125665" y="329104"/>
                  </a:lnTo>
                  <a:lnTo>
                    <a:pt x="130819" y="330337"/>
                  </a:lnTo>
                  <a:lnTo>
                    <a:pt x="136009" y="331407"/>
                  </a:lnTo>
                  <a:lnTo>
                    <a:pt x="141231" y="332312"/>
                  </a:lnTo>
                  <a:lnTo>
                    <a:pt x="146480" y="333051"/>
                  </a:lnTo>
                  <a:lnTo>
                    <a:pt x="151748" y="333623"/>
                  </a:lnTo>
                  <a:lnTo>
                    <a:pt x="157033" y="334028"/>
                  </a:lnTo>
                  <a:lnTo>
                    <a:pt x="162327" y="334265"/>
                  </a:lnTo>
                  <a:lnTo>
                    <a:pt x="167626" y="334334"/>
                  </a:lnTo>
                  <a:lnTo>
                    <a:pt x="172925" y="334235"/>
                  </a:lnTo>
                  <a:lnTo>
                    <a:pt x="178218" y="333968"/>
                  </a:lnTo>
                  <a:lnTo>
                    <a:pt x="183500" y="333533"/>
                  </a:lnTo>
                  <a:lnTo>
                    <a:pt x="188766" y="332932"/>
                  </a:lnTo>
                  <a:lnTo>
                    <a:pt x="194010" y="332163"/>
                  </a:lnTo>
                  <a:lnTo>
                    <a:pt x="199226" y="331229"/>
                  </a:lnTo>
                  <a:lnTo>
                    <a:pt x="204411" y="330130"/>
                  </a:lnTo>
                  <a:lnTo>
                    <a:pt x="209558" y="328867"/>
                  </a:lnTo>
                  <a:lnTo>
                    <a:pt x="214663" y="327442"/>
                  </a:lnTo>
                  <a:lnTo>
                    <a:pt x="219719" y="325855"/>
                  </a:lnTo>
                  <a:lnTo>
                    <a:pt x="224723" y="324109"/>
                  </a:lnTo>
                  <a:lnTo>
                    <a:pt x="229669" y="322206"/>
                  </a:lnTo>
                  <a:lnTo>
                    <a:pt x="234553" y="320146"/>
                  </a:lnTo>
                  <a:lnTo>
                    <a:pt x="239368" y="317933"/>
                  </a:lnTo>
                  <a:lnTo>
                    <a:pt x="244111" y="315568"/>
                  </a:lnTo>
                  <a:lnTo>
                    <a:pt x="248777" y="313054"/>
                  </a:lnTo>
                  <a:lnTo>
                    <a:pt x="253360" y="310393"/>
                  </a:lnTo>
                  <a:lnTo>
                    <a:pt x="257857" y="307588"/>
                  </a:lnTo>
                  <a:lnTo>
                    <a:pt x="262263" y="304643"/>
                  </a:lnTo>
                  <a:lnTo>
                    <a:pt x="266573" y="301559"/>
                  </a:lnTo>
                  <a:lnTo>
                    <a:pt x="270783" y="298340"/>
                  </a:lnTo>
                  <a:lnTo>
                    <a:pt x="274889" y="294989"/>
                  </a:lnTo>
                  <a:lnTo>
                    <a:pt x="278887" y="291510"/>
                  </a:lnTo>
                  <a:lnTo>
                    <a:pt x="282772" y="287905"/>
                  </a:lnTo>
                  <a:lnTo>
                    <a:pt x="286542" y="284180"/>
                  </a:lnTo>
                  <a:lnTo>
                    <a:pt x="290191" y="280336"/>
                  </a:lnTo>
                  <a:lnTo>
                    <a:pt x="293716" y="276379"/>
                  </a:lnTo>
                  <a:lnTo>
                    <a:pt x="297115" y="272313"/>
                  </a:lnTo>
                  <a:lnTo>
                    <a:pt x="300382" y="268140"/>
                  </a:lnTo>
                  <a:lnTo>
                    <a:pt x="303516" y="263866"/>
                  </a:lnTo>
                  <a:lnTo>
                    <a:pt x="306513" y="259495"/>
                  </a:lnTo>
                  <a:lnTo>
                    <a:pt x="309370" y="255031"/>
                  </a:lnTo>
                  <a:lnTo>
                    <a:pt x="312084" y="250479"/>
                  </a:lnTo>
                  <a:lnTo>
                    <a:pt x="314652" y="245843"/>
                  </a:lnTo>
                  <a:lnTo>
                    <a:pt x="317072" y="241128"/>
                  </a:lnTo>
                  <a:lnTo>
                    <a:pt x="319341" y="236338"/>
                  </a:lnTo>
                  <a:lnTo>
                    <a:pt x="321457" y="231479"/>
                  </a:lnTo>
                  <a:lnTo>
                    <a:pt x="323418" y="226556"/>
                  </a:lnTo>
                  <a:lnTo>
                    <a:pt x="325222" y="221572"/>
                  </a:lnTo>
                  <a:lnTo>
                    <a:pt x="326867" y="216534"/>
                  </a:lnTo>
                  <a:lnTo>
                    <a:pt x="328352" y="211447"/>
                  </a:lnTo>
                  <a:lnTo>
                    <a:pt x="329675" y="206315"/>
                  </a:lnTo>
                  <a:lnTo>
                    <a:pt x="330834" y="201143"/>
                  </a:lnTo>
                  <a:lnTo>
                    <a:pt x="331829" y="195938"/>
                  </a:lnTo>
                  <a:lnTo>
                    <a:pt x="332658" y="190703"/>
                  </a:lnTo>
                  <a:lnTo>
                    <a:pt x="333321" y="185445"/>
                  </a:lnTo>
                  <a:lnTo>
                    <a:pt x="333817" y="180168"/>
                  </a:lnTo>
                  <a:lnTo>
                    <a:pt x="334145" y="174879"/>
                  </a:lnTo>
                  <a:lnTo>
                    <a:pt x="334306" y="169581"/>
                  </a:lnTo>
                  <a:lnTo>
                    <a:pt x="334298" y="164282"/>
                  </a:lnTo>
                  <a:lnTo>
                    <a:pt x="334123" y="158985"/>
                  </a:lnTo>
                  <a:lnTo>
                    <a:pt x="333779" y="153696"/>
                  </a:lnTo>
                  <a:lnTo>
                    <a:pt x="333269" y="148421"/>
                  </a:lnTo>
                  <a:lnTo>
                    <a:pt x="332591" y="143165"/>
                  </a:lnTo>
                  <a:lnTo>
                    <a:pt x="331747" y="137933"/>
                  </a:lnTo>
                  <a:lnTo>
                    <a:pt x="330738" y="132730"/>
                  </a:lnTo>
                  <a:lnTo>
                    <a:pt x="329564" y="127562"/>
                  </a:lnTo>
                  <a:lnTo>
                    <a:pt x="328227" y="122433"/>
                  </a:lnTo>
                  <a:lnTo>
                    <a:pt x="326728" y="117350"/>
                  </a:lnTo>
                  <a:lnTo>
                    <a:pt x="325068" y="112317"/>
                  </a:lnTo>
                  <a:lnTo>
                    <a:pt x="323250" y="107338"/>
                  </a:lnTo>
                  <a:lnTo>
                    <a:pt x="321275" y="102420"/>
                  </a:lnTo>
                  <a:lnTo>
                    <a:pt x="319145" y="97567"/>
                  </a:lnTo>
                  <a:lnTo>
                    <a:pt x="316863" y="92784"/>
                  </a:lnTo>
                  <a:lnTo>
                    <a:pt x="314430" y="88076"/>
                  </a:lnTo>
                  <a:lnTo>
                    <a:pt x="311848" y="83447"/>
                  </a:lnTo>
                  <a:lnTo>
                    <a:pt x="309122" y="78903"/>
                  </a:lnTo>
                  <a:lnTo>
                    <a:pt x="306252" y="74447"/>
                  </a:lnTo>
                  <a:lnTo>
                    <a:pt x="303243" y="70084"/>
                  </a:lnTo>
                  <a:lnTo>
                    <a:pt x="300098" y="65819"/>
                  </a:lnTo>
                  <a:lnTo>
                    <a:pt x="296818" y="61656"/>
                  </a:lnTo>
                  <a:lnTo>
                    <a:pt x="293408" y="57599"/>
                  </a:lnTo>
                  <a:lnTo>
                    <a:pt x="289872" y="53651"/>
                  </a:lnTo>
                  <a:lnTo>
                    <a:pt x="286211" y="49818"/>
                  </a:lnTo>
                  <a:lnTo>
                    <a:pt x="282432" y="46103"/>
                  </a:lnTo>
                  <a:lnTo>
                    <a:pt x="278536" y="42510"/>
                  </a:lnTo>
                  <a:lnTo>
                    <a:pt x="274529" y="39042"/>
                  </a:lnTo>
                  <a:lnTo>
                    <a:pt x="270413" y="35703"/>
                  </a:lnTo>
                  <a:lnTo>
                    <a:pt x="266194" y="32496"/>
                  </a:lnTo>
                  <a:lnTo>
                    <a:pt x="261875" y="29424"/>
                  </a:lnTo>
                  <a:lnTo>
                    <a:pt x="257461" y="26490"/>
                  </a:lnTo>
                  <a:lnTo>
                    <a:pt x="252956" y="23699"/>
                  </a:lnTo>
                  <a:lnTo>
                    <a:pt x="248365" y="21051"/>
                  </a:lnTo>
                  <a:lnTo>
                    <a:pt x="243693" y="18550"/>
                  </a:lnTo>
                  <a:lnTo>
                    <a:pt x="238943" y="16198"/>
                  </a:lnTo>
                  <a:lnTo>
                    <a:pt x="234122" y="13999"/>
                  </a:lnTo>
                  <a:lnTo>
                    <a:pt x="229233" y="11953"/>
                  </a:lnTo>
                  <a:lnTo>
                    <a:pt x="224281" y="10063"/>
                  </a:lnTo>
                  <a:lnTo>
                    <a:pt x="219272" y="8331"/>
                  </a:lnTo>
                  <a:lnTo>
                    <a:pt x="214211" y="6759"/>
                  </a:lnTo>
                  <a:lnTo>
                    <a:pt x="209103" y="5348"/>
                  </a:lnTo>
                  <a:lnTo>
                    <a:pt x="203952" y="4100"/>
                  </a:lnTo>
                  <a:lnTo>
                    <a:pt x="198764" y="3015"/>
                  </a:lnTo>
                  <a:lnTo>
                    <a:pt x="193545" y="2096"/>
                  </a:lnTo>
                  <a:lnTo>
                    <a:pt x="188299" y="1342"/>
                  </a:lnTo>
                  <a:lnTo>
                    <a:pt x="183032" y="755"/>
                  </a:lnTo>
                  <a:lnTo>
                    <a:pt x="177749" y="335"/>
                  </a:lnTo>
                  <a:lnTo>
                    <a:pt x="172455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78319" y="2126963"/>
              <a:ext cx="102968" cy="167167"/>
            </a:xfrm>
            <a:custGeom>
              <a:avLst/>
              <a:pathLst>
                <a:path w="102968" h="167167">
                  <a:moveTo>
                    <a:pt x="102968" y="0"/>
                  </a:moveTo>
                  <a:lnTo>
                    <a:pt x="97422" y="92"/>
                  </a:lnTo>
                  <a:lnTo>
                    <a:pt x="91883" y="367"/>
                  </a:lnTo>
                  <a:lnTo>
                    <a:pt x="86355" y="827"/>
                  </a:lnTo>
                  <a:lnTo>
                    <a:pt x="80846" y="1470"/>
                  </a:lnTo>
                  <a:lnTo>
                    <a:pt x="75362" y="2295"/>
                  </a:lnTo>
                  <a:lnTo>
                    <a:pt x="69907" y="3301"/>
                  </a:lnTo>
                  <a:lnTo>
                    <a:pt x="64490" y="4488"/>
                  </a:lnTo>
                  <a:lnTo>
                    <a:pt x="59114" y="5854"/>
                  </a:lnTo>
                  <a:lnTo>
                    <a:pt x="53787" y="7398"/>
                  </a:lnTo>
                  <a:lnTo>
                    <a:pt x="48514" y="9117"/>
                  </a:lnTo>
                  <a:lnTo>
                    <a:pt x="43300" y="11011"/>
                  </a:lnTo>
                  <a:lnTo>
                    <a:pt x="38153" y="13076"/>
                  </a:lnTo>
                  <a:lnTo>
                    <a:pt x="33077" y="15311"/>
                  </a:lnTo>
                  <a:lnTo>
                    <a:pt x="28078" y="17713"/>
                  </a:lnTo>
                  <a:lnTo>
                    <a:pt x="23161" y="20280"/>
                  </a:lnTo>
                  <a:lnTo>
                    <a:pt x="18332" y="23008"/>
                  </a:lnTo>
                  <a:lnTo>
                    <a:pt x="13596" y="25895"/>
                  </a:lnTo>
                  <a:lnTo>
                    <a:pt x="8959" y="28938"/>
                  </a:lnTo>
                  <a:lnTo>
                    <a:pt x="4425" y="32133"/>
                  </a:lnTo>
                  <a:lnTo>
                    <a:pt x="0" y="35476"/>
                  </a:lnTo>
                  <a:lnTo>
                    <a:pt x="10296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614133" y="2127358"/>
              <a:ext cx="334310" cy="333939"/>
            </a:xfrm>
            <a:custGeom>
              <a:avLst/>
              <a:pathLst>
                <a:path w="334310" h="333939">
                  <a:moveTo>
                    <a:pt x="64185" y="35082"/>
                  </a:moveTo>
                  <a:lnTo>
                    <a:pt x="60061" y="38413"/>
                  </a:lnTo>
                  <a:lnTo>
                    <a:pt x="56044" y="41874"/>
                  </a:lnTo>
                  <a:lnTo>
                    <a:pt x="52138" y="45461"/>
                  </a:lnTo>
                  <a:lnTo>
                    <a:pt x="48349" y="49170"/>
                  </a:lnTo>
                  <a:lnTo>
                    <a:pt x="44679" y="52996"/>
                  </a:lnTo>
                  <a:lnTo>
                    <a:pt x="41133" y="56938"/>
                  </a:lnTo>
                  <a:lnTo>
                    <a:pt x="37713" y="60990"/>
                  </a:lnTo>
                  <a:lnTo>
                    <a:pt x="34423" y="65148"/>
                  </a:lnTo>
                  <a:lnTo>
                    <a:pt x="31267" y="69408"/>
                  </a:lnTo>
                  <a:lnTo>
                    <a:pt x="28247" y="73767"/>
                  </a:lnTo>
                  <a:lnTo>
                    <a:pt x="25368" y="78219"/>
                  </a:lnTo>
                  <a:lnTo>
                    <a:pt x="22631" y="82760"/>
                  </a:lnTo>
                  <a:lnTo>
                    <a:pt x="20039" y="87386"/>
                  </a:lnTo>
                  <a:lnTo>
                    <a:pt x="17595" y="92091"/>
                  </a:lnTo>
                  <a:lnTo>
                    <a:pt x="15302" y="96872"/>
                  </a:lnTo>
                  <a:lnTo>
                    <a:pt x="13162" y="101723"/>
                  </a:lnTo>
                  <a:lnTo>
                    <a:pt x="11176" y="106639"/>
                  </a:lnTo>
                  <a:lnTo>
                    <a:pt x="9348" y="111616"/>
                  </a:lnTo>
                  <a:lnTo>
                    <a:pt x="7678" y="116649"/>
                  </a:lnTo>
                  <a:lnTo>
                    <a:pt x="6168" y="121731"/>
                  </a:lnTo>
                  <a:lnTo>
                    <a:pt x="4821" y="126860"/>
                  </a:lnTo>
                  <a:lnTo>
                    <a:pt x="3637" y="132028"/>
                  </a:lnTo>
                  <a:lnTo>
                    <a:pt x="2617" y="137231"/>
                  </a:lnTo>
                  <a:lnTo>
                    <a:pt x="1763" y="142464"/>
                  </a:lnTo>
                  <a:lnTo>
                    <a:pt x="1075" y="147721"/>
                  </a:lnTo>
                  <a:lnTo>
                    <a:pt x="555" y="152998"/>
                  </a:lnTo>
                  <a:lnTo>
                    <a:pt x="202" y="158289"/>
                  </a:lnTo>
                  <a:lnTo>
                    <a:pt x="16" y="163587"/>
                  </a:lnTo>
                  <a:lnTo>
                    <a:pt x="0" y="168890"/>
                  </a:lnTo>
                  <a:lnTo>
                    <a:pt x="151" y="174190"/>
                  </a:lnTo>
                  <a:lnTo>
                    <a:pt x="470" y="179482"/>
                  </a:lnTo>
                  <a:lnTo>
                    <a:pt x="957" y="184762"/>
                  </a:lnTo>
                  <a:lnTo>
                    <a:pt x="1611" y="190024"/>
                  </a:lnTo>
                  <a:lnTo>
                    <a:pt x="2432" y="195262"/>
                  </a:lnTo>
                  <a:lnTo>
                    <a:pt x="3418" y="200472"/>
                  </a:lnTo>
                  <a:lnTo>
                    <a:pt x="4569" y="205647"/>
                  </a:lnTo>
                  <a:lnTo>
                    <a:pt x="5884" y="210784"/>
                  </a:lnTo>
                  <a:lnTo>
                    <a:pt x="7361" y="215876"/>
                  </a:lnTo>
                  <a:lnTo>
                    <a:pt x="8998" y="220919"/>
                  </a:lnTo>
                  <a:lnTo>
                    <a:pt x="10795" y="225908"/>
                  </a:lnTo>
                  <a:lnTo>
                    <a:pt x="12749" y="230837"/>
                  </a:lnTo>
                  <a:lnTo>
                    <a:pt x="14859" y="235701"/>
                  </a:lnTo>
                  <a:lnTo>
                    <a:pt x="17121" y="240497"/>
                  </a:lnTo>
                  <a:lnTo>
                    <a:pt x="19535" y="245218"/>
                  </a:lnTo>
                  <a:lnTo>
                    <a:pt x="22097" y="249860"/>
                  </a:lnTo>
                  <a:lnTo>
                    <a:pt x="24805" y="254418"/>
                  </a:lnTo>
                  <a:lnTo>
                    <a:pt x="27656" y="258889"/>
                  </a:lnTo>
                  <a:lnTo>
                    <a:pt x="30648" y="263266"/>
                  </a:lnTo>
                  <a:lnTo>
                    <a:pt x="33776" y="267547"/>
                  </a:lnTo>
                  <a:lnTo>
                    <a:pt x="37039" y="271726"/>
                  </a:lnTo>
                  <a:lnTo>
                    <a:pt x="40433" y="275800"/>
                  </a:lnTo>
                  <a:lnTo>
                    <a:pt x="43955" y="279764"/>
                  </a:lnTo>
                  <a:lnTo>
                    <a:pt x="47600" y="283614"/>
                  </a:lnTo>
                  <a:lnTo>
                    <a:pt x="51366" y="287347"/>
                  </a:lnTo>
                  <a:lnTo>
                    <a:pt x="55248" y="290958"/>
                  </a:lnTo>
                  <a:lnTo>
                    <a:pt x="59243" y="294445"/>
                  </a:lnTo>
                  <a:lnTo>
                    <a:pt x="63346" y="297803"/>
                  </a:lnTo>
                  <a:lnTo>
                    <a:pt x="67554" y="301029"/>
                  </a:lnTo>
                  <a:lnTo>
                    <a:pt x="71862" y="304120"/>
                  </a:lnTo>
                  <a:lnTo>
                    <a:pt x="76265" y="307073"/>
                  </a:lnTo>
                  <a:lnTo>
                    <a:pt x="80761" y="309885"/>
                  </a:lnTo>
                  <a:lnTo>
                    <a:pt x="85343" y="312553"/>
                  </a:lnTo>
                  <a:lnTo>
                    <a:pt x="90007" y="315074"/>
                  </a:lnTo>
                  <a:lnTo>
                    <a:pt x="94749" y="317446"/>
                  </a:lnTo>
                  <a:lnTo>
                    <a:pt x="99564" y="319667"/>
                  </a:lnTo>
                  <a:lnTo>
                    <a:pt x="104447" y="321733"/>
                  </a:lnTo>
                  <a:lnTo>
                    <a:pt x="109393" y="323644"/>
                  </a:lnTo>
                  <a:lnTo>
                    <a:pt x="114397" y="325397"/>
                  </a:lnTo>
                  <a:lnTo>
                    <a:pt x="119454" y="326990"/>
                  </a:lnTo>
                  <a:lnTo>
                    <a:pt x="124559" y="328422"/>
                  </a:lnTo>
                  <a:lnTo>
                    <a:pt x="129707" y="329692"/>
                  </a:lnTo>
                  <a:lnTo>
                    <a:pt x="134893" y="330797"/>
                  </a:lnTo>
                  <a:lnTo>
                    <a:pt x="140111" y="331738"/>
                  </a:lnTo>
                  <a:lnTo>
                    <a:pt x="145356" y="332513"/>
                  </a:lnTo>
                  <a:lnTo>
                    <a:pt x="150623" y="333121"/>
                  </a:lnTo>
                  <a:lnTo>
                    <a:pt x="155907" y="333561"/>
                  </a:lnTo>
                  <a:lnTo>
                    <a:pt x="161202" y="333834"/>
                  </a:lnTo>
                  <a:lnTo>
                    <a:pt x="166504" y="333939"/>
                  </a:lnTo>
                  <a:lnTo>
                    <a:pt x="171805" y="333875"/>
                  </a:lnTo>
                  <a:lnTo>
                    <a:pt x="177103" y="333644"/>
                  </a:lnTo>
                  <a:lnTo>
                    <a:pt x="182390" y="333244"/>
                  </a:lnTo>
                  <a:lnTo>
                    <a:pt x="187662" y="332677"/>
                  </a:lnTo>
                  <a:lnTo>
                    <a:pt x="192913" y="331943"/>
                  </a:lnTo>
                  <a:lnTo>
                    <a:pt x="198138" y="331043"/>
                  </a:lnTo>
                  <a:lnTo>
                    <a:pt x="203332" y="329978"/>
                  </a:lnTo>
                  <a:lnTo>
                    <a:pt x="208490" y="328749"/>
                  </a:lnTo>
                  <a:lnTo>
                    <a:pt x="213606" y="327356"/>
                  </a:lnTo>
                  <a:lnTo>
                    <a:pt x="218675" y="325802"/>
                  </a:lnTo>
                  <a:lnTo>
                    <a:pt x="223693" y="324088"/>
                  </a:lnTo>
                  <a:lnTo>
                    <a:pt x="228653" y="322216"/>
                  </a:lnTo>
                  <a:lnTo>
                    <a:pt x="233552" y="320187"/>
                  </a:lnTo>
                  <a:lnTo>
                    <a:pt x="238384" y="318005"/>
                  </a:lnTo>
                  <a:lnTo>
                    <a:pt x="243145" y="315669"/>
                  </a:lnTo>
                  <a:lnTo>
                    <a:pt x="247828" y="313185"/>
                  </a:lnTo>
                  <a:lnTo>
                    <a:pt x="252431" y="310552"/>
                  </a:lnTo>
                  <a:lnTo>
                    <a:pt x="256948" y="307776"/>
                  </a:lnTo>
                  <a:lnTo>
                    <a:pt x="261375" y="304857"/>
                  </a:lnTo>
                  <a:lnTo>
                    <a:pt x="265707" y="301799"/>
                  </a:lnTo>
                  <a:lnTo>
                    <a:pt x="269939" y="298606"/>
                  </a:lnTo>
                  <a:lnTo>
                    <a:pt x="274068" y="295280"/>
                  </a:lnTo>
                  <a:lnTo>
                    <a:pt x="278090" y="291825"/>
                  </a:lnTo>
                  <a:lnTo>
                    <a:pt x="282000" y="288243"/>
                  </a:lnTo>
                  <a:lnTo>
                    <a:pt x="285795" y="284540"/>
                  </a:lnTo>
                  <a:lnTo>
                    <a:pt x="289470" y="280718"/>
                  </a:lnTo>
                  <a:lnTo>
                    <a:pt x="293022" y="276782"/>
                  </a:lnTo>
                  <a:lnTo>
                    <a:pt x="296448" y="272735"/>
                  </a:lnTo>
                  <a:lnTo>
                    <a:pt x="299743" y="268581"/>
                  </a:lnTo>
                  <a:lnTo>
                    <a:pt x="302905" y="264325"/>
                  </a:lnTo>
                  <a:lnTo>
                    <a:pt x="305931" y="259970"/>
                  </a:lnTo>
                  <a:lnTo>
                    <a:pt x="308816" y="255522"/>
                  </a:lnTo>
                  <a:lnTo>
                    <a:pt x="311560" y="250985"/>
                  </a:lnTo>
                  <a:lnTo>
                    <a:pt x="314158" y="246363"/>
                  </a:lnTo>
                  <a:lnTo>
                    <a:pt x="316608" y="241661"/>
                  </a:lnTo>
                  <a:lnTo>
                    <a:pt x="318908" y="236883"/>
                  </a:lnTo>
                  <a:lnTo>
                    <a:pt x="321055" y="232035"/>
                  </a:lnTo>
                  <a:lnTo>
                    <a:pt x="323047" y="227122"/>
                  </a:lnTo>
                  <a:lnTo>
                    <a:pt x="324883" y="222147"/>
                  </a:lnTo>
                  <a:lnTo>
                    <a:pt x="326560" y="217117"/>
                  </a:lnTo>
                  <a:lnTo>
                    <a:pt x="328076" y="212037"/>
                  </a:lnTo>
                  <a:lnTo>
                    <a:pt x="329431" y="206910"/>
                  </a:lnTo>
                  <a:lnTo>
                    <a:pt x="330622" y="201744"/>
                  </a:lnTo>
                  <a:lnTo>
                    <a:pt x="331649" y="196542"/>
                  </a:lnTo>
                  <a:lnTo>
                    <a:pt x="332510" y="191310"/>
                  </a:lnTo>
                  <a:lnTo>
                    <a:pt x="333205" y="186054"/>
                  </a:lnTo>
                  <a:lnTo>
                    <a:pt x="333733" y="180778"/>
                  </a:lnTo>
                  <a:lnTo>
                    <a:pt x="334094" y="175488"/>
                  </a:lnTo>
                  <a:lnTo>
                    <a:pt x="334286" y="170189"/>
                  </a:lnTo>
                  <a:lnTo>
                    <a:pt x="334310" y="164887"/>
                  </a:lnTo>
                  <a:lnTo>
                    <a:pt x="334166" y="159587"/>
                  </a:lnTo>
                  <a:lnTo>
                    <a:pt x="333855" y="154294"/>
                  </a:lnTo>
                  <a:lnTo>
                    <a:pt x="333375" y="149013"/>
                  </a:lnTo>
                  <a:lnTo>
                    <a:pt x="332728" y="143751"/>
                  </a:lnTo>
                  <a:lnTo>
                    <a:pt x="331915" y="138511"/>
                  </a:lnTo>
                  <a:lnTo>
                    <a:pt x="330936" y="133300"/>
                  </a:lnTo>
                  <a:lnTo>
                    <a:pt x="329792" y="128123"/>
                  </a:lnTo>
                  <a:lnTo>
                    <a:pt x="328484" y="122984"/>
                  </a:lnTo>
                  <a:lnTo>
                    <a:pt x="327014" y="117890"/>
                  </a:lnTo>
                  <a:lnTo>
                    <a:pt x="325384" y="112845"/>
                  </a:lnTo>
                  <a:lnTo>
                    <a:pt x="323594" y="107854"/>
                  </a:lnTo>
                  <a:lnTo>
                    <a:pt x="321647" y="102922"/>
                  </a:lnTo>
                  <a:lnTo>
                    <a:pt x="319544" y="98055"/>
                  </a:lnTo>
                  <a:lnTo>
                    <a:pt x="317288" y="93256"/>
                  </a:lnTo>
                  <a:lnTo>
                    <a:pt x="314881" y="88532"/>
                  </a:lnTo>
                  <a:lnTo>
                    <a:pt x="312325" y="83886"/>
                  </a:lnTo>
                  <a:lnTo>
                    <a:pt x="309624" y="79324"/>
                  </a:lnTo>
                  <a:lnTo>
                    <a:pt x="306779" y="74850"/>
                  </a:lnTo>
                  <a:lnTo>
                    <a:pt x="303793" y="70468"/>
                  </a:lnTo>
                  <a:lnTo>
                    <a:pt x="300670" y="66183"/>
                  </a:lnTo>
                  <a:lnTo>
                    <a:pt x="297413" y="61999"/>
                  </a:lnTo>
                  <a:lnTo>
                    <a:pt x="294025" y="57921"/>
                  </a:lnTo>
                  <a:lnTo>
                    <a:pt x="290509" y="53952"/>
                  </a:lnTo>
                  <a:lnTo>
                    <a:pt x="286869" y="50097"/>
                  </a:lnTo>
                  <a:lnTo>
                    <a:pt x="283108" y="46359"/>
                  </a:lnTo>
                  <a:lnTo>
                    <a:pt x="279231" y="42742"/>
                  </a:lnTo>
                  <a:lnTo>
                    <a:pt x="275241" y="39250"/>
                  </a:lnTo>
                  <a:lnTo>
                    <a:pt x="271143" y="35886"/>
                  </a:lnTo>
                  <a:lnTo>
                    <a:pt x="266939" y="32654"/>
                  </a:lnTo>
                  <a:lnTo>
                    <a:pt x="262636" y="29557"/>
                  </a:lnTo>
                  <a:lnTo>
                    <a:pt x="258236" y="26598"/>
                  </a:lnTo>
                  <a:lnTo>
                    <a:pt x="253745" y="23780"/>
                  </a:lnTo>
                  <a:lnTo>
                    <a:pt x="249166" y="21106"/>
                  </a:lnTo>
                  <a:lnTo>
                    <a:pt x="244506" y="18578"/>
                  </a:lnTo>
                  <a:lnTo>
                    <a:pt x="239767" y="16199"/>
                  </a:lnTo>
                  <a:lnTo>
                    <a:pt x="234955" y="13972"/>
                  </a:lnTo>
                  <a:lnTo>
                    <a:pt x="230075" y="11899"/>
                  </a:lnTo>
                  <a:lnTo>
                    <a:pt x="225132" y="9981"/>
                  </a:lnTo>
                  <a:lnTo>
                    <a:pt x="220130" y="8221"/>
                  </a:lnTo>
                  <a:lnTo>
                    <a:pt x="215075" y="6621"/>
                  </a:lnTo>
                  <a:lnTo>
                    <a:pt x="209972" y="5182"/>
                  </a:lnTo>
                  <a:lnTo>
                    <a:pt x="204826" y="3905"/>
                  </a:lnTo>
                  <a:lnTo>
                    <a:pt x="199642" y="2792"/>
                  </a:lnTo>
                  <a:lnTo>
                    <a:pt x="194425" y="1845"/>
                  </a:lnTo>
                  <a:lnTo>
                    <a:pt x="189181" y="1063"/>
                  </a:lnTo>
                  <a:lnTo>
                    <a:pt x="183914" y="447"/>
                  </a:lnTo>
                  <a:lnTo>
                    <a:pt x="178631" y="0"/>
                  </a:lnTo>
                  <a:lnTo>
                    <a:pt x="167154" y="1667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2126963"/>
              <a:ext cx="11477" cy="167167"/>
            </a:xfrm>
            <a:custGeom>
              <a:avLst/>
              <a:pathLst>
                <a:path w="11477" h="167167">
                  <a:moveTo>
                    <a:pt x="11477" y="39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423589" y="2633064"/>
              <a:ext cx="334326" cy="334323"/>
            </a:xfrm>
            <a:custGeom>
              <a:avLst/>
              <a:pathLst>
                <a:path w="334326" h="334323">
                  <a:moveTo>
                    <a:pt x="167159" y="0"/>
                  </a:moveTo>
                  <a:lnTo>
                    <a:pt x="161875" y="83"/>
                  </a:lnTo>
                  <a:lnTo>
                    <a:pt x="156596" y="334"/>
                  </a:lnTo>
                  <a:lnTo>
                    <a:pt x="151328" y="751"/>
                  </a:lnTo>
                  <a:lnTo>
                    <a:pt x="146076" y="1334"/>
                  </a:lnTo>
                  <a:lnTo>
                    <a:pt x="140845" y="2084"/>
                  </a:lnTo>
                  <a:lnTo>
                    <a:pt x="135640" y="2998"/>
                  </a:lnTo>
                  <a:lnTo>
                    <a:pt x="130467" y="4076"/>
                  </a:lnTo>
                  <a:lnTo>
                    <a:pt x="125330" y="5317"/>
                  </a:lnTo>
                  <a:lnTo>
                    <a:pt x="120235" y="6720"/>
                  </a:lnTo>
                  <a:lnTo>
                    <a:pt x="115187" y="8284"/>
                  </a:lnTo>
                  <a:lnTo>
                    <a:pt x="110191" y="10006"/>
                  </a:lnTo>
                  <a:lnTo>
                    <a:pt x="105252" y="11885"/>
                  </a:lnTo>
                  <a:lnTo>
                    <a:pt x="100375" y="13919"/>
                  </a:lnTo>
                  <a:lnTo>
                    <a:pt x="95564" y="16107"/>
                  </a:lnTo>
                  <a:lnTo>
                    <a:pt x="90825" y="18445"/>
                  </a:lnTo>
                  <a:lnTo>
                    <a:pt x="86163" y="20932"/>
                  </a:lnTo>
                  <a:lnTo>
                    <a:pt x="81581" y="23566"/>
                  </a:lnTo>
                  <a:lnTo>
                    <a:pt x="77085" y="26342"/>
                  </a:lnTo>
                  <a:lnTo>
                    <a:pt x="72678" y="29260"/>
                  </a:lnTo>
                  <a:lnTo>
                    <a:pt x="68367" y="32315"/>
                  </a:lnTo>
                  <a:lnTo>
                    <a:pt x="64153" y="35505"/>
                  </a:lnTo>
                  <a:lnTo>
                    <a:pt x="60043" y="38827"/>
                  </a:lnTo>
                  <a:lnTo>
                    <a:pt x="56040" y="42276"/>
                  </a:lnTo>
                  <a:lnTo>
                    <a:pt x="52148" y="45851"/>
                  </a:lnTo>
                  <a:lnTo>
                    <a:pt x="48371" y="49547"/>
                  </a:lnTo>
                  <a:lnTo>
                    <a:pt x="44713" y="53360"/>
                  </a:lnTo>
                  <a:lnTo>
                    <a:pt x="41177" y="57288"/>
                  </a:lnTo>
                  <a:lnTo>
                    <a:pt x="37767" y="61325"/>
                  </a:lnTo>
                  <a:lnTo>
                    <a:pt x="34486" y="65467"/>
                  </a:lnTo>
                  <a:lnTo>
                    <a:pt x="31337" y="69712"/>
                  </a:lnTo>
                  <a:lnTo>
                    <a:pt x="28325" y="74054"/>
                  </a:lnTo>
                  <a:lnTo>
                    <a:pt x="25451" y="78488"/>
                  </a:lnTo>
                  <a:lnTo>
                    <a:pt x="22719" y="83012"/>
                  </a:lnTo>
                  <a:lnTo>
                    <a:pt x="20131" y="87619"/>
                  </a:lnTo>
                  <a:lnTo>
                    <a:pt x="17690" y="92306"/>
                  </a:lnTo>
                  <a:lnTo>
                    <a:pt x="15399" y="97068"/>
                  </a:lnTo>
                  <a:lnTo>
                    <a:pt x="13259" y="101900"/>
                  </a:lnTo>
                  <a:lnTo>
                    <a:pt x="11273" y="106797"/>
                  </a:lnTo>
                  <a:lnTo>
                    <a:pt x="9442" y="111755"/>
                  </a:lnTo>
                  <a:lnTo>
                    <a:pt x="7770" y="116767"/>
                  </a:lnTo>
                  <a:lnTo>
                    <a:pt x="6256" y="121831"/>
                  </a:lnTo>
                  <a:lnTo>
                    <a:pt x="4904" y="126939"/>
                  </a:lnTo>
                  <a:lnTo>
                    <a:pt x="3713" y="132088"/>
                  </a:lnTo>
                  <a:lnTo>
                    <a:pt x="2686" y="137272"/>
                  </a:lnTo>
                  <a:lnTo>
                    <a:pt x="1823" y="142485"/>
                  </a:lnTo>
                  <a:lnTo>
                    <a:pt x="1126" y="147724"/>
                  </a:lnTo>
                  <a:lnTo>
                    <a:pt x="594" y="152981"/>
                  </a:lnTo>
                  <a:lnTo>
                    <a:pt x="229" y="158253"/>
                  </a:lnTo>
                  <a:lnTo>
                    <a:pt x="31" y="163534"/>
                  </a:lnTo>
                  <a:lnTo>
                    <a:pt x="0" y="168818"/>
                  </a:lnTo>
                  <a:lnTo>
                    <a:pt x="135" y="174101"/>
                  </a:lnTo>
                  <a:lnTo>
                    <a:pt x="438" y="179377"/>
                  </a:lnTo>
                  <a:lnTo>
                    <a:pt x="907" y="184641"/>
                  </a:lnTo>
                  <a:lnTo>
                    <a:pt x="1542" y="189887"/>
                  </a:lnTo>
                  <a:lnTo>
                    <a:pt x="2343" y="195110"/>
                  </a:lnTo>
                  <a:lnTo>
                    <a:pt x="3309" y="200306"/>
                  </a:lnTo>
                  <a:lnTo>
                    <a:pt x="4438" y="205468"/>
                  </a:lnTo>
                  <a:lnTo>
                    <a:pt x="5730" y="210593"/>
                  </a:lnTo>
                  <a:lnTo>
                    <a:pt x="7184" y="215673"/>
                  </a:lnTo>
                  <a:lnTo>
                    <a:pt x="8797" y="220706"/>
                  </a:lnTo>
                  <a:lnTo>
                    <a:pt x="10568" y="225684"/>
                  </a:lnTo>
                  <a:lnTo>
                    <a:pt x="12496" y="230605"/>
                  </a:lnTo>
                  <a:lnTo>
                    <a:pt x="14578" y="235462"/>
                  </a:lnTo>
                  <a:lnTo>
                    <a:pt x="16813" y="240250"/>
                  </a:lnTo>
                  <a:lnTo>
                    <a:pt x="19198" y="244966"/>
                  </a:lnTo>
                  <a:lnTo>
                    <a:pt x="21731" y="249604"/>
                  </a:lnTo>
                  <a:lnTo>
                    <a:pt x="24410" y="254159"/>
                  </a:lnTo>
                  <a:lnTo>
                    <a:pt x="27231" y="258628"/>
                  </a:lnTo>
                  <a:lnTo>
                    <a:pt x="30192" y="263005"/>
                  </a:lnTo>
                  <a:lnTo>
                    <a:pt x="33289" y="267287"/>
                  </a:lnTo>
                  <a:lnTo>
                    <a:pt x="36521" y="271468"/>
                  </a:lnTo>
                  <a:lnTo>
                    <a:pt x="39883" y="275545"/>
                  </a:lnTo>
                  <a:lnTo>
                    <a:pt x="43372" y="279514"/>
                  </a:lnTo>
                  <a:lnTo>
                    <a:pt x="46985" y="283370"/>
                  </a:lnTo>
                  <a:lnTo>
                    <a:pt x="50718" y="287111"/>
                  </a:lnTo>
                  <a:lnTo>
                    <a:pt x="54568" y="290731"/>
                  </a:lnTo>
                  <a:lnTo>
                    <a:pt x="58529" y="294228"/>
                  </a:lnTo>
                  <a:lnTo>
                    <a:pt x="62600" y="297599"/>
                  </a:lnTo>
                  <a:lnTo>
                    <a:pt x="66775" y="300838"/>
                  </a:lnTo>
                  <a:lnTo>
                    <a:pt x="71050" y="303944"/>
                  </a:lnTo>
                  <a:lnTo>
                    <a:pt x="75421" y="306914"/>
                  </a:lnTo>
                  <a:lnTo>
                    <a:pt x="79884" y="309744"/>
                  </a:lnTo>
                  <a:lnTo>
                    <a:pt x="84435" y="312431"/>
                  </a:lnTo>
                  <a:lnTo>
                    <a:pt x="89068" y="314973"/>
                  </a:lnTo>
                  <a:lnTo>
                    <a:pt x="93778" y="317368"/>
                  </a:lnTo>
                  <a:lnTo>
                    <a:pt x="98563" y="319612"/>
                  </a:lnTo>
                  <a:lnTo>
                    <a:pt x="103416" y="321704"/>
                  </a:lnTo>
                  <a:lnTo>
                    <a:pt x="108332" y="323642"/>
                  </a:lnTo>
                  <a:lnTo>
                    <a:pt x="113307" y="325423"/>
                  </a:lnTo>
                  <a:lnTo>
                    <a:pt x="118336" y="327046"/>
                  </a:lnTo>
                  <a:lnTo>
                    <a:pt x="123414" y="328509"/>
                  </a:lnTo>
                  <a:lnTo>
                    <a:pt x="128536" y="329811"/>
                  </a:lnTo>
                  <a:lnTo>
                    <a:pt x="133696" y="330951"/>
                  </a:lnTo>
                  <a:lnTo>
                    <a:pt x="138890" y="331927"/>
                  </a:lnTo>
                  <a:lnTo>
                    <a:pt x="144112" y="332738"/>
                  </a:lnTo>
                  <a:lnTo>
                    <a:pt x="149357" y="333384"/>
                  </a:lnTo>
                  <a:lnTo>
                    <a:pt x="154619" y="333863"/>
                  </a:lnTo>
                  <a:lnTo>
                    <a:pt x="159895" y="334176"/>
                  </a:lnTo>
                  <a:lnTo>
                    <a:pt x="165177" y="334323"/>
                  </a:lnTo>
                  <a:lnTo>
                    <a:pt x="170462" y="334302"/>
                  </a:lnTo>
                  <a:lnTo>
                    <a:pt x="175743" y="334114"/>
                  </a:lnTo>
                  <a:lnTo>
                    <a:pt x="181015" y="333759"/>
                  </a:lnTo>
                  <a:lnTo>
                    <a:pt x="186274" y="333238"/>
                  </a:lnTo>
                  <a:lnTo>
                    <a:pt x="191514" y="332551"/>
                  </a:lnTo>
                  <a:lnTo>
                    <a:pt x="196729" y="331698"/>
                  </a:lnTo>
                  <a:lnTo>
                    <a:pt x="201915" y="330681"/>
                  </a:lnTo>
                  <a:lnTo>
                    <a:pt x="207066" y="329501"/>
                  </a:lnTo>
                  <a:lnTo>
                    <a:pt x="212177" y="328159"/>
                  </a:lnTo>
                  <a:lnTo>
                    <a:pt x="217243" y="326655"/>
                  </a:lnTo>
                  <a:lnTo>
                    <a:pt x="222259" y="324992"/>
                  </a:lnTo>
                  <a:lnTo>
                    <a:pt x="227220" y="323172"/>
                  </a:lnTo>
                  <a:lnTo>
                    <a:pt x="232121" y="321196"/>
                  </a:lnTo>
                  <a:lnTo>
                    <a:pt x="236958" y="319065"/>
                  </a:lnTo>
                  <a:lnTo>
                    <a:pt x="241724" y="316783"/>
                  </a:lnTo>
                  <a:lnTo>
                    <a:pt x="246416" y="314351"/>
                  </a:lnTo>
                  <a:lnTo>
                    <a:pt x="251028" y="311773"/>
                  </a:lnTo>
                  <a:lnTo>
                    <a:pt x="255557" y="309050"/>
                  </a:lnTo>
                  <a:lnTo>
                    <a:pt x="259998" y="306185"/>
                  </a:lnTo>
                  <a:lnTo>
                    <a:pt x="264345" y="303181"/>
                  </a:lnTo>
                  <a:lnTo>
                    <a:pt x="268596" y="300041"/>
                  </a:lnTo>
                  <a:lnTo>
                    <a:pt x="272745" y="296768"/>
                  </a:lnTo>
                  <a:lnTo>
                    <a:pt x="276789" y="293366"/>
                  </a:lnTo>
                  <a:lnTo>
                    <a:pt x="280723" y="289838"/>
                  </a:lnTo>
                  <a:lnTo>
                    <a:pt x="284544" y="286187"/>
                  </a:lnTo>
                  <a:lnTo>
                    <a:pt x="288247" y="282417"/>
                  </a:lnTo>
                  <a:lnTo>
                    <a:pt x="291829" y="278532"/>
                  </a:lnTo>
                  <a:lnTo>
                    <a:pt x="295287" y="274536"/>
                  </a:lnTo>
                  <a:lnTo>
                    <a:pt x="298617" y="270432"/>
                  </a:lnTo>
                  <a:lnTo>
                    <a:pt x="301815" y="266225"/>
                  </a:lnTo>
                  <a:lnTo>
                    <a:pt x="304879" y="261920"/>
                  </a:lnTo>
                  <a:lnTo>
                    <a:pt x="307805" y="257519"/>
                  </a:lnTo>
                  <a:lnTo>
                    <a:pt x="310591" y="253028"/>
                  </a:lnTo>
                  <a:lnTo>
                    <a:pt x="313233" y="248452"/>
                  </a:lnTo>
                  <a:lnTo>
                    <a:pt x="315729" y="243794"/>
                  </a:lnTo>
                  <a:lnTo>
                    <a:pt x="318077" y="239060"/>
                  </a:lnTo>
                  <a:lnTo>
                    <a:pt x="320274" y="234254"/>
                  </a:lnTo>
                  <a:lnTo>
                    <a:pt x="322318" y="229380"/>
                  </a:lnTo>
                  <a:lnTo>
                    <a:pt x="324207" y="224445"/>
                  </a:lnTo>
                  <a:lnTo>
                    <a:pt x="325939" y="219452"/>
                  </a:lnTo>
                  <a:lnTo>
                    <a:pt x="327512" y="214407"/>
                  </a:lnTo>
                  <a:lnTo>
                    <a:pt x="328925" y="209315"/>
                  </a:lnTo>
                  <a:lnTo>
                    <a:pt x="330177" y="204181"/>
                  </a:lnTo>
                  <a:lnTo>
                    <a:pt x="331265" y="199010"/>
                  </a:lnTo>
                  <a:lnTo>
                    <a:pt x="332190" y="193807"/>
                  </a:lnTo>
                  <a:lnTo>
                    <a:pt x="332949" y="188577"/>
                  </a:lnTo>
                  <a:lnTo>
                    <a:pt x="333543" y="183326"/>
                  </a:lnTo>
                  <a:lnTo>
                    <a:pt x="333971" y="178059"/>
                  </a:lnTo>
                  <a:lnTo>
                    <a:pt x="334232" y="172781"/>
                  </a:lnTo>
                  <a:lnTo>
                    <a:pt x="334326" y="167497"/>
                  </a:lnTo>
                  <a:lnTo>
                    <a:pt x="334253" y="162213"/>
                  </a:lnTo>
                  <a:lnTo>
                    <a:pt x="334013" y="156934"/>
                  </a:lnTo>
                  <a:lnTo>
                    <a:pt x="333606" y="151665"/>
                  </a:lnTo>
                  <a:lnTo>
                    <a:pt x="333033" y="146412"/>
                  </a:lnTo>
                  <a:lnTo>
                    <a:pt x="332294" y="141179"/>
                  </a:lnTo>
                  <a:lnTo>
                    <a:pt x="331390" y="135973"/>
                  </a:lnTo>
                  <a:lnTo>
                    <a:pt x="330322" y="130797"/>
                  </a:lnTo>
                  <a:lnTo>
                    <a:pt x="329091" y="125658"/>
                  </a:lnTo>
                  <a:lnTo>
                    <a:pt x="327698" y="120560"/>
                  </a:lnTo>
                  <a:lnTo>
                    <a:pt x="326144" y="115509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90748" y="2748574"/>
              <a:ext cx="158985" cy="51657"/>
            </a:xfrm>
            <a:custGeom>
              <a:avLst/>
              <a:pathLst>
                <a:path w="158985" h="51657">
                  <a:moveTo>
                    <a:pt x="158985" y="0"/>
                  </a:moveTo>
                  <a:lnTo>
                    <a:pt x="0" y="51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90748" y="2748574"/>
              <a:ext cx="158985" cy="51657"/>
            </a:xfrm>
            <a:custGeom>
              <a:avLst/>
              <a:pathLst>
                <a:path w="158985" h="51657">
                  <a:moveTo>
                    <a:pt x="158985" y="0"/>
                  </a:moveTo>
                  <a:lnTo>
                    <a:pt x="0" y="51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590748" y="2748574"/>
              <a:ext cx="158985" cy="51657"/>
            </a:xfrm>
            <a:custGeom>
              <a:avLst/>
              <a:pathLst>
                <a:path w="158985" h="51657">
                  <a:moveTo>
                    <a:pt x="158985" y="0"/>
                  </a:moveTo>
                  <a:lnTo>
                    <a:pt x="0" y="516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90748" y="2748574"/>
              <a:ext cx="158985" cy="51657"/>
            </a:xfrm>
            <a:custGeom>
              <a:avLst/>
              <a:pathLst>
                <a:path w="158985" h="51657">
                  <a:moveTo>
                    <a:pt x="158985" y="0"/>
                  </a:moveTo>
                  <a:lnTo>
                    <a:pt x="0" y="516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90748" y="2748574"/>
              <a:ext cx="158985" cy="51657"/>
            </a:xfrm>
            <a:custGeom>
              <a:avLst/>
              <a:pathLst>
                <a:path w="158985" h="51657">
                  <a:moveTo>
                    <a:pt x="158985" y="0"/>
                  </a:moveTo>
                  <a:lnTo>
                    <a:pt x="0" y="516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90748" y="2748574"/>
              <a:ext cx="158985" cy="51657"/>
            </a:xfrm>
            <a:custGeom>
              <a:avLst/>
              <a:pathLst>
                <a:path w="158985" h="51657">
                  <a:moveTo>
                    <a:pt x="158985" y="0"/>
                  </a:moveTo>
                  <a:lnTo>
                    <a:pt x="0" y="516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90748" y="2748574"/>
              <a:ext cx="158985" cy="51657"/>
            </a:xfrm>
            <a:custGeom>
              <a:avLst/>
              <a:pathLst>
                <a:path w="158985" h="51657">
                  <a:moveTo>
                    <a:pt x="158985" y="0"/>
                  </a:moveTo>
                  <a:lnTo>
                    <a:pt x="0" y="516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90748" y="2748574"/>
              <a:ext cx="158985" cy="51657"/>
            </a:xfrm>
            <a:custGeom>
              <a:avLst/>
              <a:pathLst>
                <a:path w="158985" h="51657">
                  <a:moveTo>
                    <a:pt x="158985" y="0"/>
                  </a:moveTo>
                  <a:lnTo>
                    <a:pt x="0" y="51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90748" y="2748574"/>
              <a:ext cx="158985" cy="51657"/>
            </a:xfrm>
            <a:custGeom>
              <a:avLst/>
              <a:pathLst>
                <a:path w="158985" h="51657">
                  <a:moveTo>
                    <a:pt x="158985" y="0"/>
                  </a:moveTo>
                  <a:lnTo>
                    <a:pt x="0" y="51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90748" y="2748574"/>
              <a:ext cx="158985" cy="51657"/>
            </a:xfrm>
            <a:custGeom>
              <a:avLst/>
              <a:pathLst>
                <a:path w="158985" h="51657">
                  <a:moveTo>
                    <a:pt x="158985" y="0"/>
                  </a:moveTo>
                  <a:lnTo>
                    <a:pt x="0" y="51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90748" y="2748574"/>
              <a:ext cx="158985" cy="51657"/>
            </a:xfrm>
            <a:custGeom>
              <a:avLst/>
              <a:pathLst>
                <a:path w="158985" h="51657">
                  <a:moveTo>
                    <a:pt x="158985" y="0"/>
                  </a:moveTo>
                  <a:lnTo>
                    <a:pt x="0" y="516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90748" y="2748574"/>
              <a:ext cx="158985" cy="51657"/>
            </a:xfrm>
            <a:custGeom>
              <a:avLst/>
              <a:pathLst>
                <a:path w="158985" h="51657">
                  <a:moveTo>
                    <a:pt x="158985" y="0"/>
                  </a:moveTo>
                  <a:lnTo>
                    <a:pt x="0" y="516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90748" y="2748574"/>
              <a:ext cx="158985" cy="51657"/>
            </a:xfrm>
            <a:custGeom>
              <a:avLst/>
              <a:pathLst>
                <a:path w="158985" h="51657">
                  <a:moveTo>
                    <a:pt x="158985" y="0"/>
                  </a:moveTo>
                  <a:lnTo>
                    <a:pt x="0" y="516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90748" y="2644090"/>
              <a:ext cx="158985" cy="156141"/>
            </a:xfrm>
            <a:custGeom>
              <a:avLst/>
              <a:pathLst>
                <a:path w="158985" h="156141">
                  <a:moveTo>
                    <a:pt x="158985" y="104483"/>
                  </a:moveTo>
                  <a:lnTo>
                    <a:pt x="157193" y="99263"/>
                  </a:lnTo>
                  <a:lnTo>
                    <a:pt x="155230" y="94106"/>
                  </a:lnTo>
                  <a:lnTo>
                    <a:pt x="153098" y="89015"/>
                  </a:lnTo>
                  <a:lnTo>
                    <a:pt x="150799" y="83998"/>
                  </a:lnTo>
                  <a:lnTo>
                    <a:pt x="148335" y="79060"/>
                  </a:lnTo>
                  <a:lnTo>
                    <a:pt x="145710" y="74206"/>
                  </a:lnTo>
                  <a:lnTo>
                    <a:pt x="142926" y="69440"/>
                  </a:lnTo>
                  <a:lnTo>
                    <a:pt x="139986" y="64770"/>
                  </a:lnTo>
                  <a:lnTo>
                    <a:pt x="136894" y="60199"/>
                  </a:lnTo>
                  <a:lnTo>
                    <a:pt x="133652" y="55732"/>
                  </a:lnTo>
                  <a:lnTo>
                    <a:pt x="130265" y="51375"/>
                  </a:lnTo>
                  <a:lnTo>
                    <a:pt x="126736" y="47132"/>
                  </a:lnTo>
                  <a:lnTo>
                    <a:pt x="123068" y="43008"/>
                  </a:lnTo>
                  <a:lnTo>
                    <a:pt x="119267" y="39008"/>
                  </a:lnTo>
                  <a:lnTo>
                    <a:pt x="115336" y="35134"/>
                  </a:lnTo>
                  <a:lnTo>
                    <a:pt x="111278" y="31393"/>
                  </a:lnTo>
                  <a:lnTo>
                    <a:pt x="107100" y="27788"/>
                  </a:lnTo>
                  <a:lnTo>
                    <a:pt x="102805" y="24323"/>
                  </a:lnTo>
                  <a:lnTo>
                    <a:pt x="98398" y="21001"/>
                  </a:lnTo>
                  <a:lnTo>
                    <a:pt x="93883" y="17827"/>
                  </a:lnTo>
                  <a:lnTo>
                    <a:pt x="89266" y="14803"/>
                  </a:lnTo>
                  <a:lnTo>
                    <a:pt x="84552" y="11933"/>
                  </a:lnTo>
                  <a:lnTo>
                    <a:pt x="79746" y="9221"/>
                  </a:lnTo>
                  <a:lnTo>
                    <a:pt x="74853" y="6669"/>
                  </a:lnTo>
                  <a:lnTo>
                    <a:pt x="69878" y="4279"/>
                  </a:lnTo>
                  <a:lnTo>
                    <a:pt x="64827" y="2055"/>
                  </a:lnTo>
                  <a:lnTo>
                    <a:pt x="59706" y="0"/>
                  </a:lnTo>
                  <a:lnTo>
                    <a:pt x="0" y="1561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90748" y="2633064"/>
              <a:ext cx="59706" cy="167167"/>
            </a:xfrm>
            <a:custGeom>
              <a:avLst/>
              <a:pathLst>
                <a:path w="59706" h="167167">
                  <a:moveTo>
                    <a:pt x="59706" y="11026"/>
                  </a:moveTo>
                  <a:lnTo>
                    <a:pt x="53964" y="8950"/>
                  </a:lnTo>
                  <a:lnTo>
                    <a:pt x="48151" y="7085"/>
                  </a:lnTo>
                  <a:lnTo>
                    <a:pt x="42274" y="5433"/>
                  </a:lnTo>
                  <a:lnTo>
                    <a:pt x="36340" y="3997"/>
                  </a:lnTo>
                  <a:lnTo>
                    <a:pt x="30357" y="2779"/>
                  </a:lnTo>
                  <a:lnTo>
                    <a:pt x="24335" y="1780"/>
                  </a:lnTo>
                  <a:lnTo>
                    <a:pt x="18279" y="1002"/>
                  </a:lnTo>
                  <a:lnTo>
                    <a:pt x="12200" y="445"/>
                  </a:lnTo>
                  <a:lnTo>
                    <a:pt x="6104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358822" y="3170392"/>
              <a:ext cx="334325" cy="334325"/>
            </a:xfrm>
            <a:custGeom>
              <a:avLst/>
              <a:pathLst>
                <a:path w="334325" h="334325">
                  <a:moveTo>
                    <a:pt x="167157" y="0"/>
                  </a:moveTo>
                  <a:lnTo>
                    <a:pt x="161871" y="83"/>
                  </a:lnTo>
                  <a:lnTo>
                    <a:pt x="156590" y="334"/>
                  </a:lnTo>
                  <a:lnTo>
                    <a:pt x="151320" y="751"/>
                  </a:lnTo>
                  <a:lnTo>
                    <a:pt x="146065" y="1336"/>
                  </a:lnTo>
                  <a:lnTo>
                    <a:pt x="140831" y="2085"/>
                  </a:lnTo>
                  <a:lnTo>
                    <a:pt x="135624" y="3001"/>
                  </a:lnTo>
                  <a:lnTo>
                    <a:pt x="130448" y="4080"/>
                  </a:lnTo>
                  <a:lnTo>
                    <a:pt x="125309" y="5322"/>
                  </a:lnTo>
                  <a:lnTo>
                    <a:pt x="120212" y="6727"/>
                  </a:lnTo>
                  <a:lnTo>
                    <a:pt x="115162" y="8291"/>
                  </a:lnTo>
                  <a:lnTo>
                    <a:pt x="110164" y="10015"/>
                  </a:lnTo>
                  <a:lnTo>
                    <a:pt x="105223" y="11896"/>
                  </a:lnTo>
                  <a:lnTo>
                    <a:pt x="100344" y="13932"/>
                  </a:lnTo>
                  <a:lnTo>
                    <a:pt x="95531" y="16122"/>
                  </a:lnTo>
                  <a:lnTo>
                    <a:pt x="90791" y="18462"/>
                  </a:lnTo>
                  <a:lnTo>
                    <a:pt x="86126" y="20952"/>
                  </a:lnTo>
                  <a:lnTo>
                    <a:pt x="81543" y="23587"/>
                  </a:lnTo>
                  <a:lnTo>
                    <a:pt x="77045" y="26367"/>
                  </a:lnTo>
                  <a:lnTo>
                    <a:pt x="72638" y="29287"/>
                  </a:lnTo>
                  <a:lnTo>
                    <a:pt x="68325" y="32345"/>
                  </a:lnTo>
                  <a:lnTo>
                    <a:pt x="64111" y="35537"/>
                  </a:lnTo>
                  <a:lnTo>
                    <a:pt x="60000" y="38862"/>
                  </a:lnTo>
                  <a:lnTo>
                    <a:pt x="55996" y="42315"/>
                  </a:lnTo>
                  <a:lnTo>
                    <a:pt x="52103" y="45893"/>
                  </a:lnTo>
                  <a:lnTo>
                    <a:pt x="48326" y="49592"/>
                  </a:lnTo>
                  <a:lnTo>
                    <a:pt x="44667" y="53408"/>
                  </a:lnTo>
                  <a:lnTo>
                    <a:pt x="41131" y="57339"/>
                  </a:lnTo>
                  <a:lnTo>
                    <a:pt x="37721" y="61379"/>
                  </a:lnTo>
                  <a:lnTo>
                    <a:pt x="34440" y="65525"/>
                  </a:lnTo>
                  <a:lnTo>
                    <a:pt x="31292" y="69773"/>
                  </a:lnTo>
                  <a:lnTo>
                    <a:pt x="28280" y="74118"/>
                  </a:lnTo>
                  <a:lnTo>
                    <a:pt x="25407" y="78556"/>
                  </a:lnTo>
                  <a:lnTo>
                    <a:pt x="22676" y="83083"/>
                  </a:lnTo>
                  <a:lnTo>
                    <a:pt x="20089" y="87694"/>
                  </a:lnTo>
                  <a:lnTo>
                    <a:pt x="17650" y="92385"/>
                  </a:lnTo>
                  <a:lnTo>
                    <a:pt x="15360" y="97150"/>
                  </a:lnTo>
                  <a:lnTo>
                    <a:pt x="13221" y="101985"/>
                  </a:lnTo>
                  <a:lnTo>
                    <a:pt x="11237" y="106886"/>
                  </a:lnTo>
                  <a:lnTo>
                    <a:pt x="9409" y="111847"/>
                  </a:lnTo>
                  <a:lnTo>
                    <a:pt x="7738" y="116863"/>
                  </a:lnTo>
                  <a:lnTo>
                    <a:pt x="6227" y="121930"/>
                  </a:lnTo>
                  <a:lnTo>
                    <a:pt x="4877" y="127041"/>
                  </a:lnTo>
                  <a:lnTo>
                    <a:pt x="3689" y="132193"/>
                  </a:lnTo>
                  <a:lnTo>
                    <a:pt x="2665" y="137380"/>
                  </a:lnTo>
                  <a:lnTo>
                    <a:pt x="1806" y="142597"/>
                  </a:lnTo>
                  <a:lnTo>
                    <a:pt x="1111" y="147838"/>
                  </a:lnTo>
                  <a:lnTo>
                    <a:pt x="583" y="153099"/>
                  </a:lnTo>
                  <a:lnTo>
                    <a:pt x="222" y="158373"/>
                  </a:lnTo>
                  <a:lnTo>
                    <a:pt x="27" y="163657"/>
                  </a:lnTo>
                  <a:lnTo>
                    <a:pt x="0" y="168944"/>
                  </a:lnTo>
                  <a:lnTo>
                    <a:pt x="139" y="174229"/>
                  </a:lnTo>
                  <a:lnTo>
                    <a:pt x="446" y="179507"/>
                  </a:lnTo>
                  <a:lnTo>
                    <a:pt x="920" y="184773"/>
                  </a:lnTo>
                  <a:lnTo>
                    <a:pt x="1560" y="190021"/>
                  </a:lnTo>
                  <a:lnTo>
                    <a:pt x="2365" y="195246"/>
                  </a:lnTo>
                  <a:lnTo>
                    <a:pt x="3336" y="200444"/>
                  </a:lnTo>
                  <a:lnTo>
                    <a:pt x="4470" y="205607"/>
                  </a:lnTo>
                  <a:lnTo>
                    <a:pt x="5767" y="210733"/>
                  </a:lnTo>
                  <a:lnTo>
                    <a:pt x="7225" y="215815"/>
                  </a:lnTo>
                  <a:lnTo>
                    <a:pt x="8844" y="220848"/>
                  </a:lnTo>
                  <a:lnTo>
                    <a:pt x="10620" y="225828"/>
                  </a:lnTo>
                  <a:lnTo>
                    <a:pt x="12554" y="230749"/>
                  </a:lnTo>
                  <a:lnTo>
                    <a:pt x="14642" y="235606"/>
                  </a:lnTo>
                  <a:lnTo>
                    <a:pt x="16882" y="240395"/>
                  </a:lnTo>
                  <a:lnTo>
                    <a:pt x="19273" y="245110"/>
                  </a:lnTo>
                  <a:lnTo>
                    <a:pt x="21812" y="249748"/>
                  </a:lnTo>
                  <a:lnTo>
                    <a:pt x="24496" y="254303"/>
                  </a:lnTo>
                  <a:lnTo>
                    <a:pt x="27323" y="258771"/>
                  </a:lnTo>
                  <a:lnTo>
                    <a:pt x="30290" y="263147"/>
                  </a:lnTo>
                  <a:lnTo>
                    <a:pt x="33393" y="267427"/>
                  </a:lnTo>
                  <a:lnTo>
                    <a:pt x="36631" y="271607"/>
                  </a:lnTo>
                  <a:lnTo>
                    <a:pt x="39999" y="275682"/>
                  </a:lnTo>
                  <a:lnTo>
                    <a:pt x="43494" y="279649"/>
                  </a:lnTo>
                  <a:lnTo>
                    <a:pt x="47113" y="283504"/>
                  </a:lnTo>
                  <a:lnTo>
                    <a:pt x="50852" y="287242"/>
                  </a:lnTo>
                  <a:lnTo>
                    <a:pt x="54707" y="290860"/>
                  </a:lnTo>
                  <a:lnTo>
                    <a:pt x="58675" y="294354"/>
                  </a:lnTo>
                  <a:lnTo>
                    <a:pt x="62751" y="297721"/>
                  </a:lnTo>
                  <a:lnTo>
                    <a:pt x="66932" y="300957"/>
                  </a:lnTo>
                  <a:lnTo>
                    <a:pt x="71213" y="304060"/>
                  </a:lnTo>
                  <a:lnTo>
                    <a:pt x="75590" y="307025"/>
                  </a:lnTo>
                  <a:lnTo>
                    <a:pt x="80059" y="309851"/>
                  </a:lnTo>
                  <a:lnTo>
                    <a:pt x="84614" y="312534"/>
                  </a:lnTo>
                  <a:lnTo>
                    <a:pt x="89253" y="315072"/>
                  </a:lnTo>
                  <a:lnTo>
                    <a:pt x="93969" y="317461"/>
                  </a:lnTo>
                  <a:lnTo>
                    <a:pt x="98758" y="319700"/>
                  </a:lnTo>
                  <a:lnTo>
                    <a:pt x="103616" y="321787"/>
                  </a:lnTo>
                  <a:lnTo>
                    <a:pt x="108537" y="323719"/>
                  </a:lnTo>
                  <a:lnTo>
                    <a:pt x="113517" y="325495"/>
                  </a:lnTo>
                  <a:lnTo>
                    <a:pt x="118551" y="327112"/>
                  </a:lnTo>
                  <a:lnTo>
                    <a:pt x="123633" y="328569"/>
                  </a:lnTo>
                  <a:lnTo>
                    <a:pt x="128759" y="329865"/>
                  </a:lnTo>
                  <a:lnTo>
                    <a:pt x="133923" y="330997"/>
                  </a:lnTo>
                  <a:lnTo>
                    <a:pt x="139121" y="331966"/>
                  </a:lnTo>
                  <a:lnTo>
                    <a:pt x="144346" y="332771"/>
                  </a:lnTo>
                  <a:lnTo>
                    <a:pt x="149595" y="333409"/>
                  </a:lnTo>
                  <a:lnTo>
                    <a:pt x="154860" y="333881"/>
                  </a:lnTo>
                  <a:lnTo>
                    <a:pt x="160139" y="334187"/>
                  </a:lnTo>
                  <a:lnTo>
                    <a:pt x="165424" y="334325"/>
                  </a:lnTo>
                  <a:lnTo>
                    <a:pt x="170711" y="334297"/>
                  </a:lnTo>
                  <a:lnTo>
                    <a:pt x="175994" y="334101"/>
                  </a:lnTo>
                  <a:lnTo>
                    <a:pt x="181269" y="333738"/>
                  </a:lnTo>
                  <a:lnTo>
                    <a:pt x="186529" y="333208"/>
                  </a:lnTo>
                  <a:lnTo>
                    <a:pt x="191770" y="332513"/>
                  </a:lnTo>
                  <a:lnTo>
                    <a:pt x="196987" y="331651"/>
                  </a:lnTo>
                  <a:lnTo>
                    <a:pt x="202173" y="330626"/>
                  </a:lnTo>
                  <a:lnTo>
                    <a:pt x="207325" y="329437"/>
                  </a:lnTo>
                  <a:lnTo>
                    <a:pt x="212436" y="328085"/>
                  </a:lnTo>
                  <a:lnTo>
                    <a:pt x="217503" y="326573"/>
                  </a:lnTo>
                  <a:lnTo>
                    <a:pt x="222518" y="324901"/>
                  </a:lnTo>
                  <a:lnTo>
                    <a:pt x="227479" y="323072"/>
                  </a:lnTo>
                  <a:lnTo>
                    <a:pt x="232379" y="321086"/>
                  </a:lnTo>
                  <a:lnTo>
                    <a:pt x="237214" y="318947"/>
                  </a:lnTo>
                  <a:lnTo>
                    <a:pt x="241978" y="316655"/>
                  </a:lnTo>
                  <a:lnTo>
                    <a:pt x="246668" y="314215"/>
                  </a:lnTo>
                  <a:lnTo>
                    <a:pt x="251279" y="311627"/>
                  </a:lnTo>
                  <a:lnTo>
                    <a:pt x="255805" y="308894"/>
                  </a:lnTo>
                  <a:lnTo>
                    <a:pt x="260242" y="306020"/>
                  </a:lnTo>
                  <a:lnTo>
                    <a:pt x="264587" y="303007"/>
                  </a:lnTo>
                  <a:lnTo>
                    <a:pt x="268834" y="299858"/>
                  </a:lnTo>
                  <a:lnTo>
                    <a:pt x="272979" y="296576"/>
                  </a:lnTo>
                  <a:lnTo>
                    <a:pt x="277018" y="293165"/>
                  </a:lnTo>
                  <a:lnTo>
                    <a:pt x="280948" y="289628"/>
                  </a:lnTo>
                  <a:lnTo>
                    <a:pt x="284764" y="285968"/>
                  </a:lnTo>
                  <a:lnTo>
                    <a:pt x="288462" y="282190"/>
                  </a:lnTo>
                  <a:lnTo>
                    <a:pt x="292038" y="278296"/>
                  </a:lnTo>
                  <a:lnTo>
                    <a:pt x="295490" y="274292"/>
                  </a:lnTo>
                  <a:lnTo>
                    <a:pt x="298814" y="270180"/>
                  </a:lnTo>
                  <a:lnTo>
                    <a:pt x="302005" y="265965"/>
                  </a:lnTo>
                  <a:lnTo>
                    <a:pt x="305062" y="261651"/>
                  </a:lnTo>
                  <a:lnTo>
                    <a:pt x="307981" y="257243"/>
                  </a:lnTo>
                  <a:lnTo>
                    <a:pt x="310759" y="252744"/>
                  </a:lnTo>
                  <a:lnTo>
                    <a:pt x="313394" y="248160"/>
                  </a:lnTo>
                  <a:lnTo>
                    <a:pt x="315882" y="243495"/>
                  </a:lnTo>
                  <a:lnTo>
                    <a:pt x="318221" y="238754"/>
                  </a:lnTo>
                  <a:lnTo>
                    <a:pt x="320409" y="233941"/>
                  </a:lnTo>
                  <a:lnTo>
                    <a:pt x="322444" y="229062"/>
                  </a:lnTo>
                  <a:lnTo>
                    <a:pt x="324324" y="224120"/>
                  </a:lnTo>
                  <a:lnTo>
                    <a:pt x="326046" y="219121"/>
                  </a:lnTo>
                  <a:lnTo>
                    <a:pt x="327610" y="214071"/>
                  </a:lnTo>
                  <a:lnTo>
                    <a:pt x="329013" y="208973"/>
                  </a:lnTo>
                  <a:lnTo>
                    <a:pt x="330254" y="203834"/>
                  </a:lnTo>
                  <a:lnTo>
                    <a:pt x="331332" y="198658"/>
                  </a:lnTo>
                  <a:lnTo>
                    <a:pt x="332246" y="193450"/>
                  </a:lnTo>
                  <a:lnTo>
                    <a:pt x="332994" y="188217"/>
                  </a:lnTo>
                  <a:lnTo>
                    <a:pt x="333577" y="182962"/>
                  </a:lnTo>
                  <a:lnTo>
                    <a:pt x="333993" y="177691"/>
                  </a:lnTo>
                  <a:lnTo>
                    <a:pt x="334243" y="172410"/>
                  </a:lnTo>
                  <a:lnTo>
                    <a:pt x="334325" y="167124"/>
                  </a:lnTo>
                  <a:lnTo>
                    <a:pt x="334240" y="161837"/>
                  </a:lnTo>
                  <a:lnTo>
                    <a:pt x="333988" y="156556"/>
                  </a:lnTo>
                  <a:lnTo>
                    <a:pt x="333569" y="151286"/>
                  </a:lnTo>
                  <a:lnTo>
                    <a:pt x="332983" y="146031"/>
                  </a:lnTo>
                  <a:lnTo>
                    <a:pt x="332232" y="140798"/>
                  </a:lnTo>
                  <a:lnTo>
                    <a:pt x="331316" y="135591"/>
                  </a:lnTo>
                  <a:lnTo>
                    <a:pt x="330235" y="130416"/>
                  </a:lnTo>
                  <a:lnTo>
                    <a:pt x="328991" y="125277"/>
                  </a:lnTo>
                  <a:lnTo>
                    <a:pt x="327586" y="120180"/>
                  </a:lnTo>
                  <a:lnTo>
                    <a:pt x="326020" y="115130"/>
                  </a:lnTo>
                  <a:lnTo>
                    <a:pt x="324295" y="110133"/>
                  </a:lnTo>
                  <a:lnTo>
                    <a:pt x="322412" y="105192"/>
                  </a:lnTo>
                  <a:lnTo>
                    <a:pt x="320375" y="100313"/>
                  </a:lnTo>
                  <a:lnTo>
                    <a:pt x="318184" y="95502"/>
                  </a:lnTo>
                  <a:lnTo>
                    <a:pt x="315842" y="90762"/>
                  </a:lnTo>
                  <a:lnTo>
                    <a:pt x="313352" y="86098"/>
                  </a:lnTo>
                  <a:lnTo>
                    <a:pt x="310715" y="81515"/>
                  </a:lnTo>
                  <a:lnTo>
                    <a:pt x="307935" y="77018"/>
                  </a:lnTo>
                  <a:lnTo>
                    <a:pt x="305013" y="72612"/>
                  </a:lnTo>
                  <a:lnTo>
                    <a:pt x="301954" y="68299"/>
                  </a:lnTo>
                  <a:lnTo>
                    <a:pt x="298760" y="64086"/>
                  </a:lnTo>
                  <a:lnTo>
                    <a:pt x="295435" y="59976"/>
                  </a:lnTo>
                  <a:lnTo>
                    <a:pt x="291981" y="55973"/>
                  </a:lnTo>
                  <a:lnTo>
                    <a:pt x="288402" y="52081"/>
                  </a:lnTo>
                  <a:lnTo>
                    <a:pt x="284702" y="48305"/>
                  </a:lnTo>
                  <a:lnTo>
                    <a:pt x="280885" y="44647"/>
                  </a:lnTo>
                  <a:lnTo>
                    <a:pt x="276953" y="41112"/>
                  </a:lnTo>
                  <a:lnTo>
                    <a:pt x="272912" y="37703"/>
                  </a:lnTo>
                  <a:lnTo>
                    <a:pt x="268765" y="34423"/>
                  </a:lnTo>
                  <a:lnTo>
                    <a:pt x="264516" y="31277"/>
                  </a:lnTo>
                  <a:lnTo>
                    <a:pt x="260170" y="28266"/>
                  </a:lnTo>
                  <a:lnTo>
                    <a:pt x="255731" y="25394"/>
                  </a:lnTo>
                  <a:lnTo>
                    <a:pt x="251204" y="22664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3193056"/>
              <a:ext cx="84046" cy="144503"/>
            </a:xfrm>
            <a:custGeom>
              <a:avLst/>
              <a:pathLst>
                <a:path w="84046" h="144503">
                  <a:moveTo>
                    <a:pt x="84046" y="0"/>
                  </a:moveTo>
                  <a:lnTo>
                    <a:pt x="0" y="1445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3193056"/>
              <a:ext cx="84046" cy="144503"/>
            </a:xfrm>
            <a:custGeom>
              <a:avLst/>
              <a:pathLst>
                <a:path w="84046" h="144503">
                  <a:moveTo>
                    <a:pt x="84046" y="0"/>
                  </a:moveTo>
                  <a:lnTo>
                    <a:pt x="0" y="1445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3193056"/>
              <a:ext cx="84046" cy="144503"/>
            </a:xfrm>
            <a:custGeom>
              <a:avLst/>
              <a:pathLst>
                <a:path w="84046" h="144503">
                  <a:moveTo>
                    <a:pt x="84046" y="0"/>
                  </a:moveTo>
                  <a:lnTo>
                    <a:pt x="0" y="1445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3193056"/>
              <a:ext cx="84046" cy="144503"/>
            </a:xfrm>
            <a:custGeom>
              <a:avLst/>
              <a:pathLst>
                <a:path w="84046" h="144503">
                  <a:moveTo>
                    <a:pt x="84046" y="0"/>
                  </a:moveTo>
                  <a:lnTo>
                    <a:pt x="0" y="1445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3193056"/>
              <a:ext cx="84046" cy="144503"/>
            </a:xfrm>
            <a:custGeom>
              <a:avLst/>
              <a:pathLst>
                <a:path w="84046" h="144503">
                  <a:moveTo>
                    <a:pt x="84046" y="0"/>
                  </a:moveTo>
                  <a:lnTo>
                    <a:pt x="0" y="1445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3193056"/>
              <a:ext cx="84046" cy="144503"/>
            </a:xfrm>
            <a:custGeom>
              <a:avLst/>
              <a:pathLst>
                <a:path w="84046" h="144503">
                  <a:moveTo>
                    <a:pt x="84046" y="0"/>
                  </a:moveTo>
                  <a:lnTo>
                    <a:pt x="0" y="1445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3193056"/>
              <a:ext cx="84046" cy="144503"/>
            </a:xfrm>
            <a:custGeom>
              <a:avLst/>
              <a:pathLst>
                <a:path w="84046" h="144503">
                  <a:moveTo>
                    <a:pt x="84046" y="0"/>
                  </a:moveTo>
                  <a:lnTo>
                    <a:pt x="0" y="1445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3193056"/>
              <a:ext cx="84046" cy="144503"/>
            </a:xfrm>
            <a:custGeom>
              <a:avLst/>
              <a:pathLst>
                <a:path w="84046" h="144503">
                  <a:moveTo>
                    <a:pt x="84046" y="0"/>
                  </a:moveTo>
                  <a:lnTo>
                    <a:pt x="0" y="1445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3193056"/>
              <a:ext cx="84046" cy="144503"/>
            </a:xfrm>
            <a:custGeom>
              <a:avLst/>
              <a:pathLst>
                <a:path w="84046" h="144503">
                  <a:moveTo>
                    <a:pt x="84046" y="0"/>
                  </a:moveTo>
                  <a:lnTo>
                    <a:pt x="0" y="1445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193056"/>
              <a:ext cx="84046" cy="144503"/>
            </a:xfrm>
            <a:custGeom>
              <a:avLst/>
              <a:pathLst>
                <a:path w="84046" h="144503">
                  <a:moveTo>
                    <a:pt x="84046" y="0"/>
                  </a:moveTo>
                  <a:lnTo>
                    <a:pt x="0" y="1445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3193056"/>
              <a:ext cx="84046" cy="144503"/>
            </a:xfrm>
            <a:custGeom>
              <a:avLst/>
              <a:pathLst>
                <a:path w="84046" h="144503">
                  <a:moveTo>
                    <a:pt x="84046" y="0"/>
                  </a:moveTo>
                  <a:lnTo>
                    <a:pt x="0" y="1445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3193056"/>
              <a:ext cx="84046" cy="144503"/>
            </a:xfrm>
            <a:custGeom>
              <a:avLst/>
              <a:pathLst>
                <a:path w="84046" h="144503">
                  <a:moveTo>
                    <a:pt x="84046" y="0"/>
                  </a:moveTo>
                  <a:lnTo>
                    <a:pt x="0" y="1445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3186324"/>
              <a:ext cx="84046" cy="151235"/>
            </a:xfrm>
            <a:custGeom>
              <a:avLst/>
              <a:pathLst>
                <a:path w="84046" h="151235">
                  <a:moveTo>
                    <a:pt x="84046" y="6732"/>
                  </a:moveTo>
                  <a:lnTo>
                    <a:pt x="71223" y="0"/>
                  </a:lnTo>
                  <a:lnTo>
                    <a:pt x="0" y="1512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170392"/>
              <a:ext cx="71223" cy="167167"/>
            </a:xfrm>
            <a:custGeom>
              <a:avLst/>
              <a:pathLst>
                <a:path w="71223" h="167167">
                  <a:moveTo>
                    <a:pt x="71223" y="15931"/>
                  </a:moveTo>
                  <a:lnTo>
                    <a:pt x="66063" y="13607"/>
                  </a:lnTo>
                  <a:lnTo>
                    <a:pt x="60827" y="11459"/>
                  </a:lnTo>
                  <a:lnTo>
                    <a:pt x="55521" y="9489"/>
                  </a:lnTo>
                  <a:lnTo>
                    <a:pt x="50152" y="7700"/>
                  </a:lnTo>
                  <a:lnTo>
                    <a:pt x="44725" y="6094"/>
                  </a:lnTo>
                  <a:lnTo>
                    <a:pt x="39247" y="4672"/>
                  </a:lnTo>
                  <a:lnTo>
                    <a:pt x="33725" y="3437"/>
                  </a:lnTo>
                  <a:lnTo>
                    <a:pt x="28163" y="2389"/>
                  </a:lnTo>
                  <a:lnTo>
                    <a:pt x="22569" y="1530"/>
                  </a:lnTo>
                  <a:lnTo>
                    <a:pt x="16949" y="861"/>
                  </a:lnTo>
                  <a:lnTo>
                    <a:pt x="11310" y="383"/>
                  </a:lnTo>
                  <a:lnTo>
                    <a:pt x="5658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423599" y="3707720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8" y="84"/>
                  </a:lnTo>
                  <a:lnTo>
                    <a:pt x="156553" y="336"/>
                  </a:lnTo>
                  <a:lnTo>
                    <a:pt x="151269" y="755"/>
                  </a:lnTo>
                  <a:lnTo>
                    <a:pt x="146001" y="1343"/>
                  </a:lnTo>
                  <a:lnTo>
                    <a:pt x="140753" y="2097"/>
                  </a:lnTo>
                  <a:lnTo>
                    <a:pt x="135533" y="3016"/>
                  </a:lnTo>
                  <a:lnTo>
                    <a:pt x="130344" y="4101"/>
                  </a:lnTo>
                  <a:lnTo>
                    <a:pt x="125192" y="5350"/>
                  </a:lnTo>
                  <a:lnTo>
                    <a:pt x="120083" y="6762"/>
                  </a:lnTo>
                  <a:lnTo>
                    <a:pt x="115020" y="8335"/>
                  </a:lnTo>
                  <a:lnTo>
                    <a:pt x="110011" y="10068"/>
                  </a:lnTo>
                  <a:lnTo>
                    <a:pt x="105058" y="11958"/>
                  </a:lnTo>
                  <a:lnTo>
                    <a:pt x="100168" y="14005"/>
                  </a:lnTo>
                  <a:lnTo>
                    <a:pt x="95346" y="16206"/>
                  </a:lnTo>
                  <a:lnTo>
                    <a:pt x="90595" y="18558"/>
                  </a:lnTo>
                  <a:lnTo>
                    <a:pt x="85922" y="21060"/>
                  </a:lnTo>
                  <a:lnTo>
                    <a:pt x="81330" y="23709"/>
                  </a:lnTo>
                  <a:lnTo>
                    <a:pt x="76825" y="26502"/>
                  </a:lnTo>
                  <a:lnTo>
                    <a:pt x="72410" y="29437"/>
                  </a:lnTo>
                  <a:lnTo>
                    <a:pt x="68091" y="32510"/>
                  </a:lnTo>
                  <a:lnTo>
                    <a:pt x="63871" y="35719"/>
                  </a:lnTo>
                  <a:lnTo>
                    <a:pt x="59755" y="39059"/>
                  </a:lnTo>
                  <a:lnTo>
                    <a:pt x="55747" y="42529"/>
                  </a:lnTo>
                  <a:lnTo>
                    <a:pt x="51851" y="46124"/>
                  </a:lnTo>
                  <a:lnTo>
                    <a:pt x="48071" y="49840"/>
                  </a:lnTo>
                  <a:lnTo>
                    <a:pt x="44411" y="53675"/>
                  </a:lnTo>
                  <a:lnTo>
                    <a:pt x="40874" y="57623"/>
                  </a:lnTo>
                  <a:lnTo>
                    <a:pt x="37465" y="61682"/>
                  </a:lnTo>
                  <a:lnTo>
                    <a:pt x="34185" y="65847"/>
                  </a:lnTo>
                  <a:lnTo>
                    <a:pt x="31040" y="70114"/>
                  </a:lnTo>
                  <a:lnTo>
                    <a:pt x="28031" y="74478"/>
                  </a:lnTo>
                  <a:lnTo>
                    <a:pt x="25162" y="78936"/>
                  </a:lnTo>
                  <a:lnTo>
                    <a:pt x="22436" y="83482"/>
                  </a:lnTo>
                  <a:lnTo>
                    <a:pt x="19855" y="88113"/>
                  </a:lnTo>
                  <a:lnTo>
                    <a:pt x="17423" y="92822"/>
                  </a:lnTo>
                  <a:lnTo>
                    <a:pt x="15141" y="97607"/>
                  </a:lnTo>
                  <a:lnTo>
                    <a:pt x="13012" y="102462"/>
                  </a:lnTo>
                  <a:lnTo>
                    <a:pt x="11038" y="107382"/>
                  </a:lnTo>
                  <a:lnTo>
                    <a:pt x="9220" y="112361"/>
                  </a:lnTo>
                  <a:lnTo>
                    <a:pt x="7562" y="117396"/>
                  </a:lnTo>
                  <a:lnTo>
                    <a:pt x="6064" y="122481"/>
                  </a:lnTo>
                  <a:lnTo>
                    <a:pt x="4728" y="127611"/>
                  </a:lnTo>
                  <a:lnTo>
                    <a:pt x="3556" y="132781"/>
                  </a:lnTo>
                  <a:lnTo>
                    <a:pt x="2548" y="137985"/>
                  </a:lnTo>
                  <a:lnTo>
                    <a:pt x="1705" y="143219"/>
                  </a:lnTo>
                  <a:lnTo>
                    <a:pt x="1029" y="148477"/>
                  </a:lnTo>
                  <a:lnTo>
                    <a:pt x="520" y="153753"/>
                  </a:lnTo>
                  <a:lnTo>
                    <a:pt x="179" y="159043"/>
                  </a:lnTo>
                  <a:lnTo>
                    <a:pt x="5" y="164341"/>
                  </a:lnTo>
                  <a:lnTo>
                    <a:pt x="0" y="169642"/>
                  </a:lnTo>
                  <a:lnTo>
                    <a:pt x="162" y="174941"/>
                  </a:lnTo>
                  <a:lnTo>
                    <a:pt x="492" y="180231"/>
                  </a:lnTo>
                  <a:lnTo>
                    <a:pt x="990" y="185509"/>
                  </a:lnTo>
                  <a:lnTo>
                    <a:pt x="1656" y="190768"/>
                  </a:lnTo>
                  <a:lnTo>
                    <a:pt x="2487" y="196004"/>
                  </a:lnTo>
                  <a:lnTo>
                    <a:pt x="3484" y="201210"/>
                  </a:lnTo>
                  <a:lnTo>
                    <a:pt x="4646" y="206382"/>
                  </a:lnTo>
                  <a:lnTo>
                    <a:pt x="5971" y="211515"/>
                  </a:lnTo>
                  <a:lnTo>
                    <a:pt x="7458" y="216603"/>
                  </a:lnTo>
                  <a:lnTo>
                    <a:pt x="9106" y="221641"/>
                  </a:lnTo>
                  <a:lnTo>
                    <a:pt x="10913" y="226625"/>
                  </a:lnTo>
                  <a:lnTo>
                    <a:pt x="12876" y="231549"/>
                  </a:lnTo>
                  <a:lnTo>
                    <a:pt x="14995" y="236408"/>
                  </a:lnTo>
                  <a:lnTo>
                    <a:pt x="17267" y="241197"/>
                  </a:lnTo>
                  <a:lnTo>
                    <a:pt x="19690" y="245912"/>
                  </a:lnTo>
                  <a:lnTo>
                    <a:pt x="22261" y="250548"/>
                  </a:lnTo>
                  <a:lnTo>
                    <a:pt x="24977" y="255100"/>
                  </a:lnTo>
                  <a:lnTo>
                    <a:pt x="27837" y="259564"/>
                  </a:lnTo>
                  <a:lnTo>
                    <a:pt x="30837" y="263935"/>
                  </a:lnTo>
                  <a:lnTo>
                    <a:pt x="33973" y="268208"/>
                  </a:lnTo>
                  <a:lnTo>
                    <a:pt x="37244" y="272380"/>
                  </a:lnTo>
                  <a:lnTo>
                    <a:pt x="40645" y="276446"/>
                  </a:lnTo>
                  <a:lnTo>
                    <a:pt x="44174" y="280402"/>
                  </a:lnTo>
                  <a:lnTo>
                    <a:pt x="47826" y="284244"/>
                  </a:lnTo>
                  <a:lnTo>
                    <a:pt x="51598" y="287968"/>
                  </a:lnTo>
                  <a:lnTo>
                    <a:pt x="55486" y="291571"/>
                  </a:lnTo>
                  <a:lnTo>
                    <a:pt x="59487" y="295049"/>
                  </a:lnTo>
                  <a:lnTo>
                    <a:pt x="63596" y="298399"/>
                  </a:lnTo>
                  <a:lnTo>
                    <a:pt x="67809" y="301616"/>
                  </a:lnTo>
                  <a:lnTo>
                    <a:pt x="72122" y="304698"/>
                  </a:lnTo>
                  <a:lnTo>
                    <a:pt x="76530" y="307642"/>
                  </a:lnTo>
                  <a:lnTo>
                    <a:pt x="81030" y="310445"/>
                  </a:lnTo>
                  <a:lnTo>
                    <a:pt x="85616" y="313103"/>
                  </a:lnTo>
                  <a:lnTo>
                    <a:pt x="90284" y="315615"/>
                  </a:lnTo>
                  <a:lnTo>
                    <a:pt x="95029" y="317977"/>
                  </a:lnTo>
                  <a:lnTo>
                    <a:pt x="99847" y="320188"/>
                  </a:lnTo>
                  <a:lnTo>
                    <a:pt x="104733" y="322245"/>
                  </a:lnTo>
                  <a:lnTo>
                    <a:pt x="109681" y="324146"/>
                  </a:lnTo>
                  <a:lnTo>
                    <a:pt x="114688" y="325889"/>
                  </a:lnTo>
                  <a:lnTo>
                    <a:pt x="119747" y="327473"/>
                  </a:lnTo>
                  <a:lnTo>
                    <a:pt x="124853" y="328895"/>
                  </a:lnTo>
                  <a:lnTo>
                    <a:pt x="130002" y="330155"/>
                  </a:lnTo>
                  <a:lnTo>
                    <a:pt x="135189" y="331251"/>
                  </a:lnTo>
                  <a:lnTo>
                    <a:pt x="140407" y="332182"/>
                  </a:lnTo>
                  <a:lnTo>
                    <a:pt x="145653" y="332947"/>
                  </a:lnTo>
                  <a:lnTo>
                    <a:pt x="150920" y="333545"/>
                  </a:lnTo>
                  <a:lnTo>
                    <a:pt x="156204" y="333976"/>
                  </a:lnTo>
                  <a:lnTo>
                    <a:pt x="161498" y="334239"/>
                  </a:lnTo>
                  <a:lnTo>
                    <a:pt x="166798" y="334334"/>
                  </a:lnTo>
                  <a:lnTo>
                    <a:pt x="172099" y="334261"/>
                  </a:lnTo>
                  <a:lnTo>
                    <a:pt x="177394" y="334020"/>
                  </a:lnTo>
                  <a:lnTo>
                    <a:pt x="182680" y="333611"/>
                  </a:lnTo>
                  <a:lnTo>
                    <a:pt x="187949" y="333035"/>
                  </a:lnTo>
                  <a:lnTo>
                    <a:pt x="193198" y="332292"/>
                  </a:lnTo>
                  <a:lnTo>
                    <a:pt x="198420" y="331383"/>
                  </a:lnTo>
                  <a:lnTo>
                    <a:pt x="203611" y="330309"/>
                  </a:lnTo>
                  <a:lnTo>
                    <a:pt x="208766" y="329071"/>
                  </a:lnTo>
                  <a:lnTo>
                    <a:pt x="213878" y="327670"/>
                  </a:lnTo>
                  <a:lnTo>
                    <a:pt x="218944" y="326108"/>
                  </a:lnTo>
                  <a:lnTo>
                    <a:pt x="223957" y="324386"/>
                  </a:lnTo>
                  <a:lnTo>
                    <a:pt x="228914" y="322505"/>
                  </a:lnTo>
                  <a:lnTo>
                    <a:pt x="233808" y="320469"/>
                  </a:lnTo>
                  <a:lnTo>
                    <a:pt x="238635" y="318278"/>
                  </a:lnTo>
                  <a:lnTo>
                    <a:pt x="243390" y="315936"/>
                  </a:lnTo>
                  <a:lnTo>
                    <a:pt x="248069" y="313444"/>
                  </a:lnTo>
                  <a:lnTo>
                    <a:pt x="252666" y="310804"/>
                  </a:lnTo>
                  <a:lnTo>
                    <a:pt x="257178" y="308021"/>
                  </a:lnTo>
                  <a:lnTo>
                    <a:pt x="261598" y="305095"/>
                  </a:lnTo>
                  <a:lnTo>
                    <a:pt x="265924" y="302031"/>
                  </a:lnTo>
                  <a:lnTo>
                    <a:pt x="270151" y="298832"/>
                  </a:lnTo>
                  <a:lnTo>
                    <a:pt x="274273" y="295499"/>
                  </a:lnTo>
                  <a:lnTo>
                    <a:pt x="278289" y="292038"/>
                  </a:lnTo>
                  <a:lnTo>
                    <a:pt x="282192" y="288452"/>
                  </a:lnTo>
                  <a:lnTo>
                    <a:pt x="285980" y="284743"/>
                  </a:lnTo>
                  <a:lnTo>
                    <a:pt x="289648" y="280916"/>
                  </a:lnTo>
                  <a:lnTo>
                    <a:pt x="293193" y="276975"/>
                  </a:lnTo>
                  <a:lnTo>
                    <a:pt x="296611" y="272923"/>
                  </a:lnTo>
                  <a:lnTo>
                    <a:pt x="299899" y="268765"/>
                  </a:lnTo>
                  <a:lnTo>
                    <a:pt x="303054" y="264505"/>
                  </a:lnTo>
                  <a:lnTo>
                    <a:pt x="306072" y="260147"/>
                  </a:lnTo>
                  <a:lnTo>
                    <a:pt x="308950" y="255695"/>
                  </a:lnTo>
                  <a:lnTo>
                    <a:pt x="311686" y="251155"/>
                  </a:lnTo>
                  <a:lnTo>
                    <a:pt x="314276" y="246530"/>
                  </a:lnTo>
                  <a:lnTo>
                    <a:pt x="316718" y="241825"/>
                  </a:lnTo>
                  <a:lnTo>
                    <a:pt x="319010" y="237045"/>
                  </a:lnTo>
                  <a:lnTo>
                    <a:pt x="321150" y="232195"/>
                  </a:lnTo>
                  <a:lnTo>
                    <a:pt x="323134" y="227279"/>
                  </a:lnTo>
                  <a:lnTo>
                    <a:pt x="324962" y="222303"/>
                  </a:lnTo>
                  <a:lnTo>
                    <a:pt x="326630" y="217272"/>
                  </a:lnTo>
                  <a:lnTo>
                    <a:pt x="328139" y="212190"/>
                  </a:lnTo>
                  <a:lnTo>
                    <a:pt x="329485" y="207063"/>
                  </a:lnTo>
                  <a:lnTo>
                    <a:pt x="330669" y="201896"/>
                  </a:lnTo>
                  <a:lnTo>
                    <a:pt x="331688" y="196694"/>
                  </a:lnTo>
                  <a:lnTo>
                    <a:pt x="332541" y="191462"/>
                  </a:lnTo>
                  <a:lnTo>
                    <a:pt x="333228" y="186205"/>
                  </a:lnTo>
                  <a:lnTo>
                    <a:pt x="333749" y="180930"/>
                  </a:lnTo>
                  <a:lnTo>
                    <a:pt x="334101" y="175641"/>
                  </a:lnTo>
                  <a:lnTo>
                    <a:pt x="334286" y="170343"/>
                  </a:lnTo>
                  <a:lnTo>
                    <a:pt x="334303" y="165042"/>
                  </a:lnTo>
                  <a:lnTo>
                    <a:pt x="334151" y="159743"/>
                  </a:lnTo>
                  <a:lnTo>
                    <a:pt x="333832" y="154452"/>
                  </a:lnTo>
                  <a:lnTo>
                    <a:pt x="333345" y="149173"/>
                  </a:lnTo>
                  <a:lnTo>
                    <a:pt x="332691" y="143913"/>
                  </a:lnTo>
                  <a:lnTo>
                    <a:pt x="331870" y="138676"/>
                  </a:lnTo>
                  <a:lnTo>
                    <a:pt x="330884" y="133467"/>
                  </a:lnTo>
                  <a:lnTo>
                    <a:pt x="329733" y="128292"/>
                  </a:lnTo>
                  <a:lnTo>
                    <a:pt x="328419" y="123157"/>
                  </a:lnTo>
                  <a:lnTo>
                    <a:pt x="326942" y="118066"/>
                  </a:lnTo>
                  <a:lnTo>
                    <a:pt x="325305" y="113024"/>
                  </a:lnTo>
                  <a:lnTo>
                    <a:pt x="323509" y="108036"/>
                  </a:lnTo>
                  <a:lnTo>
                    <a:pt x="321555" y="103109"/>
                  </a:lnTo>
                  <a:lnTo>
                    <a:pt x="319447" y="98245"/>
                  </a:lnTo>
                  <a:lnTo>
                    <a:pt x="317185" y="93451"/>
                  </a:lnTo>
                  <a:lnTo>
                    <a:pt x="314772" y="88731"/>
                  </a:lnTo>
                  <a:lnTo>
                    <a:pt x="312211" y="84089"/>
                  </a:lnTo>
                  <a:lnTo>
                    <a:pt x="309504" y="79532"/>
                  </a:lnTo>
                  <a:lnTo>
                    <a:pt x="306654" y="75062"/>
                  </a:lnTo>
                  <a:lnTo>
                    <a:pt x="303663" y="70685"/>
                  </a:lnTo>
                  <a:lnTo>
                    <a:pt x="300535" y="66405"/>
                  </a:lnTo>
                  <a:lnTo>
                    <a:pt x="297274" y="62227"/>
                  </a:lnTo>
                  <a:lnTo>
                    <a:pt x="293881" y="58154"/>
                  </a:lnTo>
                  <a:lnTo>
                    <a:pt x="290361" y="54190"/>
                  </a:lnTo>
                  <a:lnTo>
                    <a:pt x="286717" y="50340"/>
                  </a:lnTo>
                  <a:lnTo>
                    <a:pt x="282952" y="46608"/>
                  </a:lnTo>
                  <a:lnTo>
                    <a:pt x="279071" y="42997"/>
                  </a:lnTo>
                  <a:lnTo>
                    <a:pt x="275078" y="39511"/>
                  </a:lnTo>
                  <a:lnTo>
                    <a:pt x="270976" y="36153"/>
                  </a:lnTo>
                  <a:lnTo>
                    <a:pt x="266770" y="32926"/>
                  </a:lnTo>
                  <a:lnTo>
                    <a:pt x="262464" y="29835"/>
                  </a:lnTo>
                  <a:lnTo>
                    <a:pt x="258061" y="26882"/>
                  </a:lnTo>
                  <a:lnTo>
                    <a:pt x="253568" y="24070"/>
                  </a:lnTo>
                  <a:lnTo>
                    <a:pt x="248987" y="21402"/>
                  </a:lnTo>
                  <a:lnTo>
                    <a:pt x="244324" y="18880"/>
                  </a:lnTo>
                  <a:lnTo>
                    <a:pt x="239584" y="16508"/>
                  </a:lnTo>
                  <a:lnTo>
                    <a:pt x="234770" y="14287"/>
                  </a:lnTo>
                  <a:lnTo>
                    <a:pt x="229889" y="12220"/>
                  </a:lnTo>
                  <a:lnTo>
                    <a:pt x="224945" y="10309"/>
                  </a:lnTo>
                  <a:lnTo>
                    <a:pt x="219942" y="8555"/>
                  </a:lnTo>
                  <a:lnTo>
                    <a:pt x="214887" y="6961"/>
                  </a:lnTo>
                  <a:lnTo>
                    <a:pt x="209783" y="5528"/>
                  </a:lnTo>
                  <a:lnTo>
                    <a:pt x="204636" y="4257"/>
                  </a:lnTo>
                  <a:lnTo>
                    <a:pt x="199452" y="3150"/>
                  </a:lnTo>
                  <a:lnTo>
                    <a:pt x="194236" y="2209"/>
                  </a:lnTo>
                  <a:lnTo>
                    <a:pt x="188992" y="1433"/>
                  </a:lnTo>
                  <a:lnTo>
                    <a:pt x="183726" y="823"/>
                  </a:lnTo>
                  <a:lnTo>
                    <a:pt x="178443" y="381"/>
                  </a:lnTo>
                  <a:lnTo>
                    <a:pt x="173149" y="107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90748" y="3707828"/>
              <a:ext cx="6000" cy="167059"/>
            </a:xfrm>
            <a:custGeom>
              <a:avLst/>
              <a:pathLst>
                <a:path w="6000" h="167059">
                  <a:moveTo>
                    <a:pt x="6000" y="0"/>
                  </a:moveTo>
                  <a:lnTo>
                    <a:pt x="0" y="1670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90748" y="3707828"/>
              <a:ext cx="6000" cy="167059"/>
            </a:xfrm>
            <a:custGeom>
              <a:avLst/>
              <a:pathLst>
                <a:path w="6000" h="167059">
                  <a:moveTo>
                    <a:pt x="6000" y="0"/>
                  </a:moveTo>
                  <a:lnTo>
                    <a:pt x="0" y="1670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90748" y="3707828"/>
              <a:ext cx="6000" cy="167059"/>
            </a:xfrm>
            <a:custGeom>
              <a:avLst/>
              <a:pathLst>
                <a:path w="6000" h="167059">
                  <a:moveTo>
                    <a:pt x="6000" y="0"/>
                  </a:moveTo>
                  <a:lnTo>
                    <a:pt x="0" y="1670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90748" y="3707828"/>
              <a:ext cx="6000" cy="167059"/>
            </a:xfrm>
            <a:custGeom>
              <a:avLst/>
              <a:pathLst>
                <a:path w="6000" h="167059">
                  <a:moveTo>
                    <a:pt x="6000" y="0"/>
                  </a:moveTo>
                  <a:lnTo>
                    <a:pt x="0" y="1670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90748" y="3707828"/>
              <a:ext cx="6000" cy="167059"/>
            </a:xfrm>
            <a:custGeom>
              <a:avLst/>
              <a:pathLst>
                <a:path w="6000" h="167059">
                  <a:moveTo>
                    <a:pt x="6000" y="0"/>
                  </a:moveTo>
                  <a:lnTo>
                    <a:pt x="0" y="1670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90748" y="3707828"/>
              <a:ext cx="6000" cy="167059"/>
            </a:xfrm>
            <a:custGeom>
              <a:avLst/>
              <a:pathLst>
                <a:path w="6000" h="167059">
                  <a:moveTo>
                    <a:pt x="6000" y="0"/>
                  </a:moveTo>
                  <a:lnTo>
                    <a:pt x="0" y="1670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90748" y="3707828"/>
              <a:ext cx="6000" cy="167059"/>
            </a:xfrm>
            <a:custGeom>
              <a:avLst/>
              <a:pathLst>
                <a:path w="6000" h="167059">
                  <a:moveTo>
                    <a:pt x="6000" y="0"/>
                  </a:moveTo>
                  <a:lnTo>
                    <a:pt x="0" y="1670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90748" y="3707828"/>
              <a:ext cx="6000" cy="167059"/>
            </a:xfrm>
            <a:custGeom>
              <a:avLst/>
              <a:pathLst>
                <a:path w="6000" h="167059">
                  <a:moveTo>
                    <a:pt x="6000" y="0"/>
                  </a:moveTo>
                  <a:lnTo>
                    <a:pt x="0" y="1670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90748" y="3707828"/>
              <a:ext cx="6000" cy="167059"/>
            </a:xfrm>
            <a:custGeom>
              <a:avLst/>
              <a:pathLst>
                <a:path w="6000" h="167059">
                  <a:moveTo>
                    <a:pt x="6000" y="0"/>
                  </a:moveTo>
                  <a:lnTo>
                    <a:pt x="0" y="1670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90748" y="3707828"/>
              <a:ext cx="6000" cy="167059"/>
            </a:xfrm>
            <a:custGeom>
              <a:avLst/>
              <a:pathLst>
                <a:path w="6000" h="167059">
                  <a:moveTo>
                    <a:pt x="6000" y="0"/>
                  </a:moveTo>
                  <a:lnTo>
                    <a:pt x="0" y="1670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90748" y="3707828"/>
              <a:ext cx="6000" cy="167059"/>
            </a:xfrm>
            <a:custGeom>
              <a:avLst/>
              <a:pathLst>
                <a:path w="6000" h="167059">
                  <a:moveTo>
                    <a:pt x="6000" y="0"/>
                  </a:moveTo>
                  <a:lnTo>
                    <a:pt x="0" y="1670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90748" y="3707828"/>
              <a:ext cx="6000" cy="167059"/>
            </a:xfrm>
            <a:custGeom>
              <a:avLst/>
              <a:pathLst>
                <a:path w="6000" h="167059">
                  <a:moveTo>
                    <a:pt x="6000" y="0"/>
                  </a:moveTo>
                  <a:lnTo>
                    <a:pt x="0" y="1670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590748" y="3707720"/>
              <a:ext cx="6000" cy="167167"/>
            </a:xfrm>
            <a:custGeom>
              <a:avLst/>
              <a:pathLst>
                <a:path w="6000" h="167167">
                  <a:moveTo>
                    <a:pt x="6000" y="10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614138" y="4213821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8" y="84"/>
                  </a:lnTo>
                  <a:lnTo>
                    <a:pt x="156553" y="336"/>
                  </a:lnTo>
                  <a:lnTo>
                    <a:pt x="151269" y="755"/>
                  </a:lnTo>
                  <a:lnTo>
                    <a:pt x="146001" y="1343"/>
                  </a:lnTo>
                  <a:lnTo>
                    <a:pt x="140753" y="2097"/>
                  </a:lnTo>
                  <a:lnTo>
                    <a:pt x="135533" y="3016"/>
                  </a:lnTo>
                  <a:lnTo>
                    <a:pt x="130344" y="4101"/>
                  </a:lnTo>
                  <a:lnTo>
                    <a:pt x="125192" y="5350"/>
                  </a:lnTo>
                  <a:lnTo>
                    <a:pt x="120083" y="6762"/>
                  </a:lnTo>
                  <a:lnTo>
                    <a:pt x="115020" y="8335"/>
                  </a:lnTo>
                  <a:lnTo>
                    <a:pt x="110011" y="10068"/>
                  </a:lnTo>
                  <a:lnTo>
                    <a:pt x="105058" y="11958"/>
                  </a:lnTo>
                  <a:lnTo>
                    <a:pt x="100168" y="14005"/>
                  </a:lnTo>
                  <a:lnTo>
                    <a:pt x="95346" y="16206"/>
                  </a:lnTo>
                  <a:lnTo>
                    <a:pt x="90595" y="18558"/>
                  </a:lnTo>
                  <a:lnTo>
                    <a:pt x="85922" y="21060"/>
                  </a:lnTo>
                  <a:lnTo>
                    <a:pt x="81330" y="23709"/>
                  </a:lnTo>
                  <a:lnTo>
                    <a:pt x="76825" y="26502"/>
                  </a:lnTo>
                  <a:lnTo>
                    <a:pt x="72410" y="29437"/>
                  </a:lnTo>
                  <a:lnTo>
                    <a:pt x="68091" y="32510"/>
                  </a:lnTo>
                  <a:lnTo>
                    <a:pt x="63871" y="35719"/>
                  </a:lnTo>
                  <a:lnTo>
                    <a:pt x="59755" y="39059"/>
                  </a:lnTo>
                  <a:lnTo>
                    <a:pt x="55747" y="42529"/>
                  </a:lnTo>
                  <a:lnTo>
                    <a:pt x="51851" y="46124"/>
                  </a:lnTo>
                  <a:lnTo>
                    <a:pt x="48071" y="49840"/>
                  </a:lnTo>
                  <a:lnTo>
                    <a:pt x="44411" y="53675"/>
                  </a:lnTo>
                  <a:lnTo>
                    <a:pt x="40874" y="57623"/>
                  </a:lnTo>
                  <a:lnTo>
                    <a:pt x="37465" y="61682"/>
                  </a:lnTo>
                  <a:lnTo>
                    <a:pt x="34185" y="65847"/>
                  </a:lnTo>
                  <a:lnTo>
                    <a:pt x="31040" y="70114"/>
                  </a:lnTo>
                  <a:lnTo>
                    <a:pt x="28031" y="74478"/>
                  </a:lnTo>
                  <a:lnTo>
                    <a:pt x="25162" y="78936"/>
                  </a:lnTo>
                  <a:lnTo>
                    <a:pt x="22436" y="83482"/>
                  </a:lnTo>
                  <a:lnTo>
                    <a:pt x="19855" y="88113"/>
                  </a:lnTo>
                  <a:lnTo>
                    <a:pt x="17423" y="92822"/>
                  </a:lnTo>
                  <a:lnTo>
                    <a:pt x="15141" y="97607"/>
                  </a:lnTo>
                  <a:lnTo>
                    <a:pt x="13012" y="102462"/>
                  </a:lnTo>
                  <a:lnTo>
                    <a:pt x="11038" y="107382"/>
                  </a:lnTo>
                  <a:lnTo>
                    <a:pt x="9220" y="112361"/>
                  </a:lnTo>
                  <a:lnTo>
                    <a:pt x="7562" y="117396"/>
                  </a:lnTo>
                  <a:lnTo>
                    <a:pt x="6064" y="122481"/>
                  </a:lnTo>
                  <a:lnTo>
                    <a:pt x="4728" y="127611"/>
                  </a:lnTo>
                  <a:lnTo>
                    <a:pt x="3556" y="132781"/>
                  </a:lnTo>
                  <a:lnTo>
                    <a:pt x="2548" y="137985"/>
                  </a:lnTo>
                  <a:lnTo>
                    <a:pt x="1705" y="143219"/>
                  </a:lnTo>
                  <a:lnTo>
                    <a:pt x="1029" y="148477"/>
                  </a:lnTo>
                  <a:lnTo>
                    <a:pt x="520" y="153753"/>
                  </a:lnTo>
                  <a:lnTo>
                    <a:pt x="179" y="159043"/>
                  </a:lnTo>
                  <a:lnTo>
                    <a:pt x="5" y="164341"/>
                  </a:lnTo>
                  <a:lnTo>
                    <a:pt x="0" y="169642"/>
                  </a:lnTo>
                  <a:lnTo>
                    <a:pt x="162" y="174941"/>
                  </a:lnTo>
                  <a:lnTo>
                    <a:pt x="492" y="180231"/>
                  </a:lnTo>
                  <a:lnTo>
                    <a:pt x="990" y="185509"/>
                  </a:lnTo>
                  <a:lnTo>
                    <a:pt x="1656" y="190768"/>
                  </a:lnTo>
                  <a:lnTo>
                    <a:pt x="2487" y="196004"/>
                  </a:lnTo>
                  <a:lnTo>
                    <a:pt x="3484" y="201210"/>
                  </a:lnTo>
                  <a:lnTo>
                    <a:pt x="4646" y="206382"/>
                  </a:lnTo>
                  <a:lnTo>
                    <a:pt x="5971" y="211515"/>
                  </a:lnTo>
                  <a:lnTo>
                    <a:pt x="7458" y="216603"/>
                  </a:lnTo>
                  <a:lnTo>
                    <a:pt x="9106" y="221641"/>
                  </a:lnTo>
                  <a:lnTo>
                    <a:pt x="10913" y="226625"/>
                  </a:lnTo>
                  <a:lnTo>
                    <a:pt x="12876" y="231549"/>
                  </a:lnTo>
                  <a:lnTo>
                    <a:pt x="14995" y="236408"/>
                  </a:lnTo>
                  <a:lnTo>
                    <a:pt x="17267" y="241197"/>
                  </a:lnTo>
                  <a:lnTo>
                    <a:pt x="19690" y="245912"/>
                  </a:lnTo>
                  <a:lnTo>
                    <a:pt x="22261" y="250548"/>
                  </a:lnTo>
                  <a:lnTo>
                    <a:pt x="24977" y="255100"/>
                  </a:lnTo>
                  <a:lnTo>
                    <a:pt x="27837" y="259564"/>
                  </a:lnTo>
                  <a:lnTo>
                    <a:pt x="30837" y="263935"/>
                  </a:lnTo>
                  <a:lnTo>
                    <a:pt x="33973" y="268208"/>
                  </a:lnTo>
                  <a:lnTo>
                    <a:pt x="37244" y="272380"/>
                  </a:lnTo>
                  <a:lnTo>
                    <a:pt x="40645" y="276446"/>
                  </a:lnTo>
                  <a:lnTo>
                    <a:pt x="44174" y="280402"/>
                  </a:lnTo>
                  <a:lnTo>
                    <a:pt x="47826" y="284244"/>
                  </a:lnTo>
                  <a:lnTo>
                    <a:pt x="51598" y="287968"/>
                  </a:lnTo>
                  <a:lnTo>
                    <a:pt x="55486" y="291571"/>
                  </a:lnTo>
                  <a:lnTo>
                    <a:pt x="59487" y="295049"/>
                  </a:lnTo>
                  <a:lnTo>
                    <a:pt x="63596" y="298399"/>
                  </a:lnTo>
                  <a:lnTo>
                    <a:pt x="67809" y="301616"/>
                  </a:lnTo>
                  <a:lnTo>
                    <a:pt x="72122" y="304698"/>
                  </a:lnTo>
                  <a:lnTo>
                    <a:pt x="76530" y="307642"/>
                  </a:lnTo>
                  <a:lnTo>
                    <a:pt x="81030" y="310445"/>
                  </a:lnTo>
                  <a:lnTo>
                    <a:pt x="85616" y="313103"/>
                  </a:lnTo>
                  <a:lnTo>
                    <a:pt x="90284" y="315615"/>
                  </a:lnTo>
                  <a:lnTo>
                    <a:pt x="95029" y="317977"/>
                  </a:lnTo>
                  <a:lnTo>
                    <a:pt x="99847" y="320188"/>
                  </a:lnTo>
                  <a:lnTo>
                    <a:pt x="104733" y="322245"/>
                  </a:lnTo>
                  <a:lnTo>
                    <a:pt x="109681" y="324146"/>
                  </a:lnTo>
                  <a:lnTo>
                    <a:pt x="114688" y="325889"/>
                  </a:lnTo>
                  <a:lnTo>
                    <a:pt x="119747" y="327473"/>
                  </a:lnTo>
                  <a:lnTo>
                    <a:pt x="124853" y="328895"/>
                  </a:lnTo>
                  <a:lnTo>
                    <a:pt x="130002" y="330155"/>
                  </a:lnTo>
                  <a:lnTo>
                    <a:pt x="135189" y="331251"/>
                  </a:lnTo>
                  <a:lnTo>
                    <a:pt x="140407" y="332182"/>
                  </a:lnTo>
                  <a:lnTo>
                    <a:pt x="145653" y="332947"/>
                  </a:lnTo>
                  <a:lnTo>
                    <a:pt x="150920" y="333545"/>
                  </a:lnTo>
                  <a:lnTo>
                    <a:pt x="156204" y="333976"/>
                  </a:lnTo>
                  <a:lnTo>
                    <a:pt x="161498" y="334239"/>
                  </a:lnTo>
                  <a:lnTo>
                    <a:pt x="166798" y="334334"/>
                  </a:lnTo>
                  <a:lnTo>
                    <a:pt x="172099" y="334261"/>
                  </a:lnTo>
                  <a:lnTo>
                    <a:pt x="177394" y="334020"/>
                  </a:lnTo>
                  <a:lnTo>
                    <a:pt x="182680" y="333611"/>
                  </a:lnTo>
                  <a:lnTo>
                    <a:pt x="187949" y="333035"/>
                  </a:lnTo>
                  <a:lnTo>
                    <a:pt x="193198" y="332292"/>
                  </a:lnTo>
                  <a:lnTo>
                    <a:pt x="198420" y="331383"/>
                  </a:lnTo>
                  <a:lnTo>
                    <a:pt x="203611" y="330309"/>
                  </a:lnTo>
                  <a:lnTo>
                    <a:pt x="208766" y="329071"/>
                  </a:lnTo>
                  <a:lnTo>
                    <a:pt x="213878" y="327670"/>
                  </a:lnTo>
                  <a:lnTo>
                    <a:pt x="218944" y="326108"/>
                  </a:lnTo>
                  <a:lnTo>
                    <a:pt x="223957" y="324386"/>
                  </a:lnTo>
                  <a:lnTo>
                    <a:pt x="228914" y="322505"/>
                  </a:lnTo>
                  <a:lnTo>
                    <a:pt x="233808" y="320469"/>
                  </a:lnTo>
                  <a:lnTo>
                    <a:pt x="238635" y="318278"/>
                  </a:lnTo>
                  <a:lnTo>
                    <a:pt x="243390" y="315936"/>
                  </a:lnTo>
                  <a:lnTo>
                    <a:pt x="248069" y="313444"/>
                  </a:lnTo>
                  <a:lnTo>
                    <a:pt x="252666" y="310804"/>
                  </a:lnTo>
                  <a:lnTo>
                    <a:pt x="257178" y="308021"/>
                  </a:lnTo>
                  <a:lnTo>
                    <a:pt x="261598" y="305095"/>
                  </a:lnTo>
                  <a:lnTo>
                    <a:pt x="265924" y="302031"/>
                  </a:lnTo>
                  <a:lnTo>
                    <a:pt x="270151" y="298832"/>
                  </a:lnTo>
                  <a:lnTo>
                    <a:pt x="274273" y="295499"/>
                  </a:lnTo>
                  <a:lnTo>
                    <a:pt x="278289" y="292038"/>
                  </a:lnTo>
                  <a:lnTo>
                    <a:pt x="282192" y="288452"/>
                  </a:lnTo>
                  <a:lnTo>
                    <a:pt x="285980" y="284743"/>
                  </a:lnTo>
                  <a:lnTo>
                    <a:pt x="289648" y="280916"/>
                  </a:lnTo>
                  <a:lnTo>
                    <a:pt x="293193" y="276975"/>
                  </a:lnTo>
                  <a:lnTo>
                    <a:pt x="296611" y="272923"/>
                  </a:lnTo>
                  <a:lnTo>
                    <a:pt x="299899" y="268765"/>
                  </a:lnTo>
                  <a:lnTo>
                    <a:pt x="303054" y="264505"/>
                  </a:lnTo>
                  <a:lnTo>
                    <a:pt x="306072" y="260147"/>
                  </a:lnTo>
                  <a:lnTo>
                    <a:pt x="308950" y="255695"/>
                  </a:lnTo>
                  <a:lnTo>
                    <a:pt x="311686" y="251155"/>
                  </a:lnTo>
                  <a:lnTo>
                    <a:pt x="314276" y="246530"/>
                  </a:lnTo>
                  <a:lnTo>
                    <a:pt x="316718" y="241825"/>
                  </a:lnTo>
                  <a:lnTo>
                    <a:pt x="319010" y="237045"/>
                  </a:lnTo>
                  <a:lnTo>
                    <a:pt x="321150" y="232195"/>
                  </a:lnTo>
                  <a:lnTo>
                    <a:pt x="323134" y="227279"/>
                  </a:lnTo>
                  <a:lnTo>
                    <a:pt x="324962" y="222303"/>
                  </a:lnTo>
                  <a:lnTo>
                    <a:pt x="326630" y="217272"/>
                  </a:lnTo>
                  <a:lnTo>
                    <a:pt x="328139" y="212190"/>
                  </a:lnTo>
                  <a:lnTo>
                    <a:pt x="329485" y="207063"/>
                  </a:lnTo>
                  <a:lnTo>
                    <a:pt x="330669" y="201896"/>
                  </a:lnTo>
                  <a:lnTo>
                    <a:pt x="331688" y="196694"/>
                  </a:lnTo>
                  <a:lnTo>
                    <a:pt x="332541" y="191462"/>
                  </a:lnTo>
                  <a:lnTo>
                    <a:pt x="333228" y="186205"/>
                  </a:lnTo>
                  <a:lnTo>
                    <a:pt x="333749" y="180930"/>
                  </a:lnTo>
                  <a:lnTo>
                    <a:pt x="334101" y="175641"/>
                  </a:lnTo>
                  <a:lnTo>
                    <a:pt x="334286" y="170343"/>
                  </a:lnTo>
                  <a:lnTo>
                    <a:pt x="334303" y="165042"/>
                  </a:lnTo>
                  <a:lnTo>
                    <a:pt x="334151" y="159743"/>
                  </a:lnTo>
                  <a:lnTo>
                    <a:pt x="333832" y="154452"/>
                  </a:lnTo>
                  <a:lnTo>
                    <a:pt x="333345" y="149173"/>
                  </a:lnTo>
                  <a:lnTo>
                    <a:pt x="332691" y="143913"/>
                  </a:lnTo>
                  <a:lnTo>
                    <a:pt x="331870" y="138676"/>
                  </a:lnTo>
                  <a:lnTo>
                    <a:pt x="330884" y="133467"/>
                  </a:lnTo>
                  <a:lnTo>
                    <a:pt x="329733" y="128292"/>
                  </a:lnTo>
                  <a:lnTo>
                    <a:pt x="328419" y="123157"/>
                  </a:lnTo>
                  <a:lnTo>
                    <a:pt x="326942" y="118066"/>
                  </a:lnTo>
                  <a:lnTo>
                    <a:pt x="325305" y="113024"/>
                  </a:lnTo>
                  <a:lnTo>
                    <a:pt x="323509" y="108036"/>
                  </a:lnTo>
                  <a:lnTo>
                    <a:pt x="321555" y="103109"/>
                  </a:lnTo>
                  <a:lnTo>
                    <a:pt x="319447" y="98245"/>
                  </a:lnTo>
                  <a:lnTo>
                    <a:pt x="317185" y="93451"/>
                  </a:lnTo>
                  <a:lnTo>
                    <a:pt x="314772" y="88731"/>
                  </a:lnTo>
                  <a:lnTo>
                    <a:pt x="312211" y="84089"/>
                  </a:lnTo>
                  <a:lnTo>
                    <a:pt x="309504" y="79532"/>
                  </a:lnTo>
                  <a:lnTo>
                    <a:pt x="306654" y="75062"/>
                  </a:lnTo>
                  <a:lnTo>
                    <a:pt x="303663" y="70685"/>
                  </a:lnTo>
                  <a:lnTo>
                    <a:pt x="300535" y="66405"/>
                  </a:lnTo>
                  <a:lnTo>
                    <a:pt x="297274" y="62227"/>
                  </a:lnTo>
                  <a:lnTo>
                    <a:pt x="293881" y="58154"/>
                  </a:lnTo>
                  <a:lnTo>
                    <a:pt x="290361" y="54190"/>
                  </a:lnTo>
                  <a:lnTo>
                    <a:pt x="286717" y="50340"/>
                  </a:lnTo>
                  <a:lnTo>
                    <a:pt x="282952" y="46608"/>
                  </a:lnTo>
                  <a:lnTo>
                    <a:pt x="279071" y="42997"/>
                  </a:lnTo>
                  <a:lnTo>
                    <a:pt x="275078" y="39511"/>
                  </a:lnTo>
                  <a:lnTo>
                    <a:pt x="270976" y="36153"/>
                  </a:lnTo>
                  <a:lnTo>
                    <a:pt x="266770" y="32926"/>
                  </a:lnTo>
                  <a:lnTo>
                    <a:pt x="262464" y="29835"/>
                  </a:lnTo>
                  <a:lnTo>
                    <a:pt x="258061" y="26882"/>
                  </a:lnTo>
                  <a:lnTo>
                    <a:pt x="253568" y="24070"/>
                  </a:lnTo>
                  <a:lnTo>
                    <a:pt x="248987" y="21402"/>
                  </a:lnTo>
                  <a:lnTo>
                    <a:pt x="244324" y="18880"/>
                  </a:lnTo>
                  <a:lnTo>
                    <a:pt x="239584" y="16508"/>
                  </a:lnTo>
                  <a:lnTo>
                    <a:pt x="234770" y="14287"/>
                  </a:lnTo>
                  <a:lnTo>
                    <a:pt x="229889" y="12220"/>
                  </a:lnTo>
                  <a:lnTo>
                    <a:pt x="224945" y="10309"/>
                  </a:lnTo>
                  <a:lnTo>
                    <a:pt x="219942" y="8555"/>
                  </a:lnTo>
                  <a:lnTo>
                    <a:pt x="214887" y="6961"/>
                  </a:lnTo>
                  <a:lnTo>
                    <a:pt x="209783" y="5528"/>
                  </a:lnTo>
                  <a:lnTo>
                    <a:pt x="204636" y="4257"/>
                  </a:lnTo>
                  <a:lnTo>
                    <a:pt x="199452" y="3150"/>
                  </a:lnTo>
                  <a:lnTo>
                    <a:pt x="194236" y="2209"/>
                  </a:lnTo>
                  <a:lnTo>
                    <a:pt x="188992" y="1433"/>
                  </a:lnTo>
                  <a:lnTo>
                    <a:pt x="183726" y="823"/>
                  </a:lnTo>
                  <a:lnTo>
                    <a:pt x="178443" y="381"/>
                  </a:lnTo>
                  <a:lnTo>
                    <a:pt x="173149" y="107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781287" y="4213929"/>
              <a:ext cx="6000" cy="167059"/>
            </a:xfrm>
            <a:custGeom>
              <a:avLst/>
              <a:pathLst>
                <a:path w="6000" h="167059">
                  <a:moveTo>
                    <a:pt x="6000" y="0"/>
                  </a:moveTo>
                  <a:lnTo>
                    <a:pt x="0" y="1670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781287" y="4213929"/>
              <a:ext cx="6000" cy="167059"/>
            </a:xfrm>
            <a:custGeom>
              <a:avLst/>
              <a:pathLst>
                <a:path w="6000" h="167059">
                  <a:moveTo>
                    <a:pt x="6000" y="0"/>
                  </a:moveTo>
                  <a:lnTo>
                    <a:pt x="0" y="1670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781287" y="4213929"/>
              <a:ext cx="6000" cy="167059"/>
            </a:xfrm>
            <a:custGeom>
              <a:avLst/>
              <a:pathLst>
                <a:path w="6000" h="167059">
                  <a:moveTo>
                    <a:pt x="6000" y="0"/>
                  </a:moveTo>
                  <a:lnTo>
                    <a:pt x="0" y="1670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781287" y="4213929"/>
              <a:ext cx="6000" cy="167059"/>
            </a:xfrm>
            <a:custGeom>
              <a:avLst/>
              <a:pathLst>
                <a:path w="6000" h="167059">
                  <a:moveTo>
                    <a:pt x="6000" y="0"/>
                  </a:moveTo>
                  <a:lnTo>
                    <a:pt x="0" y="1670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781287" y="4213929"/>
              <a:ext cx="6000" cy="167059"/>
            </a:xfrm>
            <a:custGeom>
              <a:avLst/>
              <a:pathLst>
                <a:path w="6000" h="167059">
                  <a:moveTo>
                    <a:pt x="6000" y="0"/>
                  </a:moveTo>
                  <a:lnTo>
                    <a:pt x="0" y="1670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781287" y="4213929"/>
              <a:ext cx="6000" cy="167059"/>
            </a:xfrm>
            <a:custGeom>
              <a:avLst/>
              <a:pathLst>
                <a:path w="6000" h="167059">
                  <a:moveTo>
                    <a:pt x="6000" y="0"/>
                  </a:moveTo>
                  <a:lnTo>
                    <a:pt x="0" y="1670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781287" y="4213929"/>
              <a:ext cx="6000" cy="167059"/>
            </a:xfrm>
            <a:custGeom>
              <a:avLst/>
              <a:pathLst>
                <a:path w="6000" h="167059">
                  <a:moveTo>
                    <a:pt x="6000" y="0"/>
                  </a:moveTo>
                  <a:lnTo>
                    <a:pt x="0" y="1670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781287" y="4213929"/>
              <a:ext cx="6000" cy="167059"/>
            </a:xfrm>
            <a:custGeom>
              <a:avLst/>
              <a:pathLst>
                <a:path w="6000" h="167059">
                  <a:moveTo>
                    <a:pt x="6000" y="0"/>
                  </a:moveTo>
                  <a:lnTo>
                    <a:pt x="0" y="1670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781287" y="4213929"/>
              <a:ext cx="6000" cy="167059"/>
            </a:xfrm>
            <a:custGeom>
              <a:avLst/>
              <a:pathLst>
                <a:path w="6000" h="167059">
                  <a:moveTo>
                    <a:pt x="6000" y="0"/>
                  </a:moveTo>
                  <a:lnTo>
                    <a:pt x="0" y="1670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781287" y="4213929"/>
              <a:ext cx="6000" cy="167059"/>
            </a:xfrm>
            <a:custGeom>
              <a:avLst/>
              <a:pathLst>
                <a:path w="6000" h="167059">
                  <a:moveTo>
                    <a:pt x="6000" y="0"/>
                  </a:moveTo>
                  <a:lnTo>
                    <a:pt x="0" y="1670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781287" y="4213929"/>
              <a:ext cx="6000" cy="167059"/>
            </a:xfrm>
            <a:custGeom>
              <a:avLst/>
              <a:pathLst>
                <a:path w="6000" h="167059">
                  <a:moveTo>
                    <a:pt x="6000" y="0"/>
                  </a:moveTo>
                  <a:lnTo>
                    <a:pt x="0" y="1670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781287" y="4213821"/>
              <a:ext cx="6000" cy="167167"/>
            </a:xfrm>
            <a:custGeom>
              <a:avLst/>
              <a:pathLst>
                <a:path w="6000" h="167167">
                  <a:moveTo>
                    <a:pt x="6000" y="10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919366" y="4659281"/>
              <a:ext cx="167158" cy="190426"/>
            </a:xfrm>
            <a:custGeom>
              <a:avLst/>
              <a:pathLst>
                <a:path w="167158" h="190426">
                  <a:moveTo>
                    <a:pt x="167158" y="0"/>
                  </a:moveTo>
                  <a:lnTo>
                    <a:pt x="161764" y="87"/>
                  </a:lnTo>
                  <a:lnTo>
                    <a:pt x="156376" y="348"/>
                  </a:lnTo>
                  <a:lnTo>
                    <a:pt x="150999" y="782"/>
                  </a:lnTo>
                  <a:lnTo>
                    <a:pt x="145639" y="1390"/>
                  </a:lnTo>
                  <a:lnTo>
                    <a:pt x="140301" y="2171"/>
                  </a:lnTo>
                  <a:lnTo>
                    <a:pt x="134991" y="3123"/>
                  </a:lnTo>
                  <a:lnTo>
                    <a:pt x="129715" y="4247"/>
                  </a:lnTo>
                  <a:lnTo>
                    <a:pt x="124478" y="5540"/>
                  </a:lnTo>
                  <a:lnTo>
                    <a:pt x="119285" y="7001"/>
                  </a:lnTo>
                  <a:lnTo>
                    <a:pt x="114142" y="8629"/>
                  </a:lnTo>
                  <a:lnTo>
                    <a:pt x="109054" y="10422"/>
                  </a:lnTo>
                  <a:lnTo>
                    <a:pt x="104027" y="12379"/>
                  </a:lnTo>
                  <a:lnTo>
                    <a:pt x="99065" y="14496"/>
                  </a:lnTo>
                  <a:lnTo>
                    <a:pt x="94175" y="16773"/>
                  </a:lnTo>
                  <a:lnTo>
                    <a:pt x="89360" y="19206"/>
                  </a:lnTo>
                  <a:lnTo>
                    <a:pt x="84627" y="21793"/>
                  </a:lnTo>
                  <a:lnTo>
                    <a:pt x="79979" y="24532"/>
                  </a:lnTo>
                  <a:lnTo>
                    <a:pt x="75422" y="27419"/>
                  </a:lnTo>
                  <a:lnTo>
                    <a:pt x="70961" y="30452"/>
                  </a:lnTo>
                  <a:lnTo>
                    <a:pt x="66600" y="33627"/>
                  </a:lnTo>
                  <a:lnTo>
                    <a:pt x="62343" y="36941"/>
                  </a:lnTo>
                  <a:lnTo>
                    <a:pt x="58196" y="40391"/>
                  </a:lnTo>
                  <a:lnTo>
                    <a:pt x="54162" y="43972"/>
                  </a:lnTo>
                  <a:lnTo>
                    <a:pt x="50246" y="47682"/>
                  </a:lnTo>
                  <a:lnTo>
                    <a:pt x="46451" y="51517"/>
                  </a:lnTo>
                  <a:lnTo>
                    <a:pt x="42783" y="55472"/>
                  </a:lnTo>
                  <a:lnTo>
                    <a:pt x="39244" y="59543"/>
                  </a:lnTo>
                  <a:lnTo>
                    <a:pt x="35838" y="63726"/>
                  </a:lnTo>
                  <a:lnTo>
                    <a:pt x="32568" y="68017"/>
                  </a:lnTo>
                  <a:lnTo>
                    <a:pt x="29439" y="72412"/>
                  </a:lnTo>
                  <a:lnTo>
                    <a:pt x="26454" y="76904"/>
                  </a:lnTo>
                  <a:lnTo>
                    <a:pt x="23614" y="81491"/>
                  </a:lnTo>
                  <a:lnTo>
                    <a:pt x="20925" y="86168"/>
                  </a:lnTo>
                  <a:lnTo>
                    <a:pt x="18387" y="90928"/>
                  </a:lnTo>
                  <a:lnTo>
                    <a:pt x="16005" y="95768"/>
                  </a:lnTo>
                  <a:lnTo>
                    <a:pt x="13780" y="100682"/>
                  </a:lnTo>
                  <a:lnTo>
                    <a:pt x="11715" y="105666"/>
                  </a:lnTo>
                  <a:lnTo>
                    <a:pt x="9811" y="110713"/>
                  </a:lnTo>
                  <a:lnTo>
                    <a:pt x="8072" y="115820"/>
                  </a:lnTo>
                  <a:lnTo>
                    <a:pt x="6498" y="120979"/>
                  </a:lnTo>
                  <a:lnTo>
                    <a:pt x="5091" y="126187"/>
                  </a:lnTo>
                  <a:lnTo>
                    <a:pt x="3853" y="131438"/>
                  </a:lnTo>
                  <a:lnTo>
                    <a:pt x="2785" y="136726"/>
                  </a:lnTo>
                  <a:lnTo>
                    <a:pt x="1889" y="142045"/>
                  </a:lnTo>
                  <a:lnTo>
                    <a:pt x="1164" y="147391"/>
                  </a:lnTo>
                  <a:lnTo>
                    <a:pt x="613" y="152757"/>
                  </a:lnTo>
                  <a:lnTo>
                    <a:pt x="234" y="158138"/>
                  </a:lnTo>
                  <a:lnTo>
                    <a:pt x="30" y="163529"/>
                  </a:lnTo>
                  <a:lnTo>
                    <a:pt x="0" y="168923"/>
                  </a:lnTo>
                  <a:lnTo>
                    <a:pt x="143" y="174316"/>
                  </a:lnTo>
                  <a:lnTo>
                    <a:pt x="461" y="179701"/>
                  </a:lnTo>
                  <a:lnTo>
                    <a:pt x="952" y="185073"/>
                  </a:lnTo>
                  <a:lnTo>
                    <a:pt x="1616" y="190426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920983" y="4826449"/>
              <a:ext cx="165541" cy="23259"/>
            </a:xfrm>
            <a:custGeom>
              <a:avLst/>
              <a:pathLst>
                <a:path w="165541" h="23259">
                  <a:moveTo>
                    <a:pt x="0" y="23259"/>
                  </a:moveTo>
                  <a:lnTo>
                    <a:pt x="16554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920983" y="4826449"/>
              <a:ext cx="165541" cy="23259"/>
            </a:xfrm>
            <a:custGeom>
              <a:avLst/>
              <a:pathLst>
                <a:path w="165541" h="23259">
                  <a:moveTo>
                    <a:pt x="0" y="23259"/>
                  </a:moveTo>
                  <a:lnTo>
                    <a:pt x="16554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920983" y="4826449"/>
              <a:ext cx="165541" cy="23259"/>
            </a:xfrm>
            <a:custGeom>
              <a:avLst/>
              <a:pathLst>
                <a:path w="165541" h="23259">
                  <a:moveTo>
                    <a:pt x="0" y="23259"/>
                  </a:moveTo>
                  <a:lnTo>
                    <a:pt x="16554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920983" y="4826449"/>
              <a:ext cx="165541" cy="23259"/>
            </a:xfrm>
            <a:custGeom>
              <a:avLst/>
              <a:pathLst>
                <a:path w="165541" h="23259">
                  <a:moveTo>
                    <a:pt x="0" y="23259"/>
                  </a:moveTo>
                  <a:lnTo>
                    <a:pt x="1655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920983" y="4826449"/>
              <a:ext cx="165541" cy="23259"/>
            </a:xfrm>
            <a:custGeom>
              <a:avLst/>
              <a:pathLst>
                <a:path w="165541" h="23259">
                  <a:moveTo>
                    <a:pt x="0" y="23259"/>
                  </a:moveTo>
                  <a:lnTo>
                    <a:pt x="1655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920983" y="4826449"/>
              <a:ext cx="165541" cy="23259"/>
            </a:xfrm>
            <a:custGeom>
              <a:avLst/>
              <a:pathLst>
                <a:path w="165541" h="23259">
                  <a:moveTo>
                    <a:pt x="0" y="23259"/>
                  </a:moveTo>
                  <a:lnTo>
                    <a:pt x="1655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920983" y="4826449"/>
              <a:ext cx="165541" cy="23259"/>
            </a:xfrm>
            <a:custGeom>
              <a:avLst/>
              <a:pathLst>
                <a:path w="165541" h="23259">
                  <a:moveTo>
                    <a:pt x="0" y="23259"/>
                  </a:moveTo>
                  <a:lnTo>
                    <a:pt x="1655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920983" y="4826449"/>
              <a:ext cx="165541" cy="23259"/>
            </a:xfrm>
            <a:custGeom>
              <a:avLst/>
              <a:pathLst>
                <a:path w="165541" h="23259">
                  <a:moveTo>
                    <a:pt x="0" y="23259"/>
                  </a:moveTo>
                  <a:lnTo>
                    <a:pt x="16554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920983" y="4826449"/>
              <a:ext cx="165541" cy="23259"/>
            </a:xfrm>
            <a:custGeom>
              <a:avLst/>
              <a:pathLst>
                <a:path w="165541" h="23259">
                  <a:moveTo>
                    <a:pt x="0" y="23259"/>
                  </a:moveTo>
                  <a:lnTo>
                    <a:pt x="16554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920983" y="4826449"/>
              <a:ext cx="165541" cy="47606"/>
            </a:xfrm>
            <a:custGeom>
              <a:avLst/>
              <a:pathLst>
                <a:path w="165541" h="47606">
                  <a:moveTo>
                    <a:pt x="0" y="23259"/>
                  </a:moveTo>
                  <a:lnTo>
                    <a:pt x="1360" y="31459"/>
                  </a:lnTo>
                  <a:lnTo>
                    <a:pt x="3127" y="39581"/>
                  </a:lnTo>
                  <a:lnTo>
                    <a:pt x="5295" y="47606"/>
                  </a:lnTo>
                  <a:lnTo>
                    <a:pt x="16554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926279" y="4659281"/>
              <a:ext cx="327402" cy="334328"/>
            </a:xfrm>
            <a:custGeom>
              <a:avLst/>
              <a:pathLst>
                <a:path w="327402" h="334328">
                  <a:moveTo>
                    <a:pt x="0" y="214773"/>
                  </a:moveTo>
                  <a:lnTo>
                    <a:pt x="1595" y="219848"/>
                  </a:lnTo>
                  <a:lnTo>
                    <a:pt x="3352" y="224869"/>
                  </a:lnTo>
                  <a:lnTo>
                    <a:pt x="5268" y="229832"/>
                  </a:lnTo>
                  <a:lnTo>
                    <a:pt x="7340" y="234732"/>
                  </a:lnTo>
                  <a:lnTo>
                    <a:pt x="9567" y="239563"/>
                  </a:lnTo>
                  <a:lnTo>
                    <a:pt x="11947" y="244321"/>
                  </a:lnTo>
                  <a:lnTo>
                    <a:pt x="14477" y="249000"/>
                  </a:lnTo>
                  <a:lnTo>
                    <a:pt x="17155" y="253597"/>
                  </a:lnTo>
                  <a:lnTo>
                    <a:pt x="19977" y="258106"/>
                  </a:lnTo>
                  <a:lnTo>
                    <a:pt x="22942" y="262524"/>
                  </a:lnTo>
                  <a:lnTo>
                    <a:pt x="26046" y="266844"/>
                  </a:lnTo>
                  <a:lnTo>
                    <a:pt x="29285" y="271064"/>
                  </a:lnTo>
                  <a:lnTo>
                    <a:pt x="32658" y="275178"/>
                  </a:lnTo>
                  <a:lnTo>
                    <a:pt x="36159" y="279183"/>
                  </a:lnTo>
                  <a:lnTo>
                    <a:pt x="39786" y="283075"/>
                  </a:lnTo>
                  <a:lnTo>
                    <a:pt x="43535" y="286849"/>
                  </a:lnTo>
                  <a:lnTo>
                    <a:pt x="47403" y="290502"/>
                  </a:lnTo>
                  <a:lnTo>
                    <a:pt x="51384" y="294030"/>
                  </a:lnTo>
                  <a:lnTo>
                    <a:pt x="55476" y="297430"/>
                  </a:lnTo>
                  <a:lnTo>
                    <a:pt x="59674" y="300697"/>
                  </a:lnTo>
                  <a:lnTo>
                    <a:pt x="63974" y="303830"/>
                  </a:lnTo>
                  <a:lnTo>
                    <a:pt x="68371" y="306824"/>
                  </a:lnTo>
                  <a:lnTo>
                    <a:pt x="72861" y="309677"/>
                  </a:lnTo>
                  <a:lnTo>
                    <a:pt x="77440" y="312385"/>
                  </a:lnTo>
                  <a:lnTo>
                    <a:pt x="82102" y="314946"/>
                  </a:lnTo>
                  <a:lnTo>
                    <a:pt x="86844" y="317358"/>
                  </a:lnTo>
                  <a:lnTo>
                    <a:pt x="91660" y="319617"/>
                  </a:lnTo>
                  <a:lnTo>
                    <a:pt x="96546" y="321722"/>
                  </a:lnTo>
                  <a:lnTo>
                    <a:pt x="101496" y="323671"/>
                  </a:lnTo>
                  <a:lnTo>
                    <a:pt x="106506" y="325461"/>
                  </a:lnTo>
                  <a:lnTo>
                    <a:pt x="111570" y="327091"/>
                  </a:lnTo>
                  <a:lnTo>
                    <a:pt x="116683" y="328559"/>
                  </a:lnTo>
                  <a:lnTo>
                    <a:pt x="121840" y="329863"/>
                  </a:lnTo>
                  <a:lnTo>
                    <a:pt x="127037" y="331003"/>
                  </a:lnTo>
                  <a:lnTo>
                    <a:pt x="132267" y="331976"/>
                  </a:lnTo>
                  <a:lnTo>
                    <a:pt x="137525" y="332783"/>
                  </a:lnTo>
                  <a:lnTo>
                    <a:pt x="142806" y="333422"/>
                  </a:lnTo>
                  <a:lnTo>
                    <a:pt x="148105" y="333893"/>
                  </a:lnTo>
                  <a:lnTo>
                    <a:pt x="153416" y="334195"/>
                  </a:lnTo>
                  <a:lnTo>
                    <a:pt x="158734" y="334328"/>
                  </a:lnTo>
                  <a:lnTo>
                    <a:pt x="164054" y="334291"/>
                  </a:lnTo>
                  <a:lnTo>
                    <a:pt x="169370" y="334085"/>
                  </a:lnTo>
                  <a:lnTo>
                    <a:pt x="174676" y="333710"/>
                  </a:lnTo>
                  <a:lnTo>
                    <a:pt x="179968" y="333167"/>
                  </a:lnTo>
                  <a:lnTo>
                    <a:pt x="185240" y="332455"/>
                  </a:lnTo>
                  <a:lnTo>
                    <a:pt x="190487" y="331576"/>
                  </a:lnTo>
                  <a:lnTo>
                    <a:pt x="195703" y="330531"/>
                  </a:lnTo>
                  <a:lnTo>
                    <a:pt x="200883" y="329320"/>
                  </a:lnTo>
                  <a:lnTo>
                    <a:pt x="206022" y="327944"/>
                  </a:lnTo>
                  <a:lnTo>
                    <a:pt x="211115" y="326406"/>
                  </a:lnTo>
                  <a:lnTo>
                    <a:pt x="216156" y="324707"/>
                  </a:lnTo>
                  <a:lnTo>
                    <a:pt x="221140" y="322848"/>
                  </a:lnTo>
                  <a:lnTo>
                    <a:pt x="226063" y="320832"/>
                  </a:lnTo>
                  <a:lnTo>
                    <a:pt x="230919" y="318660"/>
                  </a:lnTo>
                  <a:lnTo>
                    <a:pt x="235704" y="316334"/>
                  </a:lnTo>
                  <a:lnTo>
                    <a:pt x="240412" y="313858"/>
                  </a:lnTo>
                  <a:lnTo>
                    <a:pt x="245039" y="311233"/>
                  </a:lnTo>
                  <a:lnTo>
                    <a:pt x="249580" y="308461"/>
                  </a:lnTo>
                  <a:lnTo>
                    <a:pt x="254031" y="305547"/>
                  </a:lnTo>
                  <a:lnTo>
                    <a:pt x="258387" y="302493"/>
                  </a:lnTo>
                  <a:lnTo>
                    <a:pt x="262643" y="299302"/>
                  </a:lnTo>
                  <a:lnTo>
                    <a:pt x="266795" y="295977"/>
                  </a:lnTo>
                  <a:lnTo>
                    <a:pt x="270840" y="292521"/>
                  </a:lnTo>
                  <a:lnTo>
                    <a:pt x="274773" y="288939"/>
                  </a:lnTo>
                  <a:lnTo>
                    <a:pt x="278589" y="285233"/>
                  </a:lnTo>
                  <a:lnTo>
                    <a:pt x="282286" y="281407"/>
                  </a:lnTo>
                  <a:lnTo>
                    <a:pt x="285860" y="277466"/>
                  </a:lnTo>
                  <a:lnTo>
                    <a:pt x="289306" y="273413"/>
                  </a:lnTo>
                  <a:lnTo>
                    <a:pt x="292621" y="269253"/>
                  </a:lnTo>
                  <a:lnTo>
                    <a:pt x="295802" y="264989"/>
                  </a:lnTo>
                  <a:lnTo>
                    <a:pt x="298846" y="260626"/>
                  </a:lnTo>
                  <a:lnTo>
                    <a:pt x="301750" y="256169"/>
                  </a:lnTo>
                  <a:lnTo>
                    <a:pt x="304510" y="251621"/>
                  </a:lnTo>
                  <a:lnTo>
                    <a:pt x="307124" y="246988"/>
                  </a:lnTo>
                  <a:lnTo>
                    <a:pt x="309590" y="242274"/>
                  </a:lnTo>
                  <a:lnTo>
                    <a:pt x="311904" y="237484"/>
                  </a:lnTo>
                  <a:lnTo>
                    <a:pt x="314065" y="232623"/>
                  </a:lnTo>
                  <a:lnTo>
                    <a:pt x="316069" y="227695"/>
                  </a:lnTo>
                  <a:lnTo>
                    <a:pt x="317917" y="222706"/>
                  </a:lnTo>
                  <a:lnTo>
                    <a:pt x="319604" y="217661"/>
                  </a:lnTo>
                  <a:lnTo>
                    <a:pt x="321130" y="212565"/>
                  </a:lnTo>
                  <a:lnTo>
                    <a:pt x="322493" y="207423"/>
                  </a:lnTo>
                  <a:lnTo>
                    <a:pt x="323692" y="202240"/>
                  </a:lnTo>
                  <a:lnTo>
                    <a:pt x="324725" y="197021"/>
                  </a:lnTo>
                  <a:lnTo>
                    <a:pt x="325592" y="191773"/>
                  </a:lnTo>
                  <a:lnTo>
                    <a:pt x="326291" y="186499"/>
                  </a:lnTo>
                  <a:lnTo>
                    <a:pt x="326822" y="181206"/>
                  </a:lnTo>
                  <a:lnTo>
                    <a:pt x="327184" y="175898"/>
                  </a:lnTo>
                  <a:lnTo>
                    <a:pt x="327377" y="170582"/>
                  </a:lnTo>
                  <a:lnTo>
                    <a:pt x="327402" y="165262"/>
                  </a:lnTo>
                  <a:lnTo>
                    <a:pt x="327256" y="159944"/>
                  </a:lnTo>
                  <a:lnTo>
                    <a:pt x="326942" y="154634"/>
                  </a:lnTo>
                  <a:lnTo>
                    <a:pt x="326459" y="149336"/>
                  </a:lnTo>
                  <a:lnTo>
                    <a:pt x="325807" y="144056"/>
                  </a:lnTo>
                  <a:lnTo>
                    <a:pt x="324988" y="138800"/>
                  </a:lnTo>
                  <a:lnTo>
                    <a:pt x="324002" y="133572"/>
                  </a:lnTo>
                  <a:lnTo>
                    <a:pt x="322850" y="128379"/>
                  </a:lnTo>
                  <a:lnTo>
                    <a:pt x="321534" y="123224"/>
                  </a:lnTo>
                  <a:lnTo>
                    <a:pt x="320054" y="118115"/>
                  </a:lnTo>
                  <a:lnTo>
                    <a:pt x="318412" y="113055"/>
                  </a:lnTo>
                  <a:lnTo>
                    <a:pt x="316610" y="108049"/>
                  </a:lnTo>
                  <a:lnTo>
                    <a:pt x="314650" y="103104"/>
                  </a:lnTo>
                  <a:lnTo>
                    <a:pt x="312533" y="98223"/>
                  </a:lnTo>
                  <a:lnTo>
                    <a:pt x="310262" y="93412"/>
                  </a:lnTo>
                  <a:lnTo>
                    <a:pt x="307840" y="88676"/>
                  </a:lnTo>
                  <a:lnTo>
                    <a:pt x="305267" y="84020"/>
                  </a:lnTo>
                  <a:lnTo>
                    <a:pt x="302548" y="79447"/>
                  </a:lnTo>
                  <a:lnTo>
                    <a:pt x="299685" y="74964"/>
                  </a:lnTo>
                  <a:lnTo>
                    <a:pt x="296681" y="70574"/>
                  </a:lnTo>
                  <a:lnTo>
                    <a:pt x="293538" y="66281"/>
                  </a:lnTo>
                  <a:lnTo>
                    <a:pt x="290260" y="62091"/>
                  </a:lnTo>
                  <a:lnTo>
                    <a:pt x="286851" y="58007"/>
                  </a:lnTo>
                  <a:lnTo>
                    <a:pt x="283314" y="54034"/>
                  </a:lnTo>
                  <a:lnTo>
                    <a:pt x="279651" y="50175"/>
                  </a:lnTo>
                  <a:lnTo>
                    <a:pt x="275868" y="46435"/>
                  </a:lnTo>
                  <a:lnTo>
                    <a:pt x="271968" y="42817"/>
                  </a:lnTo>
                  <a:lnTo>
                    <a:pt x="267955" y="39325"/>
                  </a:lnTo>
                  <a:lnTo>
                    <a:pt x="263833" y="35963"/>
                  </a:lnTo>
                  <a:lnTo>
                    <a:pt x="259605" y="32733"/>
                  </a:lnTo>
                  <a:lnTo>
                    <a:pt x="255278" y="29640"/>
                  </a:lnTo>
                  <a:lnTo>
                    <a:pt x="250853" y="26685"/>
                  </a:lnTo>
                  <a:lnTo>
                    <a:pt x="246338" y="23873"/>
                  </a:lnTo>
                  <a:lnTo>
                    <a:pt x="241734" y="21207"/>
                  </a:lnTo>
                  <a:lnTo>
                    <a:pt x="237049" y="18688"/>
                  </a:lnTo>
                  <a:lnTo>
                    <a:pt x="232285" y="16319"/>
                  </a:lnTo>
                  <a:lnTo>
                    <a:pt x="227449" y="14103"/>
                  </a:lnTo>
                  <a:lnTo>
                    <a:pt x="222545" y="12042"/>
                  </a:lnTo>
                  <a:lnTo>
                    <a:pt x="217577" y="10138"/>
                  </a:lnTo>
                  <a:lnTo>
                    <a:pt x="212552" y="8394"/>
                  </a:lnTo>
                  <a:lnTo>
                    <a:pt x="207473" y="6810"/>
                  </a:lnTo>
                  <a:lnTo>
                    <a:pt x="202347" y="5388"/>
                  </a:lnTo>
                  <a:lnTo>
                    <a:pt x="197178" y="4130"/>
                  </a:lnTo>
                  <a:lnTo>
                    <a:pt x="191971" y="3038"/>
                  </a:lnTo>
                  <a:lnTo>
                    <a:pt x="186733" y="2111"/>
                  </a:lnTo>
                  <a:lnTo>
                    <a:pt x="181468" y="1352"/>
                  </a:lnTo>
                  <a:lnTo>
                    <a:pt x="176181" y="761"/>
                  </a:lnTo>
                  <a:lnTo>
                    <a:pt x="170878" y="338"/>
                  </a:lnTo>
                  <a:lnTo>
                    <a:pt x="165564" y="84"/>
                  </a:lnTo>
                  <a:lnTo>
                    <a:pt x="160245" y="0"/>
                  </a:lnTo>
                  <a:lnTo>
                    <a:pt x="16024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485927" y="5018213"/>
              <a:ext cx="2793" cy="167167"/>
            </a:xfrm>
            <a:custGeom>
              <a:avLst/>
              <a:pathLst>
                <a:path w="2793" h="167167">
                  <a:moveTo>
                    <a:pt x="2793" y="0"/>
                  </a:moveTo>
                  <a:lnTo>
                    <a:pt x="0" y="23"/>
                  </a:lnTo>
                  <a:lnTo>
                    <a:pt x="279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485927" y="5018236"/>
              <a:ext cx="2793" cy="167144"/>
            </a:xfrm>
            <a:custGeom>
              <a:avLst/>
              <a:pathLst>
                <a:path w="2793" h="167144">
                  <a:moveTo>
                    <a:pt x="0" y="0"/>
                  </a:moveTo>
                  <a:lnTo>
                    <a:pt x="2793" y="1671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485927" y="5018236"/>
              <a:ext cx="2793" cy="167144"/>
            </a:xfrm>
            <a:custGeom>
              <a:avLst/>
              <a:pathLst>
                <a:path w="2793" h="167144">
                  <a:moveTo>
                    <a:pt x="0" y="0"/>
                  </a:moveTo>
                  <a:lnTo>
                    <a:pt x="2793" y="1671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485927" y="5018236"/>
              <a:ext cx="2793" cy="167144"/>
            </a:xfrm>
            <a:custGeom>
              <a:avLst/>
              <a:pathLst>
                <a:path w="2793" h="167144">
                  <a:moveTo>
                    <a:pt x="0" y="0"/>
                  </a:moveTo>
                  <a:lnTo>
                    <a:pt x="2793" y="1671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485927" y="5018236"/>
              <a:ext cx="2793" cy="167144"/>
            </a:xfrm>
            <a:custGeom>
              <a:avLst/>
              <a:pathLst>
                <a:path w="2793" h="167144">
                  <a:moveTo>
                    <a:pt x="0" y="0"/>
                  </a:moveTo>
                  <a:lnTo>
                    <a:pt x="2793" y="1671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485927" y="5018236"/>
              <a:ext cx="2793" cy="167144"/>
            </a:xfrm>
            <a:custGeom>
              <a:avLst/>
              <a:pathLst>
                <a:path w="2793" h="167144">
                  <a:moveTo>
                    <a:pt x="0" y="0"/>
                  </a:moveTo>
                  <a:lnTo>
                    <a:pt x="2793" y="1671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485927" y="5018236"/>
              <a:ext cx="2793" cy="167144"/>
            </a:xfrm>
            <a:custGeom>
              <a:avLst/>
              <a:pathLst>
                <a:path w="2793" h="167144">
                  <a:moveTo>
                    <a:pt x="0" y="0"/>
                  </a:moveTo>
                  <a:lnTo>
                    <a:pt x="2793" y="1671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485927" y="5018236"/>
              <a:ext cx="2793" cy="167144"/>
            </a:xfrm>
            <a:custGeom>
              <a:avLst/>
              <a:pathLst>
                <a:path w="2793" h="167144">
                  <a:moveTo>
                    <a:pt x="0" y="0"/>
                  </a:moveTo>
                  <a:lnTo>
                    <a:pt x="2793" y="1671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485927" y="5018236"/>
              <a:ext cx="2793" cy="167144"/>
            </a:xfrm>
            <a:custGeom>
              <a:avLst/>
              <a:pathLst>
                <a:path w="2793" h="167144">
                  <a:moveTo>
                    <a:pt x="0" y="0"/>
                  </a:moveTo>
                  <a:lnTo>
                    <a:pt x="2793" y="1671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321553" y="5018236"/>
              <a:ext cx="334330" cy="334300"/>
            </a:xfrm>
            <a:custGeom>
              <a:avLst/>
              <a:pathLst>
                <a:path w="334330" h="334300">
                  <a:moveTo>
                    <a:pt x="164373" y="0"/>
                  </a:moveTo>
                  <a:lnTo>
                    <a:pt x="159080" y="172"/>
                  </a:lnTo>
                  <a:lnTo>
                    <a:pt x="153795" y="512"/>
                  </a:lnTo>
                  <a:lnTo>
                    <a:pt x="148523" y="1019"/>
                  </a:lnTo>
                  <a:lnTo>
                    <a:pt x="143271" y="1693"/>
                  </a:lnTo>
                  <a:lnTo>
                    <a:pt x="138042" y="2533"/>
                  </a:lnTo>
                  <a:lnTo>
                    <a:pt x="132842" y="3538"/>
                  </a:lnTo>
                  <a:lnTo>
                    <a:pt x="127677" y="4707"/>
                  </a:lnTo>
                  <a:lnTo>
                    <a:pt x="122552" y="6040"/>
                  </a:lnTo>
                  <a:lnTo>
                    <a:pt x="117471" y="7534"/>
                  </a:lnTo>
                  <a:lnTo>
                    <a:pt x="112440" y="9188"/>
                  </a:lnTo>
                  <a:lnTo>
                    <a:pt x="107464" y="11001"/>
                  </a:lnTo>
                  <a:lnTo>
                    <a:pt x="102548" y="12970"/>
                  </a:lnTo>
                  <a:lnTo>
                    <a:pt x="97697" y="15095"/>
                  </a:lnTo>
                  <a:lnTo>
                    <a:pt x="92915" y="17371"/>
                  </a:lnTo>
                  <a:lnTo>
                    <a:pt x="88209" y="19799"/>
                  </a:lnTo>
                  <a:lnTo>
                    <a:pt x="83581" y="22374"/>
                  </a:lnTo>
                  <a:lnTo>
                    <a:pt x="79037" y="25094"/>
                  </a:lnTo>
                  <a:lnTo>
                    <a:pt x="74582" y="27957"/>
                  </a:lnTo>
                  <a:lnTo>
                    <a:pt x="70219" y="30959"/>
                  </a:lnTo>
                  <a:lnTo>
                    <a:pt x="65954" y="34099"/>
                  </a:lnTo>
                  <a:lnTo>
                    <a:pt x="61791" y="37371"/>
                  </a:lnTo>
                  <a:lnTo>
                    <a:pt x="57733" y="40774"/>
                  </a:lnTo>
                  <a:lnTo>
                    <a:pt x="53785" y="44304"/>
                  </a:lnTo>
                  <a:lnTo>
                    <a:pt x="49951" y="47957"/>
                  </a:lnTo>
                  <a:lnTo>
                    <a:pt x="46234" y="51730"/>
                  </a:lnTo>
                  <a:lnTo>
                    <a:pt x="42639" y="55619"/>
                  </a:lnTo>
                  <a:lnTo>
                    <a:pt x="39169" y="59619"/>
                  </a:lnTo>
                  <a:lnTo>
                    <a:pt x="35827" y="63727"/>
                  </a:lnTo>
                  <a:lnTo>
                    <a:pt x="32617" y="67940"/>
                  </a:lnTo>
                  <a:lnTo>
                    <a:pt x="29542" y="72251"/>
                  </a:lnTo>
                  <a:lnTo>
                    <a:pt x="26606" y="76658"/>
                  </a:lnTo>
                  <a:lnTo>
                    <a:pt x="23810" y="81156"/>
                  </a:lnTo>
                  <a:lnTo>
                    <a:pt x="21158" y="85740"/>
                  </a:lnTo>
                  <a:lnTo>
                    <a:pt x="18653" y="90406"/>
                  </a:lnTo>
                  <a:lnTo>
                    <a:pt x="16297" y="95149"/>
                  </a:lnTo>
                  <a:lnTo>
                    <a:pt x="14092" y="99964"/>
                  </a:lnTo>
                  <a:lnTo>
                    <a:pt x="12041" y="104846"/>
                  </a:lnTo>
                  <a:lnTo>
                    <a:pt x="10145" y="109791"/>
                  </a:lnTo>
                  <a:lnTo>
                    <a:pt x="8408" y="114794"/>
                  </a:lnTo>
                  <a:lnTo>
                    <a:pt x="6829" y="119849"/>
                  </a:lnTo>
                  <a:lnTo>
                    <a:pt x="5411" y="124952"/>
                  </a:lnTo>
                  <a:lnTo>
                    <a:pt x="4156" y="130097"/>
                  </a:lnTo>
                  <a:lnTo>
                    <a:pt x="3064" y="135279"/>
                  </a:lnTo>
                  <a:lnTo>
                    <a:pt x="2137" y="140493"/>
                  </a:lnTo>
                  <a:lnTo>
                    <a:pt x="1376" y="145734"/>
                  </a:lnTo>
                  <a:lnTo>
                    <a:pt x="781" y="150996"/>
                  </a:lnTo>
                  <a:lnTo>
                    <a:pt x="353" y="156275"/>
                  </a:lnTo>
                  <a:lnTo>
                    <a:pt x="92" y="161564"/>
                  </a:lnTo>
                  <a:lnTo>
                    <a:pt x="0" y="166859"/>
                  </a:lnTo>
                  <a:lnTo>
                    <a:pt x="74" y="172154"/>
                  </a:lnTo>
                  <a:lnTo>
                    <a:pt x="317" y="177445"/>
                  </a:lnTo>
                  <a:lnTo>
                    <a:pt x="727" y="182725"/>
                  </a:lnTo>
                  <a:lnTo>
                    <a:pt x="1304" y="187989"/>
                  </a:lnTo>
                  <a:lnTo>
                    <a:pt x="2048" y="193232"/>
                  </a:lnTo>
                  <a:lnTo>
                    <a:pt x="2957" y="198449"/>
                  </a:lnTo>
                  <a:lnTo>
                    <a:pt x="4031" y="203635"/>
                  </a:lnTo>
                  <a:lnTo>
                    <a:pt x="5269" y="208784"/>
                  </a:lnTo>
                  <a:lnTo>
                    <a:pt x="6669" y="213892"/>
                  </a:lnTo>
                  <a:lnTo>
                    <a:pt x="8230" y="218952"/>
                  </a:lnTo>
                  <a:lnTo>
                    <a:pt x="9951" y="223961"/>
                  </a:lnTo>
                  <a:lnTo>
                    <a:pt x="11830" y="228912"/>
                  </a:lnTo>
                  <a:lnTo>
                    <a:pt x="13864" y="233802"/>
                  </a:lnTo>
                  <a:lnTo>
                    <a:pt x="16053" y="238624"/>
                  </a:lnTo>
                  <a:lnTo>
                    <a:pt x="18393" y="243375"/>
                  </a:lnTo>
                  <a:lnTo>
                    <a:pt x="20882" y="248049"/>
                  </a:lnTo>
                  <a:lnTo>
                    <a:pt x="23518" y="252642"/>
                  </a:lnTo>
                  <a:lnTo>
                    <a:pt x="26298" y="257150"/>
                  </a:lnTo>
                  <a:lnTo>
                    <a:pt x="29220" y="261567"/>
                  </a:lnTo>
                  <a:lnTo>
                    <a:pt x="32280" y="265889"/>
                  </a:lnTo>
                  <a:lnTo>
                    <a:pt x="35476" y="270112"/>
                  </a:lnTo>
                  <a:lnTo>
                    <a:pt x="38804" y="274232"/>
                  </a:lnTo>
                  <a:lnTo>
                    <a:pt x="42260" y="278244"/>
                  </a:lnTo>
                  <a:lnTo>
                    <a:pt x="45842" y="282145"/>
                  </a:lnTo>
                  <a:lnTo>
                    <a:pt x="49546" y="285930"/>
                  </a:lnTo>
                  <a:lnTo>
                    <a:pt x="53367" y="289596"/>
                  </a:lnTo>
                  <a:lnTo>
                    <a:pt x="57303" y="293140"/>
                  </a:lnTo>
                  <a:lnTo>
                    <a:pt x="61349" y="296556"/>
                  </a:lnTo>
                  <a:lnTo>
                    <a:pt x="65502" y="299843"/>
                  </a:lnTo>
                  <a:lnTo>
                    <a:pt x="69756" y="302997"/>
                  </a:lnTo>
                  <a:lnTo>
                    <a:pt x="74108" y="306014"/>
                  </a:lnTo>
                  <a:lnTo>
                    <a:pt x="78554" y="308892"/>
                  </a:lnTo>
                  <a:lnTo>
                    <a:pt x="83088" y="311628"/>
                  </a:lnTo>
                  <a:lnTo>
                    <a:pt x="87707" y="314219"/>
                  </a:lnTo>
                  <a:lnTo>
                    <a:pt x="92406" y="316662"/>
                  </a:lnTo>
                  <a:lnTo>
                    <a:pt x="97180" y="318955"/>
                  </a:lnTo>
                  <a:lnTo>
                    <a:pt x="102023" y="321096"/>
                  </a:lnTo>
                  <a:lnTo>
                    <a:pt x="106933" y="323082"/>
                  </a:lnTo>
                  <a:lnTo>
                    <a:pt x="111902" y="324912"/>
                  </a:lnTo>
                  <a:lnTo>
                    <a:pt x="116928" y="326583"/>
                  </a:lnTo>
                  <a:lnTo>
                    <a:pt x="122003" y="328095"/>
                  </a:lnTo>
                  <a:lnTo>
                    <a:pt x="127124" y="329444"/>
                  </a:lnTo>
                  <a:lnTo>
                    <a:pt x="132285" y="330631"/>
                  </a:lnTo>
                  <a:lnTo>
                    <a:pt x="137481" y="331654"/>
                  </a:lnTo>
                  <a:lnTo>
                    <a:pt x="142707" y="332512"/>
                  </a:lnTo>
                  <a:lnTo>
                    <a:pt x="147958" y="333204"/>
                  </a:lnTo>
                  <a:lnTo>
                    <a:pt x="153228" y="333729"/>
                  </a:lnTo>
                  <a:lnTo>
                    <a:pt x="158511" y="334087"/>
                  </a:lnTo>
                  <a:lnTo>
                    <a:pt x="163804" y="334277"/>
                  </a:lnTo>
                  <a:lnTo>
                    <a:pt x="169100" y="334300"/>
                  </a:lnTo>
                  <a:lnTo>
                    <a:pt x="174393" y="334155"/>
                  </a:lnTo>
                  <a:lnTo>
                    <a:pt x="179680" y="333842"/>
                  </a:lnTo>
                  <a:lnTo>
                    <a:pt x="184954" y="333362"/>
                  </a:lnTo>
                  <a:lnTo>
                    <a:pt x="190210" y="332715"/>
                  </a:lnTo>
                  <a:lnTo>
                    <a:pt x="195443" y="331902"/>
                  </a:lnTo>
                  <a:lnTo>
                    <a:pt x="200648" y="330924"/>
                  </a:lnTo>
                  <a:lnTo>
                    <a:pt x="205819" y="329781"/>
                  </a:lnTo>
                  <a:lnTo>
                    <a:pt x="210951" y="328475"/>
                  </a:lnTo>
                  <a:lnTo>
                    <a:pt x="216040" y="327007"/>
                  </a:lnTo>
                  <a:lnTo>
                    <a:pt x="221079" y="325379"/>
                  </a:lnTo>
                  <a:lnTo>
                    <a:pt x="226064" y="323592"/>
                  </a:lnTo>
                  <a:lnTo>
                    <a:pt x="230990" y="321648"/>
                  </a:lnTo>
                  <a:lnTo>
                    <a:pt x="235852" y="319548"/>
                  </a:lnTo>
                  <a:lnTo>
                    <a:pt x="240645" y="317296"/>
                  </a:lnTo>
                  <a:lnTo>
                    <a:pt x="245365" y="314893"/>
                  </a:lnTo>
                  <a:lnTo>
                    <a:pt x="250006" y="312342"/>
                  </a:lnTo>
                  <a:lnTo>
                    <a:pt x="254563" y="309645"/>
                  </a:lnTo>
                  <a:lnTo>
                    <a:pt x="259033" y="306806"/>
                  </a:lnTo>
                  <a:lnTo>
                    <a:pt x="263411" y="303825"/>
                  </a:lnTo>
                  <a:lnTo>
                    <a:pt x="267693" y="300708"/>
                  </a:lnTo>
                  <a:lnTo>
                    <a:pt x="271873" y="297457"/>
                  </a:lnTo>
                  <a:lnTo>
                    <a:pt x="275948" y="294075"/>
                  </a:lnTo>
                  <a:lnTo>
                    <a:pt x="279914" y="290565"/>
                  </a:lnTo>
                  <a:lnTo>
                    <a:pt x="283767" y="286932"/>
                  </a:lnTo>
                  <a:lnTo>
                    <a:pt x="287503" y="283179"/>
                  </a:lnTo>
                  <a:lnTo>
                    <a:pt x="291118" y="279309"/>
                  </a:lnTo>
                  <a:lnTo>
                    <a:pt x="294609" y="275326"/>
                  </a:lnTo>
                  <a:lnTo>
                    <a:pt x="297972" y="271235"/>
                  </a:lnTo>
                  <a:lnTo>
                    <a:pt x="301203" y="267039"/>
                  </a:lnTo>
                  <a:lnTo>
                    <a:pt x="304300" y="262743"/>
                  </a:lnTo>
                  <a:lnTo>
                    <a:pt x="307260" y="258352"/>
                  </a:lnTo>
                  <a:lnTo>
                    <a:pt x="310078" y="253868"/>
                  </a:lnTo>
                  <a:lnTo>
                    <a:pt x="312754" y="249298"/>
                  </a:lnTo>
                  <a:lnTo>
                    <a:pt x="315283" y="244645"/>
                  </a:lnTo>
                  <a:lnTo>
                    <a:pt x="317664" y="239914"/>
                  </a:lnTo>
                  <a:lnTo>
                    <a:pt x="319893" y="235111"/>
                  </a:lnTo>
                  <a:lnTo>
                    <a:pt x="321970" y="230239"/>
                  </a:lnTo>
                  <a:lnTo>
                    <a:pt x="323890" y="225304"/>
                  </a:lnTo>
                  <a:lnTo>
                    <a:pt x="325654" y="220310"/>
                  </a:lnTo>
                  <a:lnTo>
                    <a:pt x="327259" y="215263"/>
                  </a:lnTo>
                  <a:lnTo>
                    <a:pt x="328703" y="210168"/>
                  </a:lnTo>
                  <a:lnTo>
                    <a:pt x="329984" y="205030"/>
                  </a:lnTo>
                  <a:lnTo>
                    <a:pt x="331103" y="199853"/>
                  </a:lnTo>
                  <a:lnTo>
                    <a:pt x="332057" y="194644"/>
                  </a:lnTo>
                  <a:lnTo>
                    <a:pt x="332845" y="189407"/>
                  </a:lnTo>
                  <a:lnTo>
                    <a:pt x="333467" y="184148"/>
                  </a:lnTo>
                  <a:lnTo>
                    <a:pt x="333922" y="178872"/>
                  </a:lnTo>
                  <a:lnTo>
                    <a:pt x="334210" y="173584"/>
                  </a:lnTo>
                  <a:lnTo>
                    <a:pt x="334330" y="168289"/>
                  </a:lnTo>
                  <a:lnTo>
                    <a:pt x="334283" y="162994"/>
                  </a:lnTo>
                  <a:lnTo>
                    <a:pt x="334067" y="157702"/>
                  </a:lnTo>
                  <a:lnTo>
                    <a:pt x="333684" y="152420"/>
                  </a:lnTo>
                  <a:lnTo>
                    <a:pt x="333135" y="147153"/>
                  </a:lnTo>
                  <a:lnTo>
                    <a:pt x="332418" y="141906"/>
                  </a:lnTo>
                  <a:lnTo>
                    <a:pt x="331536" y="136684"/>
                  </a:lnTo>
                  <a:lnTo>
                    <a:pt x="330488" y="131493"/>
                  </a:lnTo>
                  <a:lnTo>
                    <a:pt x="329277" y="126337"/>
                  </a:lnTo>
                  <a:lnTo>
                    <a:pt x="327903" y="121223"/>
                  </a:lnTo>
                  <a:lnTo>
                    <a:pt x="326368" y="116154"/>
                  </a:lnTo>
                  <a:lnTo>
                    <a:pt x="324673" y="111137"/>
                  </a:lnTo>
                  <a:lnTo>
                    <a:pt x="322820" y="106176"/>
                  </a:lnTo>
                  <a:lnTo>
                    <a:pt x="320811" y="101276"/>
                  </a:lnTo>
                  <a:lnTo>
                    <a:pt x="318647" y="96442"/>
                  </a:lnTo>
                  <a:lnTo>
                    <a:pt x="316331" y="91680"/>
                  </a:lnTo>
                  <a:lnTo>
                    <a:pt x="313866" y="86992"/>
                  </a:lnTo>
                  <a:lnTo>
                    <a:pt x="311254" y="82386"/>
                  </a:lnTo>
                  <a:lnTo>
                    <a:pt x="308497" y="77864"/>
                  </a:lnTo>
                  <a:lnTo>
                    <a:pt x="305598" y="73432"/>
                  </a:lnTo>
                  <a:lnTo>
                    <a:pt x="302560" y="69094"/>
                  </a:lnTo>
                  <a:lnTo>
                    <a:pt x="299386" y="64855"/>
                  </a:lnTo>
                  <a:lnTo>
                    <a:pt x="296080" y="60718"/>
                  </a:lnTo>
                  <a:lnTo>
                    <a:pt x="292644" y="56688"/>
                  </a:lnTo>
                  <a:lnTo>
                    <a:pt x="289082" y="52769"/>
                  </a:lnTo>
                  <a:lnTo>
                    <a:pt x="285398" y="48964"/>
                  </a:lnTo>
                  <a:lnTo>
                    <a:pt x="281595" y="45279"/>
                  </a:lnTo>
                  <a:lnTo>
                    <a:pt x="277678" y="41715"/>
                  </a:lnTo>
                  <a:lnTo>
                    <a:pt x="273649" y="38278"/>
                  </a:lnTo>
                  <a:lnTo>
                    <a:pt x="269514" y="34969"/>
                  </a:lnTo>
                  <a:lnTo>
                    <a:pt x="265276" y="31794"/>
                  </a:lnTo>
                  <a:lnTo>
                    <a:pt x="260939" y="28754"/>
                  </a:lnTo>
                  <a:lnTo>
                    <a:pt x="256508" y="25853"/>
                  </a:lnTo>
                  <a:lnTo>
                    <a:pt x="251988" y="23094"/>
                  </a:lnTo>
                  <a:lnTo>
                    <a:pt x="247383" y="20480"/>
                  </a:lnTo>
                  <a:lnTo>
                    <a:pt x="242697" y="18012"/>
                  </a:lnTo>
                  <a:lnTo>
                    <a:pt x="237935" y="15695"/>
                  </a:lnTo>
                  <a:lnTo>
                    <a:pt x="233102" y="13529"/>
                  </a:lnTo>
                  <a:lnTo>
                    <a:pt x="228203" y="11517"/>
                  </a:lnTo>
                  <a:lnTo>
                    <a:pt x="223243" y="9662"/>
                  </a:lnTo>
                  <a:lnTo>
                    <a:pt x="218226" y="7965"/>
                  </a:lnTo>
                  <a:lnTo>
                    <a:pt x="213159" y="6427"/>
                  </a:lnTo>
                  <a:lnTo>
                    <a:pt x="208045" y="5051"/>
                  </a:lnTo>
                  <a:lnTo>
                    <a:pt x="202890" y="3838"/>
                  </a:lnTo>
                  <a:lnTo>
                    <a:pt x="197699" y="2788"/>
                  </a:lnTo>
                  <a:lnTo>
                    <a:pt x="192478" y="1903"/>
                  </a:lnTo>
                  <a:lnTo>
                    <a:pt x="187231" y="1185"/>
                  </a:lnTo>
                  <a:lnTo>
                    <a:pt x="181964" y="632"/>
                  </a:lnTo>
                  <a:lnTo>
                    <a:pt x="176682" y="247"/>
                  </a:lnTo>
                  <a:lnTo>
                    <a:pt x="167167" y="1671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488720" y="5018213"/>
              <a:ext cx="9515" cy="167167"/>
            </a:xfrm>
            <a:custGeom>
              <a:avLst/>
              <a:pathLst>
                <a:path w="9515" h="167167">
                  <a:moveTo>
                    <a:pt x="9515" y="27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797343" y="5269756"/>
              <a:ext cx="167157" cy="206380"/>
            </a:xfrm>
            <a:custGeom>
              <a:avLst/>
              <a:pathLst>
                <a:path w="167157" h="206380">
                  <a:moveTo>
                    <a:pt x="167157" y="0"/>
                  </a:moveTo>
                  <a:lnTo>
                    <a:pt x="161762" y="87"/>
                  </a:lnTo>
                  <a:lnTo>
                    <a:pt x="156373" y="348"/>
                  </a:lnTo>
                  <a:lnTo>
                    <a:pt x="150995" y="783"/>
                  </a:lnTo>
                  <a:lnTo>
                    <a:pt x="145634" y="1391"/>
                  </a:lnTo>
                  <a:lnTo>
                    <a:pt x="140295" y="2172"/>
                  </a:lnTo>
                  <a:lnTo>
                    <a:pt x="134984" y="3125"/>
                  </a:lnTo>
                  <a:lnTo>
                    <a:pt x="129707" y="4248"/>
                  </a:lnTo>
                  <a:lnTo>
                    <a:pt x="124468" y="5542"/>
                  </a:lnTo>
                  <a:lnTo>
                    <a:pt x="119275" y="7004"/>
                  </a:lnTo>
                  <a:lnTo>
                    <a:pt x="114131" y="8633"/>
                  </a:lnTo>
                  <a:lnTo>
                    <a:pt x="109042" y="10426"/>
                  </a:lnTo>
                  <a:lnTo>
                    <a:pt x="104014" y="12384"/>
                  </a:lnTo>
                  <a:lnTo>
                    <a:pt x="99051" y="14502"/>
                  </a:lnTo>
                  <a:lnTo>
                    <a:pt x="94160" y="16779"/>
                  </a:lnTo>
                  <a:lnTo>
                    <a:pt x="89345" y="19214"/>
                  </a:lnTo>
                  <a:lnTo>
                    <a:pt x="84610" y="21802"/>
                  </a:lnTo>
                  <a:lnTo>
                    <a:pt x="79962" y="24542"/>
                  </a:lnTo>
                  <a:lnTo>
                    <a:pt x="75405" y="27430"/>
                  </a:lnTo>
                  <a:lnTo>
                    <a:pt x="70943" y="30464"/>
                  </a:lnTo>
                  <a:lnTo>
                    <a:pt x="66581" y="33640"/>
                  </a:lnTo>
                  <a:lnTo>
                    <a:pt x="62324" y="36955"/>
                  </a:lnTo>
                  <a:lnTo>
                    <a:pt x="58177" y="40407"/>
                  </a:lnTo>
                  <a:lnTo>
                    <a:pt x="54143" y="43990"/>
                  </a:lnTo>
                  <a:lnTo>
                    <a:pt x="50226" y="47701"/>
                  </a:lnTo>
                  <a:lnTo>
                    <a:pt x="46432" y="51537"/>
                  </a:lnTo>
                  <a:lnTo>
                    <a:pt x="42763" y="55493"/>
                  </a:lnTo>
                  <a:lnTo>
                    <a:pt x="39224" y="59566"/>
                  </a:lnTo>
                  <a:lnTo>
                    <a:pt x="35818" y="63751"/>
                  </a:lnTo>
                  <a:lnTo>
                    <a:pt x="32549" y="68043"/>
                  </a:lnTo>
                  <a:lnTo>
                    <a:pt x="29420" y="72439"/>
                  </a:lnTo>
                  <a:lnTo>
                    <a:pt x="26434" y="76934"/>
                  </a:lnTo>
                  <a:lnTo>
                    <a:pt x="23596" y="81522"/>
                  </a:lnTo>
                  <a:lnTo>
                    <a:pt x="20906" y="86200"/>
                  </a:lnTo>
                  <a:lnTo>
                    <a:pt x="18370" y="90962"/>
                  </a:lnTo>
                  <a:lnTo>
                    <a:pt x="15988" y="95803"/>
                  </a:lnTo>
                  <a:lnTo>
                    <a:pt x="13763" y="100719"/>
                  </a:lnTo>
                  <a:lnTo>
                    <a:pt x="11699" y="105704"/>
                  </a:lnTo>
                  <a:lnTo>
                    <a:pt x="9796" y="110753"/>
                  </a:lnTo>
                  <a:lnTo>
                    <a:pt x="8058" y="115861"/>
                  </a:lnTo>
                  <a:lnTo>
                    <a:pt x="6485" y="121022"/>
                  </a:lnTo>
                  <a:lnTo>
                    <a:pt x="5079" y="126232"/>
                  </a:lnTo>
                  <a:lnTo>
                    <a:pt x="3843" y="131484"/>
                  </a:lnTo>
                  <a:lnTo>
                    <a:pt x="2776" y="136773"/>
                  </a:lnTo>
                  <a:lnTo>
                    <a:pt x="1881" y="142094"/>
                  </a:lnTo>
                  <a:lnTo>
                    <a:pt x="1158" y="147441"/>
                  </a:lnTo>
                  <a:lnTo>
                    <a:pt x="608" y="152808"/>
                  </a:lnTo>
                  <a:lnTo>
                    <a:pt x="231" y="158190"/>
                  </a:lnTo>
                  <a:lnTo>
                    <a:pt x="28" y="163582"/>
                  </a:lnTo>
                  <a:lnTo>
                    <a:pt x="0" y="168978"/>
                  </a:lnTo>
                  <a:lnTo>
                    <a:pt x="145" y="174372"/>
                  </a:lnTo>
                  <a:lnTo>
                    <a:pt x="465" y="179758"/>
                  </a:lnTo>
                  <a:lnTo>
                    <a:pt x="958" y="185131"/>
                  </a:lnTo>
                  <a:lnTo>
                    <a:pt x="1624" y="190485"/>
                  </a:lnTo>
                  <a:lnTo>
                    <a:pt x="2463" y="195815"/>
                  </a:lnTo>
                  <a:lnTo>
                    <a:pt x="3473" y="201115"/>
                  </a:lnTo>
                  <a:lnTo>
                    <a:pt x="4654" y="20638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801998" y="5269756"/>
              <a:ext cx="329650" cy="334334"/>
            </a:xfrm>
            <a:custGeom>
              <a:avLst/>
              <a:pathLst>
                <a:path w="329650" h="334334">
                  <a:moveTo>
                    <a:pt x="0" y="206380"/>
                  </a:moveTo>
                  <a:lnTo>
                    <a:pt x="1326" y="211518"/>
                  </a:lnTo>
                  <a:lnTo>
                    <a:pt x="2815" y="216610"/>
                  </a:lnTo>
                  <a:lnTo>
                    <a:pt x="4464" y="221653"/>
                  </a:lnTo>
                  <a:lnTo>
                    <a:pt x="6273" y="226642"/>
                  </a:lnTo>
                  <a:lnTo>
                    <a:pt x="8239" y="231570"/>
                  </a:lnTo>
                  <a:lnTo>
                    <a:pt x="10361" y="236433"/>
                  </a:lnTo>
                  <a:lnTo>
                    <a:pt x="12636" y="241227"/>
                  </a:lnTo>
                  <a:lnTo>
                    <a:pt x="15062" y="245946"/>
                  </a:lnTo>
                  <a:lnTo>
                    <a:pt x="17636" y="250585"/>
                  </a:lnTo>
                  <a:lnTo>
                    <a:pt x="20357" y="255141"/>
                  </a:lnTo>
                  <a:lnTo>
                    <a:pt x="23220" y="259608"/>
                  </a:lnTo>
                  <a:lnTo>
                    <a:pt x="26224" y="263982"/>
                  </a:lnTo>
                  <a:lnTo>
                    <a:pt x="29365" y="268258"/>
                  </a:lnTo>
                  <a:lnTo>
                    <a:pt x="32641" y="272432"/>
                  </a:lnTo>
                  <a:lnTo>
                    <a:pt x="36047" y="276501"/>
                  </a:lnTo>
                  <a:lnTo>
                    <a:pt x="39580" y="280459"/>
                  </a:lnTo>
                  <a:lnTo>
                    <a:pt x="43238" y="284303"/>
                  </a:lnTo>
                  <a:lnTo>
                    <a:pt x="47015" y="288029"/>
                  </a:lnTo>
                  <a:lnTo>
                    <a:pt x="50909" y="291633"/>
                  </a:lnTo>
                  <a:lnTo>
                    <a:pt x="54916" y="295112"/>
                  </a:lnTo>
                  <a:lnTo>
                    <a:pt x="59030" y="298462"/>
                  </a:lnTo>
                  <a:lnTo>
                    <a:pt x="63249" y="301680"/>
                  </a:lnTo>
                  <a:lnTo>
                    <a:pt x="67568" y="304762"/>
                  </a:lnTo>
                  <a:lnTo>
                    <a:pt x="71983" y="307706"/>
                  </a:lnTo>
                  <a:lnTo>
                    <a:pt x="76489" y="310508"/>
                  </a:lnTo>
                  <a:lnTo>
                    <a:pt x="81081" y="313165"/>
                  </a:lnTo>
                  <a:lnTo>
                    <a:pt x="85756" y="315676"/>
                  </a:lnTo>
                  <a:lnTo>
                    <a:pt x="90508" y="318037"/>
                  </a:lnTo>
                  <a:lnTo>
                    <a:pt x="95332" y="320245"/>
                  </a:lnTo>
                  <a:lnTo>
                    <a:pt x="100224" y="322300"/>
                  </a:lnTo>
                  <a:lnTo>
                    <a:pt x="105179" y="324198"/>
                  </a:lnTo>
                  <a:lnTo>
                    <a:pt x="110191" y="325939"/>
                  </a:lnTo>
                  <a:lnTo>
                    <a:pt x="115256" y="327519"/>
                  </a:lnTo>
                  <a:lnTo>
                    <a:pt x="120369" y="328938"/>
                  </a:lnTo>
                  <a:lnTo>
                    <a:pt x="125524" y="330193"/>
                  </a:lnTo>
                  <a:lnTo>
                    <a:pt x="130717" y="331285"/>
                  </a:lnTo>
                  <a:lnTo>
                    <a:pt x="135942" y="332211"/>
                  </a:lnTo>
                  <a:lnTo>
                    <a:pt x="141193" y="332971"/>
                  </a:lnTo>
                  <a:lnTo>
                    <a:pt x="146466" y="333563"/>
                  </a:lnTo>
                  <a:lnTo>
                    <a:pt x="151755" y="333988"/>
                  </a:lnTo>
                  <a:lnTo>
                    <a:pt x="157054" y="334246"/>
                  </a:lnTo>
                  <a:lnTo>
                    <a:pt x="162360" y="334334"/>
                  </a:lnTo>
                  <a:lnTo>
                    <a:pt x="167665" y="334255"/>
                  </a:lnTo>
                  <a:lnTo>
                    <a:pt x="172965" y="334007"/>
                  </a:lnTo>
                  <a:lnTo>
                    <a:pt x="178255" y="333591"/>
                  </a:lnTo>
                  <a:lnTo>
                    <a:pt x="183529" y="333007"/>
                  </a:lnTo>
                  <a:lnTo>
                    <a:pt x="188781" y="332256"/>
                  </a:lnTo>
                  <a:lnTo>
                    <a:pt x="194007" y="331339"/>
                  </a:lnTo>
                  <a:lnTo>
                    <a:pt x="199202" y="330256"/>
                  </a:lnTo>
                  <a:lnTo>
                    <a:pt x="204359" y="329009"/>
                  </a:lnTo>
                  <a:lnTo>
                    <a:pt x="209474" y="327600"/>
                  </a:lnTo>
                  <a:lnTo>
                    <a:pt x="214542" y="326028"/>
                  </a:lnTo>
                  <a:lnTo>
                    <a:pt x="219558" y="324296"/>
                  </a:lnTo>
                  <a:lnTo>
                    <a:pt x="224516" y="322407"/>
                  </a:lnTo>
                  <a:lnTo>
                    <a:pt x="229411" y="320360"/>
                  </a:lnTo>
                  <a:lnTo>
                    <a:pt x="234239" y="318160"/>
                  </a:lnTo>
                  <a:lnTo>
                    <a:pt x="238995" y="315807"/>
                  </a:lnTo>
                  <a:lnTo>
                    <a:pt x="243674" y="313304"/>
                  </a:lnTo>
                  <a:lnTo>
                    <a:pt x="248271" y="310655"/>
                  </a:lnTo>
                  <a:lnTo>
                    <a:pt x="252782" y="307860"/>
                  </a:lnTo>
                  <a:lnTo>
                    <a:pt x="257201" y="304924"/>
                  </a:lnTo>
                  <a:lnTo>
                    <a:pt x="261526" y="301850"/>
                  </a:lnTo>
                  <a:lnTo>
                    <a:pt x="265750" y="298639"/>
                  </a:lnTo>
                  <a:lnTo>
                    <a:pt x="269871" y="295296"/>
                  </a:lnTo>
                  <a:lnTo>
                    <a:pt x="273883" y="291824"/>
                  </a:lnTo>
                  <a:lnTo>
                    <a:pt x="277783" y="288227"/>
                  </a:lnTo>
                  <a:lnTo>
                    <a:pt x="281567" y="284507"/>
                  </a:lnTo>
                  <a:lnTo>
                    <a:pt x="285231" y="280669"/>
                  </a:lnTo>
                  <a:lnTo>
                    <a:pt x="288771" y="276717"/>
                  </a:lnTo>
                  <a:lnTo>
                    <a:pt x="292184" y="272654"/>
                  </a:lnTo>
                  <a:lnTo>
                    <a:pt x="295467" y="268486"/>
                  </a:lnTo>
                  <a:lnTo>
                    <a:pt x="298615" y="264215"/>
                  </a:lnTo>
                  <a:lnTo>
                    <a:pt x="301627" y="259846"/>
                  </a:lnTo>
                  <a:lnTo>
                    <a:pt x="304498" y="255384"/>
                  </a:lnTo>
                  <a:lnTo>
                    <a:pt x="307226" y="250833"/>
                  </a:lnTo>
                  <a:lnTo>
                    <a:pt x="309809" y="246198"/>
                  </a:lnTo>
                  <a:lnTo>
                    <a:pt x="312243" y="241483"/>
                  </a:lnTo>
                  <a:lnTo>
                    <a:pt x="314526" y="236694"/>
                  </a:lnTo>
                  <a:lnTo>
                    <a:pt x="316656" y="231834"/>
                  </a:lnTo>
                  <a:lnTo>
                    <a:pt x="318630" y="226909"/>
                  </a:lnTo>
                  <a:lnTo>
                    <a:pt x="320448" y="221924"/>
                  </a:lnTo>
                  <a:lnTo>
                    <a:pt x="322106" y="216884"/>
                  </a:lnTo>
                  <a:lnTo>
                    <a:pt x="323603" y="211793"/>
                  </a:lnTo>
                  <a:lnTo>
                    <a:pt x="324938" y="206658"/>
                  </a:lnTo>
                  <a:lnTo>
                    <a:pt x="326110" y="201483"/>
                  </a:lnTo>
                  <a:lnTo>
                    <a:pt x="327117" y="196274"/>
                  </a:lnTo>
                  <a:lnTo>
                    <a:pt x="327957" y="191035"/>
                  </a:lnTo>
                  <a:lnTo>
                    <a:pt x="328632" y="185772"/>
                  </a:lnTo>
                  <a:lnTo>
                    <a:pt x="329138" y="180490"/>
                  </a:lnTo>
                  <a:lnTo>
                    <a:pt x="329477" y="175195"/>
                  </a:lnTo>
                  <a:lnTo>
                    <a:pt x="329648" y="169891"/>
                  </a:lnTo>
                  <a:lnTo>
                    <a:pt x="329650" y="164585"/>
                  </a:lnTo>
                  <a:lnTo>
                    <a:pt x="329484" y="159282"/>
                  </a:lnTo>
                  <a:lnTo>
                    <a:pt x="329150" y="153987"/>
                  </a:lnTo>
                  <a:lnTo>
                    <a:pt x="328647" y="148704"/>
                  </a:lnTo>
                  <a:lnTo>
                    <a:pt x="327978" y="143441"/>
                  </a:lnTo>
                  <a:lnTo>
                    <a:pt x="327142" y="138201"/>
                  </a:lnTo>
                  <a:lnTo>
                    <a:pt x="326139" y="132991"/>
                  </a:lnTo>
                  <a:lnTo>
                    <a:pt x="324972" y="127815"/>
                  </a:lnTo>
                  <a:lnTo>
                    <a:pt x="323641" y="122678"/>
                  </a:lnTo>
                  <a:lnTo>
                    <a:pt x="322148" y="117587"/>
                  </a:lnTo>
                  <a:lnTo>
                    <a:pt x="320494" y="112545"/>
                  </a:lnTo>
                  <a:lnTo>
                    <a:pt x="318681" y="107559"/>
                  </a:lnTo>
                  <a:lnTo>
                    <a:pt x="316711" y="102632"/>
                  </a:lnTo>
                  <a:lnTo>
                    <a:pt x="314585" y="97770"/>
                  </a:lnTo>
                  <a:lnTo>
                    <a:pt x="312306" y="92979"/>
                  </a:lnTo>
                  <a:lnTo>
                    <a:pt x="309876" y="88262"/>
                  </a:lnTo>
                  <a:lnTo>
                    <a:pt x="307298" y="83625"/>
                  </a:lnTo>
                  <a:lnTo>
                    <a:pt x="304573" y="79071"/>
                  </a:lnTo>
                  <a:lnTo>
                    <a:pt x="301706" y="74607"/>
                  </a:lnTo>
                  <a:lnTo>
                    <a:pt x="298698" y="70236"/>
                  </a:lnTo>
                  <a:lnTo>
                    <a:pt x="295554" y="65962"/>
                  </a:lnTo>
                  <a:lnTo>
                    <a:pt x="292275" y="61790"/>
                  </a:lnTo>
                  <a:lnTo>
                    <a:pt x="288865" y="57725"/>
                  </a:lnTo>
                  <a:lnTo>
                    <a:pt x="285328" y="53770"/>
                  </a:lnTo>
                  <a:lnTo>
                    <a:pt x="281667" y="49929"/>
                  </a:lnTo>
                  <a:lnTo>
                    <a:pt x="277887" y="46206"/>
                  </a:lnTo>
                  <a:lnTo>
                    <a:pt x="273990" y="42605"/>
                  </a:lnTo>
                  <a:lnTo>
                    <a:pt x="269980" y="39130"/>
                  </a:lnTo>
                  <a:lnTo>
                    <a:pt x="265863" y="35783"/>
                  </a:lnTo>
                  <a:lnTo>
                    <a:pt x="261641" y="32569"/>
                  </a:lnTo>
                  <a:lnTo>
                    <a:pt x="257319" y="29491"/>
                  </a:lnTo>
                  <a:lnTo>
                    <a:pt x="252902" y="26551"/>
                  </a:lnTo>
                  <a:lnTo>
                    <a:pt x="248394" y="23753"/>
                  </a:lnTo>
                  <a:lnTo>
                    <a:pt x="243799" y="21099"/>
                  </a:lnTo>
                  <a:lnTo>
                    <a:pt x="239123" y="18593"/>
                  </a:lnTo>
                  <a:lnTo>
                    <a:pt x="234369" y="16236"/>
                  </a:lnTo>
                  <a:lnTo>
                    <a:pt x="229542" y="14031"/>
                  </a:lnTo>
                  <a:lnTo>
                    <a:pt x="224649" y="11980"/>
                  </a:lnTo>
                  <a:lnTo>
                    <a:pt x="219692" y="10086"/>
                  </a:lnTo>
                  <a:lnTo>
                    <a:pt x="214678" y="8350"/>
                  </a:lnTo>
                  <a:lnTo>
                    <a:pt x="209612" y="6775"/>
                  </a:lnTo>
                  <a:lnTo>
                    <a:pt x="204498" y="5360"/>
                  </a:lnTo>
                  <a:lnTo>
                    <a:pt x="199341" y="4109"/>
                  </a:lnTo>
                  <a:lnTo>
                    <a:pt x="194148" y="3022"/>
                  </a:lnTo>
                  <a:lnTo>
                    <a:pt x="188923" y="2100"/>
                  </a:lnTo>
                  <a:lnTo>
                    <a:pt x="183671" y="1345"/>
                  </a:lnTo>
                  <a:lnTo>
                    <a:pt x="178397" y="757"/>
                  </a:lnTo>
                  <a:lnTo>
                    <a:pt x="173108" y="336"/>
                  </a:lnTo>
                  <a:lnTo>
                    <a:pt x="167808" y="84"/>
                  </a:lnTo>
                  <a:lnTo>
                    <a:pt x="162503" y="0"/>
                  </a:lnTo>
                  <a:lnTo>
                    <a:pt x="16250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460346" y="5399291"/>
              <a:ext cx="25869" cy="167167"/>
            </a:xfrm>
            <a:custGeom>
              <a:avLst/>
              <a:pathLst>
                <a:path w="25869" h="167167">
                  <a:moveTo>
                    <a:pt x="25869" y="0"/>
                  </a:moveTo>
                  <a:lnTo>
                    <a:pt x="17215" y="224"/>
                  </a:lnTo>
                  <a:lnTo>
                    <a:pt x="8584" y="896"/>
                  </a:lnTo>
                  <a:lnTo>
                    <a:pt x="0" y="2013"/>
                  </a:lnTo>
                  <a:lnTo>
                    <a:pt x="2586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460346" y="5401305"/>
              <a:ext cx="25869" cy="165153"/>
            </a:xfrm>
            <a:custGeom>
              <a:avLst/>
              <a:pathLst>
                <a:path w="25869" h="165153">
                  <a:moveTo>
                    <a:pt x="0" y="0"/>
                  </a:moveTo>
                  <a:lnTo>
                    <a:pt x="25869" y="165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460346" y="5401305"/>
              <a:ext cx="25869" cy="165153"/>
            </a:xfrm>
            <a:custGeom>
              <a:avLst/>
              <a:pathLst>
                <a:path w="25869" h="165153">
                  <a:moveTo>
                    <a:pt x="0" y="0"/>
                  </a:moveTo>
                  <a:lnTo>
                    <a:pt x="25869" y="165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460346" y="5401305"/>
              <a:ext cx="25869" cy="165153"/>
            </a:xfrm>
            <a:custGeom>
              <a:avLst/>
              <a:pathLst>
                <a:path w="25869" h="165153">
                  <a:moveTo>
                    <a:pt x="0" y="0"/>
                  </a:moveTo>
                  <a:lnTo>
                    <a:pt x="25869" y="165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460346" y="5401305"/>
              <a:ext cx="25869" cy="165153"/>
            </a:xfrm>
            <a:custGeom>
              <a:avLst/>
              <a:pathLst>
                <a:path w="25869" h="165153">
                  <a:moveTo>
                    <a:pt x="0" y="0"/>
                  </a:moveTo>
                  <a:lnTo>
                    <a:pt x="25869" y="165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460346" y="5401305"/>
              <a:ext cx="25869" cy="165153"/>
            </a:xfrm>
            <a:custGeom>
              <a:avLst/>
              <a:pathLst>
                <a:path w="25869" h="165153">
                  <a:moveTo>
                    <a:pt x="0" y="0"/>
                  </a:moveTo>
                  <a:lnTo>
                    <a:pt x="25869" y="1651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460346" y="5401305"/>
              <a:ext cx="25869" cy="165153"/>
            </a:xfrm>
            <a:custGeom>
              <a:avLst/>
              <a:pathLst>
                <a:path w="25869" h="165153">
                  <a:moveTo>
                    <a:pt x="0" y="0"/>
                  </a:moveTo>
                  <a:lnTo>
                    <a:pt x="25869" y="1651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319055" y="5399824"/>
              <a:ext cx="334326" cy="333794"/>
            </a:xfrm>
            <a:custGeom>
              <a:avLst/>
              <a:pathLst>
                <a:path w="334326" h="333794">
                  <a:moveTo>
                    <a:pt x="141290" y="1481"/>
                  </a:moveTo>
                  <a:lnTo>
                    <a:pt x="136074" y="2382"/>
                  </a:lnTo>
                  <a:lnTo>
                    <a:pt x="130890" y="3449"/>
                  </a:lnTo>
                  <a:lnTo>
                    <a:pt x="125741" y="4679"/>
                  </a:lnTo>
                  <a:lnTo>
                    <a:pt x="120635" y="6071"/>
                  </a:lnTo>
                  <a:lnTo>
                    <a:pt x="115575" y="7625"/>
                  </a:lnTo>
                  <a:lnTo>
                    <a:pt x="110566" y="9338"/>
                  </a:lnTo>
                  <a:lnTo>
                    <a:pt x="105615" y="11208"/>
                  </a:lnTo>
                  <a:lnTo>
                    <a:pt x="100725" y="13235"/>
                  </a:lnTo>
                  <a:lnTo>
                    <a:pt x="95902" y="15415"/>
                  </a:lnTo>
                  <a:lnTo>
                    <a:pt x="91150" y="17747"/>
                  </a:lnTo>
                  <a:lnTo>
                    <a:pt x="86474" y="20228"/>
                  </a:lnTo>
                  <a:lnTo>
                    <a:pt x="81880" y="22855"/>
                  </a:lnTo>
                  <a:lnTo>
                    <a:pt x="77371" y="25627"/>
                  </a:lnTo>
                  <a:lnTo>
                    <a:pt x="72951" y="28541"/>
                  </a:lnTo>
                  <a:lnTo>
                    <a:pt x="68627" y="31593"/>
                  </a:lnTo>
                  <a:lnTo>
                    <a:pt x="64401" y="34780"/>
                  </a:lnTo>
                  <a:lnTo>
                    <a:pt x="60278" y="38099"/>
                  </a:lnTo>
                  <a:lnTo>
                    <a:pt x="56262" y="41547"/>
                  </a:lnTo>
                  <a:lnTo>
                    <a:pt x="52357" y="45121"/>
                  </a:lnTo>
                  <a:lnTo>
                    <a:pt x="48568" y="48816"/>
                  </a:lnTo>
                  <a:lnTo>
                    <a:pt x="44897" y="52630"/>
                  </a:lnTo>
                  <a:lnTo>
                    <a:pt x="41349" y="56558"/>
                  </a:lnTo>
                  <a:lnTo>
                    <a:pt x="37927" y="60596"/>
                  </a:lnTo>
                  <a:lnTo>
                    <a:pt x="34635" y="64741"/>
                  </a:lnTo>
                  <a:lnTo>
                    <a:pt x="31476" y="68987"/>
                  </a:lnTo>
                  <a:lnTo>
                    <a:pt x="28452" y="73332"/>
                  </a:lnTo>
                  <a:lnTo>
                    <a:pt x="25568" y="77770"/>
                  </a:lnTo>
                  <a:lnTo>
                    <a:pt x="22826" y="82297"/>
                  </a:lnTo>
                  <a:lnTo>
                    <a:pt x="20228" y="86909"/>
                  </a:lnTo>
                  <a:lnTo>
                    <a:pt x="17777" y="91601"/>
                  </a:lnTo>
                  <a:lnTo>
                    <a:pt x="15477" y="96368"/>
                  </a:lnTo>
                  <a:lnTo>
                    <a:pt x="13328" y="101205"/>
                  </a:lnTo>
                  <a:lnTo>
                    <a:pt x="11334" y="106108"/>
                  </a:lnTo>
                  <a:lnTo>
                    <a:pt x="9496" y="111072"/>
                  </a:lnTo>
                  <a:lnTo>
                    <a:pt x="7816" y="116091"/>
                  </a:lnTo>
                  <a:lnTo>
                    <a:pt x="6296" y="121161"/>
                  </a:lnTo>
                  <a:lnTo>
                    <a:pt x="4937" y="126277"/>
                  </a:lnTo>
                  <a:lnTo>
                    <a:pt x="3740" y="131433"/>
                  </a:lnTo>
                  <a:lnTo>
                    <a:pt x="2708" y="136625"/>
                  </a:lnTo>
                  <a:lnTo>
                    <a:pt x="1840" y="141846"/>
                  </a:lnTo>
                  <a:lnTo>
                    <a:pt x="1138" y="147092"/>
                  </a:lnTo>
                  <a:lnTo>
                    <a:pt x="603" y="152358"/>
                  </a:lnTo>
                  <a:lnTo>
                    <a:pt x="234" y="157639"/>
                  </a:lnTo>
                  <a:lnTo>
                    <a:pt x="33" y="162928"/>
                  </a:lnTo>
                  <a:lnTo>
                    <a:pt x="0" y="168221"/>
                  </a:lnTo>
                  <a:lnTo>
                    <a:pt x="134" y="173512"/>
                  </a:lnTo>
                  <a:lnTo>
                    <a:pt x="435" y="178797"/>
                  </a:lnTo>
                  <a:lnTo>
                    <a:pt x="904" y="184069"/>
                  </a:lnTo>
                  <a:lnTo>
                    <a:pt x="1539" y="189324"/>
                  </a:lnTo>
                  <a:lnTo>
                    <a:pt x="2340" y="194556"/>
                  </a:lnTo>
                  <a:lnTo>
                    <a:pt x="3307" y="199760"/>
                  </a:lnTo>
                  <a:lnTo>
                    <a:pt x="4438" y="204931"/>
                  </a:lnTo>
                  <a:lnTo>
                    <a:pt x="5732" y="210063"/>
                  </a:lnTo>
                  <a:lnTo>
                    <a:pt x="7188" y="215152"/>
                  </a:lnTo>
                  <a:lnTo>
                    <a:pt x="8804" y="220193"/>
                  </a:lnTo>
                  <a:lnTo>
                    <a:pt x="10579" y="225179"/>
                  </a:lnTo>
                  <a:lnTo>
                    <a:pt x="12511" y="230107"/>
                  </a:lnTo>
                  <a:lnTo>
                    <a:pt x="14598" y="234971"/>
                  </a:lnTo>
                  <a:lnTo>
                    <a:pt x="16838" y="239767"/>
                  </a:lnTo>
                  <a:lnTo>
                    <a:pt x="19229" y="244489"/>
                  </a:lnTo>
                  <a:lnTo>
                    <a:pt x="21768" y="249134"/>
                  </a:lnTo>
                  <a:lnTo>
                    <a:pt x="24452" y="253695"/>
                  </a:lnTo>
                  <a:lnTo>
                    <a:pt x="27280" y="258170"/>
                  </a:lnTo>
                  <a:lnTo>
                    <a:pt x="30248" y="262552"/>
                  </a:lnTo>
                  <a:lnTo>
                    <a:pt x="33354" y="266839"/>
                  </a:lnTo>
                  <a:lnTo>
                    <a:pt x="36593" y="271025"/>
                  </a:lnTo>
                  <a:lnTo>
                    <a:pt x="39964" y="275106"/>
                  </a:lnTo>
                  <a:lnTo>
                    <a:pt x="43461" y="279079"/>
                  </a:lnTo>
                  <a:lnTo>
                    <a:pt x="47083" y="282939"/>
                  </a:lnTo>
                  <a:lnTo>
                    <a:pt x="50826" y="286682"/>
                  </a:lnTo>
                  <a:lnTo>
                    <a:pt x="54685" y="290305"/>
                  </a:lnTo>
                  <a:lnTo>
                    <a:pt x="58656" y="293804"/>
                  </a:lnTo>
                  <a:lnTo>
                    <a:pt x="62737" y="297175"/>
                  </a:lnTo>
                  <a:lnTo>
                    <a:pt x="66922" y="300415"/>
                  </a:lnTo>
                  <a:lnTo>
                    <a:pt x="71208" y="303522"/>
                  </a:lnTo>
                  <a:lnTo>
                    <a:pt x="75590" y="306491"/>
                  </a:lnTo>
                  <a:lnTo>
                    <a:pt x="80063" y="309320"/>
                  </a:lnTo>
                  <a:lnTo>
                    <a:pt x="84624" y="312006"/>
                  </a:lnTo>
                  <a:lnTo>
                    <a:pt x="89268" y="314546"/>
                  </a:lnTo>
                  <a:lnTo>
                    <a:pt x="93990" y="316938"/>
                  </a:lnTo>
                  <a:lnTo>
                    <a:pt x="98785" y="319179"/>
                  </a:lnTo>
                  <a:lnTo>
                    <a:pt x="103649" y="321267"/>
                  </a:lnTo>
                  <a:lnTo>
                    <a:pt x="108576" y="323200"/>
                  </a:lnTo>
                  <a:lnTo>
                    <a:pt x="113562" y="324977"/>
                  </a:lnTo>
                  <a:lnTo>
                    <a:pt x="118602" y="326594"/>
                  </a:lnTo>
                  <a:lnTo>
                    <a:pt x="123691" y="328051"/>
                  </a:lnTo>
                  <a:lnTo>
                    <a:pt x="128823" y="329346"/>
                  </a:lnTo>
                  <a:lnTo>
                    <a:pt x="133994" y="330479"/>
                  </a:lnTo>
                  <a:lnTo>
                    <a:pt x="139197" y="331446"/>
                  </a:lnTo>
                  <a:lnTo>
                    <a:pt x="144429" y="332249"/>
                  </a:lnTo>
                  <a:lnTo>
                    <a:pt x="149684" y="332886"/>
                  </a:lnTo>
                  <a:lnTo>
                    <a:pt x="154956" y="333356"/>
                  </a:lnTo>
                  <a:lnTo>
                    <a:pt x="160241" y="333658"/>
                  </a:lnTo>
                  <a:lnTo>
                    <a:pt x="165532" y="333794"/>
                  </a:lnTo>
                  <a:lnTo>
                    <a:pt x="170825" y="333761"/>
                  </a:lnTo>
                  <a:lnTo>
                    <a:pt x="176114" y="333562"/>
                  </a:lnTo>
                  <a:lnTo>
                    <a:pt x="181395" y="333194"/>
                  </a:lnTo>
                  <a:lnTo>
                    <a:pt x="186661" y="332660"/>
                  </a:lnTo>
                  <a:lnTo>
                    <a:pt x="191907" y="331960"/>
                  </a:lnTo>
                  <a:lnTo>
                    <a:pt x="197129" y="331093"/>
                  </a:lnTo>
                  <a:lnTo>
                    <a:pt x="202320" y="330062"/>
                  </a:lnTo>
                  <a:lnTo>
                    <a:pt x="207477" y="328867"/>
                  </a:lnTo>
                  <a:lnTo>
                    <a:pt x="212593" y="327509"/>
                  </a:lnTo>
                  <a:lnTo>
                    <a:pt x="217663" y="325990"/>
                  </a:lnTo>
                  <a:lnTo>
                    <a:pt x="222683" y="324311"/>
                  </a:lnTo>
                  <a:lnTo>
                    <a:pt x="227647" y="322474"/>
                  </a:lnTo>
                  <a:lnTo>
                    <a:pt x="232551" y="320481"/>
                  </a:lnTo>
                  <a:lnTo>
                    <a:pt x="237389" y="318334"/>
                  </a:lnTo>
                  <a:lnTo>
                    <a:pt x="242156" y="316035"/>
                  </a:lnTo>
                  <a:lnTo>
                    <a:pt x="246848" y="313585"/>
                  </a:lnTo>
                  <a:lnTo>
                    <a:pt x="251461" y="310989"/>
                  </a:lnTo>
                  <a:lnTo>
                    <a:pt x="255989" y="308247"/>
                  </a:lnTo>
                  <a:lnTo>
                    <a:pt x="260428" y="305364"/>
                  </a:lnTo>
                  <a:lnTo>
                    <a:pt x="264773" y="302342"/>
                  </a:lnTo>
                  <a:lnTo>
                    <a:pt x="269020" y="299183"/>
                  </a:lnTo>
                  <a:lnTo>
                    <a:pt x="273166" y="295892"/>
                  </a:lnTo>
                  <a:lnTo>
                    <a:pt x="277205" y="292471"/>
                  </a:lnTo>
                  <a:lnTo>
                    <a:pt x="281134" y="288924"/>
                  </a:lnTo>
                  <a:lnTo>
                    <a:pt x="284948" y="285254"/>
                  </a:lnTo>
                  <a:lnTo>
                    <a:pt x="288645" y="281466"/>
                  </a:lnTo>
                  <a:lnTo>
                    <a:pt x="292219" y="277562"/>
                  </a:lnTo>
                  <a:lnTo>
                    <a:pt x="295668" y="273547"/>
                  </a:lnTo>
                  <a:lnTo>
                    <a:pt x="298989" y="269425"/>
                  </a:lnTo>
                  <a:lnTo>
                    <a:pt x="302177" y="265200"/>
                  </a:lnTo>
                  <a:lnTo>
                    <a:pt x="305230" y="260876"/>
                  </a:lnTo>
                  <a:lnTo>
                    <a:pt x="308144" y="256458"/>
                  </a:lnTo>
                  <a:lnTo>
                    <a:pt x="310917" y="251949"/>
                  </a:lnTo>
                  <a:lnTo>
                    <a:pt x="313546" y="247355"/>
                  </a:lnTo>
                  <a:lnTo>
                    <a:pt x="316028" y="242680"/>
                  </a:lnTo>
                  <a:lnTo>
                    <a:pt x="318361" y="237929"/>
                  </a:lnTo>
                  <a:lnTo>
                    <a:pt x="320543" y="233106"/>
                  </a:lnTo>
                  <a:lnTo>
                    <a:pt x="322570" y="228217"/>
                  </a:lnTo>
                  <a:lnTo>
                    <a:pt x="324442" y="223266"/>
                  </a:lnTo>
                  <a:lnTo>
                    <a:pt x="326156" y="218258"/>
                  </a:lnTo>
                  <a:lnTo>
                    <a:pt x="327711" y="213198"/>
                  </a:lnTo>
                  <a:lnTo>
                    <a:pt x="329105" y="208092"/>
                  </a:lnTo>
                  <a:lnTo>
                    <a:pt x="330336" y="202944"/>
                  </a:lnTo>
                  <a:lnTo>
                    <a:pt x="331404" y="197760"/>
                  </a:lnTo>
                  <a:lnTo>
                    <a:pt x="332307" y="192544"/>
                  </a:lnTo>
                  <a:lnTo>
                    <a:pt x="333044" y="187303"/>
                  </a:lnTo>
                  <a:lnTo>
                    <a:pt x="333615" y="182041"/>
                  </a:lnTo>
                  <a:lnTo>
                    <a:pt x="334020" y="176763"/>
                  </a:lnTo>
                  <a:lnTo>
                    <a:pt x="334257" y="171475"/>
                  </a:lnTo>
                  <a:lnTo>
                    <a:pt x="334326" y="166183"/>
                  </a:lnTo>
                  <a:lnTo>
                    <a:pt x="334228" y="160890"/>
                  </a:lnTo>
                  <a:lnTo>
                    <a:pt x="333963" y="155604"/>
                  </a:lnTo>
                  <a:lnTo>
                    <a:pt x="333530" y="150329"/>
                  </a:lnTo>
                  <a:lnTo>
                    <a:pt x="332930" y="145070"/>
                  </a:lnTo>
                  <a:lnTo>
                    <a:pt x="332164" y="139832"/>
                  </a:lnTo>
                  <a:lnTo>
                    <a:pt x="331233" y="134622"/>
                  </a:lnTo>
                  <a:lnTo>
                    <a:pt x="330137" y="129443"/>
                  </a:lnTo>
                  <a:lnTo>
                    <a:pt x="328878" y="124302"/>
                  </a:lnTo>
                  <a:lnTo>
                    <a:pt x="327457" y="119204"/>
                  </a:lnTo>
                  <a:lnTo>
                    <a:pt x="325875" y="114152"/>
                  </a:lnTo>
                  <a:lnTo>
                    <a:pt x="324134" y="109154"/>
                  </a:lnTo>
                  <a:lnTo>
                    <a:pt x="322235" y="104213"/>
                  </a:lnTo>
                  <a:lnTo>
                    <a:pt x="320181" y="99335"/>
                  </a:lnTo>
                  <a:lnTo>
                    <a:pt x="317974" y="94524"/>
                  </a:lnTo>
                  <a:lnTo>
                    <a:pt x="315615" y="89785"/>
                  </a:lnTo>
                  <a:lnTo>
                    <a:pt x="313108" y="85124"/>
                  </a:lnTo>
                  <a:lnTo>
                    <a:pt x="310454" y="80544"/>
                  </a:lnTo>
                  <a:lnTo>
                    <a:pt x="307657" y="76050"/>
                  </a:lnTo>
                  <a:lnTo>
                    <a:pt x="304719" y="71648"/>
                  </a:lnTo>
                  <a:lnTo>
                    <a:pt x="301642" y="67340"/>
                  </a:lnTo>
                  <a:lnTo>
                    <a:pt x="298431" y="63133"/>
                  </a:lnTo>
                  <a:lnTo>
                    <a:pt x="295089" y="59028"/>
                  </a:lnTo>
                  <a:lnTo>
                    <a:pt x="291618" y="55032"/>
                  </a:lnTo>
                  <a:lnTo>
                    <a:pt x="288022" y="51148"/>
                  </a:lnTo>
                  <a:lnTo>
                    <a:pt x="284306" y="47379"/>
                  </a:lnTo>
                  <a:lnTo>
                    <a:pt x="280471" y="43730"/>
                  </a:lnTo>
                  <a:lnTo>
                    <a:pt x="276523" y="40205"/>
                  </a:lnTo>
                  <a:lnTo>
                    <a:pt x="272466" y="36806"/>
                  </a:lnTo>
                  <a:lnTo>
                    <a:pt x="268303" y="33537"/>
                  </a:lnTo>
                  <a:lnTo>
                    <a:pt x="264038" y="30401"/>
                  </a:lnTo>
                  <a:lnTo>
                    <a:pt x="259677" y="27402"/>
                  </a:lnTo>
                  <a:lnTo>
                    <a:pt x="255222" y="24543"/>
                  </a:lnTo>
                  <a:lnTo>
                    <a:pt x="250680" y="21826"/>
                  </a:lnTo>
                  <a:lnTo>
                    <a:pt x="246053" y="19255"/>
                  </a:lnTo>
                  <a:lnTo>
                    <a:pt x="241348" y="16831"/>
                  </a:lnTo>
                  <a:lnTo>
                    <a:pt x="236568" y="14557"/>
                  </a:lnTo>
                  <a:lnTo>
                    <a:pt x="231718" y="12436"/>
                  </a:lnTo>
                  <a:lnTo>
                    <a:pt x="226804" y="10469"/>
                  </a:lnTo>
                  <a:lnTo>
                    <a:pt x="221830" y="8659"/>
                  </a:lnTo>
                  <a:lnTo>
                    <a:pt x="216802" y="7008"/>
                  </a:lnTo>
                  <a:lnTo>
                    <a:pt x="211723" y="5516"/>
                  </a:lnTo>
                  <a:lnTo>
                    <a:pt x="206600" y="4186"/>
                  </a:lnTo>
                  <a:lnTo>
                    <a:pt x="201437" y="3019"/>
                  </a:lnTo>
                  <a:lnTo>
                    <a:pt x="196240" y="2016"/>
                  </a:lnTo>
                  <a:lnTo>
                    <a:pt x="191014" y="1177"/>
                  </a:lnTo>
                  <a:lnTo>
                    <a:pt x="185763" y="505"/>
                  </a:lnTo>
                  <a:lnTo>
                    <a:pt x="180494" y="0"/>
                  </a:lnTo>
                  <a:lnTo>
                    <a:pt x="167159" y="1666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486215" y="5399291"/>
              <a:ext cx="13335" cy="167167"/>
            </a:xfrm>
            <a:custGeom>
              <a:avLst/>
              <a:pathLst>
                <a:path w="13335" h="167167">
                  <a:moveTo>
                    <a:pt x="13335" y="53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856381" y="5399291"/>
              <a:ext cx="167162" cy="299871"/>
            </a:xfrm>
            <a:custGeom>
              <a:avLst/>
              <a:pathLst>
                <a:path w="167162" h="299871">
                  <a:moveTo>
                    <a:pt x="167162" y="0"/>
                  </a:moveTo>
                  <a:lnTo>
                    <a:pt x="161831" y="85"/>
                  </a:lnTo>
                  <a:lnTo>
                    <a:pt x="156505" y="340"/>
                  </a:lnTo>
                  <a:lnTo>
                    <a:pt x="151190" y="764"/>
                  </a:lnTo>
                  <a:lnTo>
                    <a:pt x="145892" y="1358"/>
                  </a:lnTo>
                  <a:lnTo>
                    <a:pt x="140615" y="2121"/>
                  </a:lnTo>
                  <a:lnTo>
                    <a:pt x="135365" y="3051"/>
                  </a:lnTo>
                  <a:lnTo>
                    <a:pt x="130147" y="4149"/>
                  </a:lnTo>
                  <a:lnTo>
                    <a:pt x="124967" y="5412"/>
                  </a:lnTo>
                  <a:lnTo>
                    <a:pt x="119830" y="6840"/>
                  </a:lnTo>
                  <a:lnTo>
                    <a:pt x="114741" y="8431"/>
                  </a:lnTo>
                  <a:lnTo>
                    <a:pt x="109706" y="10184"/>
                  </a:lnTo>
                  <a:lnTo>
                    <a:pt x="104729" y="12096"/>
                  </a:lnTo>
                  <a:lnTo>
                    <a:pt x="99815" y="14166"/>
                  </a:lnTo>
                  <a:lnTo>
                    <a:pt x="94970" y="16391"/>
                  </a:lnTo>
                  <a:lnTo>
                    <a:pt x="90199" y="18770"/>
                  </a:lnTo>
                  <a:lnTo>
                    <a:pt x="85505" y="21300"/>
                  </a:lnTo>
                  <a:lnTo>
                    <a:pt x="80895" y="23978"/>
                  </a:lnTo>
                  <a:lnTo>
                    <a:pt x="76372" y="26802"/>
                  </a:lnTo>
                  <a:lnTo>
                    <a:pt x="71942" y="29769"/>
                  </a:lnTo>
                  <a:lnTo>
                    <a:pt x="67609" y="32875"/>
                  </a:lnTo>
                  <a:lnTo>
                    <a:pt x="63377" y="36119"/>
                  </a:lnTo>
                  <a:lnTo>
                    <a:pt x="59251" y="39495"/>
                  </a:lnTo>
                  <a:lnTo>
                    <a:pt x="55234" y="43001"/>
                  </a:lnTo>
                  <a:lnTo>
                    <a:pt x="51331" y="46634"/>
                  </a:lnTo>
                  <a:lnTo>
                    <a:pt x="47546" y="50389"/>
                  </a:lnTo>
                  <a:lnTo>
                    <a:pt x="43883" y="54263"/>
                  </a:lnTo>
                  <a:lnTo>
                    <a:pt x="40345" y="58252"/>
                  </a:lnTo>
                  <a:lnTo>
                    <a:pt x="36936" y="62352"/>
                  </a:lnTo>
                  <a:lnTo>
                    <a:pt x="33660" y="66558"/>
                  </a:lnTo>
                  <a:lnTo>
                    <a:pt x="30519" y="70867"/>
                  </a:lnTo>
                  <a:lnTo>
                    <a:pt x="27518" y="75273"/>
                  </a:lnTo>
                  <a:lnTo>
                    <a:pt x="24658" y="79773"/>
                  </a:lnTo>
                  <a:lnTo>
                    <a:pt x="21943" y="84362"/>
                  </a:lnTo>
                  <a:lnTo>
                    <a:pt x="19377" y="89035"/>
                  </a:lnTo>
                  <a:lnTo>
                    <a:pt x="16960" y="93788"/>
                  </a:lnTo>
                  <a:lnTo>
                    <a:pt x="14696" y="98616"/>
                  </a:lnTo>
                  <a:lnTo>
                    <a:pt x="12588" y="103513"/>
                  </a:lnTo>
                  <a:lnTo>
                    <a:pt x="10637" y="108474"/>
                  </a:lnTo>
                  <a:lnTo>
                    <a:pt x="8844" y="113496"/>
                  </a:lnTo>
                  <a:lnTo>
                    <a:pt x="7213" y="118572"/>
                  </a:lnTo>
                  <a:lnTo>
                    <a:pt x="5745" y="123698"/>
                  </a:lnTo>
                  <a:lnTo>
                    <a:pt x="4441" y="128868"/>
                  </a:lnTo>
                  <a:lnTo>
                    <a:pt x="3302" y="134076"/>
                  </a:lnTo>
                  <a:lnTo>
                    <a:pt x="2330" y="139319"/>
                  </a:lnTo>
                  <a:lnTo>
                    <a:pt x="1526" y="144589"/>
                  </a:lnTo>
                  <a:lnTo>
                    <a:pt x="890" y="149883"/>
                  </a:lnTo>
                  <a:lnTo>
                    <a:pt x="424" y="155194"/>
                  </a:lnTo>
                  <a:lnTo>
                    <a:pt x="127" y="160518"/>
                  </a:lnTo>
                  <a:lnTo>
                    <a:pt x="0" y="165848"/>
                  </a:lnTo>
                  <a:lnTo>
                    <a:pt x="42" y="171180"/>
                  </a:lnTo>
                  <a:lnTo>
                    <a:pt x="255" y="176507"/>
                  </a:lnTo>
                  <a:lnTo>
                    <a:pt x="638" y="181825"/>
                  </a:lnTo>
                  <a:lnTo>
                    <a:pt x="1190" y="187128"/>
                  </a:lnTo>
                  <a:lnTo>
                    <a:pt x="1911" y="192411"/>
                  </a:lnTo>
                  <a:lnTo>
                    <a:pt x="2800" y="197668"/>
                  </a:lnTo>
                  <a:lnTo>
                    <a:pt x="3857" y="202894"/>
                  </a:lnTo>
                  <a:lnTo>
                    <a:pt x="5079" y="208084"/>
                  </a:lnTo>
                  <a:lnTo>
                    <a:pt x="6467" y="213232"/>
                  </a:lnTo>
                  <a:lnTo>
                    <a:pt x="8017" y="218333"/>
                  </a:lnTo>
                  <a:lnTo>
                    <a:pt x="9730" y="223383"/>
                  </a:lnTo>
                  <a:lnTo>
                    <a:pt x="11603" y="228375"/>
                  </a:lnTo>
                  <a:lnTo>
                    <a:pt x="13634" y="233304"/>
                  </a:lnTo>
                  <a:lnTo>
                    <a:pt x="15821" y="238167"/>
                  </a:lnTo>
                  <a:lnTo>
                    <a:pt x="18162" y="242957"/>
                  </a:lnTo>
                  <a:lnTo>
                    <a:pt x="20655" y="247670"/>
                  </a:lnTo>
                  <a:lnTo>
                    <a:pt x="23297" y="252301"/>
                  </a:lnTo>
                  <a:lnTo>
                    <a:pt x="26085" y="256846"/>
                  </a:lnTo>
                  <a:lnTo>
                    <a:pt x="29017" y="261300"/>
                  </a:lnTo>
                  <a:lnTo>
                    <a:pt x="32089" y="265657"/>
                  </a:lnTo>
                  <a:lnTo>
                    <a:pt x="35299" y="269915"/>
                  </a:lnTo>
                  <a:lnTo>
                    <a:pt x="38642" y="274068"/>
                  </a:lnTo>
                  <a:lnTo>
                    <a:pt x="42117" y="278112"/>
                  </a:lnTo>
                  <a:lnTo>
                    <a:pt x="45719" y="282043"/>
                  </a:lnTo>
                  <a:lnTo>
                    <a:pt x="49444" y="285858"/>
                  </a:lnTo>
                  <a:lnTo>
                    <a:pt x="53289" y="289551"/>
                  </a:lnTo>
                  <a:lnTo>
                    <a:pt x="57250" y="293121"/>
                  </a:lnTo>
                  <a:lnTo>
                    <a:pt x="61322" y="296562"/>
                  </a:lnTo>
                  <a:lnTo>
                    <a:pt x="65503" y="299871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921885" y="5566459"/>
              <a:ext cx="101659" cy="132704"/>
            </a:xfrm>
            <a:custGeom>
              <a:avLst/>
              <a:pathLst>
                <a:path w="101659" h="132704">
                  <a:moveTo>
                    <a:pt x="0" y="132704"/>
                  </a:moveTo>
                  <a:lnTo>
                    <a:pt x="10165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921885" y="5566459"/>
              <a:ext cx="101659" cy="132704"/>
            </a:xfrm>
            <a:custGeom>
              <a:avLst/>
              <a:pathLst>
                <a:path w="101659" h="132704">
                  <a:moveTo>
                    <a:pt x="0" y="132704"/>
                  </a:moveTo>
                  <a:lnTo>
                    <a:pt x="10165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921885" y="5566459"/>
              <a:ext cx="101659" cy="132704"/>
            </a:xfrm>
            <a:custGeom>
              <a:avLst/>
              <a:pathLst>
                <a:path w="101659" h="132704">
                  <a:moveTo>
                    <a:pt x="0" y="132704"/>
                  </a:moveTo>
                  <a:lnTo>
                    <a:pt x="10165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921885" y="5566459"/>
              <a:ext cx="101659" cy="132704"/>
            </a:xfrm>
            <a:custGeom>
              <a:avLst/>
              <a:pathLst>
                <a:path w="101659" h="132704">
                  <a:moveTo>
                    <a:pt x="0" y="132704"/>
                  </a:moveTo>
                  <a:lnTo>
                    <a:pt x="10165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921885" y="5566459"/>
              <a:ext cx="101659" cy="132704"/>
            </a:xfrm>
            <a:custGeom>
              <a:avLst/>
              <a:pathLst>
                <a:path w="101659" h="132704">
                  <a:moveTo>
                    <a:pt x="0" y="132704"/>
                  </a:moveTo>
                  <a:lnTo>
                    <a:pt x="10165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921885" y="5566459"/>
              <a:ext cx="165690" cy="167167"/>
            </a:xfrm>
            <a:custGeom>
              <a:avLst/>
              <a:pathLst>
                <a:path w="165690" h="167167">
                  <a:moveTo>
                    <a:pt x="0" y="132704"/>
                  </a:moveTo>
                  <a:lnTo>
                    <a:pt x="4394" y="135958"/>
                  </a:lnTo>
                  <a:lnTo>
                    <a:pt x="8893" y="139066"/>
                  </a:lnTo>
                  <a:lnTo>
                    <a:pt x="13491" y="142026"/>
                  </a:lnTo>
                  <a:lnTo>
                    <a:pt x="18183" y="144833"/>
                  </a:lnTo>
                  <a:lnTo>
                    <a:pt x="22965" y="147486"/>
                  </a:lnTo>
                  <a:lnTo>
                    <a:pt x="27831" y="149981"/>
                  </a:lnTo>
                  <a:lnTo>
                    <a:pt x="32775" y="152315"/>
                  </a:lnTo>
                  <a:lnTo>
                    <a:pt x="37794" y="154487"/>
                  </a:lnTo>
                  <a:lnTo>
                    <a:pt x="42881" y="156493"/>
                  </a:lnTo>
                  <a:lnTo>
                    <a:pt x="48030" y="158331"/>
                  </a:lnTo>
                  <a:lnTo>
                    <a:pt x="53238" y="160001"/>
                  </a:lnTo>
                  <a:lnTo>
                    <a:pt x="58497" y="161499"/>
                  </a:lnTo>
                  <a:lnTo>
                    <a:pt x="63802" y="162824"/>
                  </a:lnTo>
                  <a:lnTo>
                    <a:pt x="69147" y="163975"/>
                  </a:lnTo>
                  <a:lnTo>
                    <a:pt x="74528" y="164951"/>
                  </a:lnTo>
                  <a:lnTo>
                    <a:pt x="79937" y="165750"/>
                  </a:lnTo>
                  <a:lnTo>
                    <a:pt x="85370" y="166371"/>
                  </a:lnTo>
                  <a:lnTo>
                    <a:pt x="90820" y="166815"/>
                  </a:lnTo>
                  <a:lnTo>
                    <a:pt x="96282" y="167080"/>
                  </a:lnTo>
                  <a:lnTo>
                    <a:pt x="101749" y="167167"/>
                  </a:lnTo>
                  <a:lnTo>
                    <a:pt x="107216" y="167075"/>
                  </a:lnTo>
                  <a:lnTo>
                    <a:pt x="112678" y="166803"/>
                  </a:lnTo>
                  <a:lnTo>
                    <a:pt x="118127" y="166354"/>
                  </a:lnTo>
                  <a:lnTo>
                    <a:pt x="123559" y="165726"/>
                  </a:lnTo>
                  <a:lnTo>
                    <a:pt x="128968" y="164921"/>
                  </a:lnTo>
                  <a:lnTo>
                    <a:pt x="134347" y="163940"/>
                  </a:lnTo>
                  <a:lnTo>
                    <a:pt x="139692" y="162783"/>
                  </a:lnTo>
                  <a:lnTo>
                    <a:pt x="144995" y="161452"/>
                  </a:lnTo>
                  <a:lnTo>
                    <a:pt x="150253" y="159948"/>
                  </a:lnTo>
                  <a:lnTo>
                    <a:pt x="155458" y="158273"/>
                  </a:lnTo>
                  <a:lnTo>
                    <a:pt x="160606" y="156429"/>
                  </a:lnTo>
                  <a:lnTo>
                    <a:pt x="165690" y="154417"/>
                  </a:lnTo>
                  <a:lnTo>
                    <a:pt x="10165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023544" y="5399291"/>
              <a:ext cx="167165" cy="321585"/>
            </a:xfrm>
            <a:custGeom>
              <a:avLst/>
              <a:pathLst>
                <a:path w="167165" h="321585">
                  <a:moveTo>
                    <a:pt x="64031" y="321585"/>
                  </a:moveTo>
                  <a:lnTo>
                    <a:pt x="68933" y="319460"/>
                  </a:lnTo>
                  <a:lnTo>
                    <a:pt x="73764" y="317179"/>
                  </a:lnTo>
                  <a:lnTo>
                    <a:pt x="78520" y="314746"/>
                  </a:lnTo>
                  <a:lnTo>
                    <a:pt x="83196" y="312161"/>
                  </a:lnTo>
                  <a:lnTo>
                    <a:pt x="87786" y="309429"/>
                  </a:lnTo>
                  <a:lnTo>
                    <a:pt x="92287" y="306551"/>
                  </a:lnTo>
                  <a:lnTo>
                    <a:pt x="96694" y="303531"/>
                  </a:lnTo>
                  <a:lnTo>
                    <a:pt x="101002" y="300371"/>
                  </a:lnTo>
                  <a:lnTo>
                    <a:pt x="105207" y="297076"/>
                  </a:lnTo>
                  <a:lnTo>
                    <a:pt x="109304" y="293648"/>
                  </a:lnTo>
                  <a:lnTo>
                    <a:pt x="113290" y="290091"/>
                  </a:lnTo>
                  <a:lnTo>
                    <a:pt x="117160" y="286408"/>
                  </a:lnTo>
                  <a:lnTo>
                    <a:pt x="120910" y="282603"/>
                  </a:lnTo>
                  <a:lnTo>
                    <a:pt x="124537" y="278681"/>
                  </a:lnTo>
                  <a:lnTo>
                    <a:pt x="128037" y="274644"/>
                  </a:lnTo>
                  <a:lnTo>
                    <a:pt x="131406" y="270498"/>
                  </a:lnTo>
                  <a:lnTo>
                    <a:pt x="134641" y="266246"/>
                  </a:lnTo>
                  <a:lnTo>
                    <a:pt x="137738" y="261893"/>
                  </a:lnTo>
                  <a:lnTo>
                    <a:pt x="140694" y="257444"/>
                  </a:lnTo>
                  <a:lnTo>
                    <a:pt x="143507" y="252902"/>
                  </a:lnTo>
                  <a:lnTo>
                    <a:pt x="146174" y="248272"/>
                  </a:lnTo>
                  <a:lnTo>
                    <a:pt x="148691" y="243560"/>
                  </a:lnTo>
                  <a:lnTo>
                    <a:pt x="151056" y="238770"/>
                  </a:lnTo>
                  <a:lnTo>
                    <a:pt x="153267" y="233906"/>
                  </a:lnTo>
                  <a:lnTo>
                    <a:pt x="155321" y="228975"/>
                  </a:lnTo>
                  <a:lnTo>
                    <a:pt x="157217" y="223980"/>
                  </a:lnTo>
                  <a:lnTo>
                    <a:pt x="158952" y="218928"/>
                  </a:lnTo>
                  <a:lnTo>
                    <a:pt x="160524" y="213822"/>
                  </a:lnTo>
                  <a:lnTo>
                    <a:pt x="161933" y="208669"/>
                  </a:lnTo>
                  <a:lnTo>
                    <a:pt x="163177" y="203473"/>
                  </a:lnTo>
                  <a:lnTo>
                    <a:pt x="164254" y="198240"/>
                  </a:lnTo>
                  <a:lnTo>
                    <a:pt x="165163" y="192976"/>
                  </a:lnTo>
                  <a:lnTo>
                    <a:pt x="165903" y="187685"/>
                  </a:lnTo>
                  <a:lnTo>
                    <a:pt x="166474" y="182373"/>
                  </a:lnTo>
                  <a:lnTo>
                    <a:pt x="166875" y="177046"/>
                  </a:lnTo>
                  <a:lnTo>
                    <a:pt x="167105" y="171709"/>
                  </a:lnTo>
                  <a:lnTo>
                    <a:pt x="167165" y="166367"/>
                  </a:lnTo>
                  <a:lnTo>
                    <a:pt x="167054" y="161026"/>
                  </a:lnTo>
                  <a:lnTo>
                    <a:pt x="166773" y="155691"/>
                  </a:lnTo>
                  <a:lnTo>
                    <a:pt x="166321" y="150367"/>
                  </a:lnTo>
                  <a:lnTo>
                    <a:pt x="165699" y="145061"/>
                  </a:lnTo>
                  <a:lnTo>
                    <a:pt x="164908" y="139778"/>
                  </a:lnTo>
                  <a:lnTo>
                    <a:pt x="163949" y="134522"/>
                  </a:lnTo>
                  <a:lnTo>
                    <a:pt x="162822" y="129300"/>
                  </a:lnTo>
                  <a:lnTo>
                    <a:pt x="161529" y="124117"/>
                  </a:lnTo>
                  <a:lnTo>
                    <a:pt x="160070" y="118977"/>
                  </a:lnTo>
                  <a:lnTo>
                    <a:pt x="158449" y="113887"/>
                  </a:lnTo>
                  <a:lnTo>
                    <a:pt x="156665" y="108851"/>
                  </a:lnTo>
                  <a:lnTo>
                    <a:pt x="154722" y="103875"/>
                  </a:lnTo>
                  <a:lnTo>
                    <a:pt x="152621" y="98963"/>
                  </a:lnTo>
                  <a:lnTo>
                    <a:pt x="150363" y="94121"/>
                  </a:lnTo>
                  <a:lnTo>
                    <a:pt x="147952" y="89354"/>
                  </a:lnTo>
                  <a:lnTo>
                    <a:pt x="145390" y="84666"/>
                  </a:lnTo>
                  <a:lnTo>
                    <a:pt x="142680" y="80062"/>
                  </a:lnTo>
                  <a:lnTo>
                    <a:pt x="139824" y="75547"/>
                  </a:lnTo>
                  <a:lnTo>
                    <a:pt x="136825" y="71126"/>
                  </a:lnTo>
                  <a:lnTo>
                    <a:pt x="133686" y="66803"/>
                  </a:lnTo>
                  <a:lnTo>
                    <a:pt x="130411" y="62583"/>
                  </a:lnTo>
                  <a:lnTo>
                    <a:pt x="127002" y="58469"/>
                  </a:lnTo>
                  <a:lnTo>
                    <a:pt x="123464" y="54466"/>
                  </a:lnTo>
                  <a:lnTo>
                    <a:pt x="119800" y="50579"/>
                  </a:lnTo>
                  <a:lnTo>
                    <a:pt x="116013" y="46810"/>
                  </a:lnTo>
                  <a:lnTo>
                    <a:pt x="112108" y="43164"/>
                  </a:lnTo>
                  <a:lnTo>
                    <a:pt x="108088" y="39645"/>
                  </a:lnTo>
                  <a:lnTo>
                    <a:pt x="103958" y="36257"/>
                  </a:lnTo>
                  <a:lnTo>
                    <a:pt x="99722" y="33002"/>
                  </a:lnTo>
                  <a:lnTo>
                    <a:pt x="95384" y="29884"/>
                  </a:lnTo>
                  <a:lnTo>
                    <a:pt x="90949" y="26906"/>
                  </a:lnTo>
                  <a:lnTo>
                    <a:pt x="86420" y="24071"/>
                  </a:lnTo>
                  <a:lnTo>
                    <a:pt x="81804" y="21383"/>
                  </a:lnTo>
                  <a:lnTo>
                    <a:pt x="77104" y="18843"/>
                  </a:lnTo>
                  <a:lnTo>
                    <a:pt x="72325" y="16455"/>
                  </a:lnTo>
                  <a:lnTo>
                    <a:pt x="67472" y="14221"/>
                  </a:lnTo>
                  <a:lnTo>
                    <a:pt x="62550" y="12143"/>
                  </a:lnTo>
                  <a:lnTo>
                    <a:pt x="57565" y="10224"/>
                  </a:lnTo>
                  <a:lnTo>
                    <a:pt x="52520" y="8464"/>
                  </a:lnTo>
                  <a:lnTo>
                    <a:pt x="47422" y="6867"/>
                  </a:lnTo>
                  <a:lnTo>
                    <a:pt x="42276" y="5434"/>
                  </a:lnTo>
                  <a:lnTo>
                    <a:pt x="37086" y="4165"/>
                  </a:lnTo>
                  <a:lnTo>
                    <a:pt x="31859" y="3064"/>
                  </a:lnTo>
                  <a:lnTo>
                    <a:pt x="26599" y="2129"/>
                  </a:lnTo>
                  <a:lnTo>
                    <a:pt x="21312" y="1364"/>
                  </a:lnTo>
                  <a:lnTo>
                    <a:pt x="16003" y="767"/>
                  </a:lnTo>
                  <a:lnTo>
                    <a:pt x="10677" y="341"/>
                  </a:lnTo>
                  <a:lnTo>
                    <a:pt x="534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419335" y="5269756"/>
              <a:ext cx="125923" cy="167167"/>
            </a:xfrm>
            <a:custGeom>
              <a:avLst/>
              <a:pathLst>
                <a:path w="125923" h="167167">
                  <a:moveTo>
                    <a:pt x="125923" y="0"/>
                  </a:moveTo>
                  <a:lnTo>
                    <a:pt x="120439" y="89"/>
                  </a:lnTo>
                  <a:lnTo>
                    <a:pt x="114961" y="359"/>
                  </a:lnTo>
                  <a:lnTo>
                    <a:pt x="109495" y="809"/>
                  </a:lnTo>
                  <a:lnTo>
                    <a:pt x="104047" y="1437"/>
                  </a:lnTo>
                  <a:lnTo>
                    <a:pt x="98623" y="2244"/>
                  </a:lnTo>
                  <a:lnTo>
                    <a:pt x="93227" y="3228"/>
                  </a:lnTo>
                  <a:lnTo>
                    <a:pt x="87867" y="4389"/>
                  </a:lnTo>
                  <a:lnTo>
                    <a:pt x="82548" y="5725"/>
                  </a:lnTo>
                  <a:lnTo>
                    <a:pt x="77276" y="7234"/>
                  </a:lnTo>
                  <a:lnTo>
                    <a:pt x="72056" y="8916"/>
                  </a:lnTo>
                  <a:lnTo>
                    <a:pt x="66894" y="10768"/>
                  </a:lnTo>
                  <a:lnTo>
                    <a:pt x="61795" y="12789"/>
                  </a:lnTo>
                  <a:lnTo>
                    <a:pt x="56765" y="14975"/>
                  </a:lnTo>
                  <a:lnTo>
                    <a:pt x="51810" y="17326"/>
                  </a:lnTo>
                  <a:lnTo>
                    <a:pt x="46935" y="19838"/>
                  </a:lnTo>
                  <a:lnTo>
                    <a:pt x="42145" y="22508"/>
                  </a:lnTo>
                  <a:lnTo>
                    <a:pt x="37445" y="25334"/>
                  </a:lnTo>
                  <a:lnTo>
                    <a:pt x="32840" y="28313"/>
                  </a:lnTo>
                  <a:lnTo>
                    <a:pt x="28335" y="31441"/>
                  </a:lnTo>
                  <a:lnTo>
                    <a:pt x="23935" y="34715"/>
                  </a:lnTo>
                  <a:lnTo>
                    <a:pt x="19645" y="38132"/>
                  </a:lnTo>
                  <a:lnTo>
                    <a:pt x="15470" y="41687"/>
                  </a:lnTo>
                  <a:lnTo>
                    <a:pt x="11413" y="45378"/>
                  </a:lnTo>
                  <a:lnTo>
                    <a:pt x="7480" y="49200"/>
                  </a:lnTo>
                  <a:lnTo>
                    <a:pt x="3674" y="53149"/>
                  </a:lnTo>
                  <a:lnTo>
                    <a:pt x="0" y="57220"/>
                  </a:lnTo>
                  <a:lnTo>
                    <a:pt x="12592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419335" y="5326976"/>
              <a:ext cx="125923" cy="109946"/>
            </a:xfrm>
            <a:custGeom>
              <a:avLst/>
              <a:pathLst>
                <a:path w="125923" h="109946">
                  <a:moveTo>
                    <a:pt x="0" y="0"/>
                  </a:moveTo>
                  <a:lnTo>
                    <a:pt x="125923" y="1099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419335" y="5326976"/>
              <a:ext cx="125923" cy="109946"/>
            </a:xfrm>
            <a:custGeom>
              <a:avLst/>
              <a:pathLst>
                <a:path w="125923" h="109946">
                  <a:moveTo>
                    <a:pt x="0" y="0"/>
                  </a:moveTo>
                  <a:lnTo>
                    <a:pt x="125923" y="1099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419335" y="5326976"/>
              <a:ext cx="125923" cy="109946"/>
            </a:xfrm>
            <a:custGeom>
              <a:avLst/>
              <a:pathLst>
                <a:path w="125923" h="109946">
                  <a:moveTo>
                    <a:pt x="0" y="0"/>
                  </a:moveTo>
                  <a:lnTo>
                    <a:pt x="125923" y="1099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419335" y="5326976"/>
              <a:ext cx="125923" cy="109946"/>
            </a:xfrm>
            <a:custGeom>
              <a:avLst/>
              <a:pathLst>
                <a:path w="125923" h="109946">
                  <a:moveTo>
                    <a:pt x="0" y="0"/>
                  </a:moveTo>
                  <a:lnTo>
                    <a:pt x="125923" y="1099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386825" y="5326976"/>
              <a:ext cx="158433" cy="109946"/>
            </a:xfrm>
            <a:custGeom>
              <a:avLst/>
              <a:pathLst>
                <a:path w="158433" h="109946">
                  <a:moveTo>
                    <a:pt x="32510" y="0"/>
                  </a:moveTo>
                  <a:lnTo>
                    <a:pt x="28662" y="4569"/>
                  </a:lnTo>
                  <a:lnTo>
                    <a:pt x="24980" y="9272"/>
                  </a:lnTo>
                  <a:lnTo>
                    <a:pt x="21468" y="14104"/>
                  </a:lnTo>
                  <a:lnTo>
                    <a:pt x="18132" y="19059"/>
                  </a:lnTo>
                  <a:lnTo>
                    <a:pt x="14974" y="24130"/>
                  </a:lnTo>
                  <a:lnTo>
                    <a:pt x="12000" y="29310"/>
                  </a:lnTo>
                  <a:lnTo>
                    <a:pt x="9212" y="34593"/>
                  </a:lnTo>
                  <a:lnTo>
                    <a:pt x="6615" y="39972"/>
                  </a:lnTo>
                  <a:lnTo>
                    <a:pt x="4212" y="45441"/>
                  </a:lnTo>
                  <a:lnTo>
                    <a:pt x="2006" y="50992"/>
                  </a:lnTo>
                  <a:lnTo>
                    <a:pt x="0" y="56619"/>
                  </a:lnTo>
                  <a:lnTo>
                    <a:pt x="158433" y="1099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378096" y="5269756"/>
              <a:ext cx="334315" cy="334332"/>
            </a:xfrm>
            <a:custGeom>
              <a:avLst/>
              <a:pathLst>
                <a:path w="334315" h="334332">
                  <a:moveTo>
                    <a:pt x="8728" y="113839"/>
                  </a:moveTo>
                  <a:lnTo>
                    <a:pt x="7119" y="118884"/>
                  </a:lnTo>
                  <a:lnTo>
                    <a:pt x="5670" y="123978"/>
                  </a:lnTo>
                  <a:lnTo>
                    <a:pt x="4383" y="129115"/>
                  </a:lnTo>
                  <a:lnTo>
                    <a:pt x="3259" y="134290"/>
                  </a:lnTo>
                  <a:lnTo>
                    <a:pt x="2300" y="139498"/>
                  </a:lnTo>
                  <a:lnTo>
                    <a:pt x="1506" y="144733"/>
                  </a:lnTo>
                  <a:lnTo>
                    <a:pt x="879" y="149992"/>
                  </a:lnTo>
                  <a:lnTo>
                    <a:pt x="418" y="155267"/>
                  </a:lnTo>
                  <a:lnTo>
                    <a:pt x="125" y="160555"/>
                  </a:lnTo>
                  <a:lnTo>
                    <a:pt x="0" y="165849"/>
                  </a:lnTo>
                  <a:lnTo>
                    <a:pt x="42" y="171144"/>
                  </a:lnTo>
                  <a:lnTo>
                    <a:pt x="251" y="176436"/>
                  </a:lnTo>
                  <a:lnTo>
                    <a:pt x="629" y="181718"/>
                  </a:lnTo>
                  <a:lnTo>
                    <a:pt x="1173" y="186985"/>
                  </a:lnTo>
                  <a:lnTo>
                    <a:pt x="1884" y="192233"/>
                  </a:lnTo>
                  <a:lnTo>
                    <a:pt x="2761" y="197455"/>
                  </a:lnTo>
                  <a:lnTo>
                    <a:pt x="3803" y="202647"/>
                  </a:lnTo>
                  <a:lnTo>
                    <a:pt x="5009" y="207804"/>
                  </a:lnTo>
                  <a:lnTo>
                    <a:pt x="6377" y="212920"/>
                  </a:lnTo>
                  <a:lnTo>
                    <a:pt x="7907" y="217989"/>
                  </a:lnTo>
                  <a:lnTo>
                    <a:pt x="9597" y="223008"/>
                  </a:lnTo>
                  <a:lnTo>
                    <a:pt x="11445" y="227971"/>
                  </a:lnTo>
                  <a:lnTo>
                    <a:pt x="13449" y="232873"/>
                  </a:lnTo>
                  <a:lnTo>
                    <a:pt x="15607" y="237709"/>
                  </a:lnTo>
                  <a:lnTo>
                    <a:pt x="17917" y="242474"/>
                  </a:lnTo>
                  <a:lnTo>
                    <a:pt x="20378" y="247163"/>
                  </a:lnTo>
                  <a:lnTo>
                    <a:pt x="22985" y="251772"/>
                  </a:lnTo>
                  <a:lnTo>
                    <a:pt x="25737" y="256296"/>
                  </a:lnTo>
                  <a:lnTo>
                    <a:pt x="28631" y="260731"/>
                  </a:lnTo>
                  <a:lnTo>
                    <a:pt x="31664" y="265072"/>
                  </a:lnTo>
                  <a:lnTo>
                    <a:pt x="34833" y="269315"/>
                  </a:lnTo>
                  <a:lnTo>
                    <a:pt x="38135" y="273455"/>
                  </a:lnTo>
                  <a:lnTo>
                    <a:pt x="41567" y="277488"/>
                  </a:lnTo>
                  <a:lnTo>
                    <a:pt x="45124" y="281411"/>
                  </a:lnTo>
                  <a:lnTo>
                    <a:pt x="48804" y="285219"/>
                  </a:lnTo>
                  <a:lnTo>
                    <a:pt x="52603" y="288909"/>
                  </a:lnTo>
                  <a:lnTo>
                    <a:pt x="56516" y="292477"/>
                  </a:lnTo>
                  <a:lnTo>
                    <a:pt x="60541" y="295918"/>
                  </a:lnTo>
                  <a:lnTo>
                    <a:pt x="64672" y="299231"/>
                  </a:lnTo>
                  <a:lnTo>
                    <a:pt x="68907" y="302411"/>
                  </a:lnTo>
                  <a:lnTo>
                    <a:pt x="73240" y="305455"/>
                  </a:lnTo>
                  <a:lnTo>
                    <a:pt x="77667" y="308361"/>
                  </a:lnTo>
                  <a:lnTo>
                    <a:pt x="82184" y="311125"/>
                  </a:lnTo>
                  <a:lnTo>
                    <a:pt x="86787" y="313744"/>
                  </a:lnTo>
                  <a:lnTo>
                    <a:pt x="91470" y="316216"/>
                  </a:lnTo>
                  <a:lnTo>
                    <a:pt x="96229" y="318539"/>
                  </a:lnTo>
                  <a:lnTo>
                    <a:pt x="101059" y="320710"/>
                  </a:lnTo>
                  <a:lnTo>
                    <a:pt x="105956" y="322726"/>
                  </a:lnTo>
                  <a:lnTo>
                    <a:pt x="110914" y="324587"/>
                  </a:lnTo>
                  <a:lnTo>
                    <a:pt x="115928" y="326290"/>
                  </a:lnTo>
                  <a:lnTo>
                    <a:pt x="120994" y="327833"/>
                  </a:lnTo>
                  <a:lnTo>
                    <a:pt x="126106" y="329214"/>
                  </a:lnTo>
                  <a:lnTo>
                    <a:pt x="131259" y="330434"/>
                  </a:lnTo>
                  <a:lnTo>
                    <a:pt x="136449" y="331489"/>
                  </a:lnTo>
                  <a:lnTo>
                    <a:pt x="141669" y="332379"/>
                  </a:lnTo>
                  <a:lnTo>
                    <a:pt x="146915" y="333104"/>
                  </a:lnTo>
                  <a:lnTo>
                    <a:pt x="152181" y="333662"/>
                  </a:lnTo>
                  <a:lnTo>
                    <a:pt x="157462" y="334053"/>
                  </a:lnTo>
                  <a:lnTo>
                    <a:pt x="162753" y="334276"/>
                  </a:lnTo>
                  <a:lnTo>
                    <a:pt x="168048" y="334332"/>
                  </a:lnTo>
                  <a:lnTo>
                    <a:pt x="173343" y="334220"/>
                  </a:lnTo>
                  <a:lnTo>
                    <a:pt x="178631" y="333940"/>
                  </a:lnTo>
                  <a:lnTo>
                    <a:pt x="183907" y="333494"/>
                  </a:lnTo>
                  <a:lnTo>
                    <a:pt x="189167" y="332880"/>
                  </a:lnTo>
                  <a:lnTo>
                    <a:pt x="194405" y="332099"/>
                  </a:lnTo>
                  <a:lnTo>
                    <a:pt x="199616" y="331154"/>
                  </a:lnTo>
                  <a:lnTo>
                    <a:pt x="204794" y="330044"/>
                  </a:lnTo>
                  <a:lnTo>
                    <a:pt x="209934" y="328770"/>
                  </a:lnTo>
                  <a:lnTo>
                    <a:pt x="215031" y="327334"/>
                  </a:lnTo>
                  <a:lnTo>
                    <a:pt x="220080" y="325737"/>
                  </a:lnTo>
                  <a:lnTo>
                    <a:pt x="225076" y="323982"/>
                  </a:lnTo>
                  <a:lnTo>
                    <a:pt x="230014" y="322069"/>
                  </a:lnTo>
                  <a:lnTo>
                    <a:pt x="234889" y="320000"/>
                  </a:lnTo>
                  <a:lnTo>
                    <a:pt x="239696" y="317778"/>
                  </a:lnTo>
                  <a:lnTo>
                    <a:pt x="244430" y="315405"/>
                  </a:lnTo>
                  <a:lnTo>
                    <a:pt x="249087" y="312883"/>
                  </a:lnTo>
                  <a:lnTo>
                    <a:pt x="253661" y="310215"/>
                  </a:lnTo>
                  <a:lnTo>
                    <a:pt x="258149" y="307404"/>
                  </a:lnTo>
                  <a:lnTo>
                    <a:pt x="262545" y="304451"/>
                  </a:lnTo>
                  <a:lnTo>
                    <a:pt x="266845" y="301361"/>
                  </a:lnTo>
                  <a:lnTo>
                    <a:pt x="271046" y="298137"/>
                  </a:lnTo>
                  <a:lnTo>
                    <a:pt x="275142" y="294780"/>
                  </a:lnTo>
                  <a:lnTo>
                    <a:pt x="279130" y="291296"/>
                  </a:lnTo>
                  <a:lnTo>
                    <a:pt x="283006" y="287687"/>
                  </a:lnTo>
                  <a:lnTo>
                    <a:pt x="286765" y="283958"/>
                  </a:lnTo>
                  <a:lnTo>
                    <a:pt x="290404" y="280111"/>
                  </a:lnTo>
                  <a:lnTo>
                    <a:pt x="293920" y="276150"/>
                  </a:lnTo>
                  <a:lnTo>
                    <a:pt x="297308" y="272081"/>
                  </a:lnTo>
                  <a:lnTo>
                    <a:pt x="300566" y="267906"/>
                  </a:lnTo>
                  <a:lnTo>
                    <a:pt x="303690" y="263630"/>
                  </a:lnTo>
                  <a:lnTo>
                    <a:pt x="306677" y="259257"/>
                  </a:lnTo>
                  <a:lnTo>
                    <a:pt x="309524" y="254792"/>
                  </a:lnTo>
                  <a:lnTo>
                    <a:pt x="312228" y="250238"/>
                  </a:lnTo>
                  <a:lnTo>
                    <a:pt x="314786" y="245602"/>
                  </a:lnTo>
                  <a:lnTo>
                    <a:pt x="317196" y="240887"/>
                  </a:lnTo>
                  <a:lnTo>
                    <a:pt x="319456" y="236097"/>
                  </a:lnTo>
                  <a:lnTo>
                    <a:pt x="321563" y="231239"/>
                  </a:lnTo>
                  <a:lnTo>
                    <a:pt x="323515" y="226316"/>
                  </a:lnTo>
                  <a:lnTo>
                    <a:pt x="325310" y="221334"/>
                  </a:lnTo>
                  <a:lnTo>
                    <a:pt x="326946" y="216298"/>
                  </a:lnTo>
                  <a:lnTo>
                    <a:pt x="328422" y="211212"/>
                  </a:lnTo>
                  <a:lnTo>
                    <a:pt x="329737" y="206082"/>
                  </a:lnTo>
                  <a:lnTo>
                    <a:pt x="330888" y="200913"/>
                  </a:lnTo>
                  <a:lnTo>
                    <a:pt x="331874" y="195710"/>
                  </a:lnTo>
                  <a:lnTo>
                    <a:pt x="332696" y="190479"/>
                  </a:lnTo>
                  <a:lnTo>
                    <a:pt x="333351" y="185224"/>
                  </a:lnTo>
                  <a:lnTo>
                    <a:pt x="333840" y="179951"/>
                  </a:lnTo>
                  <a:lnTo>
                    <a:pt x="334161" y="174665"/>
                  </a:lnTo>
                  <a:lnTo>
                    <a:pt x="334315" y="169372"/>
                  </a:lnTo>
                  <a:lnTo>
                    <a:pt x="334301" y="164076"/>
                  </a:lnTo>
                  <a:lnTo>
                    <a:pt x="334119" y="158784"/>
                  </a:lnTo>
                  <a:lnTo>
                    <a:pt x="333770" y="153499"/>
                  </a:lnTo>
                  <a:lnTo>
                    <a:pt x="333253" y="148229"/>
                  </a:lnTo>
                  <a:lnTo>
                    <a:pt x="332570" y="142978"/>
                  </a:lnTo>
                  <a:lnTo>
                    <a:pt x="331721" y="137751"/>
                  </a:lnTo>
                  <a:lnTo>
                    <a:pt x="330706" y="132553"/>
                  </a:lnTo>
                  <a:lnTo>
                    <a:pt x="329528" y="127390"/>
                  </a:lnTo>
                  <a:lnTo>
                    <a:pt x="328187" y="122267"/>
                  </a:lnTo>
                  <a:lnTo>
                    <a:pt x="326684" y="117190"/>
                  </a:lnTo>
                  <a:lnTo>
                    <a:pt x="325021" y="112162"/>
                  </a:lnTo>
                  <a:lnTo>
                    <a:pt x="323199" y="107189"/>
                  </a:lnTo>
                  <a:lnTo>
                    <a:pt x="321221" y="102277"/>
                  </a:lnTo>
                  <a:lnTo>
                    <a:pt x="319088" y="97430"/>
                  </a:lnTo>
                  <a:lnTo>
                    <a:pt x="316803" y="92653"/>
                  </a:lnTo>
                  <a:lnTo>
                    <a:pt x="314368" y="87950"/>
                  </a:lnTo>
                  <a:lnTo>
                    <a:pt x="311785" y="83327"/>
                  </a:lnTo>
                  <a:lnTo>
                    <a:pt x="309057" y="78789"/>
                  </a:lnTo>
                  <a:lnTo>
                    <a:pt x="306186" y="74339"/>
                  </a:lnTo>
                  <a:lnTo>
                    <a:pt x="303176" y="69982"/>
                  </a:lnTo>
                  <a:lnTo>
                    <a:pt x="300030" y="65722"/>
                  </a:lnTo>
                  <a:lnTo>
                    <a:pt x="296750" y="61565"/>
                  </a:lnTo>
                  <a:lnTo>
                    <a:pt x="293340" y="57513"/>
                  </a:lnTo>
                  <a:lnTo>
                    <a:pt x="289803" y="53571"/>
                  </a:lnTo>
                  <a:lnTo>
                    <a:pt x="286144" y="49744"/>
                  </a:lnTo>
                  <a:lnTo>
                    <a:pt x="282365" y="46034"/>
                  </a:lnTo>
                  <a:lnTo>
                    <a:pt x="278470" y="42446"/>
                  </a:lnTo>
                  <a:lnTo>
                    <a:pt x="274464" y="38983"/>
                  </a:lnTo>
                  <a:lnTo>
                    <a:pt x="270350" y="35648"/>
                  </a:lnTo>
                  <a:lnTo>
                    <a:pt x="266132" y="32446"/>
                  </a:lnTo>
                  <a:lnTo>
                    <a:pt x="261816" y="29379"/>
                  </a:lnTo>
                  <a:lnTo>
                    <a:pt x="257404" y="26450"/>
                  </a:lnTo>
                  <a:lnTo>
                    <a:pt x="252901" y="23662"/>
                  </a:lnTo>
                  <a:lnTo>
                    <a:pt x="248313" y="21018"/>
                  </a:lnTo>
                  <a:lnTo>
                    <a:pt x="243643" y="18521"/>
                  </a:lnTo>
                  <a:lnTo>
                    <a:pt x="238896" y="16173"/>
                  </a:lnTo>
                  <a:lnTo>
                    <a:pt x="234078" y="13977"/>
                  </a:lnTo>
                  <a:lnTo>
                    <a:pt x="229192" y="11934"/>
                  </a:lnTo>
                  <a:lnTo>
                    <a:pt x="224244" y="10047"/>
                  </a:lnTo>
                  <a:lnTo>
                    <a:pt x="219239" y="8318"/>
                  </a:lnTo>
                  <a:lnTo>
                    <a:pt x="214181" y="6748"/>
                  </a:lnTo>
                  <a:lnTo>
                    <a:pt x="209076" y="5339"/>
                  </a:lnTo>
                  <a:lnTo>
                    <a:pt x="203929" y="4093"/>
                  </a:lnTo>
                  <a:lnTo>
                    <a:pt x="198746" y="3010"/>
                  </a:lnTo>
                  <a:lnTo>
                    <a:pt x="193530" y="2092"/>
                  </a:lnTo>
                  <a:lnTo>
                    <a:pt x="188288" y="1340"/>
                  </a:lnTo>
                  <a:lnTo>
                    <a:pt x="183025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859450" y="5018213"/>
              <a:ext cx="161589" cy="167167"/>
            </a:xfrm>
            <a:custGeom>
              <a:avLst/>
              <a:pathLst>
                <a:path w="161589" h="167167">
                  <a:moveTo>
                    <a:pt x="161589" y="0"/>
                  </a:moveTo>
                  <a:lnTo>
                    <a:pt x="156108" y="89"/>
                  </a:lnTo>
                  <a:lnTo>
                    <a:pt x="150632" y="359"/>
                  </a:lnTo>
                  <a:lnTo>
                    <a:pt x="145169" y="808"/>
                  </a:lnTo>
                  <a:lnTo>
                    <a:pt x="139723" y="1436"/>
                  </a:lnTo>
                  <a:lnTo>
                    <a:pt x="134301" y="2242"/>
                  </a:lnTo>
                  <a:lnTo>
                    <a:pt x="128909" y="3225"/>
                  </a:lnTo>
                  <a:lnTo>
                    <a:pt x="123551" y="4385"/>
                  </a:lnTo>
                  <a:lnTo>
                    <a:pt x="118234" y="5719"/>
                  </a:lnTo>
                  <a:lnTo>
                    <a:pt x="112964" y="7228"/>
                  </a:lnTo>
                  <a:lnTo>
                    <a:pt x="107746" y="8908"/>
                  </a:lnTo>
                  <a:lnTo>
                    <a:pt x="102586" y="10758"/>
                  </a:lnTo>
                  <a:lnTo>
                    <a:pt x="97490" y="12777"/>
                  </a:lnTo>
                  <a:lnTo>
                    <a:pt x="92462" y="14962"/>
                  </a:lnTo>
                  <a:lnTo>
                    <a:pt x="87509" y="17310"/>
                  </a:lnTo>
                  <a:lnTo>
                    <a:pt x="82635" y="19819"/>
                  </a:lnTo>
                  <a:lnTo>
                    <a:pt x="77847" y="22487"/>
                  </a:lnTo>
                  <a:lnTo>
                    <a:pt x="73148" y="25311"/>
                  </a:lnTo>
                  <a:lnTo>
                    <a:pt x="68544" y="28287"/>
                  </a:lnTo>
                  <a:lnTo>
                    <a:pt x="64041" y="31412"/>
                  </a:lnTo>
                  <a:lnTo>
                    <a:pt x="59642" y="34683"/>
                  </a:lnTo>
                  <a:lnTo>
                    <a:pt x="55353" y="38097"/>
                  </a:lnTo>
                  <a:lnTo>
                    <a:pt x="51179" y="41650"/>
                  </a:lnTo>
                  <a:lnTo>
                    <a:pt x="47122" y="45337"/>
                  </a:lnTo>
                  <a:lnTo>
                    <a:pt x="43190" y="49156"/>
                  </a:lnTo>
                  <a:lnTo>
                    <a:pt x="39384" y="53101"/>
                  </a:lnTo>
                  <a:lnTo>
                    <a:pt x="35710" y="57169"/>
                  </a:lnTo>
                  <a:lnTo>
                    <a:pt x="32171" y="61356"/>
                  </a:lnTo>
                  <a:lnTo>
                    <a:pt x="28771" y="65656"/>
                  </a:lnTo>
                  <a:lnTo>
                    <a:pt x="25514" y="70065"/>
                  </a:lnTo>
                  <a:lnTo>
                    <a:pt x="22404" y="74579"/>
                  </a:lnTo>
                  <a:lnTo>
                    <a:pt x="19443" y="79192"/>
                  </a:lnTo>
                  <a:lnTo>
                    <a:pt x="16635" y="83900"/>
                  </a:lnTo>
                  <a:lnTo>
                    <a:pt x="13983" y="88697"/>
                  </a:lnTo>
                  <a:lnTo>
                    <a:pt x="11489" y="93579"/>
                  </a:lnTo>
                  <a:lnTo>
                    <a:pt x="9157" y="98540"/>
                  </a:lnTo>
                  <a:lnTo>
                    <a:pt x="6989" y="103575"/>
                  </a:lnTo>
                  <a:lnTo>
                    <a:pt x="4987" y="108678"/>
                  </a:lnTo>
                  <a:lnTo>
                    <a:pt x="3154" y="113844"/>
                  </a:lnTo>
                  <a:lnTo>
                    <a:pt x="1490" y="119067"/>
                  </a:lnTo>
                  <a:lnTo>
                    <a:pt x="0" y="124342"/>
                  </a:lnTo>
                  <a:lnTo>
                    <a:pt x="16158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859450" y="5142556"/>
              <a:ext cx="161589" cy="42824"/>
            </a:xfrm>
            <a:custGeom>
              <a:avLst/>
              <a:pathLst>
                <a:path w="161589" h="42824">
                  <a:moveTo>
                    <a:pt x="0" y="0"/>
                  </a:moveTo>
                  <a:lnTo>
                    <a:pt x="161589" y="428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859450" y="5142556"/>
              <a:ext cx="161589" cy="42824"/>
            </a:xfrm>
            <a:custGeom>
              <a:avLst/>
              <a:pathLst>
                <a:path w="161589" h="42824">
                  <a:moveTo>
                    <a:pt x="0" y="0"/>
                  </a:moveTo>
                  <a:lnTo>
                    <a:pt x="161589" y="428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859450" y="5142556"/>
              <a:ext cx="161589" cy="42824"/>
            </a:xfrm>
            <a:custGeom>
              <a:avLst/>
              <a:pathLst>
                <a:path w="161589" h="42824">
                  <a:moveTo>
                    <a:pt x="0" y="0"/>
                  </a:moveTo>
                  <a:lnTo>
                    <a:pt x="161589" y="428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853875" y="5142556"/>
              <a:ext cx="167163" cy="98500"/>
            </a:xfrm>
            <a:custGeom>
              <a:avLst/>
              <a:pathLst>
                <a:path w="167163" h="98500">
                  <a:moveTo>
                    <a:pt x="5574" y="0"/>
                  </a:moveTo>
                  <a:lnTo>
                    <a:pt x="4239" y="5396"/>
                  </a:lnTo>
                  <a:lnTo>
                    <a:pt x="3085" y="10834"/>
                  </a:lnTo>
                  <a:lnTo>
                    <a:pt x="2112" y="16307"/>
                  </a:lnTo>
                  <a:lnTo>
                    <a:pt x="1322" y="21810"/>
                  </a:lnTo>
                  <a:lnTo>
                    <a:pt x="715" y="27335"/>
                  </a:lnTo>
                  <a:lnTo>
                    <a:pt x="292" y="32878"/>
                  </a:lnTo>
                  <a:lnTo>
                    <a:pt x="53" y="38432"/>
                  </a:lnTo>
                  <a:lnTo>
                    <a:pt x="0" y="43991"/>
                  </a:lnTo>
                  <a:lnTo>
                    <a:pt x="131" y="49549"/>
                  </a:lnTo>
                  <a:lnTo>
                    <a:pt x="447" y="55099"/>
                  </a:lnTo>
                  <a:lnTo>
                    <a:pt x="947" y="60635"/>
                  </a:lnTo>
                  <a:lnTo>
                    <a:pt x="1631" y="66152"/>
                  </a:lnTo>
                  <a:lnTo>
                    <a:pt x="2498" y="71643"/>
                  </a:lnTo>
                  <a:lnTo>
                    <a:pt x="3548" y="77102"/>
                  </a:lnTo>
                  <a:lnTo>
                    <a:pt x="4778" y="82523"/>
                  </a:lnTo>
                  <a:lnTo>
                    <a:pt x="6188" y="87900"/>
                  </a:lnTo>
                  <a:lnTo>
                    <a:pt x="7775" y="93228"/>
                  </a:lnTo>
                  <a:lnTo>
                    <a:pt x="9539" y="98500"/>
                  </a:lnTo>
                  <a:lnTo>
                    <a:pt x="167163" y="428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863415" y="5018213"/>
              <a:ext cx="324775" cy="334333"/>
            </a:xfrm>
            <a:custGeom>
              <a:avLst/>
              <a:pathLst>
                <a:path w="324775" h="334333">
                  <a:moveTo>
                    <a:pt x="0" y="222843"/>
                  </a:moveTo>
                  <a:lnTo>
                    <a:pt x="1843" y="227808"/>
                  </a:lnTo>
                  <a:lnTo>
                    <a:pt x="3842" y="232713"/>
                  </a:lnTo>
                  <a:lnTo>
                    <a:pt x="5996" y="237553"/>
                  </a:lnTo>
                  <a:lnTo>
                    <a:pt x="8302" y="242321"/>
                  </a:lnTo>
                  <a:lnTo>
                    <a:pt x="10758" y="247014"/>
                  </a:lnTo>
                  <a:lnTo>
                    <a:pt x="13361" y="251627"/>
                  </a:lnTo>
                  <a:lnTo>
                    <a:pt x="16110" y="256155"/>
                  </a:lnTo>
                  <a:lnTo>
                    <a:pt x="19000" y="260594"/>
                  </a:lnTo>
                  <a:lnTo>
                    <a:pt x="22030" y="264939"/>
                  </a:lnTo>
                  <a:lnTo>
                    <a:pt x="25195" y="269186"/>
                  </a:lnTo>
                  <a:lnTo>
                    <a:pt x="28494" y="273330"/>
                  </a:lnTo>
                  <a:lnTo>
                    <a:pt x="31922" y="277368"/>
                  </a:lnTo>
                  <a:lnTo>
                    <a:pt x="35477" y="281295"/>
                  </a:lnTo>
                  <a:lnTo>
                    <a:pt x="39154" y="285108"/>
                  </a:lnTo>
                  <a:lnTo>
                    <a:pt x="42950" y="288802"/>
                  </a:lnTo>
                  <a:lnTo>
                    <a:pt x="46861" y="292374"/>
                  </a:lnTo>
                  <a:lnTo>
                    <a:pt x="50883" y="295820"/>
                  </a:lnTo>
                  <a:lnTo>
                    <a:pt x="55013" y="299137"/>
                  </a:lnTo>
                  <a:lnTo>
                    <a:pt x="59246" y="302322"/>
                  </a:lnTo>
                  <a:lnTo>
                    <a:pt x="63577" y="305371"/>
                  </a:lnTo>
                  <a:lnTo>
                    <a:pt x="68003" y="308281"/>
                  </a:lnTo>
                  <a:lnTo>
                    <a:pt x="72519" y="311049"/>
                  </a:lnTo>
                  <a:lnTo>
                    <a:pt x="77120" y="313674"/>
                  </a:lnTo>
                  <a:lnTo>
                    <a:pt x="81802" y="316150"/>
                  </a:lnTo>
                  <a:lnTo>
                    <a:pt x="86560" y="318478"/>
                  </a:lnTo>
                  <a:lnTo>
                    <a:pt x="91389" y="320653"/>
                  </a:lnTo>
                  <a:lnTo>
                    <a:pt x="96285" y="322675"/>
                  </a:lnTo>
                  <a:lnTo>
                    <a:pt x="101243" y="324540"/>
                  </a:lnTo>
                  <a:lnTo>
                    <a:pt x="106257" y="326247"/>
                  </a:lnTo>
                  <a:lnTo>
                    <a:pt x="111323" y="327795"/>
                  </a:lnTo>
                  <a:lnTo>
                    <a:pt x="116435" y="329181"/>
                  </a:lnTo>
                  <a:lnTo>
                    <a:pt x="121589" y="330404"/>
                  </a:lnTo>
                  <a:lnTo>
                    <a:pt x="126779" y="331464"/>
                  </a:lnTo>
                  <a:lnTo>
                    <a:pt x="131999" y="332359"/>
                  </a:lnTo>
                  <a:lnTo>
                    <a:pt x="137246" y="333088"/>
                  </a:lnTo>
                  <a:lnTo>
                    <a:pt x="142513" y="333650"/>
                  </a:lnTo>
                  <a:lnTo>
                    <a:pt x="147795" y="334045"/>
                  </a:lnTo>
                  <a:lnTo>
                    <a:pt x="153087" y="334273"/>
                  </a:lnTo>
                  <a:lnTo>
                    <a:pt x="158383" y="334333"/>
                  </a:lnTo>
                  <a:lnTo>
                    <a:pt x="163679" y="334225"/>
                  </a:lnTo>
                  <a:lnTo>
                    <a:pt x="168969" y="333949"/>
                  </a:lnTo>
                  <a:lnTo>
                    <a:pt x="174247" y="333506"/>
                  </a:lnTo>
                  <a:lnTo>
                    <a:pt x="179509" y="332896"/>
                  </a:lnTo>
                  <a:lnTo>
                    <a:pt x="184748" y="332119"/>
                  </a:lnTo>
                  <a:lnTo>
                    <a:pt x="189961" y="331177"/>
                  </a:lnTo>
                  <a:lnTo>
                    <a:pt x="195141" y="330070"/>
                  </a:lnTo>
                  <a:lnTo>
                    <a:pt x="200283" y="328800"/>
                  </a:lnTo>
                  <a:lnTo>
                    <a:pt x="205382" y="327367"/>
                  </a:lnTo>
                  <a:lnTo>
                    <a:pt x="210434" y="325773"/>
                  </a:lnTo>
                  <a:lnTo>
                    <a:pt x="215432" y="324021"/>
                  </a:lnTo>
                  <a:lnTo>
                    <a:pt x="220373" y="322110"/>
                  </a:lnTo>
                  <a:lnTo>
                    <a:pt x="225250" y="320044"/>
                  </a:lnTo>
                  <a:lnTo>
                    <a:pt x="230060" y="317825"/>
                  </a:lnTo>
                  <a:lnTo>
                    <a:pt x="234796" y="315455"/>
                  </a:lnTo>
                  <a:lnTo>
                    <a:pt x="239456" y="312935"/>
                  </a:lnTo>
                  <a:lnTo>
                    <a:pt x="244033" y="310269"/>
                  </a:lnTo>
                  <a:lnTo>
                    <a:pt x="248523" y="307460"/>
                  </a:lnTo>
                  <a:lnTo>
                    <a:pt x="252922" y="304509"/>
                  </a:lnTo>
                  <a:lnTo>
                    <a:pt x="257226" y="301421"/>
                  </a:lnTo>
                  <a:lnTo>
                    <a:pt x="261429" y="298198"/>
                  </a:lnTo>
                  <a:lnTo>
                    <a:pt x="265529" y="294844"/>
                  </a:lnTo>
                  <a:lnTo>
                    <a:pt x="269519" y="291361"/>
                  </a:lnTo>
                  <a:lnTo>
                    <a:pt x="273398" y="287753"/>
                  </a:lnTo>
                  <a:lnTo>
                    <a:pt x="277160" y="284025"/>
                  </a:lnTo>
                  <a:lnTo>
                    <a:pt x="280803" y="280179"/>
                  </a:lnTo>
                  <a:lnTo>
                    <a:pt x="284321" y="276220"/>
                  </a:lnTo>
                  <a:lnTo>
                    <a:pt x="287713" y="272151"/>
                  </a:lnTo>
                  <a:lnTo>
                    <a:pt x="290973" y="267977"/>
                  </a:lnTo>
                  <a:lnTo>
                    <a:pt x="294100" y="263701"/>
                  </a:lnTo>
                  <a:lnTo>
                    <a:pt x="297090" y="259329"/>
                  </a:lnTo>
                  <a:lnTo>
                    <a:pt x="299940" y="254864"/>
                  </a:lnTo>
                  <a:lnTo>
                    <a:pt x="302647" y="250311"/>
                  </a:lnTo>
                  <a:lnTo>
                    <a:pt x="305208" y="245675"/>
                  </a:lnTo>
                  <a:lnTo>
                    <a:pt x="307622" y="240960"/>
                  </a:lnTo>
                  <a:lnTo>
                    <a:pt x="309884" y="236170"/>
                  </a:lnTo>
                  <a:lnTo>
                    <a:pt x="311994" y="231312"/>
                  </a:lnTo>
                  <a:lnTo>
                    <a:pt x="313949" y="226389"/>
                  </a:lnTo>
                  <a:lnTo>
                    <a:pt x="315747" y="221406"/>
                  </a:lnTo>
                  <a:lnTo>
                    <a:pt x="317386" y="216369"/>
                  </a:lnTo>
                  <a:lnTo>
                    <a:pt x="318864" y="211283"/>
                  </a:lnTo>
                  <a:lnTo>
                    <a:pt x="320181" y="206153"/>
                  </a:lnTo>
                  <a:lnTo>
                    <a:pt x="321334" y="200983"/>
                  </a:lnTo>
                  <a:lnTo>
                    <a:pt x="322324" y="195779"/>
                  </a:lnTo>
                  <a:lnTo>
                    <a:pt x="323147" y="190547"/>
                  </a:lnTo>
                  <a:lnTo>
                    <a:pt x="323805" y="185291"/>
                  </a:lnTo>
                  <a:lnTo>
                    <a:pt x="324296" y="180017"/>
                  </a:lnTo>
                  <a:lnTo>
                    <a:pt x="324619" y="174730"/>
                  </a:lnTo>
                  <a:lnTo>
                    <a:pt x="324775" y="169435"/>
                  </a:lnTo>
                  <a:lnTo>
                    <a:pt x="324763" y="164138"/>
                  </a:lnTo>
                  <a:lnTo>
                    <a:pt x="324583" y="158845"/>
                  </a:lnTo>
                  <a:lnTo>
                    <a:pt x="324236" y="153559"/>
                  </a:lnTo>
                  <a:lnTo>
                    <a:pt x="323721" y="148287"/>
                  </a:lnTo>
                  <a:lnTo>
                    <a:pt x="323039" y="143034"/>
                  </a:lnTo>
                  <a:lnTo>
                    <a:pt x="322192" y="137806"/>
                  </a:lnTo>
                  <a:lnTo>
                    <a:pt x="321179" y="132607"/>
                  </a:lnTo>
                  <a:lnTo>
                    <a:pt x="320002" y="127442"/>
                  </a:lnTo>
                  <a:lnTo>
                    <a:pt x="318662" y="122318"/>
                  </a:lnTo>
                  <a:lnTo>
                    <a:pt x="317160" y="117238"/>
                  </a:lnTo>
                  <a:lnTo>
                    <a:pt x="315498" y="112209"/>
                  </a:lnTo>
                  <a:lnTo>
                    <a:pt x="313678" y="107235"/>
                  </a:lnTo>
                  <a:lnTo>
                    <a:pt x="311701" y="102321"/>
                  </a:lnTo>
                  <a:lnTo>
                    <a:pt x="309569" y="97472"/>
                  </a:lnTo>
                  <a:lnTo>
                    <a:pt x="307284" y="92693"/>
                  </a:lnTo>
                  <a:lnTo>
                    <a:pt x="304850" y="87989"/>
                  </a:lnTo>
                  <a:lnTo>
                    <a:pt x="302267" y="83364"/>
                  </a:lnTo>
                  <a:lnTo>
                    <a:pt x="299540" y="78823"/>
                  </a:lnTo>
                  <a:lnTo>
                    <a:pt x="296670" y="74371"/>
                  </a:lnTo>
                  <a:lnTo>
                    <a:pt x="293660" y="70013"/>
                  </a:lnTo>
                  <a:lnTo>
                    <a:pt x="290513" y="65752"/>
                  </a:lnTo>
                  <a:lnTo>
                    <a:pt x="287234" y="61592"/>
                  </a:lnTo>
                  <a:lnTo>
                    <a:pt x="283824" y="57539"/>
                  </a:lnTo>
                  <a:lnTo>
                    <a:pt x="280287" y="53596"/>
                  </a:lnTo>
                  <a:lnTo>
                    <a:pt x="276628" y="49766"/>
                  </a:lnTo>
                  <a:lnTo>
                    <a:pt x="272848" y="46055"/>
                  </a:lnTo>
                  <a:lnTo>
                    <a:pt x="268953" y="42465"/>
                  </a:lnTo>
                  <a:lnTo>
                    <a:pt x="264947" y="39001"/>
                  </a:lnTo>
                  <a:lnTo>
                    <a:pt x="260832" y="35665"/>
                  </a:lnTo>
                  <a:lnTo>
                    <a:pt x="256614" y="32461"/>
                  </a:lnTo>
                  <a:lnTo>
                    <a:pt x="252297" y="29392"/>
                  </a:lnTo>
                  <a:lnTo>
                    <a:pt x="247884" y="26462"/>
                  </a:lnTo>
                  <a:lnTo>
                    <a:pt x="243381" y="23673"/>
                  </a:lnTo>
                  <a:lnTo>
                    <a:pt x="238792" y="21028"/>
                  </a:lnTo>
                  <a:lnTo>
                    <a:pt x="234121" y="18530"/>
                  </a:lnTo>
                  <a:lnTo>
                    <a:pt x="229374" y="16181"/>
                  </a:lnTo>
                  <a:lnTo>
                    <a:pt x="224554" y="13983"/>
                  </a:lnTo>
                  <a:lnTo>
                    <a:pt x="219667" y="11940"/>
                  </a:lnTo>
                  <a:lnTo>
                    <a:pt x="214718" y="10052"/>
                  </a:lnTo>
                  <a:lnTo>
                    <a:pt x="209712" y="8322"/>
                  </a:lnTo>
                  <a:lnTo>
                    <a:pt x="204653" y="6751"/>
                  </a:lnTo>
                  <a:lnTo>
                    <a:pt x="199547" y="5342"/>
                  </a:lnTo>
                  <a:lnTo>
                    <a:pt x="194399" y="4095"/>
                  </a:lnTo>
                  <a:lnTo>
                    <a:pt x="189214" y="3012"/>
                  </a:lnTo>
                  <a:lnTo>
                    <a:pt x="183998" y="2093"/>
                  </a:lnTo>
                  <a:lnTo>
                    <a:pt x="178755" y="1341"/>
                  </a:lnTo>
                  <a:lnTo>
                    <a:pt x="173490" y="754"/>
                  </a:lnTo>
                  <a:lnTo>
                    <a:pt x="168210" y="335"/>
                  </a:lnTo>
                  <a:lnTo>
                    <a:pt x="162919" y="83"/>
                  </a:lnTo>
                  <a:lnTo>
                    <a:pt x="157623" y="0"/>
                  </a:lnTo>
                  <a:lnTo>
                    <a:pt x="15762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256075" y="4659281"/>
              <a:ext cx="167159" cy="332539"/>
            </a:xfrm>
            <a:custGeom>
              <a:avLst/>
              <a:pathLst>
                <a:path w="167159" h="332539">
                  <a:moveTo>
                    <a:pt x="167159" y="0"/>
                  </a:moveTo>
                  <a:lnTo>
                    <a:pt x="161834" y="84"/>
                  </a:lnTo>
                  <a:lnTo>
                    <a:pt x="156514" y="339"/>
                  </a:lnTo>
                  <a:lnTo>
                    <a:pt x="151205" y="763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7" y="3045"/>
                  </a:lnTo>
                  <a:lnTo>
                    <a:pt x="130185" y="4140"/>
                  </a:lnTo>
                  <a:lnTo>
                    <a:pt x="125011" y="5400"/>
                  </a:lnTo>
                  <a:lnTo>
                    <a:pt x="119879" y="6825"/>
                  </a:lnTo>
                  <a:lnTo>
                    <a:pt x="114795" y="8412"/>
                  </a:lnTo>
                  <a:lnTo>
                    <a:pt x="109765" y="10161"/>
                  </a:lnTo>
                  <a:lnTo>
                    <a:pt x="104793" y="12069"/>
                  </a:lnTo>
                  <a:lnTo>
                    <a:pt x="99884" y="14134"/>
                  </a:lnTo>
                  <a:lnTo>
                    <a:pt x="95043" y="16355"/>
                  </a:lnTo>
                  <a:lnTo>
                    <a:pt x="90275" y="18729"/>
                  </a:lnTo>
                  <a:lnTo>
                    <a:pt x="85586" y="21253"/>
                  </a:lnTo>
                  <a:lnTo>
                    <a:pt x="80979" y="23926"/>
                  </a:lnTo>
                  <a:lnTo>
                    <a:pt x="76460" y="26744"/>
                  </a:lnTo>
                  <a:lnTo>
                    <a:pt x="72033" y="29705"/>
                  </a:lnTo>
                  <a:lnTo>
                    <a:pt x="67702" y="32805"/>
                  </a:lnTo>
                  <a:lnTo>
                    <a:pt x="63473" y="36041"/>
                  </a:lnTo>
                  <a:lnTo>
                    <a:pt x="59348" y="39410"/>
                  </a:lnTo>
                  <a:lnTo>
                    <a:pt x="55333" y="42910"/>
                  </a:lnTo>
                  <a:lnTo>
                    <a:pt x="51432" y="46535"/>
                  </a:lnTo>
                  <a:lnTo>
                    <a:pt x="47648" y="50283"/>
                  </a:lnTo>
                  <a:lnTo>
                    <a:pt x="43985" y="54149"/>
                  </a:lnTo>
                  <a:lnTo>
                    <a:pt x="40447" y="58130"/>
                  </a:lnTo>
                  <a:lnTo>
                    <a:pt x="37038" y="62222"/>
                  </a:lnTo>
                  <a:lnTo>
                    <a:pt x="33761" y="66420"/>
                  </a:lnTo>
                  <a:lnTo>
                    <a:pt x="30620" y="70721"/>
                  </a:lnTo>
                  <a:lnTo>
                    <a:pt x="27617" y="75119"/>
                  </a:lnTo>
                  <a:lnTo>
                    <a:pt x="24755" y="79611"/>
                  </a:lnTo>
                  <a:lnTo>
                    <a:pt x="22038" y="84192"/>
                  </a:lnTo>
                  <a:lnTo>
                    <a:pt x="19469" y="88857"/>
                  </a:lnTo>
                  <a:lnTo>
                    <a:pt x="17049" y="93601"/>
                  </a:lnTo>
                  <a:lnTo>
                    <a:pt x="14782" y="98420"/>
                  </a:lnTo>
                  <a:lnTo>
                    <a:pt x="12669" y="103309"/>
                  </a:lnTo>
                  <a:lnTo>
                    <a:pt x="10714" y="108263"/>
                  </a:lnTo>
                  <a:lnTo>
                    <a:pt x="8917" y="113276"/>
                  </a:lnTo>
                  <a:lnTo>
                    <a:pt x="7280" y="118344"/>
                  </a:lnTo>
                  <a:lnTo>
                    <a:pt x="5806" y="123462"/>
                  </a:lnTo>
                  <a:lnTo>
                    <a:pt x="4496" y="128624"/>
                  </a:lnTo>
                  <a:lnTo>
                    <a:pt x="3350" y="133825"/>
                  </a:lnTo>
                  <a:lnTo>
                    <a:pt x="2372" y="139060"/>
                  </a:lnTo>
                  <a:lnTo>
                    <a:pt x="1560" y="144324"/>
                  </a:lnTo>
                  <a:lnTo>
                    <a:pt x="916" y="149611"/>
                  </a:lnTo>
                  <a:lnTo>
                    <a:pt x="441" y="154915"/>
                  </a:lnTo>
                  <a:lnTo>
                    <a:pt x="136" y="160232"/>
                  </a:lnTo>
                  <a:lnTo>
                    <a:pt x="0" y="165556"/>
                  </a:lnTo>
                  <a:lnTo>
                    <a:pt x="33" y="170882"/>
                  </a:lnTo>
                  <a:lnTo>
                    <a:pt x="236" y="176204"/>
                  </a:lnTo>
                  <a:lnTo>
                    <a:pt x="609" y="181517"/>
                  </a:lnTo>
                  <a:lnTo>
                    <a:pt x="1150" y="186815"/>
                  </a:lnTo>
                  <a:lnTo>
                    <a:pt x="1861" y="192093"/>
                  </a:lnTo>
                  <a:lnTo>
                    <a:pt x="2738" y="197346"/>
                  </a:lnTo>
                  <a:lnTo>
                    <a:pt x="3783" y="202568"/>
                  </a:lnTo>
                  <a:lnTo>
                    <a:pt x="4994" y="207755"/>
                  </a:lnTo>
                  <a:lnTo>
                    <a:pt x="6369" y="212900"/>
                  </a:lnTo>
                  <a:lnTo>
                    <a:pt x="7908" y="217999"/>
                  </a:lnTo>
                  <a:lnTo>
                    <a:pt x="9608" y="223046"/>
                  </a:lnTo>
                  <a:lnTo>
                    <a:pt x="11468" y="228036"/>
                  </a:lnTo>
                  <a:lnTo>
                    <a:pt x="13486" y="232965"/>
                  </a:lnTo>
                  <a:lnTo>
                    <a:pt x="15660" y="237827"/>
                  </a:lnTo>
                  <a:lnTo>
                    <a:pt x="17987" y="242617"/>
                  </a:lnTo>
                  <a:lnTo>
                    <a:pt x="20467" y="247331"/>
                  </a:lnTo>
                  <a:lnTo>
                    <a:pt x="23095" y="251963"/>
                  </a:lnTo>
                  <a:lnTo>
                    <a:pt x="25869" y="256509"/>
                  </a:lnTo>
                  <a:lnTo>
                    <a:pt x="28787" y="260965"/>
                  </a:lnTo>
                  <a:lnTo>
                    <a:pt x="31845" y="265325"/>
                  </a:lnTo>
                  <a:lnTo>
                    <a:pt x="35040" y="269585"/>
                  </a:lnTo>
                  <a:lnTo>
                    <a:pt x="38370" y="273742"/>
                  </a:lnTo>
                  <a:lnTo>
                    <a:pt x="41830" y="277791"/>
                  </a:lnTo>
                  <a:lnTo>
                    <a:pt x="45418" y="281727"/>
                  </a:lnTo>
                  <a:lnTo>
                    <a:pt x="49129" y="285547"/>
                  </a:lnTo>
                  <a:lnTo>
                    <a:pt x="52960" y="289247"/>
                  </a:lnTo>
                  <a:lnTo>
                    <a:pt x="56907" y="292822"/>
                  </a:lnTo>
                  <a:lnTo>
                    <a:pt x="60965" y="296271"/>
                  </a:lnTo>
                  <a:lnTo>
                    <a:pt x="65132" y="299588"/>
                  </a:lnTo>
                  <a:lnTo>
                    <a:pt x="69402" y="302771"/>
                  </a:lnTo>
                  <a:lnTo>
                    <a:pt x="73771" y="305816"/>
                  </a:lnTo>
                  <a:lnTo>
                    <a:pt x="78235" y="308721"/>
                  </a:lnTo>
                  <a:lnTo>
                    <a:pt x="82790" y="311482"/>
                  </a:lnTo>
                  <a:lnTo>
                    <a:pt x="87429" y="314096"/>
                  </a:lnTo>
                  <a:lnTo>
                    <a:pt x="92150" y="316561"/>
                  </a:lnTo>
                  <a:lnTo>
                    <a:pt x="96947" y="318875"/>
                  </a:lnTo>
                  <a:lnTo>
                    <a:pt x="101816" y="321034"/>
                  </a:lnTo>
                  <a:lnTo>
                    <a:pt x="106750" y="323038"/>
                  </a:lnTo>
                  <a:lnTo>
                    <a:pt x="111746" y="324883"/>
                  </a:lnTo>
                  <a:lnTo>
                    <a:pt x="116798" y="326568"/>
                  </a:lnTo>
                  <a:lnTo>
                    <a:pt x="121902" y="328092"/>
                  </a:lnTo>
                  <a:lnTo>
                    <a:pt x="127051" y="329452"/>
                  </a:lnTo>
                  <a:lnTo>
                    <a:pt x="132241" y="330647"/>
                  </a:lnTo>
                  <a:lnTo>
                    <a:pt x="137466" y="331676"/>
                  </a:lnTo>
                  <a:lnTo>
                    <a:pt x="142722" y="332539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398797" y="4826449"/>
              <a:ext cx="24437" cy="165371"/>
            </a:xfrm>
            <a:custGeom>
              <a:avLst/>
              <a:pathLst>
                <a:path w="24437" h="165371">
                  <a:moveTo>
                    <a:pt x="0" y="165371"/>
                  </a:moveTo>
                  <a:lnTo>
                    <a:pt x="2443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398797" y="4826449"/>
              <a:ext cx="24437" cy="165371"/>
            </a:xfrm>
            <a:custGeom>
              <a:avLst/>
              <a:pathLst>
                <a:path w="24437" h="165371">
                  <a:moveTo>
                    <a:pt x="0" y="165371"/>
                  </a:moveTo>
                  <a:lnTo>
                    <a:pt x="2443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398797" y="4826449"/>
              <a:ext cx="129028" cy="167148"/>
            </a:xfrm>
            <a:custGeom>
              <a:avLst/>
              <a:pathLst>
                <a:path w="129028" h="167148">
                  <a:moveTo>
                    <a:pt x="0" y="165371"/>
                  </a:moveTo>
                  <a:lnTo>
                    <a:pt x="5454" y="166086"/>
                  </a:lnTo>
                  <a:lnTo>
                    <a:pt x="10929" y="166620"/>
                  </a:lnTo>
                  <a:lnTo>
                    <a:pt x="16418" y="166975"/>
                  </a:lnTo>
                  <a:lnTo>
                    <a:pt x="21916" y="167148"/>
                  </a:lnTo>
                  <a:lnTo>
                    <a:pt x="27417" y="167140"/>
                  </a:lnTo>
                  <a:lnTo>
                    <a:pt x="32915" y="166952"/>
                  </a:lnTo>
                  <a:lnTo>
                    <a:pt x="38403" y="166583"/>
                  </a:lnTo>
                  <a:lnTo>
                    <a:pt x="43876" y="166033"/>
                  </a:lnTo>
                  <a:lnTo>
                    <a:pt x="49329" y="165303"/>
                  </a:lnTo>
                  <a:lnTo>
                    <a:pt x="54754" y="164395"/>
                  </a:lnTo>
                  <a:lnTo>
                    <a:pt x="60147" y="163308"/>
                  </a:lnTo>
                  <a:lnTo>
                    <a:pt x="65500" y="162045"/>
                  </a:lnTo>
                  <a:lnTo>
                    <a:pt x="70810" y="160606"/>
                  </a:lnTo>
                  <a:lnTo>
                    <a:pt x="76069" y="158993"/>
                  </a:lnTo>
                  <a:lnTo>
                    <a:pt x="81272" y="157209"/>
                  </a:lnTo>
                  <a:lnTo>
                    <a:pt x="86414" y="155254"/>
                  </a:lnTo>
                  <a:lnTo>
                    <a:pt x="91488" y="153130"/>
                  </a:lnTo>
                  <a:lnTo>
                    <a:pt x="96490" y="150841"/>
                  </a:lnTo>
                  <a:lnTo>
                    <a:pt x="101414" y="148389"/>
                  </a:lnTo>
                  <a:lnTo>
                    <a:pt x="106255" y="145776"/>
                  </a:lnTo>
                  <a:lnTo>
                    <a:pt x="111007" y="143005"/>
                  </a:lnTo>
                  <a:lnTo>
                    <a:pt x="115665" y="140079"/>
                  </a:lnTo>
                  <a:lnTo>
                    <a:pt x="120225" y="137002"/>
                  </a:lnTo>
                  <a:lnTo>
                    <a:pt x="124681" y="133776"/>
                  </a:lnTo>
                  <a:lnTo>
                    <a:pt x="129028" y="130405"/>
                  </a:lnTo>
                  <a:lnTo>
                    <a:pt x="2443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423235" y="4659281"/>
              <a:ext cx="167167" cy="297573"/>
            </a:xfrm>
            <a:custGeom>
              <a:avLst/>
              <a:pathLst>
                <a:path w="167167" h="297573">
                  <a:moveTo>
                    <a:pt x="104590" y="297573"/>
                  </a:moveTo>
                  <a:lnTo>
                    <a:pt x="108712" y="294157"/>
                  </a:lnTo>
                  <a:lnTo>
                    <a:pt x="112722" y="290612"/>
                  </a:lnTo>
                  <a:lnTo>
                    <a:pt x="116616" y="286940"/>
                  </a:lnTo>
                  <a:lnTo>
                    <a:pt x="120391" y="283145"/>
                  </a:lnTo>
                  <a:lnTo>
                    <a:pt x="124042" y="279231"/>
                  </a:lnTo>
                  <a:lnTo>
                    <a:pt x="127566" y="275202"/>
                  </a:lnTo>
                  <a:lnTo>
                    <a:pt x="130960" y="271063"/>
                  </a:lnTo>
                  <a:lnTo>
                    <a:pt x="134219" y="266817"/>
                  </a:lnTo>
                  <a:lnTo>
                    <a:pt x="137340" y="262469"/>
                  </a:lnTo>
                  <a:lnTo>
                    <a:pt x="140321" y="258023"/>
                  </a:lnTo>
                  <a:lnTo>
                    <a:pt x="143158" y="253484"/>
                  </a:lnTo>
                  <a:lnTo>
                    <a:pt x="145848" y="248856"/>
                  </a:lnTo>
                  <a:lnTo>
                    <a:pt x="148389" y="244145"/>
                  </a:lnTo>
                  <a:lnTo>
                    <a:pt x="150777" y="239355"/>
                  </a:lnTo>
                  <a:lnTo>
                    <a:pt x="153011" y="234491"/>
                  </a:lnTo>
                  <a:lnTo>
                    <a:pt x="155088" y="229557"/>
                  </a:lnTo>
                  <a:lnTo>
                    <a:pt x="157006" y="224560"/>
                  </a:lnTo>
                  <a:lnTo>
                    <a:pt x="158763" y="219504"/>
                  </a:lnTo>
                  <a:lnTo>
                    <a:pt x="160357" y="214394"/>
                  </a:lnTo>
                  <a:lnTo>
                    <a:pt x="161787" y="209236"/>
                  </a:lnTo>
                  <a:lnTo>
                    <a:pt x="163051" y="204035"/>
                  </a:lnTo>
                  <a:lnTo>
                    <a:pt x="164147" y="198796"/>
                  </a:lnTo>
                  <a:lnTo>
                    <a:pt x="165076" y="193524"/>
                  </a:lnTo>
                  <a:lnTo>
                    <a:pt x="165835" y="188226"/>
                  </a:lnTo>
                  <a:lnTo>
                    <a:pt x="166424" y="182906"/>
                  </a:lnTo>
                  <a:lnTo>
                    <a:pt x="166843" y="177570"/>
                  </a:lnTo>
                  <a:lnTo>
                    <a:pt x="167090" y="172223"/>
                  </a:lnTo>
                  <a:lnTo>
                    <a:pt x="167167" y="166871"/>
                  </a:lnTo>
                  <a:lnTo>
                    <a:pt x="167071" y="161519"/>
                  </a:lnTo>
                  <a:lnTo>
                    <a:pt x="166805" y="156173"/>
                  </a:lnTo>
                  <a:lnTo>
                    <a:pt x="166368" y="150838"/>
                  </a:lnTo>
                  <a:lnTo>
                    <a:pt x="165759" y="145520"/>
                  </a:lnTo>
                  <a:lnTo>
                    <a:pt x="164981" y="140224"/>
                  </a:lnTo>
                  <a:lnTo>
                    <a:pt x="164034" y="134956"/>
                  </a:lnTo>
                  <a:lnTo>
                    <a:pt x="162919" y="129721"/>
                  </a:lnTo>
                  <a:lnTo>
                    <a:pt x="161637" y="124524"/>
                  </a:lnTo>
                  <a:lnTo>
                    <a:pt x="160189" y="119371"/>
                  </a:lnTo>
                  <a:lnTo>
                    <a:pt x="158576" y="114267"/>
                  </a:lnTo>
                  <a:lnTo>
                    <a:pt x="156801" y="109218"/>
                  </a:lnTo>
                  <a:lnTo>
                    <a:pt x="154866" y="104227"/>
                  </a:lnTo>
                  <a:lnTo>
                    <a:pt x="152771" y="99301"/>
                  </a:lnTo>
                  <a:lnTo>
                    <a:pt x="150520" y="94445"/>
                  </a:lnTo>
                  <a:lnTo>
                    <a:pt x="148115" y="89663"/>
                  </a:lnTo>
                  <a:lnTo>
                    <a:pt x="145558" y="84961"/>
                  </a:lnTo>
                  <a:lnTo>
                    <a:pt x="142851" y="80343"/>
                  </a:lnTo>
                  <a:lnTo>
                    <a:pt x="139998" y="75814"/>
                  </a:lnTo>
                  <a:lnTo>
                    <a:pt x="137002" y="71379"/>
                  </a:lnTo>
                  <a:lnTo>
                    <a:pt x="133865" y="67042"/>
                  </a:lnTo>
                  <a:lnTo>
                    <a:pt x="130591" y="62807"/>
                  </a:lnTo>
                  <a:lnTo>
                    <a:pt x="127183" y="58680"/>
                  </a:lnTo>
                  <a:lnTo>
                    <a:pt x="123644" y="54664"/>
                  </a:lnTo>
                  <a:lnTo>
                    <a:pt x="119979" y="50763"/>
                  </a:lnTo>
                  <a:lnTo>
                    <a:pt x="116191" y="46981"/>
                  </a:lnTo>
                  <a:lnTo>
                    <a:pt x="112283" y="43323"/>
                  </a:lnTo>
                  <a:lnTo>
                    <a:pt x="108261" y="39792"/>
                  </a:lnTo>
                  <a:lnTo>
                    <a:pt x="104127" y="36391"/>
                  </a:lnTo>
                  <a:lnTo>
                    <a:pt x="99887" y="33124"/>
                  </a:lnTo>
                  <a:lnTo>
                    <a:pt x="95545" y="29995"/>
                  </a:lnTo>
                  <a:lnTo>
                    <a:pt x="91104" y="27007"/>
                  </a:lnTo>
                  <a:lnTo>
                    <a:pt x="86570" y="24162"/>
                  </a:lnTo>
                  <a:lnTo>
                    <a:pt x="81947" y="21463"/>
                  </a:lnTo>
                  <a:lnTo>
                    <a:pt x="77240" y="18914"/>
                  </a:lnTo>
                  <a:lnTo>
                    <a:pt x="72454" y="16518"/>
                  </a:lnTo>
                  <a:lnTo>
                    <a:pt x="67594" y="14275"/>
                  </a:lnTo>
                  <a:lnTo>
                    <a:pt x="62665" y="12189"/>
                  </a:lnTo>
                  <a:lnTo>
                    <a:pt x="57671" y="10263"/>
                  </a:lnTo>
                  <a:lnTo>
                    <a:pt x="52618" y="8497"/>
                  </a:lnTo>
                  <a:lnTo>
                    <a:pt x="47511" y="6893"/>
                  </a:lnTo>
                  <a:lnTo>
                    <a:pt x="42355" y="5454"/>
                  </a:lnTo>
                  <a:lnTo>
                    <a:pt x="37156" y="4181"/>
                  </a:lnTo>
                  <a:lnTo>
                    <a:pt x="31919" y="3075"/>
                  </a:lnTo>
                  <a:lnTo>
                    <a:pt x="26650" y="2137"/>
                  </a:lnTo>
                  <a:lnTo>
                    <a:pt x="21352" y="1369"/>
                  </a:lnTo>
                  <a:lnTo>
                    <a:pt x="16033" y="770"/>
                  </a:lnTo>
                  <a:lnTo>
                    <a:pt x="10698" y="342"/>
                  </a:lnTo>
                  <a:lnTo>
                    <a:pt x="535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561320" y="4213821"/>
              <a:ext cx="220136" cy="334333"/>
            </a:xfrm>
            <a:custGeom>
              <a:avLst/>
              <a:pathLst>
                <a:path w="220136" h="334333">
                  <a:moveTo>
                    <a:pt x="167152" y="0"/>
                  </a:moveTo>
                  <a:lnTo>
                    <a:pt x="161840" y="84"/>
                  </a:lnTo>
                  <a:lnTo>
                    <a:pt x="156533" y="337"/>
                  </a:lnTo>
                  <a:lnTo>
                    <a:pt x="151238" y="759"/>
                  </a:lnTo>
                  <a:lnTo>
                    <a:pt x="145958" y="1348"/>
                  </a:lnTo>
                  <a:lnTo>
                    <a:pt x="140700" y="2106"/>
                  </a:lnTo>
                  <a:lnTo>
                    <a:pt x="135468" y="3029"/>
                  </a:lnTo>
                  <a:lnTo>
                    <a:pt x="130269" y="4119"/>
                  </a:lnTo>
                  <a:lnTo>
                    <a:pt x="125106" y="5373"/>
                  </a:lnTo>
                  <a:lnTo>
                    <a:pt x="119986" y="6791"/>
                  </a:lnTo>
                  <a:lnTo>
                    <a:pt x="114914" y="8371"/>
                  </a:lnTo>
                  <a:lnTo>
                    <a:pt x="109895" y="10111"/>
                  </a:lnTo>
                  <a:lnTo>
                    <a:pt x="104933" y="12010"/>
                  </a:lnTo>
                  <a:lnTo>
                    <a:pt x="100034" y="14065"/>
                  </a:lnTo>
                  <a:lnTo>
                    <a:pt x="95203" y="16275"/>
                  </a:lnTo>
                  <a:lnTo>
                    <a:pt x="90445" y="18637"/>
                  </a:lnTo>
                  <a:lnTo>
                    <a:pt x="85764" y="21150"/>
                  </a:lnTo>
                  <a:lnTo>
                    <a:pt x="81166" y="23810"/>
                  </a:lnTo>
                  <a:lnTo>
                    <a:pt x="76654" y="26614"/>
                  </a:lnTo>
                  <a:lnTo>
                    <a:pt x="72233" y="29561"/>
                  </a:lnTo>
                  <a:lnTo>
                    <a:pt x="67909" y="32646"/>
                  </a:lnTo>
                  <a:lnTo>
                    <a:pt x="63684" y="35868"/>
                  </a:lnTo>
                  <a:lnTo>
                    <a:pt x="59565" y="39222"/>
                  </a:lnTo>
                  <a:lnTo>
                    <a:pt x="55553" y="42705"/>
                  </a:lnTo>
                  <a:lnTo>
                    <a:pt x="51655" y="46314"/>
                  </a:lnTo>
                  <a:lnTo>
                    <a:pt x="47873" y="50045"/>
                  </a:lnTo>
                  <a:lnTo>
                    <a:pt x="44212" y="53894"/>
                  </a:lnTo>
                  <a:lnTo>
                    <a:pt x="40674" y="57858"/>
                  </a:lnTo>
                  <a:lnTo>
                    <a:pt x="37265" y="61932"/>
                  </a:lnTo>
                  <a:lnTo>
                    <a:pt x="33987" y="66112"/>
                  </a:lnTo>
                  <a:lnTo>
                    <a:pt x="30843" y="70395"/>
                  </a:lnTo>
                  <a:lnTo>
                    <a:pt x="27837" y="74775"/>
                  </a:lnTo>
                  <a:lnTo>
                    <a:pt x="24971" y="79248"/>
                  </a:lnTo>
                  <a:lnTo>
                    <a:pt x="22249" y="83811"/>
                  </a:lnTo>
                  <a:lnTo>
                    <a:pt x="19674" y="88457"/>
                  </a:lnTo>
                  <a:lnTo>
                    <a:pt x="17247" y="93183"/>
                  </a:lnTo>
                  <a:lnTo>
                    <a:pt x="14972" y="97984"/>
                  </a:lnTo>
                  <a:lnTo>
                    <a:pt x="12851" y="102854"/>
                  </a:lnTo>
                  <a:lnTo>
                    <a:pt x="10885" y="107789"/>
                  </a:lnTo>
                  <a:lnTo>
                    <a:pt x="9077" y="112785"/>
                  </a:lnTo>
                  <a:lnTo>
                    <a:pt x="7429" y="117835"/>
                  </a:lnTo>
                  <a:lnTo>
                    <a:pt x="5942" y="122935"/>
                  </a:lnTo>
                  <a:lnTo>
                    <a:pt x="4618" y="128080"/>
                  </a:lnTo>
                  <a:lnTo>
                    <a:pt x="3458" y="133265"/>
                  </a:lnTo>
                  <a:lnTo>
                    <a:pt x="2463" y="138483"/>
                  </a:lnTo>
                  <a:lnTo>
                    <a:pt x="1635" y="143731"/>
                  </a:lnTo>
                  <a:lnTo>
                    <a:pt x="974" y="149002"/>
                  </a:lnTo>
                  <a:lnTo>
                    <a:pt x="481" y="154291"/>
                  </a:lnTo>
                  <a:lnTo>
                    <a:pt x="156" y="159594"/>
                  </a:lnTo>
                  <a:lnTo>
                    <a:pt x="0" y="164904"/>
                  </a:lnTo>
                  <a:lnTo>
                    <a:pt x="12" y="170217"/>
                  </a:lnTo>
                  <a:lnTo>
                    <a:pt x="193" y="175526"/>
                  </a:lnTo>
                  <a:lnTo>
                    <a:pt x="543" y="180827"/>
                  </a:lnTo>
                  <a:lnTo>
                    <a:pt x="1061" y="186114"/>
                  </a:lnTo>
                  <a:lnTo>
                    <a:pt x="1747" y="191382"/>
                  </a:lnTo>
                  <a:lnTo>
                    <a:pt x="2600" y="196626"/>
                  </a:lnTo>
                  <a:lnTo>
                    <a:pt x="3619" y="201840"/>
                  </a:lnTo>
                  <a:lnTo>
                    <a:pt x="4804" y="207018"/>
                  </a:lnTo>
                  <a:lnTo>
                    <a:pt x="6152" y="212157"/>
                  </a:lnTo>
                  <a:lnTo>
                    <a:pt x="7663" y="217250"/>
                  </a:lnTo>
                  <a:lnTo>
                    <a:pt x="9335" y="222293"/>
                  </a:lnTo>
                  <a:lnTo>
                    <a:pt x="11166" y="227279"/>
                  </a:lnTo>
                  <a:lnTo>
                    <a:pt x="13155" y="232206"/>
                  </a:lnTo>
                  <a:lnTo>
                    <a:pt x="15300" y="237066"/>
                  </a:lnTo>
                  <a:lnTo>
                    <a:pt x="17597" y="241856"/>
                  </a:lnTo>
                  <a:lnTo>
                    <a:pt x="20046" y="246570"/>
                  </a:lnTo>
                  <a:lnTo>
                    <a:pt x="22643" y="251205"/>
                  </a:lnTo>
                  <a:lnTo>
                    <a:pt x="25387" y="255754"/>
                  </a:lnTo>
                  <a:lnTo>
                    <a:pt x="28273" y="260214"/>
                  </a:lnTo>
                  <a:lnTo>
                    <a:pt x="31300" y="264580"/>
                  </a:lnTo>
                  <a:lnTo>
                    <a:pt x="34464" y="268847"/>
                  </a:lnTo>
                  <a:lnTo>
                    <a:pt x="37762" y="273012"/>
                  </a:lnTo>
                  <a:lnTo>
                    <a:pt x="41190" y="277070"/>
                  </a:lnTo>
                  <a:lnTo>
                    <a:pt x="44746" y="281017"/>
                  </a:lnTo>
                  <a:lnTo>
                    <a:pt x="48426" y="284849"/>
                  </a:lnTo>
                  <a:lnTo>
                    <a:pt x="52225" y="288562"/>
                  </a:lnTo>
                  <a:lnTo>
                    <a:pt x="56141" y="292153"/>
                  </a:lnTo>
                  <a:lnTo>
                    <a:pt x="60168" y="295617"/>
                  </a:lnTo>
                  <a:lnTo>
                    <a:pt x="64304" y="298952"/>
                  </a:lnTo>
                  <a:lnTo>
                    <a:pt x="68543" y="302153"/>
                  </a:lnTo>
                  <a:lnTo>
                    <a:pt x="72882" y="305218"/>
                  </a:lnTo>
                  <a:lnTo>
                    <a:pt x="77316" y="308144"/>
                  </a:lnTo>
                  <a:lnTo>
                    <a:pt x="81841" y="310928"/>
                  </a:lnTo>
                  <a:lnTo>
                    <a:pt x="86453" y="313566"/>
                  </a:lnTo>
                  <a:lnTo>
                    <a:pt x="91145" y="316056"/>
                  </a:lnTo>
                  <a:lnTo>
                    <a:pt x="95915" y="318396"/>
                  </a:lnTo>
                  <a:lnTo>
                    <a:pt x="100756" y="320583"/>
                  </a:lnTo>
                  <a:lnTo>
                    <a:pt x="105664" y="322616"/>
                  </a:lnTo>
                  <a:lnTo>
                    <a:pt x="110635" y="324491"/>
                  </a:lnTo>
                  <a:lnTo>
                    <a:pt x="115662" y="326207"/>
                  </a:lnTo>
                  <a:lnTo>
                    <a:pt x="120742" y="327763"/>
                  </a:lnTo>
                  <a:lnTo>
                    <a:pt x="125868" y="329157"/>
                  </a:lnTo>
                  <a:lnTo>
                    <a:pt x="131037" y="330387"/>
                  </a:lnTo>
                  <a:lnTo>
                    <a:pt x="136241" y="331452"/>
                  </a:lnTo>
                  <a:lnTo>
                    <a:pt x="141477" y="332351"/>
                  </a:lnTo>
                  <a:lnTo>
                    <a:pt x="146739" y="333083"/>
                  </a:lnTo>
                  <a:lnTo>
                    <a:pt x="152021" y="333648"/>
                  </a:lnTo>
                  <a:lnTo>
                    <a:pt x="157319" y="334045"/>
                  </a:lnTo>
                  <a:lnTo>
                    <a:pt x="162626" y="334273"/>
                  </a:lnTo>
                  <a:lnTo>
                    <a:pt x="167939" y="334333"/>
                  </a:lnTo>
                  <a:lnTo>
                    <a:pt x="173250" y="334223"/>
                  </a:lnTo>
                  <a:lnTo>
                    <a:pt x="178555" y="333945"/>
                  </a:lnTo>
                  <a:lnTo>
                    <a:pt x="183849" y="333498"/>
                  </a:lnTo>
                  <a:lnTo>
                    <a:pt x="189126" y="332884"/>
                  </a:lnTo>
                  <a:lnTo>
                    <a:pt x="194380" y="332102"/>
                  </a:lnTo>
                  <a:lnTo>
                    <a:pt x="199608" y="331153"/>
                  </a:lnTo>
                  <a:lnTo>
                    <a:pt x="204802" y="330039"/>
                  </a:lnTo>
                  <a:lnTo>
                    <a:pt x="209958" y="328761"/>
                  </a:lnTo>
                  <a:lnTo>
                    <a:pt x="215071" y="327319"/>
                  </a:lnTo>
                  <a:lnTo>
                    <a:pt x="220136" y="325715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728472" y="4380988"/>
              <a:ext cx="52984" cy="158548"/>
            </a:xfrm>
            <a:custGeom>
              <a:avLst/>
              <a:pathLst>
                <a:path w="52984" h="158548">
                  <a:moveTo>
                    <a:pt x="52984" y="15854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728472" y="4380988"/>
              <a:ext cx="157380" cy="158548"/>
            </a:xfrm>
            <a:custGeom>
              <a:avLst/>
              <a:pathLst>
                <a:path w="157380" h="158548">
                  <a:moveTo>
                    <a:pt x="52984" y="158548"/>
                  </a:moveTo>
                  <a:lnTo>
                    <a:pt x="58264" y="156685"/>
                  </a:lnTo>
                  <a:lnTo>
                    <a:pt x="63479" y="154645"/>
                  </a:lnTo>
                  <a:lnTo>
                    <a:pt x="68622" y="152433"/>
                  </a:lnTo>
                  <a:lnTo>
                    <a:pt x="73689" y="150049"/>
                  </a:lnTo>
                  <a:lnTo>
                    <a:pt x="78673" y="147497"/>
                  </a:lnTo>
                  <a:lnTo>
                    <a:pt x="83568" y="144779"/>
                  </a:lnTo>
                  <a:lnTo>
                    <a:pt x="88370" y="141899"/>
                  </a:lnTo>
                  <a:lnTo>
                    <a:pt x="93073" y="138860"/>
                  </a:lnTo>
                  <a:lnTo>
                    <a:pt x="97671" y="135665"/>
                  </a:lnTo>
                  <a:lnTo>
                    <a:pt x="102160" y="132318"/>
                  </a:lnTo>
                  <a:lnTo>
                    <a:pt x="106534" y="128823"/>
                  </a:lnTo>
                  <a:lnTo>
                    <a:pt x="110788" y="125182"/>
                  </a:lnTo>
                  <a:lnTo>
                    <a:pt x="114919" y="121402"/>
                  </a:lnTo>
                  <a:lnTo>
                    <a:pt x="118920" y="117485"/>
                  </a:lnTo>
                  <a:lnTo>
                    <a:pt x="122788" y="113436"/>
                  </a:lnTo>
                  <a:lnTo>
                    <a:pt x="126518" y="109261"/>
                  </a:lnTo>
                  <a:lnTo>
                    <a:pt x="130106" y="104962"/>
                  </a:lnTo>
                  <a:lnTo>
                    <a:pt x="133549" y="100546"/>
                  </a:lnTo>
                  <a:lnTo>
                    <a:pt x="136841" y="96017"/>
                  </a:lnTo>
                  <a:lnTo>
                    <a:pt x="139980" y="91380"/>
                  </a:lnTo>
                  <a:lnTo>
                    <a:pt x="142962" y="86641"/>
                  </a:lnTo>
                  <a:lnTo>
                    <a:pt x="145783" y="81805"/>
                  </a:lnTo>
                  <a:lnTo>
                    <a:pt x="148441" y="76876"/>
                  </a:lnTo>
                  <a:lnTo>
                    <a:pt x="150932" y="71862"/>
                  </a:lnTo>
                  <a:lnTo>
                    <a:pt x="153254" y="66767"/>
                  </a:lnTo>
                  <a:lnTo>
                    <a:pt x="155405" y="61597"/>
                  </a:lnTo>
                  <a:lnTo>
                    <a:pt x="157380" y="563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728472" y="4213821"/>
              <a:ext cx="167153" cy="223525"/>
            </a:xfrm>
            <a:custGeom>
              <a:avLst/>
              <a:pathLst>
                <a:path w="167153" h="223525">
                  <a:moveTo>
                    <a:pt x="157380" y="223525"/>
                  </a:moveTo>
                  <a:lnTo>
                    <a:pt x="159126" y="218389"/>
                  </a:lnTo>
                  <a:lnTo>
                    <a:pt x="160704" y="213199"/>
                  </a:lnTo>
                  <a:lnTo>
                    <a:pt x="162113" y="207960"/>
                  </a:lnTo>
                  <a:lnTo>
                    <a:pt x="163351" y="202679"/>
                  </a:lnTo>
                  <a:lnTo>
                    <a:pt x="164418" y="197360"/>
                  </a:lnTo>
                  <a:lnTo>
                    <a:pt x="165311" y="192009"/>
                  </a:lnTo>
                  <a:lnTo>
                    <a:pt x="166030" y="186633"/>
                  </a:lnTo>
                  <a:lnTo>
                    <a:pt x="166574" y="181235"/>
                  </a:lnTo>
                  <a:lnTo>
                    <a:pt x="166943" y="175823"/>
                  </a:lnTo>
                  <a:lnTo>
                    <a:pt x="167136" y="170402"/>
                  </a:lnTo>
                  <a:lnTo>
                    <a:pt x="167153" y="164977"/>
                  </a:lnTo>
                  <a:lnTo>
                    <a:pt x="166994" y="159555"/>
                  </a:lnTo>
                  <a:lnTo>
                    <a:pt x="166659" y="154141"/>
                  </a:lnTo>
                  <a:lnTo>
                    <a:pt x="166148" y="148740"/>
                  </a:lnTo>
                  <a:lnTo>
                    <a:pt x="165463" y="143359"/>
                  </a:lnTo>
                  <a:lnTo>
                    <a:pt x="164603" y="138003"/>
                  </a:lnTo>
                  <a:lnTo>
                    <a:pt x="163570" y="132677"/>
                  </a:lnTo>
                  <a:lnTo>
                    <a:pt x="162365" y="127388"/>
                  </a:lnTo>
                  <a:lnTo>
                    <a:pt x="160989" y="122141"/>
                  </a:lnTo>
                  <a:lnTo>
                    <a:pt x="159443" y="116941"/>
                  </a:lnTo>
                  <a:lnTo>
                    <a:pt x="157730" y="111794"/>
                  </a:lnTo>
                  <a:lnTo>
                    <a:pt x="155850" y="106705"/>
                  </a:lnTo>
                  <a:lnTo>
                    <a:pt x="153806" y="101681"/>
                  </a:lnTo>
                  <a:lnTo>
                    <a:pt x="151600" y="96725"/>
                  </a:lnTo>
                  <a:lnTo>
                    <a:pt x="149235" y="91843"/>
                  </a:lnTo>
                  <a:lnTo>
                    <a:pt x="146712" y="87040"/>
                  </a:lnTo>
                  <a:lnTo>
                    <a:pt x="144035" y="82322"/>
                  </a:lnTo>
                  <a:lnTo>
                    <a:pt x="141207" y="77693"/>
                  </a:lnTo>
                  <a:lnTo>
                    <a:pt x="138229" y="73159"/>
                  </a:lnTo>
                  <a:lnTo>
                    <a:pt x="135106" y="68723"/>
                  </a:lnTo>
                  <a:lnTo>
                    <a:pt x="131841" y="64391"/>
                  </a:lnTo>
                  <a:lnTo>
                    <a:pt x="128437" y="60168"/>
                  </a:lnTo>
                  <a:lnTo>
                    <a:pt x="124897" y="56057"/>
                  </a:lnTo>
                  <a:lnTo>
                    <a:pt x="121227" y="52063"/>
                  </a:lnTo>
                  <a:lnTo>
                    <a:pt x="117428" y="48190"/>
                  </a:lnTo>
                  <a:lnTo>
                    <a:pt x="113506" y="44443"/>
                  </a:lnTo>
                  <a:lnTo>
                    <a:pt x="109464" y="40824"/>
                  </a:lnTo>
                  <a:lnTo>
                    <a:pt x="105307" y="37339"/>
                  </a:lnTo>
                  <a:lnTo>
                    <a:pt x="101039" y="33991"/>
                  </a:lnTo>
                  <a:lnTo>
                    <a:pt x="96665" y="30782"/>
                  </a:lnTo>
                  <a:lnTo>
                    <a:pt x="92189" y="27718"/>
                  </a:lnTo>
                  <a:lnTo>
                    <a:pt x="87616" y="24800"/>
                  </a:lnTo>
                  <a:lnTo>
                    <a:pt x="82950" y="22032"/>
                  </a:lnTo>
                  <a:lnTo>
                    <a:pt x="78198" y="19417"/>
                  </a:lnTo>
                  <a:lnTo>
                    <a:pt x="73362" y="16958"/>
                  </a:lnTo>
                  <a:lnTo>
                    <a:pt x="68450" y="14656"/>
                  </a:lnTo>
                  <a:lnTo>
                    <a:pt x="63466" y="12516"/>
                  </a:lnTo>
                  <a:lnTo>
                    <a:pt x="58414" y="10538"/>
                  </a:lnTo>
                  <a:lnTo>
                    <a:pt x="53302" y="8725"/>
                  </a:lnTo>
                  <a:lnTo>
                    <a:pt x="48133" y="7079"/>
                  </a:lnTo>
                  <a:lnTo>
                    <a:pt x="42913" y="5602"/>
                  </a:lnTo>
                  <a:lnTo>
                    <a:pt x="37648" y="4294"/>
                  </a:lnTo>
                  <a:lnTo>
                    <a:pt x="32344" y="3158"/>
                  </a:lnTo>
                  <a:lnTo>
                    <a:pt x="27005" y="2195"/>
                  </a:lnTo>
                  <a:lnTo>
                    <a:pt x="21638" y="1406"/>
                  </a:lnTo>
                  <a:lnTo>
                    <a:pt x="16249" y="791"/>
                  </a:lnTo>
                  <a:lnTo>
                    <a:pt x="10842" y="351"/>
                  </a:lnTo>
                  <a:lnTo>
                    <a:pt x="5423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751847" y="3707720"/>
              <a:ext cx="167163" cy="333842"/>
            </a:xfrm>
            <a:custGeom>
              <a:avLst/>
              <a:pathLst>
                <a:path w="167163" h="333842">
                  <a:moveTo>
                    <a:pt x="167163" y="0"/>
                  </a:moveTo>
                  <a:lnTo>
                    <a:pt x="161827" y="85"/>
                  </a:lnTo>
                  <a:lnTo>
                    <a:pt x="156497" y="340"/>
                  </a:lnTo>
                  <a:lnTo>
                    <a:pt x="151177" y="766"/>
                  </a:lnTo>
                  <a:lnTo>
                    <a:pt x="145874" y="1361"/>
                  </a:lnTo>
                  <a:lnTo>
                    <a:pt x="140592" y="2125"/>
                  </a:lnTo>
                  <a:lnTo>
                    <a:pt x="135338" y="3057"/>
                  </a:lnTo>
                  <a:lnTo>
                    <a:pt x="130116" y="4157"/>
                  </a:lnTo>
                  <a:lnTo>
                    <a:pt x="124931" y="5422"/>
                  </a:lnTo>
                  <a:lnTo>
                    <a:pt x="119790" y="6853"/>
                  </a:lnTo>
                  <a:lnTo>
                    <a:pt x="114697" y="8446"/>
                  </a:lnTo>
                  <a:lnTo>
                    <a:pt x="109657" y="10202"/>
                  </a:lnTo>
                  <a:lnTo>
                    <a:pt x="104676" y="12118"/>
                  </a:lnTo>
                  <a:lnTo>
                    <a:pt x="99759" y="14191"/>
                  </a:lnTo>
                  <a:lnTo>
                    <a:pt x="94910" y="16421"/>
                  </a:lnTo>
                  <a:lnTo>
                    <a:pt x="90135" y="18804"/>
                  </a:lnTo>
                  <a:lnTo>
                    <a:pt x="85439" y="21338"/>
                  </a:lnTo>
                  <a:lnTo>
                    <a:pt x="80825" y="24021"/>
                  </a:lnTo>
                  <a:lnTo>
                    <a:pt x="76300" y="26850"/>
                  </a:lnTo>
                  <a:lnTo>
                    <a:pt x="71868" y="29822"/>
                  </a:lnTo>
                  <a:lnTo>
                    <a:pt x="67532" y="32934"/>
                  </a:lnTo>
                  <a:lnTo>
                    <a:pt x="63298" y="36182"/>
                  </a:lnTo>
                  <a:lnTo>
                    <a:pt x="59170" y="39564"/>
                  </a:lnTo>
                  <a:lnTo>
                    <a:pt x="55152" y="43077"/>
                  </a:lnTo>
                  <a:lnTo>
                    <a:pt x="51248" y="46715"/>
                  </a:lnTo>
                  <a:lnTo>
                    <a:pt x="47462" y="50477"/>
                  </a:lnTo>
                  <a:lnTo>
                    <a:pt x="43799" y="54357"/>
                  </a:lnTo>
                  <a:lnTo>
                    <a:pt x="40261" y="58352"/>
                  </a:lnTo>
                  <a:lnTo>
                    <a:pt x="36852" y="62458"/>
                  </a:lnTo>
                  <a:lnTo>
                    <a:pt x="33576" y="66671"/>
                  </a:lnTo>
                  <a:lnTo>
                    <a:pt x="30436" y="70987"/>
                  </a:lnTo>
                  <a:lnTo>
                    <a:pt x="27436" y="75400"/>
                  </a:lnTo>
                  <a:lnTo>
                    <a:pt x="24578" y="79907"/>
                  </a:lnTo>
                  <a:lnTo>
                    <a:pt x="21865" y="84503"/>
                  </a:lnTo>
                  <a:lnTo>
                    <a:pt x="19301" y="89183"/>
                  </a:lnTo>
                  <a:lnTo>
                    <a:pt x="16887" y="93942"/>
                  </a:lnTo>
                  <a:lnTo>
                    <a:pt x="14626" y="98776"/>
                  </a:lnTo>
                  <a:lnTo>
                    <a:pt x="12521" y="103680"/>
                  </a:lnTo>
                  <a:lnTo>
                    <a:pt x="10573" y="108649"/>
                  </a:lnTo>
                  <a:lnTo>
                    <a:pt x="8785" y="113677"/>
                  </a:lnTo>
                  <a:lnTo>
                    <a:pt x="7158" y="118759"/>
                  </a:lnTo>
                  <a:lnTo>
                    <a:pt x="5695" y="123891"/>
                  </a:lnTo>
                  <a:lnTo>
                    <a:pt x="4396" y="129068"/>
                  </a:lnTo>
                  <a:lnTo>
                    <a:pt x="3262" y="134283"/>
                  </a:lnTo>
                  <a:lnTo>
                    <a:pt x="2296" y="139531"/>
                  </a:lnTo>
                  <a:lnTo>
                    <a:pt x="1498" y="144808"/>
                  </a:lnTo>
                  <a:lnTo>
                    <a:pt x="869" y="150107"/>
                  </a:lnTo>
                  <a:lnTo>
                    <a:pt x="409" y="155424"/>
                  </a:lnTo>
                  <a:lnTo>
                    <a:pt x="119" y="160753"/>
                  </a:lnTo>
                  <a:lnTo>
                    <a:pt x="0" y="166088"/>
                  </a:lnTo>
                  <a:lnTo>
                    <a:pt x="50" y="171424"/>
                  </a:lnTo>
                  <a:lnTo>
                    <a:pt x="271" y="176756"/>
                  </a:lnTo>
                  <a:lnTo>
                    <a:pt x="662" y="182079"/>
                  </a:lnTo>
                  <a:lnTo>
                    <a:pt x="1223" y="187386"/>
                  </a:lnTo>
                  <a:lnTo>
                    <a:pt x="1953" y="192672"/>
                  </a:lnTo>
                  <a:lnTo>
                    <a:pt x="2852" y="197933"/>
                  </a:lnTo>
                  <a:lnTo>
                    <a:pt x="3917" y="203162"/>
                  </a:lnTo>
                  <a:lnTo>
                    <a:pt x="5149" y="208354"/>
                  </a:lnTo>
                  <a:lnTo>
                    <a:pt x="6547" y="213505"/>
                  </a:lnTo>
                  <a:lnTo>
                    <a:pt x="8108" y="218608"/>
                  </a:lnTo>
                  <a:lnTo>
                    <a:pt x="9831" y="223659"/>
                  </a:lnTo>
                  <a:lnTo>
                    <a:pt x="11714" y="228652"/>
                  </a:lnTo>
                  <a:lnTo>
                    <a:pt x="13756" y="233583"/>
                  </a:lnTo>
                  <a:lnTo>
                    <a:pt x="15954" y="238446"/>
                  </a:lnTo>
                  <a:lnTo>
                    <a:pt x="18306" y="243236"/>
                  </a:lnTo>
                  <a:lnTo>
                    <a:pt x="20810" y="247949"/>
                  </a:lnTo>
                  <a:lnTo>
                    <a:pt x="23463" y="252579"/>
                  </a:lnTo>
                  <a:lnTo>
                    <a:pt x="26263" y="257123"/>
                  </a:lnTo>
                  <a:lnTo>
                    <a:pt x="29206" y="261574"/>
                  </a:lnTo>
                  <a:lnTo>
                    <a:pt x="32290" y="265930"/>
                  </a:lnTo>
                  <a:lnTo>
                    <a:pt x="35511" y="270185"/>
                  </a:lnTo>
                  <a:lnTo>
                    <a:pt x="38867" y="274334"/>
                  </a:lnTo>
                  <a:lnTo>
                    <a:pt x="42353" y="278375"/>
                  </a:lnTo>
                  <a:lnTo>
                    <a:pt x="45966" y="282302"/>
                  </a:lnTo>
                  <a:lnTo>
                    <a:pt x="49703" y="286112"/>
                  </a:lnTo>
                  <a:lnTo>
                    <a:pt x="53560" y="289801"/>
                  </a:lnTo>
                  <a:lnTo>
                    <a:pt x="57532" y="293365"/>
                  </a:lnTo>
                  <a:lnTo>
                    <a:pt x="61616" y="296800"/>
                  </a:lnTo>
                  <a:lnTo>
                    <a:pt x="65808" y="300103"/>
                  </a:lnTo>
                  <a:lnTo>
                    <a:pt x="70103" y="303270"/>
                  </a:lnTo>
                  <a:lnTo>
                    <a:pt x="74496" y="306299"/>
                  </a:lnTo>
                  <a:lnTo>
                    <a:pt x="78985" y="309186"/>
                  </a:lnTo>
                  <a:lnTo>
                    <a:pt x="83563" y="311928"/>
                  </a:lnTo>
                  <a:lnTo>
                    <a:pt x="88226" y="314523"/>
                  </a:lnTo>
                  <a:lnTo>
                    <a:pt x="92970" y="316968"/>
                  </a:lnTo>
                  <a:lnTo>
                    <a:pt x="97790" y="319260"/>
                  </a:lnTo>
                  <a:lnTo>
                    <a:pt x="102680" y="321397"/>
                  </a:lnTo>
                  <a:lnTo>
                    <a:pt x="107636" y="323376"/>
                  </a:lnTo>
                  <a:lnTo>
                    <a:pt x="112652" y="325197"/>
                  </a:lnTo>
                  <a:lnTo>
                    <a:pt x="117724" y="326856"/>
                  </a:lnTo>
                  <a:lnTo>
                    <a:pt x="122847" y="328353"/>
                  </a:lnTo>
                  <a:lnTo>
                    <a:pt x="128014" y="329686"/>
                  </a:lnTo>
                  <a:lnTo>
                    <a:pt x="133222" y="330852"/>
                  </a:lnTo>
                  <a:lnTo>
                    <a:pt x="138464" y="331852"/>
                  </a:lnTo>
                  <a:lnTo>
                    <a:pt x="143735" y="332685"/>
                  </a:lnTo>
                  <a:lnTo>
                    <a:pt x="149031" y="333348"/>
                  </a:lnTo>
                  <a:lnTo>
                    <a:pt x="154344" y="333842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906192" y="3711854"/>
              <a:ext cx="179979" cy="330186"/>
            </a:xfrm>
            <a:custGeom>
              <a:avLst/>
              <a:pathLst>
                <a:path w="179979" h="330186">
                  <a:moveTo>
                    <a:pt x="0" y="329708"/>
                  </a:moveTo>
                  <a:lnTo>
                    <a:pt x="5317" y="330032"/>
                  </a:lnTo>
                  <a:lnTo>
                    <a:pt x="10641" y="330186"/>
                  </a:lnTo>
                  <a:lnTo>
                    <a:pt x="15968" y="330171"/>
                  </a:lnTo>
                  <a:lnTo>
                    <a:pt x="21292" y="329986"/>
                  </a:lnTo>
                  <a:lnTo>
                    <a:pt x="26607" y="329631"/>
                  </a:lnTo>
                  <a:lnTo>
                    <a:pt x="31908" y="329107"/>
                  </a:lnTo>
                  <a:lnTo>
                    <a:pt x="37190" y="328414"/>
                  </a:lnTo>
                  <a:lnTo>
                    <a:pt x="42447" y="327554"/>
                  </a:lnTo>
                  <a:lnTo>
                    <a:pt x="47673" y="326526"/>
                  </a:lnTo>
                  <a:lnTo>
                    <a:pt x="52865" y="325333"/>
                  </a:lnTo>
                  <a:lnTo>
                    <a:pt x="58016" y="323975"/>
                  </a:lnTo>
                  <a:lnTo>
                    <a:pt x="63121" y="322453"/>
                  </a:lnTo>
                  <a:lnTo>
                    <a:pt x="68174" y="320769"/>
                  </a:lnTo>
                  <a:lnTo>
                    <a:pt x="73172" y="318925"/>
                  </a:lnTo>
                  <a:lnTo>
                    <a:pt x="78108" y="316923"/>
                  </a:lnTo>
                  <a:lnTo>
                    <a:pt x="82979" y="314765"/>
                  </a:lnTo>
                  <a:lnTo>
                    <a:pt x="87777" y="312452"/>
                  </a:lnTo>
                  <a:lnTo>
                    <a:pt x="92500" y="309988"/>
                  </a:lnTo>
                  <a:lnTo>
                    <a:pt x="97142" y="307375"/>
                  </a:lnTo>
                  <a:lnTo>
                    <a:pt x="101698" y="304615"/>
                  </a:lnTo>
                  <a:lnTo>
                    <a:pt x="106164" y="301711"/>
                  </a:lnTo>
                  <a:lnTo>
                    <a:pt x="110535" y="298667"/>
                  </a:lnTo>
                  <a:lnTo>
                    <a:pt x="114807" y="295484"/>
                  </a:lnTo>
                  <a:lnTo>
                    <a:pt x="118975" y="292168"/>
                  </a:lnTo>
                  <a:lnTo>
                    <a:pt x="123036" y="288720"/>
                  </a:lnTo>
                  <a:lnTo>
                    <a:pt x="126984" y="285144"/>
                  </a:lnTo>
                  <a:lnTo>
                    <a:pt x="130817" y="281445"/>
                  </a:lnTo>
                  <a:lnTo>
                    <a:pt x="134530" y="277625"/>
                  </a:lnTo>
                  <a:lnTo>
                    <a:pt x="138119" y="273689"/>
                  </a:lnTo>
                  <a:lnTo>
                    <a:pt x="141581" y="269641"/>
                  </a:lnTo>
                  <a:lnTo>
                    <a:pt x="144913" y="265484"/>
                  </a:lnTo>
                  <a:lnTo>
                    <a:pt x="148110" y="261223"/>
                  </a:lnTo>
                  <a:lnTo>
                    <a:pt x="151170" y="256863"/>
                  </a:lnTo>
                  <a:lnTo>
                    <a:pt x="154089" y="252407"/>
                  </a:lnTo>
                  <a:lnTo>
                    <a:pt x="156865" y="247860"/>
                  </a:lnTo>
                  <a:lnTo>
                    <a:pt x="159494" y="243228"/>
                  </a:lnTo>
                  <a:lnTo>
                    <a:pt x="161975" y="238514"/>
                  </a:lnTo>
                  <a:lnTo>
                    <a:pt x="164304" y="233723"/>
                  </a:lnTo>
                  <a:lnTo>
                    <a:pt x="166480" y="228861"/>
                  </a:lnTo>
                  <a:lnTo>
                    <a:pt x="168499" y="223931"/>
                  </a:lnTo>
                  <a:lnTo>
                    <a:pt x="170360" y="218940"/>
                  </a:lnTo>
                  <a:lnTo>
                    <a:pt x="172062" y="213892"/>
                  </a:lnTo>
                  <a:lnTo>
                    <a:pt x="173601" y="208793"/>
                  </a:lnTo>
                  <a:lnTo>
                    <a:pt x="174978" y="203647"/>
                  </a:lnTo>
                  <a:lnTo>
                    <a:pt x="176189" y="198459"/>
                  </a:lnTo>
                  <a:lnTo>
                    <a:pt x="177235" y="193236"/>
                  </a:lnTo>
                  <a:lnTo>
                    <a:pt x="178114" y="187982"/>
                  </a:lnTo>
                  <a:lnTo>
                    <a:pt x="178825" y="182703"/>
                  </a:lnTo>
                  <a:lnTo>
                    <a:pt x="179367" y="177404"/>
                  </a:lnTo>
                  <a:lnTo>
                    <a:pt x="179741" y="172090"/>
                  </a:lnTo>
                  <a:lnTo>
                    <a:pt x="179944" y="166767"/>
                  </a:lnTo>
                  <a:lnTo>
                    <a:pt x="179979" y="161440"/>
                  </a:lnTo>
                  <a:lnTo>
                    <a:pt x="179843" y="156115"/>
                  </a:lnTo>
                  <a:lnTo>
                    <a:pt x="179538" y="150797"/>
                  </a:lnTo>
                  <a:lnTo>
                    <a:pt x="179063" y="145491"/>
                  </a:lnTo>
                  <a:lnTo>
                    <a:pt x="178420" y="140203"/>
                  </a:lnTo>
                  <a:lnTo>
                    <a:pt x="177608" y="134938"/>
                  </a:lnTo>
                  <a:lnTo>
                    <a:pt x="176630" y="129702"/>
                  </a:lnTo>
                  <a:lnTo>
                    <a:pt x="175484" y="124500"/>
                  </a:lnTo>
                  <a:lnTo>
                    <a:pt x="174174" y="119337"/>
                  </a:lnTo>
                  <a:lnTo>
                    <a:pt x="172700" y="114218"/>
                  </a:lnTo>
                  <a:lnTo>
                    <a:pt x="171063" y="109148"/>
                  </a:lnTo>
                  <a:lnTo>
                    <a:pt x="169266" y="104134"/>
                  </a:lnTo>
                  <a:lnTo>
                    <a:pt x="167310" y="99179"/>
                  </a:lnTo>
                  <a:lnTo>
                    <a:pt x="165197" y="94289"/>
                  </a:lnTo>
                  <a:lnTo>
                    <a:pt x="162930" y="89469"/>
                  </a:lnTo>
                  <a:lnTo>
                    <a:pt x="160510" y="84724"/>
                  </a:lnTo>
                  <a:lnTo>
                    <a:pt x="157939" y="80058"/>
                  </a:lnTo>
                  <a:lnTo>
                    <a:pt x="155222" y="75476"/>
                  </a:lnTo>
                  <a:lnTo>
                    <a:pt x="152360" y="70983"/>
                  </a:lnTo>
                  <a:lnTo>
                    <a:pt x="149356" y="66584"/>
                  </a:lnTo>
                  <a:lnTo>
                    <a:pt x="146214" y="62283"/>
                  </a:lnTo>
                  <a:lnTo>
                    <a:pt x="142936" y="58084"/>
                  </a:lnTo>
                  <a:lnTo>
                    <a:pt x="139526" y="53991"/>
                  </a:lnTo>
                  <a:lnTo>
                    <a:pt x="135988" y="50009"/>
                  </a:lnTo>
                  <a:lnTo>
                    <a:pt x="132324" y="46142"/>
                  </a:lnTo>
                  <a:lnTo>
                    <a:pt x="128539" y="42394"/>
                  </a:lnTo>
                  <a:lnTo>
                    <a:pt x="124637" y="38768"/>
                  </a:lnTo>
                  <a:lnTo>
                    <a:pt x="120620" y="35269"/>
                  </a:lnTo>
                  <a:lnTo>
                    <a:pt x="116495" y="31899"/>
                  </a:lnTo>
                  <a:lnTo>
                    <a:pt x="112264" y="28662"/>
                  </a:lnTo>
                  <a:lnTo>
                    <a:pt x="107932" y="25562"/>
                  </a:lnTo>
                  <a:lnTo>
                    <a:pt x="103504" y="22601"/>
                  </a:lnTo>
                  <a:lnTo>
                    <a:pt x="98984" y="19783"/>
                  </a:lnTo>
                  <a:lnTo>
                    <a:pt x="94376" y="17110"/>
                  </a:lnTo>
                  <a:lnTo>
                    <a:pt x="89685" y="14586"/>
                  </a:lnTo>
                  <a:lnTo>
                    <a:pt x="84916" y="12212"/>
                  </a:lnTo>
                  <a:lnTo>
                    <a:pt x="80074" y="9992"/>
                  </a:lnTo>
                  <a:lnTo>
                    <a:pt x="75164" y="7927"/>
                  </a:lnTo>
                  <a:lnTo>
                    <a:pt x="70190" y="6019"/>
                  </a:lnTo>
                  <a:lnTo>
                    <a:pt x="65158" y="4271"/>
                  </a:lnTo>
                  <a:lnTo>
                    <a:pt x="60073" y="2684"/>
                  </a:lnTo>
                  <a:lnTo>
                    <a:pt x="54940" y="1259"/>
                  </a:lnTo>
                  <a:lnTo>
                    <a:pt x="49765" y="0"/>
                  </a:lnTo>
                  <a:lnTo>
                    <a:pt x="12819" y="1630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919011" y="3707720"/>
              <a:ext cx="36945" cy="167167"/>
            </a:xfrm>
            <a:custGeom>
              <a:avLst/>
              <a:pathLst>
                <a:path w="36945" h="167167">
                  <a:moveTo>
                    <a:pt x="36945" y="4133"/>
                  </a:moveTo>
                  <a:lnTo>
                    <a:pt x="30866" y="2874"/>
                  </a:lnTo>
                  <a:lnTo>
                    <a:pt x="24744" y="1841"/>
                  </a:lnTo>
                  <a:lnTo>
                    <a:pt x="18588" y="1036"/>
                  </a:lnTo>
                  <a:lnTo>
                    <a:pt x="12406" y="461"/>
                  </a:lnTo>
                  <a:lnTo>
                    <a:pt x="6207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tx90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03" name="tx903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04" name="tx904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06" name="tx906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13" name="tx913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14" name="tx914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15" name="tx915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16" name="tx916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17" name="tx917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18" name="tx918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19" name="tx919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20" name="tx920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21" name="tx921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22" name="tx922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23" name="tx923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24" name="tx924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25" name="tx925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26" name="tx926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27" name="tx927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2025-06-24T23:48:16Z</dcterms:modified>
  <cp:category/>
</cp:coreProperties>
</file>