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623465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15007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506220" y="1274626"/>
              <a:ext cx="497318" cy="4125866"/>
            </a:xfrm>
            <a:custGeom>
              <a:avLst/>
              <a:pathLst>
                <a:path w="497318" h="4125866">
                  <a:moveTo>
                    <a:pt x="0" y="0"/>
                  </a:moveTo>
                  <a:lnTo>
                    <a:pt x="497318" y="412586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145424" y="1265108"/>
              <a:ext cx="1281890" cy="3404893"/>
            </a:xfrm>
            <a:custGeom>
              <a:avLst/>
              <a:pathLst>
                <a:path w="1281890" h="3404893">
                  <a:moveTo>
                    <a:pt x="1281890" y="0"/>
                  </a:moveTo>
                  <a:lnTo>
                    <a:pt x="0" y="34048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25946" y="1271038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45115" y="1265108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644880" y="1168319"/>
              <a:ext cx="685175" cy="261761"/>
            </a:xfrm>
            <a:custGeom>
              <a:avLst/>
              <a:pathLst>
                <a:path w="685175" h="261761">
                  <a:moveTo>
                    <a:pt x="685175" y="0"/>
                  </a:moveTo>
                  <a:lnTo>
                    <a:pt x="0" y="26176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4120661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9366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0804" y="3170392"/>
              <a:ext cx="42974" cy="167167"/>
            </a:xfrm>
            <a:custGeom>
              <a:avLst/>
              <a:pathLst>
                <a:path w="42974" h="167167">
                  <a:moveTo>
                    <a:pt x="42974" y="0"/>
                  </a:moveTo>
                  <a:lnTo>
                    <a:pt x="36767" y="115"/>
                  </a:lnTo>
                  <a:lnTo>
                    <a:pt x="30568" y="461"/>
                  </a:lnTo>
                  <a:lnTo>
                    <a:pt x="24386" y="1036"/>
                  </a:lnTo>
                  <a:lnTo>
                    <a:pt x="18230" y="1841"/>
                  </a:lnTo>
                  <a:lnTo>
                    <a:pt x="12107" y="2874"/>
                  </a:lnTo>
                  <a:lnTo>
                    <a:pt x="6028" y="4133"/>
                  </a:lnTo>
                  <a:lnTo>
                    <a:pt x="0" y="5618"/>
                  </a:lnTo>
                  <a:lnTo>
                    <a:pt x="429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40804" y="3176010"/>
              <a:ext cx="42974" cy="161549"/>
            </a:xfrm>
            <a:custGeom>
              <a:avLst/>
              <a:pathLst>
                <a:path w="42974" h="161549">
                  <a:moveTo>
                    <a:pt x="0" y="0"/>
                  </a:moveTo>
                  <a:lnTo>
                    <a:pt x="42974" y="1615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816619" y="3170443"/>
              <a:ext cx="334320" cy="334280"/>
            </a:xfrm>
            <a:custGeom>
              <a:avLst/>
              <a:pathLst>
                <a:path w="334320" h="334280">
                  <a:moveTo>
                    <a:pt x="124185" y="5566"/>
                  </a:moveTo>
                  <a:lnTo>
                    <a:pt x="119080" y="7012"/>
                  </a:lnTo>
                  <a:lnTo>
                    <a:pt x="114024" y="8618"/>
                  </a:lnTo>
                  <a:lnTo>
                    <a:pt x="109021" y="10384"/>
                  </a:lnTo>
                  <a:lnTo>
                    <a:pt x="104077" y="12308"/>
                  </a:lnTo>
                  <a:lnTo>
                    <a:pt x="99196" y="14387"/>
                  </a:lnTo>
                  <a:lnTo>
                    <a:pt x="94384" y="16621"/>
                  </a:lnTo>
                  <a:lnTo>
                    <a:pt x="89645" y="19006"/>
                  </a:lnTo>
                  <a:lnTo>
                    <a:pt x="84984" y="21540"/>
                  </a:lnTo>
                  <a:lnTo>
                    <a:pt x="80406" y="24221"/>
                  </a:lnTo>
                  <a:lnTo>
                    <a:pt x="75915" y="27046"/>
                  </a:lnTo>
                  <a:lnTo>
                    <a:pt x="71517" y="30012"/>
                  </a:lnTo>
                  <a:lnTo>
                    <a:pt x="67214" y="33116"/>
                  </a:lnTo>
                  <a:lnTo>
                    <a:pt x="63012" y="36355"/>
                  </a:lnTo>
                  <a:lnTo>
                    <a:pt x="58915" y="39726"/>
                  </a:lnTo>
                  <a:lnTo>
                    <a:pt x="54928" y="43225"/>
                  </a:lnTo>
                  <a:lnTo>
                    <a:pt x="51053" y="46848"/>
                  </a:lnTo>
                  <a:lnTo>
                    <a:pt x="47295" y="50593"/>
                  </a:lnTo>
                  <a:lnTo>
                    <a:pt x="43658" y="54456"/>
                  </a:lnTo>
                  <a:lnTo>
                    <a:pt x="40145" y="58431"/>
                  </a:lnTo>
                  <a:lnTo>
                    <a:pt x="36760" y="62517"/>
                  </a:lnTo>
                  <a:lnTo>
                    <a:pt x="33507" y="66707"/>
                  </a:lnTo>
                  <a:lnTo>
                    <a:pt x="30388" y="70999"/>
                  </a:lnTo>
                  <a:lnTo>
                    <a:pt x="27407" y="75387"/>
                  </a:lnTo>
                  <a:lnTo>
                    <a:pt x="24566" y="79868"/>
                  </a:lnTo>
                  <a:lnTo>
                    <a:pt x="21869" y="84437"/>
                  </a:lnTo>
                  <a:lnTo>
                    <a:pt x="19319" y="89089"/>
                  </a:lnTo>
                  <a:lnTo>
                    <a:pt x="16917" y="93820"/>
                  </a:lnTo>
                  <a:lnTo>
                    <a:pt x="14667" y="98624"/>
                  </a:lnTo>
                  <a:lnTo>
                    <a:pt x="12571" y="103497"/>
                  </a:lnTo>
                  <a:lnTo>
                    <a:pt x="10630" y="108435"/>
                  </a:lnTo>
                  <a:lnTo>
                    <a:pt x="8846" y="113432"/>
                  </a:lnTo>
                  <a:lnTo>
                    <a:pt x="7223" y="118482"/>
                  </a:lnTo>
                  <a:lnTo>
                    <a:pt x="5760" y="123582"/>
                  </a:lnTo>
                  <a:lnTo>
                    <a:pt x="4460" y="128725"/>
                  </a:lnTo>
                  <a:lnTo>
                    <a:pt x="3323" y="133908"/>
                  </a:lnTo>
                  <a:lnTo>
                    <a:pt x="2352" y="139123"/>
                  </a:lnTo>
                  <a:lnTo>
                    <a:pt x="1547" y="144367"/>
                  </a:lnTo>
                  <a:lnTo>
                    <a:pt x="908" y="149634"/>
                  </a:lnTo>
                  <a:lnTo>
                    <a:pt x="437" y="154918"/>
                  </a:lnTo>
                  <a:lnTo>
                    <a:pt x="134" y="160215"/>
                  </a:lnTo>
                  <a:lnTo>
                    <a:pt x="0" y="165518"/>
                  </a:lnTo>
                  <a:lnTo>
                    <a:pt x="33" y="170824"/>
                  </a:lnTo>
                  <a:lnTo>
                    <a:pt x="235" y="176125"/>
                  </a:lnTo>
                  <a:lnTo>
                    <a:pt x="605" y="181417"/>
                  </a:lnTo>
                  <a:lnTo>
                    <a:pt x="1142" y="186695"/>
                  </a:lnTo>
                  <a:lnTo>
                    <a:pt x="1847" y="191954"/>
                  </a:lnTo>
                  <a:lnTo>
                    <a:pt x="2719" y="197187"/>
                  </a:lnTo>
                  <a:lnTo>
                    <a:pt x="3756" y="202390"/>
                  </a:lnTo>
                  <a:lnTo>
                    <a:pt x="4957" y="207557"/>
                  </a:lnTo>
                  <a:lnTo>
                    <a:pt x="6322" y="212684"/>
                  </a:lnTo>
                  <a:lnTo>
                    <a:pt x="7849" y="217765"/>
                  </a:lnTo>
                  <a:lnTo>
                    <a:pt x="9537" y="222794"/>
                  </a:lnTo>
                  <a:lnTo>
                    <a:pt x="11383" y="227768"/>
                  </a:lnTo>
                  <a:lnTo>
                    <a:pt x="13386" y="232681"/>
                  </a:lnTo>
                  <a:lnTo>
                    <a:pt x="15544" y="237527"/>
                  </a:lnTo>
                  <a:lnTo>
                    <a:pt x="17855" y="242303"/>
                  </a:lnTo>
                  <a:lnTo>
                    <a:pt x="20316" y="247003"/>
                  </a:lnTo>
                  <a:lnTo>
                    <a:pt x="22925" y="251622"/>
                  </a:lnTo>
                  <a:lnTo>
                    <a:pt x="25679" y="256157"/>
                  </a:lnTo>
                  <a:lnTo>
                    <a:pt x="28576" y="260601"/>
                  </a:lnTo>
                  <a:lnTo>
                    <a:pt x="31612" y="264952"/>
                  </a:lnTo>
                  <a:lnTo>
                    <a:pt x="34785" y="269204"/>
                  </a:lnTo>
                  <a:lnTo>
                    <a:pt x="38091" y="273353"/>
                  </a:lnTo>
                  <a:lnTo>
                    <a:pt x="41527" y="277395"/>
                  </a:lnTo>
                  <a:lnTo>
                    <a:pt x="45090" y="281326"/>
                  </a:lnTo>
                  <a:lnTo>
                    <a:pt x="48776" y="285142"/>
                  </a:lnTo>
                  <a:lnTo>
                    <a:pt x="52581" y="288839"/>
                  </a:lnTo>
                  <a:lnTo>
                    <a:pt x="56501" y="292414"/>
                  </a:lnTo>
                  <a:lnTo>
                    <a:pt x="60533" y="295862"/>
                  </a:lnTo>
                  <a:lnTo>
                    <a:pt x="64672" y="299181"/>
                  </a:lnTo>
                  <a:lnTo>
                    <a:pt x="68914" y="302367"/>
                  </a:lnTo>
                  <a:lnTo>
                    <a:pt x="73255" y="305416"/>
                  </a:lnTo>
                  <a:lnTo>
                    <a:pt x="77691" y="308326"/>
                  </a:lnTo>
                  <a:lnTo>
                    <a:pt x="82217" y="311094"/>
                  </a:lnTo>
                  <a:lnTo>
                    <a:pt x="86829" y="313717"/>
                  </a:lnTo>
                  <a:lnTo>
                    <a:pt x="91521" y="316192"/>
                  </a:lnTo>
                  <a:lnTo>
                    <a:pt x="96290" y="318517"/>
                  </a:lnTo>
                  <a:lnTo>
                    <a:pt x="101130" y="320690"/>
                  </a:lnTo>
                  <a:lnTo>
                    <a:pt x="106036" y="322708"/>
                  </a:lnTo>
                  <a:lnTo>
                    <a:pt x="111005" y="324569"/>
                  </a:lnTo>
                  <a:lnTo>
                    <a:pt x="116029" y="326272"/>
                  </a:lnTo>
                  <a:lnTo>
                    <a:pt x="121105" y="327814"/>
                  </a:lnTo>
                  <a:lnTo>
                    <a:pt x="126228" y="329195"/>
                  </a:lnTo>
                  <a:lnTo>
                    <a:pt x="131392" y="330412"/>
                  </a:lnTo>
                  <a:lnTo>
                    <a:pt x="136591" y="331465"/>
                  </a:lnTo>
                  <a:lnTo>
                    <a:pt x="141822" y="332352"/>
                  </a:lnTo>
                  <a:lnTo>
                    <a:pt x="147078" y="333073"/>
                  </a:lnTo>
                  <a:lnTo>
                    <a:pt x="152355" y="333626"/>
                  </a:lnTo>
                  <a:lnTo>
                    <a:pt x="157646" y="334012"/>
                  </a:lnTo>
                  <a:lnTo>
                    <a:pt x="162947" y="334230"/>
                  </a:lnTo>
                  <a:lnTo>
                    <a:pt x="168252" y="334280"/>
                  </a:lnTo>
                  <a:lnTo>
                    <a:pt x="173556" y="334161"/>
                  </a:lnTo>
                  <a:lnTo>
                    <a:pt x="178853" y="333874"/>
                  </a:lnTo>
                  <a:lnTo>
                    <a:pt x="184139" y="333419"/>
                  </a:lnTo>
                  <a:lnTo>
                    <a:pt x="189407" y="332796"/>
                  </a:lnTo>
                  <a:lnTo>
                    <a:pt x="194654" y="332007"/>
                  </a:lnTo>
                  <a:lnTo>
                    <a:pt x="199872" y="331051"/>
                  </a:lnTo>
                  <a:lnTo>
                    <a:pt x="205058" y="329930"/>
                  </a:lnTo>
                  <a:lnTo>
                    <a:pt x="210205" y="328646"/>
                  </a:lnTo>
                  <a:lnTo>
                    <a:pt x="215309" y="327199"/>
                  </a:lnTo>
                  <a:lnTo>
                    <a:pt x="220365" y="325590"/>
                  </a:lnTo>
                  <a:lnTo>
                    <a:pt x="225367" y="323822"/>
                  </a:lnTo>
                  <a:lnTo>
                    <a:pt x="230310" y="321896"/>
                  </a:lnTo>
                  <a:lnTo>
                    <a:pt x="235190" y="319814"/>
                  </a:lnTo>
                  <a:lnTo>
                    <a:pt x="240001" y="317578"/>
                  </a:lnTo>
                  <a:lnTo>
                    <a:pt x="244739" y="315191"/>
                  </a:lnTo>
                  <a:lnTo>
                    <a:pt x="249399" y="312655"/>
                  </a:lnTo>
                  <a:lnTo>
                    <a:pt x="253976" y="309972"/>
                  </a:lnTo>
                  <a:lnTo>
                    <a:pt x="258465" y="307145"/>
                  </a:lnTo>
                  <a:lnTo>
                    <a:pt x="262863" y="304177"/>
                  </a:lnTo>
                  <a:lnTo>
                    <a:pt x="267164" y="301071"/>
                  </a:lnTo>
                  <a:lnTo>
                    <a:pt x="271364" y="297830"/>
                  </a:lnTo>
                  <a:lnTo>
                    <a:pt x="275459" y="294458"/>
                  </a:lnTo>
                  <a:lnTo>
                    <a:pt x="279446" y="290957"/>
                  </a:lnTo>
                  <a:lnTo>
                    <a:pt x="283319" y="287332"/>
                  </a:lnTo>
                  <a:lnTo>
                    <a:pt x="287075" y="283585"/>
                  </a:lnTo>
                  <a:lnTo>
                    <a:pt x="290711" y="279721"/>
                  </a:lnTo>
                  <a:lnTo>
                    <a:pt x="294222" y="275744"/>
                  </a:lnTo>
                  <a:lnTo>
                    <a:pt x="297605" y="271657"/>
                  </a:lnTo>
                  <a:lnTo>
                    <a:pt x="300856" y="267465"/>
                  </a:lnTo>
                  <a:lnTo>
                    <a:pt x="303973" y="263172"/>
                  </a:lnTo>
                  <a:lnTo>
                    <a:pt x="306953" y="258782"/>
                  </a:lnTo>
                  <a:lnTo>
                    <a:pt x="309791" y="254300"/>
                  </a:lnTo>
                  <a:lnTo>
                    <a:pt x="312486" y="249730"/>
                  </a:lnTo>
                  <a:lnTo>
                    <a:pt x="315034" y="245077"/>
                  </a:lnTo>
                  <a:lnTo>
                    <a:pt x="317434" y="240345"/>
                  </a:lnTo>
                  <a:lnTo>
                    <a:pt x="319682" y="235540"/>
                  </a:lnTo>
                  <a:lnTo>
                    <a:pt x="321776" y="230666"/>
                  </a:lnTo>
                  <a:lnTo>
                    <a:pt x="323715" y="225727"/>
                  </a:lnTo>
                  <a:lnTo>
                    <a:pt x="325496" y="220730"/>
                  </a:lnTo>
                  <a:lnTo>
                    <a:pt x="327117" y="215678"/>
                  </a:lnTo>
                  <a:lnTo>
                    <a:pt x="328578" y="210578"/>
                  </a:lnTo>
                  <a:lnTo>
                    <a:pt x="329876" y="205434"/>
                  </a:lnTo>
                  <a:lnTo>
                    <a:pt x="331010" y="200251"/>
                  </a:lnTo>
                  <a:lnTo>
                    <a:pt x="331979" y="195035"/>
                  </a:lnTo>
                  <a:lnTo>
                    <a:pt x="332782" y="189791"/>
                  </a:lnTo>
                  <a:lnTo>
                    <a:pt x="333418" y="184524"/>
                  </a:lnTo>
                  <a:lnTo>
                    <a:pt x="333887" y="179240"/>
                  </a:lnTo>
                  <a:lnTo>
                    <a:pt x="334187" y="173943"/>
                  </a:lnTo>
                  <a:lnTo>
                    <a:pt x="334320" y="168639"/>
                  </a:lnTo>
                  <a:lnTo>
                    <a:pt x="334284" y="163334"/>
                  </a:lnTo>
                  <a:lnTo>
                    <a:pt x="334080" y="158033"/>
                  </a:lnTo>
                  <a:lnTo>
                    <a:pt x="333708" y="152740"/>
                  </a:lnTo>
                  <a:lnTo>
                    <a:pt x="333167" y="147463"/>
                  </a:lnTo>
                  <a:lnTo>
                    <a:pt x="332460" y="142205"/>
                  </a:lnTo>
                  <a:lnTo>
                    <a:pt x="331587" y="136972"/>
                  </a:lnTo>
                  <a:lnTo>
                    <a:pt x="330547" y="131769"/>
                  </a:lnTo>
                  <a:lnTo>
                    <a:pt x="329343" y="126603"/>
                  </a:lnTo>
                  <a:lnTo>
                    <a:pt x="327976" y="121476"/>
                  </a:lnTo>
                  <a:lnTo>
                    <a:pt x="326447" y="116396"/>
                  </a:lnTo>
                  <a:lnTo>
                    <a:pt x="324757" y="111367"/>
                  </a:lnTo>
                  <a:lnTo>
                    <a:pt x="322909" y="106394"/>
                  </a:lnTo>
                  <a:lnTo>
                    <a:pt x="320903" y="101483"/>
                  </a:lnTo>
                  <a:lnTo>
                    <a:pt x="318743" y="96637"/>
                  </a:lnTo>
                  <a:lnTo>
                    <a:pt x="316431" y="91862"/>
                  </a:lnTo>
                  <a:lnTo>
                    <a:pt x="313967" y="87164"/>
                  </a:lnTo>
                  <a:lnTo>
                    <a:pt x="311356" y="82545"/>
                  </a:lnTo>
                  <a:lnTo>
                    <a:pt x="308600" y="78012"/>
                  </a:lnTo>
                  <a:lnTo>
                    <a:pt x="305701" y="73569"/>
                  </a:lnTo>
                  <a:lnTo>
                    <a:pt x="302663" y="69220"/>
                  </a:lnTo>
                  <a:lnTo>
                    <a:pt x="299489" y="64969"/>
                  </a:lnTo>
                  <a:lnTo>
                    <a:pt x="296181" y="60821"/>
                  </a:lnTo>
                  <a:lnTo>
                    <a:pt x="292743" y="56781"/>
                  </a:lnTo>
                  <a:lnTo>
                    <a:pt x="289178" y="52851"/>
                  </a:lnTo>
                  <a:lnTo>
                    <a:pt x="285491" y="49037"/>
                  </a:lnTo>
                  <a:lnTo>
                    <a:pt x="281684" y="45341"/>
                  </a:lnTo>
                  <a:lnTo>
                    <a:pt x="277762" y="41769"/>
                  </a:lnTo>
                  <a:lnTo>
                    <a:pt x="273729" y="38322"/>
                  </a:lnTo>
                  <a:lnTo>
                    <a:pt x="269589" y="35005"/>
                  </a:lnTo>
                  <a:lnTo>
                    <a:pt x="265345" y="31821"/>
                  </a:lnTo>
                  <a:lnTo>
                    <a:pt x="261002" y="28774"/>
                  </a:lnTo>
                  <a:lnTo>
                    <a:pt x="256565" y="25866"/>
                  </a:lnTo>
                  <a:lnTo>
                    <a:pt x="252038" y="23100"/>
                  </a:lnTo>
                  <a:lnTo>
                    <a:pt x="247425" y="20479"/>
                  </a:lnTo>
                  <a:lnTo>
                    <a:pt x="242731" y="18006"/>
                  </a:lnTo>
                  <a:lnTo>
                    <a:pt x="237962" y="15683"/>
                  </a:lnTo>
                  <a:lnTo>
                    <a:pt x="233121" y="13512"/>
                  </a:lnTo>
                  <a:lnTo>
                    <a:pt x="228213" y="11496"/>
                  </a:lnTo>
                  <a:lnTo>
                    <a:pt x="223244" y="9637"/>
                  </a:lnTo>
                  <a:lnTo>
                    <a:pt x="218219" y="7937"/>
                  </a:lnTo>
                  <a:lnTo>
                    <a:pt x="213142" y="6397"/>
                  </a:lnTo>
                  <a:lnTo>
                    <a:pt x="208019" y="5019"/>
                  </a:lnTo>
                  <a:lnTo>
                    <a:pt x="202855" y="3804"/>
                  </a:lnTo>
                  <a:lnTo>
                    <a:pt x="197654" y="2753"/>
                  </a:lnTo>
                  <a:lnTo>
                    <a:pt x="192423" y="1868"/>
                  </a:lnTo>
                  <a:lnTo>
                    <a:pt x="187167" y="1150"/>
                  </a:lnTo>
                  <a:lnTo>
                    <a:pt x="181890" y="599"/>
                  </a:lnTo>
                  <a:lnTo>
                    <a:pt x="176599" y="215"/>
                  </a:lnTo>
                  <a:lnTo>
                    <a:pt x="171298" y="0"/>
                  </a:lnTo>
                  <a:lnTo>
                    <a:pt x="167159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83779" y="3170392"/>
              <a:ext cx="4138" cy="167167"/>
            </a:xfrm>
            <a:custGeom>
              <a:avLst/>
              <a:pathLst>
                <a:path w="4138" h="167167">
                  <a:moveTo>
                    <a:pt x="4138" y="5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2637" y="2633064"/>
              <a:ext cx="166373" cy="167167"/>
            </a:xfrm>
            <a:custGeom>
              <a:avLst/>
              <a:pathLst>
                <a:path w="166373" h="167167">
                  <a:moveTo>
                    <a:pt x="166373" y="0"/>
                  </a:moveTo>
                  <a:lnTo>
                    <a:pt x="160901" y="89"/>
                  </a:lnTo>
                  <a:lnTo>
                    <a:pt x="155435" y="358"/>
                  </a:lnTo>
                  <a:lnTo>
                    <a:pt x="149980" y="805"/>
                  </a:lnTo>
                  <a:lnTo>
                    <a:pt x="144543" y="1431"/>
                  </a:lnTo>
                  <a:lnTo>
                    <a:pt x="139130" y="2234"/>
                  </a:lnTo>
                  <a:lnTo>
                    <a:pt x="133745" y="3215"/>
                  </a:lnTo>
                  <a:lnTo>
                    <a:pt x="128396" y="4370"/>
                  </a:lnTo>
                  <a:lnTo>
                    <a:pt x="123087" y="5701"/>
                  </a:lnTo>
                  <a:lnTo>
                    <a:pt x="117825" y="7204"/>
                  </a:lnTo>
                  <a:lnTo>
                    <a:pt x="112615" y="8879"/>
                  </a:lnTo>
                  <a:lnTo>
                    <a:pt x="107462" y="10724"/>
                  </a:lnTo>
                  <a:lnTo>
                    <a:pt x="102373" y="12736"/>
                  </a:lnTo>
                  <a:lnTo>
                    <a:pt x="97352" y="14914"/>
                  </a:lnTo>
                  <a:lnTo>
                    <a:pt x="92405" y="17255"/>
                  </a:lnTo>
                  <a:lnTo>
                    <a:pt x="87538" y="19756"/>
                  </a:lnTo>
                  <a:lnTo>
                    <a:pt x="82754" y="22416"/>
                  </a:lnTo>
                  <a:lnTo>
                    <a:pt x="78061" y="25231"/>
                  </a:lnTo>
                  <a:lnTo>
                    <a:pt x="73462" y="28197"/>
                  </a:lnTo>
                  <a:lnTo>
                    <a:pt x="68963" y="31313"/>
                  </a:lnTo>
                  <a:lnTo>
                    <a:pt x="64568" y="34575"/>
                  </a:lnTo>
                  <a:lnTo>
                    <a:pt x="60282" y="37978"/>
                  </a:lnTo>
                  <a:lnTo>
                    <a:pt x="56110" y="41520"/>
                  </a:lnTo>
                  <a:lnTo>
                    <a:pt x="52056" y="45197"/>
                  </a:lnTo>
                  <a:lnTo>
                    <a:pt x="48125" y="49004"/>
                  </a:lnTo>
                  <a:lnTo>
                    <a:pt x="44321" y="52938"/>
                  </a:lnTo>
                  <a:lnTo>
                    <a:pt x="40647" y="56995"/>
                  </a:lnTo>
                  <a:lnTo>
                    <a:pt x="37108" y="61170"/>
                  </a:lnTo>
                  <a:lnTo>
                    <a:pt x="33707" y="65458"/>
                  </a:lnTo>
                  <a:lnTo>
                    <a:pt x="30449" y="69855"/>
                  </a:lnTo>
                  <a:lnTo>
                    <a:pt x="27336" y="74356"/>
                  </a:lnTo>
                  <a:lnTo>
                    <a:pt x="24373" y="78957"/>
                  </a:lnTo>
                  <a:lnTo>
                    <a:pt x="21562" y="83653"/>
                  </a:lnTo>
                  <a:lnTo>
                    <a:pt x="18905" y="88438"/>
                  </a:lnTo>
                  <a:lnTo>
                    <a:pt x="16407" y="93307"/>
                  </a:lnTo>
                  <a:lnTo>
                    <a:pt x="14070" y="98256"/>
                  </a:lnTo>
                  <a:lnTo>
                    <a:pt x="11896" y="103278"/>
                  </a:lnTo>
                  <a:lnTo>
                    <a:pt x="9887" y="108369"/>
                  </a:lnTo>
                  <a:lnTo>
                    <a:pt x="8046" y="113523"/>
                  </a:lnTo>
                  <a:lnTo>
                    <a:pt x="6375" y="118735"/>
                  </a:lnTo>
                  <a:lnTo>
                    <a:pt x="4876" y="123998"/>
                  </a:lnTo>
                  <a:lnTo>
                    <a:pt x="3549" y="129308"/>
                  </a:lnTo>
                  <a:lnTo>
                    <a:pt x="2397" y="134658"/>
                  </a:lnTo>
                  <a:lnTo>
                    <a:pt x="1421" y="140043"/>
                  </a:lnTo>
                  <a:lnTo>
                    <a:pt x="621" y="145457"/>
                  </a:lnTo>
                  <a:lnTo>
                    <a:pt x="0" y="150894"/>
                  </a:lnTo>
                  <a:lnTo>
                    <a:pt x="1663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1844" y="2643291"/>
              <a:ext cx="334327" cy="324094"/>
            </a:xfrm>
            <a:custGeom>
              <a:avLst/>
              <a:pathLst>
                <a:path w="334327" h="324094">
                  <a:moveTo>
                    <a:pt x="793" y="140667"/>
                  </a:moveTo>
                  <a:lnTo>
                    <a:pt x="359" y="145972"/>
                  </a:lnTo>
                  <a:lnTo>
                    <a:pt x="95" y="151289"/>
                  </a:lnTo>
                  <a:lnTo>
                    <a:pt x="0" y="156611"/>
                  </a:lnTo>
                  <a:lnTo>
                    <a:pt x="74" y="161934"/>
                  </a:lnTo>
                  <a:lnTo>
                    <a:pt x="318" y="167252"/>
                  </a:lnTo>
                  <a:lnTo>
                    <a:pt x="730" y="172559"/>
                  </a:lnTo>
                  <a:lnTo>
                    <a:pt x="1312" y="177850"/>
                  </a:lnTo>
                  <a:lnTo>
                    <a:pt x="2062" y="183120"/>
                  </a:lnTo>
                  <a:lnTo>
                    <a:pt x="2979" y="188364"/>
                  </a:lnTo>
                  <a:lnTo>
                    <a:pt x="4063" y="193575"/>
                  </a:lnTo>
                  <a:lnTo>
                    <a:pt x="5312" y="198750"/>
                  </a:lnTo>
                  <a:lnTo>
                    <a:pt x="6726" y="203882"/>
                  </a:lnTo>
                  <a:lnTo>
                    <a:pt x="8302" y="208967"/>
                  </a:lnTo>
                  <a:lnTo>
                    <a:pt x="10039" y="213999"/>
                  </a:lnTo>
                  <a:lnTo>
                    <a:pt x="11935" y="218972"/>
                  </a:lnTo>
                  <a:lnTo>
                    <a:pt x="13989" y="223883"/>
                  </a:lnTo>
                  <a:lnTo>
                    <a:pt x="16198" y="228727"/>
                  </a:lnTo>
                  <a:lnTo>
                    <a:pt x="18560" y="233497"/>
                  </a:lnTo>
                  <a:lnTo>
                    <a:pt x="21073" y="238190"/>
                  </a:lnTo>
                  <a:lnTo>
                    <a:pt x="23734" y="242800"/>
                  </a:lnTo>
                  <a:lnTo>
                    <a:pt x="26540" y="247323"/>
                  </a:lnTo>
                  <a:lnTo>
                    <a:pt x="29490" y="251755"/>
                  </a:lnTo>
                  <a:lnTo>
                    <a:pt x="32578" y="256090"/>
                  </a:lnTo>
                  <a:lnTo>
                    <a:pt x="35803" y="260325"/>
                  </a:lnTo>
                  <a:lnTo>
                    <a:pt x="39162" y="264456"/>
                  </a:lnTo>
                  <a:lnTo>
                    <a:pt x="42650" y="268477"/>
                  </a:lnTo>
                  <a:lnTo>
                    <a:pt x="46264" y="272385"/>
                  </a:lnTo>
                  <a:lnTo>
                    <a:pt x="50001" y="276176"/>
                  </a:lnTo>
                  <a:lnTo>
                    <a:pt x="53857" y="279846"/>
                  </a:lnTo>
                  <a:lnTo>
                    <a:pt x="57828" y="283391"/>
                  </a:lnTo>
                  <a:lnTo>
                    <a:pt x="61909" y="286808"/>
                  </a:lnTo>
                  <a:lnTo>
                    <a:pt x="66098" y="290094"/>
                  </a:lnTo>
                  <a:lnTo>
                    <a:pt x="70389" y="293244"/>
                  </a:lnTo>
                  <a:lnTo>
                    <a:pt x="74777" y="296256"/>
                  </a:lnTo>
                  <a:lnTo>
                    <a:pt x="79260" y="299127"/>
                  </a:lnTo>
                  <a:lnTo>
                    <a:pt x="83832" y="301854"/>
                  </a:lnTo>
                  <a:lnTo>
                    <a:pt x="88488" y="304434"/>
                  </a:lnTo>
                  <a:lnTo>
                    <a:pt x="93224" y="306864"/>
                  </a:lnTo>
                  <a:lnTo>
                    <a:pt x="98035" y="309143"/>
                  </a:lnTo>
                  <a:lnTo>
                    <a:pt x="102916" y="311267"/>
                  </a:lnTo>
                  <a:lnTo>
                    <a:pt x="107862" y="313234"/>
                  </a:lnTo>
                  <a:lnTo>
                    <a:pt x="112869" y="315043"/>
                  </a:lnTo>
                  <a:lnTo>
                    <a:pt x="117930" y="316692"/>
                  </a:lnTo>
                  <a:lnTo>
                    <a:pt x="123042" y="318178"/>
                  </a:lnTo>
                  <a:lnTo>
                    <a:pt x="128198" y="319501"/>
                  </a:lnTo>
                  <a:lnTo>
                    <a:pt x="133393" y="320660"/>
                  </a:lnTo>
                  <a:lnTo>
                    <a:pt x="138623" y="321652"/>
                  </a:lnTo>
                  <a:lnTo>
                    <a:pt x="143882" y="322477"/>
                  </a:lnTo>
                  <a:lnTo>
                    <a:pt x="149165" y="323135"/>
                  </a:lnTo>
                  <a:lnTo>
                    <a:pt x="154465" y="323624"/>
                  </a:lnTo>
                  <a:lnTo>
                    <a:pt x="159779" y="323944"/>
                  </a:lnTo>
                  <a:lnTo>
                    <a:pt x="165100" y="324094"/>
                  </a:lnTo>
                  <a:lnTo>
                    <a:pt x="170423" y="324075"/>
                  </a:lnTo>
                  <a:lnTo>
                    <a:pt x="175743" y="323887"/>
                  </a:lnTo>
                  <a:lnTo>
                    <a:pt x="181054" y="323529"/>
                  </a:lnTo>
                  <a:lnTo>
                    <a:pt x="186351" y="323002"/>
                  </a:lnTo>
                  <a:lnTo>
                    <a:pt x="191629" y="322307"/>
                  </a:lnTo>
                  <a:lnTo>
                    <a:pt x="196882" y="321445"/>
                  </a:lnTo>
                  <a:lnTo>
                    <a:pt x="202104" y="320415"/>
                  </a:lnTo>
                  <a:lnTo>
                    <a:pt x="207292" y="319220"/>
                  </a:lnTo>
                  <a:lnTo>
                    <a:pt x="212438" y="317860"/>
                  </a:lnTo>
                  <a:lnTo>
                    <a:pt x="217539" y="316337"/>
                  </a:lnTo>
                  <a:lnTo>
                    <a:pt x="222588" y="314652"/>
                  </a:lnTo>
                  <a:lnTo>
                    <a:pt x="227582" y="312808"/>
                  </a:lnTo>
                  <a:lnTo>
                    <a:pt x="232514" y="310805"/>
                  </a:lnTo>
                  <a:lnTo>
                    <a:pt x="237380" y="308647"/>
                  </a:lnTo>
                  <a:lnTo>
                    <a:pt x="242175" y="306334"/>
                  </a:lnTo>
                  <a:lnTo>
                    <a:pt x="246893" y="303870"/>
                  </a:lnTo>
                  <a:lnTo>
                    <a:pt x="251531" y="301257"/>
                  </a:lnTo>
                  <a:lnTo>
                    <a:pt x="256083" y="298498"/>
                  </a:lnTo>
                  <a:lnTo>
                    <a:pt x="260545" y="295595"/>
                  </a:lnTo>
                  <a:lnTo>
                    <a:pt x="264913" y="292552"/>
                  </a:lnTo>
                  <a:lnTo>
                    <a:pt x="269181" y="289371"/>
                  </a:lnTo>
                  <a:lnTo>
                    <a:pt x="273346" y="286056"/>
                  </a:lnTo>
                  <a:lnTo>
                    <a:pt x="277403" y="282609"/>
                  </a:lnTo>
                  <a:lnTo>
                    <a:pt x="281348" y="279036"/>
                  </a:lnTo>
                  <a:lnTo>
                    <a:pt x="285178" y="275338"/>
                  </a:lnTo>
                  <a:lnTo>
                    <a:pt x="288888" y="271521"/>
                  </a:lnTo>
                  <a:lnTo>
                    <a:pt x="292474" y="267587"/>
                  </a:lnTo>
                  <a:lnTo>
                    <a:pt x="295934" y="263542"/>
                  </a:lnTo>
                  <a:lnTo>
                    <a:pt x="299263" y="259388"/>
                  </a:lnTo>
                  <a:lnTo>
                    <a:pt x="302457" y="255130"/>
                  </a:lnTo>
                  <a:lnTo>
                    <a:pt x="305515" y="250773"/>
                  </a:lnTo>
                  <a:lnTo>
                    <a:pt x="308433" y="246320"/>
                  </a:lnTo>
                  <a:lnTo>
                    <a:pt x="311207" y="241777"/>
                  </a:lnTo>
                  <a:lnTo>
                    <a:pt x="313835" y="237148"/>
                  </a:lnTo>
                  <a:lnTo>
                    <a:pt x="316314" y="232437"/>
                  </a:lnTo>
                  <a:lnTo>
                    <a:pt x="318643" y="227650"/>
                  </a:lnTo>
                  <a:lnTo>
                    <a:pt x="320817" y="222791"/>
                  </a:lnTo>
                  <a:lnTo>
                    <a:pt x="322836" y="217866"/>
                  </a:lnTo>
                  <a:lnTo>
                    <a:pt x="324697" y="212878"/>
                  </a:lnTo>
                  <a:lnTo>
                    <a:pt x="326398" y="207834"/>
                  </a:lnTo>
                  <a:lnTo>
                    <a:pt x="327938" y="202739"/>
                  </a:lnTo>
                  <a:lnTo>
                    <a:pt x="329315" y="197597"/>
                  </a:lnTo>
                  <a:lnTo>
                    <a:pt x="330527" y="192413"/>
                  </a:lnTo>
                  <a:lnTo>
                    <a:pt x="331573" y="187194"/>
                  </a:lnTo>
                  <a:lnTo>
                    <a:pt x="332453" y="181944"/>
                  </a:lnTo>
                  <a:lnTo>
                    <a:pt x="333166" y="176669"/>
                  </a:lnTo>
                  <a:lnTo>
                    <a:pt x="333710" y="171374"/>
                  </a:lnTo>
                  <a:lnTo>
                    <a:pt x="334085" y="166064"/>
                  </a:lnTo>
                  <a:lnTo>
                    <a:pt x="334291" y="160744"/>
                  </a:lnTo>
                  <a:lnTo>
                    <a:pt x="334327" y="155421"/>
                  </a:lnTo>
                  <a:lnTo>
                    <a:pt x="334194" y="150100"/>
                  </a:lnTo>
                  <a:lnTo>
                    <a:pt x="333892" y="144785"/>
                  </a:lnTo>
                  <a:lnTo>
                    <a:pt x="333420" y="139483"/>
                  </a:lnTo>
                  <a:lnTo>
                    <a:pt x="332780" y="134198"/>
                  </a:lnTo>
                  <a:lnTo>
                    <a:pt x="331972" y="128937"/>
                  </a:lnTo>
                  <a:lnTo>
                    <a:pt x="330997" y="123704"/>
                  </a:lnTo>
                  <a:lnTo>
                    <a:pt x="329856" y="118504"/>
                  </a:lnTo>
                  <a:lnTo>
                    <a:pt x="328549" y="113344"/>
                  </a:lnTo>
                  <a:lnTo>
                    <a:pt x="327079" y="108228"/>
                  </a:lnTo>
                  <a:lnTo>
                    <a:pt x="325447" y="103161"/>
                  </a:lnTo>
                  <a:lnTo>
                    <a:pt x="323655" y="98148"/>
                  </a:lnTo>
                  <a:lnTo>
                    <a:pt x="321704" y="93196"/>
                  </a:lnTo>
                  <a:lnTo>
                    <a:pt x="319596" y="88308"/>
                  </a:lnTo>
                  <a:lnTo>
                    <a:pt x="317333" y="83489"/>
                  </a:lnTo>
                  <a:lnTo>
                    <a:pt x="314919" y="78745"/>
                  </a:lnTo>
                  <a:lnTo>
                    <a:pt x="312354" y="74081"/>
                  </a:lnTo>
                  <a:lnTo>
                    <a:pt x="309642" y="69500"/>
                  </a:lnTo>
                  <a:lnTo>
                    <a:pt x="306786" y="65008"/>
                  </a:lnTo>
                  <a:lnTo>
                    <a:pt x="303788" y="60609"/>
                  </a:lnTo>
                  <a:lnTo>
                    <a:pt x="300652" y="56308"/>
                  </a:lnTo>
                  <a:lnTo>
                    <a:pt x="297380" y="52109"/>
                  </a:lnTo>
                  <a:lnTo>
                    <a:pt x="293976" y="48016"/>
                  </a:lnTo>
                  <a:lnTo>
                    <a:pt x="290444" y="44034"/>
                  </a:lnTo>
                  <a:lnTo>
                    <a:pt x="286786" y="40166"/>
                  </a:lnTo>
                  <a:lnTo>
                    <a:pt x="283008" y="36417"/>
                  </a:lnTo>
                  <a:lnTo>
                    <a:pt x="279112" y="32789"/>
                  </a:lnTo>
                  <a:lnTo>
                    <a:pt x="275102" y="29288"/>
                  </a:lnTo>
                  <a:lnTo>
                    <a:pt x="270983" y="25916"/>
                  </a:lnTo>
                  <a:lnTo>
                    <a:pt x="266759" y="22677"/>
                  </a:lnTo>
                  <a:lnTo>
                    <a:pt x="262433" y="19574"/>
                  </a:lnTo>
                  <a:lnTo>
                    <a:pt x="258011" y="16611"/>
                  </a:lnTo>
                  <a:lnTo>
                    <a:pt x="253497" y="13789"/>
                  </a:lnTo>
                  <a:lnTo>
                    <a:pt x="248896" y="11113"/>
                  </a:lnTo>
                  <a:lnTo>
                    <a:pt x="244211" y="8585"/>
                  </a:lnTo>
                  <a:lnTo>
                    <a:pt x="239449" y="6207"/>
                  </a:lnTo>
                  <a:lnTo>
                    <a:pt x="234613" y="3982"/>
                  </a:lnTo>
                  <a:lnTo>
                    <a:pt x="229709" y="1912"/>
                  </a:lnTo>
                  <a:lnTo>
                    <a:pt x="224741" y="0"/>
                  </a:lnTo>
                  <a:lnTo>
                    <a:pt x="167167" y="1569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919011" y="2633064"/>
              <a:ext cx="57574" cy="167167"/>
            </a:xfrm>
            <a:custGeom>
              <a:avLst/>
              <a:pathLst>
                <a:path w="57574" h="167167">
                  <a:moveTo>
                    <a:pt x="57574" y="10227"/>
                  </a:moveTo>
                  <a:lnTo>
                    <a:pt x="52021" y="8300"/>
                  </a:lnTo>
                  <a:lnTo>
                    <a:pt x="46404" y="6569"/>
                  </a:lnTo>
                  <a:lnTo>
                    <a:pt x="40730" y="5037"/>
                  </a:lnTo>
                  <a:lnTo>
                    <a:pt x="35005" y="3706"/>
                  </a:lnTo>
                  <a:lnTo>
                    <a:pt x="29237" y="2576"/>
                  </a:lnTo>
                  <a:lnTo>
                    <a:pt x="23433" y="1650"/>
                  </a:lnTo>
                  <a:lnTo>
                    <a:pt x="17600" y="929"/>
                  </a:lnTo>
                  <a:lnTo>
                    <a:pt x="11745" y="413"/>
                  </a:lnTo>
                  <a:lnTo>
                    <a:pt x="5876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8669" y="2126963"/>
              <a:ext cx="59802" cy="167167"/>
            </a:xfrm>
            <a:custGeom>
              <a:avLst/>
              <a:pathLst>
                <a:path w="59802" h="167167">
                  <a:moveTo>
                    <a:pt x="59802" y="0"/>
                  </a:moveTo>
                  <a:lnTo>
                    <a:pt x="53688" y="111"/>
                  </a:lnTo>
                  <a:lnTo>
                    <a:pt x="47582" y="447"/>
                  </a:lnTo>
                  <a:lnTo>
                    <a:pt x="41492" y="1005"/>
                  </a:lnTo>
                  <a:lnTo>
                    <a:pt x="35426" y="1786"/>
                  </a:lnTo>
                  <a:lnTo>
                    <a:pt x="29394" y="2789"/>
                  </a:lnTo>
                  <a:lnTo>
                    <a:pt x="23401" y="4011"/>
                  </a:lnTo>
                  <a:lnTo>
                    <a:pt x="17458" y="5451"/>
                  </a:lnTo>
                  <a:lnTo>
                    <a:pt x="11571" y="7108"/>
                  </a:lnTo>
                  <a:lnTo>
                    <a:pt x="5749" y="8980"/>
                  </a:lnTo>
                  <a:lnTo>
                    <a:pt x="0" y="11063"/>
                  </a:lnTo>
                  <a:lnTo>
                    <a:pt x="598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68669" y="2138026"/>
              <a:ext cx="59802" cy="156104"/>
            </a:xfrm>
            <a:custGeom>
              <a:avLst/>
              <a:pathLst>
                <a:path w="59802" h="156104">
                  <a:moveTo>
                    <a:pt x="0" y="0"/>
                  </a:moveTo>
                  <a:lnTo>
                    <a:pt x="59802" y="1561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61312" y="2138026"/>
              <a:ext cx="167159" cy="307207"/>
            </a:xfrm>
            <a:custGeom>
              <a:avLst/>
              <a:pathLst>
                <a:path w="167159" h="307207">
                  <a:moveTo>
                    <a:pt x="107356" y="0"/>
                  </a:moveTo>
                  <a:lnTo>
                    <a:pt x="102397" y="1991"/>
                  </a:lnTo>
                  <a:lnTo>
                    <a:pt x="97504" y="4140"/>
                  </a:lnTo>
                  <a:lnTo>
                    <a:pt x="92682" y="6444"/>
                  </a:lnTo>
                  <a:lnTo>
                    <a:pt x="87936" y="8901"/>
                  </a:lnTo>
                  <a:lnTo>
                    <a:pt x="83272" y="11508"/>
                  </a:lnTo>
                  <a:lnTo>
                    <a:pt x="78693" y="14263"/>
                  </a:lnTo>
                  <a:lnTo>
                    <a:pt x="74204" y="17164"/>
                  </a:lnTo>
                  <a:lnTo>
                    <a:pt x="69811" y="20206"/>
                  </a:lnTo>
                  <a:lnTo>
                    <a:pt x="65517" y="23387"/>
                  </a:lnTo>
                  <a:lnTo>
                    <a:pt x="61326" y="26703"/>
                  </a:lnTo>
                  <a:lnTo>
                    <a:pt x="57244" y="30152"/>
                  </a:lnTo>
                  <a:lnTo>
                    <a:pt x="53275" y="33730"/>
                  </a:lnTo>
                  <a:lnTo>
                    <a:pt x="49421" y="37433"/>
                  </a:lnTo>
                  <a:lnTo>
                    <a:pt x="45688" y="41257"/>
                  </a:lnTo>
                  <a:lnTo>
                    <a:pt x="42079" y="45198"/>
                  </a:lnTo>
                  <a:lnTo>
                    <a:pt x="38598" y="49253"/>
                  </a:lnTo>
                  <a:lnTo>
                    <a:pt x="35249" y="53417"/>
                  </a:lnTo>
                  <a:lnTo>
                    <a:pt x="32034" y="57685"/>
                  </a:lnTo>
                  <a:lnTo>
                    <a:pt x="28957" y="62055"/>
                  </a:lnTo>
                  <a:lnTo>
                    <a:pt x="26021" y="66520"/>
                  </a:lnTo>
                  <a:lnTo>
                    <a:pt x="23230" y="71077"/>
                  </a:lnTo>
                  <a:lnTo>
                    <a:pt x="20586" y="75721"/>
                  </a:lnTo>
                  <a:lnTo>
                    <a:pt x="18091" y="80447"/>
                  </a:lnTo>
                  <a:lnTo>
                    <a:pt x="15749" y="85251"/>
                  </a:lnTo>
                  <a:lnTo>
                    <a:pt x="13562" y="90127"/>
                  </a:lnTo>
                  <a:lnTo>
                    <a:pt x="11532" y="95070"/>
                  </a:lnTo>
                  <a:lnTo>
                    <a:pt x="9660" y="100076"/>
                  </a:lnTo>
                  <a:lnTo>
                    <a:pt x="7950" y="105138"/>
                  </a:lnTo>
                  <a:lnTo>
                    <a:pt x="6402" y="110253"/>
                  </a:lnTo>
                  <a:lnTo>
                    <a:pt x="5019" y="115415"/>
                  </a:lnTo>
                  <a:lnTo>
                    <a:pt x="3801" y="120619"/>
                  </a:lnTo>
                  <a:lnTo>
                    <a:pt x="2750" y="125858"/>
                  </a:lnTo>
                  <a:lnTo>
                    <a:pt x="1868" y="131129"/>
                  </a:lnTo>
                  <a:lnTo>
                    <a:pt x="1154" y="136425"/>
                  </a:lnTo>
                  <a:lnTo>
                    <a:pt x="609" y="141741"/>
                  </a:lnTo>
                  <a:lnTo>
                    <a:pt x="236" y="147072"/>
                  </a:lnTo>
                  <a:lnTo>
                    <a:pt x="32" y="152412"/>
                  </a:lnTo>
                  <a:lnTo>
                    <a:pt x="0" y="157756"/>
                  </a:lnTo>
                  <a:lnTo>
                    <a:pt x="138" y="163098"/>
                  </a:lnTo>
                  <a:lnTo>
                    <a:pt x="447" y="168433"/>
                  </a:lnTo>
                  <a:lnTo>
                    <a:pt x="926" y="173756"/>
                  </a:lnTo>
                  <a:lnTo>
                    <a:pt x="1575" y="179060"/>
                  </a:lnTo>
                  <a:lnTo>
                    <a:pt x="2393" y="184341"/>
                  </a:lnTo>
                  <a:lnTo>
                    <a:pt x="3380" y="189593"/>
                  </a:lnTo>
                  <a:lnTo>
                    <a:pt x="4534" y="194811"/>
                  </a:lnTo>
                  <a:lnTo>
                    <a:pt x="5855" y="199989"/>
                  </a:lnTo>
                  <a:lnTo>
                    <a:pt x="7340" y="205123"/>
                  </a:lnTo>
                  <a:lnTo>
                    <a:pt x="8988" y="210206"/>
                  </a:lnTo>
                  <a:lnTo>
                    <a:pt x="10798" y="215234"/>
                  </a:lnTo>
                  <a:lnTo>
                    <a:pt x="12768" y="220202"/>
                  </a:lnTo>
                  <a:lnTo>
                    <a:pt x="14896" y="225104"/>
                  </a:lnTo>
                  <a:lnTo>
                    <a:pt x="17179" y="229936"/>
                  </a:lnTo>
                  <a:lnTo>
                    <a:pt x="19616" y="234692"/>
                  </a:lnTo>
                  <a:lnTo>
                    <a:pt x="22203" y="239368"/>
                  </a:lnTo>
                  <a:lnTo>
                    <a:pt x="24939" y="243959"/>
                  </a:lnTo>
                  <a:lnTo>
                    <a:pt x="27820" y="248460"/>
                  </a:lnTo>
                  <a:lnTo>
                    <a:pt x="30843" y="252866"/>
                  </a:lnTo>
                  <a:lnTo>
                    <a:pt x="34005" y="257174"/>
                  </a:lnTo>
                  <a:lnTo>
                    <a:pt x="37304" y="261378"/>
                  </a:lnTo>
                  <a:lnTo>
                    <a:pt x="40735" y="265475"/>
                  </a:lnTo>
                  <a:lnTo>
                    <a:pt x="44296" y="269460"/>
                  </a:lnTo>
                  <a:lnTo>
                    <a:pt x="47982" y="273330"/>
                  </a:lnTo>
                  <a:lnTo>
                    <a:pt x="51790" y="277079"/>
                  </a:lnTo>
                  <a:lnTo>
                    <a:pt x="55716" y="280705"/>
                  </a:lnTo>
                  <a:lnTo>
                    <a:pt x="59755" y="284203"/>
                  </a:lnTo>
                  <a:lnTo>
                    <a:pt x="63905" y="287571"/>
                  </a:lnTo>
                  <a:lnTo>
                    <a:pt x="68160" y="290804"/>
                  </a:lnTo>
                  <a:lnTo>
                    <a:pt x="72516" y="293900"/>
                  </a:lnTo>
                  <a:lnTo>
                    <a:pt x="76969" y="296854"/>
                  </a:lnTo>
                  <a:lnTo>
                    <a:pt x="81514" y="299665"/>
                  </a:lnTo>
                  <a:lnTo>
                    <a:pt x="86146" y="302329"/>
                  </a:lnTo>
                  <a:lnTo>
                    <a:pt x="90862" y="304844"/>
                  </a:lnTo>
                  <a:lnTo>
                    <a:pt x="95655" y="307207"/>
                  </a:lnTo>
                  <a:lnTo>
                    <a:pt x="167159" y="1561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56968" y="2126963"/>
              <a:ext cx="238652" cy="334334"/>
            </a:xfrm>
            <a:custGeom>
              <a:avLst/>
              <a:pathLst>
                <a:path w="238652" h="334334">
                  <a:moveTo>
                    <a:pt x="0" y="318270"/>
                  </a:moveTo>
                  <a:lnTo>
                    <a:pt x="4827" y="320461"/>
                  </a:lnTo>
                  <a:lnTo>
                    <a:pt x="9721" y="322498"/>
                  </a:lnTo>
                  <a:lnTo>
                    <a:pt x="14677" y="324379"/>
                  </a:lnTo>
                  <a:lnTo>
                    <a:pt x="19690" y="326102"/>
                  </a:lnTo>
                  <a:lnTo>
                    <a:pt x="24756" y="327665"/>
                  </a:lnTo>
                  <a:lnTo>
                    <a:pt x="29869" y="329067"/>
                  </a:lnTo>
                  <a:lnTo>
                    <a:pt x="35023" y="330305"/>
                  </a:lnTo>
                  <a:lnTo>
                    <a:pt x="40214" y="331380"/>
                  </a:lnTo>
                  <a:lnTo>
                    <a:pt x="45437" y="332290"/>
                  </a:lnTo>
                  <a:lnTo>
                    <a:pt x="50685" y="333033"/>
                  </a:lnTo>
                  <a:lnTo>
                    <a:pt x="55955" y="333610"/>
                  </a:lnTo>
                  <a:lnTo>
                    <a:pt x="61240" y="334019"/>
                  </a:lnTo>
                  <a:lnTo>
                    <a:pt x="66536" y="334261"/>
                  </a:lnTo>
                  <a:lnTo>
                    <a:pt x="71837" y="334334"/>
                  </a:lnTo>
                  <a:lnTo>
                    <a:pt x="77137" y="334239"/>
                  </a:lnTo>
                  <a:lnTo>
                    <a:pt x="82432" y="333977"/>
                  </a:lnTo>
                  <a:lnTo>
                    <a:pt x="87716" y="333546"/>
                  </a:lnTo>
                  <a:lnTo>
                    <a:pt x="92983" y="332949"/>
                  </a:lnTo>
                  <a:lnTo>
                    <a:pt x="98229" y="332184"/>
                  </a:lnTo>
                  <a:lnTo>
                    <a:pt x="103448" y="331254"/>
                  </a:lnTo>
                  <a:lnTo>
                    <a:pt x="108634" y="330159"/>
                  </a:lnTo>
                  <a:lnTo>
                    <a:pt x="113784" y="328899"/>
                  </a:lnTo>
                  <a:lnTo>
                    <a:pt x="118891" y="327477"/>
                  </a:lnTo>
                  <a:lnTo>
                    <a:pt x="123950" y="325894"/>
                  </a:lnTo>
                  <a:lnTo>
                    <a:pt x="128956" y="324151"/>
                  </a:lnTo>
                  <a:lnTo>
                    <a:pt x="133905" y="322251"/>
                  </a:lnTo>
                  <a:lnTo>
                    <a:pt x="138791" y="320194"/>
                  </a:lnTo>
                  <a:lnTo>
                    <a:pt x="143610" y="317984"/>
                  </a:lnTo>
                  <a:lnTo>
                    <a:pt x="148355" y="315621"/>
                  </a:lnTo>
                  <a:lnTo>
                    <a:pt x="153024" y="313110"/>
                  </a:lnTo>
                  <a:lnTo>
                    <a:pt x="157610" y="310452"/>
                  </a:lnTo>
                  <a:lnTo>
                    <a:pt x="162110" y="307650"/>
                  </a:lnTo>
                  <a:lnTo>
                    <a:pt x="166519" y="304706"/>
                  </a:lnTo>
                  <a:lnTo>
                    <a:pt x="170832" y="301624"/>
                  </a:lnTo>
                  <a:lnTo>
                    <a:pt x="175046" y="298407"/>
                  </a:lnTo>
                  <a:lnTo>
                    <a:pt x="179155" y="295058"/>
                  </a:lnTo>
                  <a:lnTo>
                    <a:pt x="183156" y="291580"/>
                  </a:lnTo>
                  <a:lnTo>
                    <a:pt x="187045" y="287977"/>
                  </a:lnTo>
                  <a:lnTo>
                    <a:pt x="190817" y="284253"/>
                  </a:lnTo>
                  <a:lnTo>
                    <a:pt x="194470" y="280411"/>
                  </a:lnTo>
                  <a:lnTo>
                    <a:pt x="197999" y="276455"/>
                  </a:lnTo>
                  <a:lnTo>
                    <a:pt x="201401" y="272389"/>
                  </a:lnTo>
                  <a:lnTo>
                    <a:pt x="204672" y="268218"/>
                  </a:lnTo>
                  <a:lnTo>
                    <a:pt x="207809" y="263944"/>
                  </a:lnTo>
                  <a:lnTo>
                    <a:pt x="210809" y="259574"/>
                  </a:lnTo>
                  <a:lnTo>
                    <a:pt x="213669" y="255110"/>
                  </a:lnTo>
                  <a:lnTo>
                    <a:pt x="216386" y="250558"/>
                  </a:lnTo>
                  <a:lnTo>
                    <a:pt x="218957" y="245922"/>
                  </a:lnTo>
                  <a:lnTo>
                    <a:pt x="221380" y="241207"/>
                  </a:lnTo>
                  <a:lnTo>
                    <a:pt x="223652" y="236418"/>
                  </a:lnTo>
                  <a:lnTo>
                    <a:pt x="225772" y="231559"/>
                  </a:lnTo>
                  <a:lnTo>
                    <a:pt x="227736" y="226635"/>
                  </a:lnTo>
                  <a:lnTo>
                    <a:pt x="229543" y="221651"/>
                  </a:lnTo>
                  <a:lnTo>
                    <a:pt x="231191" y="216613"/>
                  </a:lnTo>
                  <a:lnTo>
                    <a:pt x="232678" y="211524"/>
                  </a:lnTo>
                  <a:lnTo>
                    <a:pt x="234004" y="206392"/>
                  </a:lnTo>
                  <a:lnTo>
                    <a:pt x="235166" y="201219"/>
                  </a:lnTo>
                  <a:lnTo>
                    <a:pt x="236163" y="196013"/>
                  </a:lnTo>
                  <a:lnTo>
                    <a:pt x="236995" y="190777"/>
                  </a:lnTo>
                  <a:lnTo>
                    <a:pt x="237661" y="185518"/>
                  </a:lnTo>
                  <a:lnTo>
                    <a:pt x="238159" y="180240"/>
                  </a:lnTo>
                  <a:lnTo>
                    <a:pt x="238490" y="174950"/>
                  </a:lnTo>
                  <a:lnTo>
                    <a:pt x="238652" y="169651"/>
                  </a:lnTo>
                  <a:lnTo>
                    <a:pt x="238647" y="164350"/>
                  </a:lnTo>
                  <a:lnTo>
                    <a:pt x="238474" y="159051"/>
                  </a:lnTo>
                  <a:lnTo>
                    <a:pt x="238133" y="153761"/>
                  </a:lnTo>
                  <a:lnTo>
                    <a:pt x="237624" y="148484"/>
                  </a:lnTo>
                  <a:lnTo>
                    <a:pt x="236948" y="143227"/>
                  </a:lnTo>
                  <a:lnTo>
                    <a:pt x="236105" y="137993"/>
                  </a:lnTo>
                  <a:lnTo>
                    <a:pt x="235098" y="132788"/>
                  </a:lnTo>
                  <a:lnTo>
                    <a:pt x="233925" y="127618"/>
                  </a:lnTo>
                  <a:lnTo>
                    <a:pt x="232590" y="122488"/>
                  </a:lnTo>
                  <a:lnTo>
                    <a:pt x="231092" y="117403"/>
                  </a:lnTo>
                  <a:lnTo>
                    <a:pt x="229434" y="112368"/>
                  </a:lnTo>
                  <a:lnTo>
                    <a:pt x="227617" y="107388"/>
                  </a:lnTo>
                  <a:lnTo>
                    <a:pt x="225643" y="102468"/>
                  </a:lnTo>
                  <a:lnTo>
                    <a:pt x="223514" y="97613"/>
                  </a:lnTo>
                  <a:lnTo>
                    <a:pt x="221232" y="92828"/>
                  </a:lnTo>
                  <a:lnTo>
                    <a:pt x="218800" y="88118"/>
                  </a:lnTo>
                  <a:lnTo>
                    <a:pt x="216219" y="83487"/>
                  </a:lnTo>
                  <a:lnTo>
                    <a:pt x="213493" y="78940"/>
                  </a:lnTo>
                  <a:lnTo>
                    <a:pt x="210624" y="74483"/>
                  </a:lnTo>
                  <a:lnTo>
                    <a:pt x="207615" y="70118"/>
                  </a:lnTo>
                  <a:lnTo>
                    <a:pt x="204470" y="65851"/>
                  </a:lnTo>
                  <a:lnTo>
                    <a:pt x="201190" y="61686"/>
                  </a:lnTo>
                  <a:lnTo>
                    <a:pt x="197781" y="57627"/>
                  </a:lnTo>
                  <a:lnTo>
                    <a:pt x="194244" y="53678"/>
                  </a:lnTo>
                  <a:lnTo>
                    <a:pt x="190584" y="49843"/>
                  </a:lnTo>
                  <a:lnTo>
                    <a:pt x="186804" y="46126"/>
                  </a:lnTo>
                  <a:lnTo>
                    <a:pt x="182908" y="42531"/>
                  </a:lnTo>
                  <a:lnTo>
                    <a:pt x="178900" y="39062"/>
                  </a:lnTo>
                  <a:lnTo>
                    <a:pt x="174784" y="35721"/>
                  </a:lnTo>
                  <a:lnTo>
                    <a:pt x="170564" y="32512"/>
                  </a:lnTo>
                  <a:lnTo>
                    <a:pt x="166245" y="29439"/>
                  </a:lnTo>
                  <a:lnTo>
                    <a:pt x="161830" y="26504"/>
                  </a:lnTo>
                  <a:lnTo>
                    <a:pt x="157325" y="23711"/>
                  </a:lnTo>
                  <a:lnTo>
                    <a:pt x="152733" y="21062"/>
                  </a:lnTo>
                  <a:lnTo>
                    <a:pt x="148059" y="18559"/>
                  </a:lnTo>
                  <a:lnTo>
                    <a:pt x="143309" y="16207"/>
                  </a:lnTo>
                  <a:lnTo>
                    <a:pt x="138486" y="14006"/>
                  </a:lnTo>
                  <a:lnTo>
                    <a:pt x="133596" y="11959"/>
                  </a:lnTo>
                  <a:lnTo>
                    <a:pt x="128643" y="10068"/>
                  </a:lnTo>
                  <a:lnTo>
                    <a:pt x="123633" y="8335"/>
                  </a:lnTo>
                  <a:lnTo>
                    <a:pt x="118571" y="6762"/>
                  </a:lnTo>
                  <a:lnTo>
                    <a:pt x="113461" y="5351"/>
                  </a:lnTo>
                  <a:lnTo>
                    <a:pt x="108309" y="4102"/>
                  </a:lnTo>
                  <a:lnTo>
                    <a:pt x="103120" y="3017"/>
                  </a:lnTo>
                  <a:lnTo>
                    <a:pt x="97900" y="2097"/>
                  </a:lnTo>
                  <a:lnTo>
                    <a:pt x="92652" y="1343"/>
                  </a:lnTo>
                  <a:lnTo>
                    <a:pt x="87384" y="755"/>
                  </a:lnTo>
                  <a:lnTo>
                    <a:pt x="82099" y="336"/>
                  </a:lnTo>
                  <a:lnTo>
                    <a:pt x="76804" y="84"/>
                  </a:lnTo>
                  <a:lnTo>
                    <a:pt x="71503" y="0"/>
                  </a:lnTo>
                  <a:lnTo>
                    <a:pt x="715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7566" y="1681503"/>
              <a:ext cx="45668" cy="167167"/>
            </a:xfrm>
            <a:custGeom>
              <a:avLst/>
              <a:pathLst>
                <a:path w="45668" h="167167">
                  <a:moveTo>
                    <a:pt x="45668" y="0"/>
                  </a:moveTo>
                  <a:lnTo>
                    <a:pt x="39062" y="130"/>
                  </a:lnTo>
                  <a:lnTo>
                    <a:pt x="32466" y="522"/>
                  </a:lnTo>
                  <a:lnTo>
                    <a:pt x="25890" y="1174"/>
                  </a:lnTo>
                  <a:lnTo>
                    <a:pt x="19346" y="2085"/>
                  </a:lnTo>
                  <a:lnTo>
                    <a:pt x="12842" y="3254"/>
                  </a:lnTo>
                  <a:lnTo>
                    <a:pt x="6390" y="4679"/>
                  </a:lnTo>
                  <a:lnTo>
                    <a:pt x="0" y="6359"/>
                  </a:lnTo>
                  <a:lnTo>
                    <a:pt x="4566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377566" y="1687862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56068" y="1687862"/>
              <a:ext cx="334330" cy="327959"/>
            </a:xfrm>
            <a:custGeom>
              <a:avLst/>
              <a:pathLst>
                <a:path w="334330" h="327959">
                  <a:moveTo>
                    <a:pt x="121498" y="0"/>
                  </a:moveTo>
                  <a:lnTo>
                    <a:pt x="116434" y="1524"/>
                  </a:lnTo>
                  <a:lnTo>
                    <a:pt x="111422" y="3209"/>
                  </a:lnTo>
                  <a:lnTo>
                    <a:pt x="106465" y="5051"/>
                  </a:lnTo>
                  <a:lnTo>
                    <a:pt x="101569" y="7049"/>
                  </a:lnTo>
                  <a:lnTo>
                    <a:pt x="96738" y="9200"/>
                  </a:lnTo>
                  <a:lnTo>
                    <a:pt x="91978" y="11504"/>
                  </a:lnTo>
                  <a:lnTo>
                    <a:pt x="87293" y="13957"/>
                  </a:lnTo>
                  <a:lnTo>
                    <a:pt x="82688" y="16557"/>
                  </a:lnTo>
                  <a:lnTo>
                    <a:pt x="78168" y="19301"/>
                  </a:lnTo>
                  <a:lnTo>
                    <a:pt x="73737" y="22186"/>
                  </a:lnTo>
                  <a:lnTo>
                    <a:pt x="69399" y="25211"/>
                  </a:lnTo>
                  <a:lnTo>
                    <a:pt x="65159" y="28371"/>
                  </a:lnTo>
                  <a:lnTo>
                    <a:pt x="61021" y="31664"/>
                  </a:lnTo>
                  <a:lnTo>
                    <a:pt x="56990" y="35086"/>
                  </a:lnTo>
                  <a:lnTo>
                    <a:pt x="53068" y="38633"/>
                  </a:lnTo>
                  <a:lnTo>
                    <a:pt x="49261" y="42303"/>
                  </a:lnTo>
                  <a:lnTo>
                    <a:pt x="45572" y="46092"/>
                  </a:lnTo>
                  <a:lnTo>
                    <a:pt x="42004" y="49995"/>
                  </a:lnTo>
                  <a:lnTo>
                    <a:pt x="38562" y="54010"/>
                  </a:lnTo>
                  <a:lnTo>
                    <a:pt x="35248" y="58131"/>
                  </a:lnTo>
                  <a:lnTo>
                    <a:pt x="32067" y="62355"/>
                  </a:lnTo>
                  <a:lnTo>
                    <a:pt x="29020" y="66677"/>
                  </a:lnTo>
                  <a:lnTo>
                    <a:pt x="26112" y="71094"/>
                  </a:lnTo>
                  <a:lnTo>
                    <a:pt x="23345" y="75600"/>
                  </a:lnTo>
                  <a:lnTo>
                    <a:pt x="20722" y="80192"/>
                  </a:lnTo>
                  <a:lnTo>
                    <a:pt x="18245" y="84864"/>
                  </a:lnTo>
                  <a:lnTo>
                    <a:pt x="15918" y="89612"/>
                  </a:lnTo>
                  <a:lnTo>
                    <a:pt x="13742" y="94432"/>
                  </a:lnTo>
                  <a:lnTo>
                    <a:pt x="11719" y="99318"/>
                  </a:lnTo>
                  <a:lnTo>
                    <a:pt x="9852" y="104265"/>
                  </a:lnTo>
                  <a:lnTo>
                    <a:pt x="8142" y="109269"/>
                  </a:lnTo>
                  <a:lnTo>
                    <a:pt x="6591" y="114325"/>
                  </a:lnTo>
                  <a:lnTo>
                    <a:pt x="5202" y="119427"/>
                  </a:lnTo>
                  <a:lnTo>
                    <a:pt x="3974" y="124570"/>
                  </a:lnTo>
                  <a:lnTo>
                    <a:pt x="2909" y="129750"/>
                  </a:lnTo>
                  <a:lnTo>
                    <a:pt x="2009" y="134961"/>
                  </a:lnTo>
                  <a:lnTo>
                    <a:pt x="1274" y="140198"/>
                  </a:lnTo>
                  <a:lnTo>
                    <a:pt x="705" y="145455"/>
                  </a:lnTo>
                  <a:lnTo>
                    <a:pt x="303" y="150728"/>
                  </a:lnTo>
                  <a:lnTo>
                    <a:pt x="68" y="156011"/>
                  </a:lnTo>
                  <a:lnTo>
                    <a:pt x="0" y="161299"/>
                  </a:lnTo>
                  <a:lnTo>
                    <a:pt x="99" y="166586"/>
                  </a:lnTo>
                  <a:lnTo>
                    <a:pt x="365" y="171867"/>
                  </a:lnTo>
                  <a:lnTo>
                    <a:pt x="798" y="177137"/>
                  </a:lnTo>
                  <a:lnTo>
                    <a:pt x="1398" y="182391"/>
                  </a:lnTo>
                  <a:lnTo>
                    <a:pt x="2164" y="187624"/>
                  </a:lnTo>
                  <a:lnTo>
                    <a:pt x="3094" y="192829"/>
                  </a:lnTo>
                  <a:lnTo>
                    <a:pt x="4189" y="198003"/>
                  </a:lnTo>
                  <a:lnTo>
                    <a:pt x="5447" y="203139"/>
                  </a:lnTo>
                  <a:lnTo>
                    <a:pt x="6867" y="208233"/>
                  </a:lnTo>
                  <a:lnTo>
                    <a:pt x="8447" y="213279"/>
                  </a:lnTo>
                  <a:lnTo>
                    <a:pt x="10186" y="218273"/>
                  </a:lnTo>
                  <a:lnTo>
                    <a:pt x="12082" y="223210"/>
                  </a:lnTo>
                  <a:lnTo>
                    <a:pt x="14134" y="228084"/>
                  </a:lnTo>
                  <a:lnTo>
                    <a:pt x="16338" y="232890"/>
                  </a:lnTo>
                  <a:lnTo>
                    <a:pt x="18694" y="237625"/>
                  </a:lnTo>
                  <a:lnTo>
                    <a:pt x="21198" y="242283"/>
                  </a:lnTo>
                  <a:lnTo>
                    <a:pt x="23848" y="246859"/>
                  </a:lnTo>
                  <a:lnTo>
                    <a:pt x="26641" y="251349"/>
                  </a:lnTo>
                  <a:lnTo>
                    <a:pt x="29575" y="255748"/>
                  </a:lnTo>
                  <a:lnTo>
                    <a:pt x="32647" y="260053"/>
                  </a:lnTo>
                  <a:lnTo>
                    <a:pt x="35853" y="264258"/>
                  </a:lnTo>
                  <a:lnTo>
                    <a:pt x="39191" y="268359"/>
                  </a:lnTo>
                  <a:lnTo>
                    <a:pt x="42657" y="272353"/>
                  </a:lnTo>
                  <a:lnTo>
                    <a:pt x="46247" y="276236"/>
                  </a:lnTo>
                  <a:lnTo>
                    <a:pt x="49959" y="280002"/>
                  </a:lnTo>
                  <a:lnTo>
                    <a:pt x="53787" y="283650"/>
                  </a:lnTo>
                  <a:lnTo>
                    <a:pt x="57730" y="287175"/>
                  </a:lnTo>
                  <a:lnTo>
                    <a:pt x="61781" y="290573"/>
                  </a:lnTo>
                  <a:lnTo>
                    <a:pt x="65938" y="293841"/>
                  </a:lnTo>
                  <a:lnTo>
                    <a:pt x="70197" y="296976"/>
                  </a:lnTo>
                  <a:lnTo>
                    <a:pt x="74552" y="299975"/>
                  </a:lnTo>
                  <a:lnTo>
                    <a:pt x="79000" y="302835"/>
                  </a:lnTo>
                  <a:lnTo>
                    <a:pt x="83537" y="305553"/>
                  </a:lnTo>
                  <a:lnTo>
                    <a:pt x="88157" y="308125"/>
                  </a:lnTo>
                  <a:lnTo>
                    <a:pt x="92856" y="310551"/>
                  </a:lnTo>
                  <a:lnTo>
                    <a:pt x="97629" y="312826"/>
                  </a:lnTo>
                  <a:lnTo>
                    <a:pt x="102472" y="314950"/>
                  </a:lnTo>
                  <a:lnTo>
                    <a:pt x="107380" y="316919"/>
                  </a:lnTo>
                  <a:lnTo>
                    <a:pt x="112348" y="318732"/>
                  </a:lnTo>
                  <a:lnTo>
                    <a:pt x="117370" y="320386"/>
                  </a:lnTo>
                  <a:lnTo>
                    <a:pt x="122442" y="321882"/>
                  </a:lnTo>
                  <a:lnTo>
                    <a:pt x="127560" y="323216"/>
                  </a:lnTo>
                  <a:lnTo>
                    <a:pt x="132716" y="324387"/>
                  </a:lnTo>
                  <a:lnTo>
                    <a:pt x="137907" y="325395"/>
                  </a:lnTo>
                  <a:lnTo>
                    <a:pt x="143128" y="326238"/>
                  </a:lnTo>
                  <a:lnTo>
                    <a:pt x="148372" y="326916"/>
                  </a:lnTo>
                  <a:lnTo>
                    <a:pt x="153636" y="327427"/>
                  </a:lnTo>
                  <a:lnTo>
                    <a:pt x="158912" y="327771"/>
                  </a:lnTo>
                  <a:lnTo>
                    <a:pt x="164198" y="327949"/>
                  </a:lnTo>
                  <a:lnTo>
                    <a:pt x="169486" y="327959"/>
                  </a:lnTo>
                  <a:lnTo>
                    <a:pt x="174771" y="327802"/>
                  </a:lnTo>
                  <a:lnTo>
                    <a:pt x="180049" y="327478"/>
                  </a:lnTo>
                  <a:lnTo>
                    <a:pt x="185315" y="326987"/>
                  </a:lnTo>
                  <a:lnTo>
                    <a:pt x="190562" y="326330"/>
                  </a:lnTo>
                  <a:lnTo>
                    <a:pt x="195785" y="325507"/>
                  </a:lnTo>
                  <a:lnTo>
                    <a:pt x="200980" y="324520"/>
                  </a:lnTo>
                  <a:lnTo>
                    <a:pt x="206142" y="323368"/>
                  </a:lnTo>
                  <a:lnTo>
                    <a:pt x="211264" y="322054"/>
                  </a:lnTo>
                  <a:lnTo>
                    <a:pt x="216342" y="320579"/>
                  </a:lnTo>
                  <a:lnTo>
                    <a:pt x="221371" y="318943"/>
                  </a:lnTo>
                  <a:lnTo>
                    <a:pt x="226345" y="317150"/>
                  </a:lnTo>
                  <a:lnTo>
                    <a:pt x="231261" y="315200"/>
                  </a:lnTo>
                  <a:lnTo>
                    <a:pt x="236112" y="313095"/>
                  </a:lnTo>
                  <a:lnTo>
                    <a:pt x="240894" y="310838"/>
                  </a:lnTo>
                  <a:lnTo>
                    <a:pt x="245603" y="308431"/>
                  </a:lnTo>
                  <a:lnTo>
                    <a:pt x="250233" y="305876"/>
                  </a:lnTo>
                  <a:lnTo>
                    <a:pt x="254780" y="303177"/>
                  </a:lnTo>
                  <a:lnTo>
                    <a:pt x="259239" y="300334"/>
                  </a:lnTo>
                  <a:lnTo>
                    <a:pt x="263606" y="297352"/>
                  </a:lnTo>
                  <a:lnTo>
                    <a:pt x="267877" y="294233"/>
                  </a:lnTo>
                  <a:lnTo>
                    <a:pt x="272046" y="290981"/>
                  </a:lnTo>
                  <a:lnTo>
                    <a:pt x="276111" y="287599"/>
                  </a:lnTo>
                  <a:lnTo>
                    <a:pt x="280067" y="284090"/>
                  </a:lnTo>
                  <a:lnTo>
                    <a:pt x="283910" y="280457"/>
                  </a:lnTo>
                  <a:lnTo>
                    <a:pt x="287636" y="276705"/>
                  </a:lnTo>
                  <a:lnTo>
                    <a:pt x="291241" y="272836"/>
                  </a:lnTo>
                  <a:lnTo>
                    <a:pt x="294723" y="268856"/>
                  </a:lnTo>
                  <a:lnTo>
                    <a:pt x="298076" y="264767"/>
                  </a:lnTo>
                  <a:lnTo>
                    <a:pt x="301299" y="260574"/>
                  </a:lnTo>
                  <a:lnTo>
                    <a:pt x="304387" y="256282"/>
                  </a:lnTo>
                  <a:lnTo>
                    <a:pt x="307339" y="251894"/>
                  </a:lnTo>
                  <a:lnTo>
                    <a:pt x="310149" y="247415"/>
                  </a:lnTo>
                  <a:lnTo>
                    <a:pt x="312817" y="242849"/>
                  </a:lnTo>
                  <a:lnTo>
                    <a:pt x="315339" y="238201"/>
                  </a:lnTo>
                  <a:lnTo>
                    <a:pt x="317713" y="233476"/>
                  </a:lnTo>
                  <a:lnTo>
                    <a:pt x="319936" y="228678"/>
                  </a:lnTo>
                  <a:lnTo>
                    <a:pt x="322006" y="223812"/>
                  </a:lnTo>
                  <a:lnTo>
                    <a:pt x="323922" y="218883"/>
                  </a:lnTo>
                  <a:lnTo>
                    <a:pt x="325680" y="213896"/>
                  </a:lnTo>
                  <a:lnTo>
                    <a:pt x="327280" y="208855"/>
                  </a:lnTo>
                  <a:lnTo>
                    <a:pt x="328720" y="203767"/>
                  </a:lnTo>
                  <a:lnTo>
                    <a:pt x="329997" y="198636"/>
                  </a:lnTo>
                  <a:lnTo>
                    <a:pt x="331112" y="193466"/>
                  </a:lnTo>
                  <a:lnTo>
                    <a:pt x="332063" y="188264"/>
                  </a:lnTo>
                  <a:lnTo>
                    <a:pt x="332849" y="183035"/>
                  </a:lnTo>
                  <a:lnTo>
                    <a:pt x="333470" y="177784"/>
                  </a:lnTo>
                  <a:lnTo>
                    <a:pt x="333923" y="172515"/>
                  </a:lnTo>
                  <a:lnTo>
                    <a:pt x="334210" y="167235"/>
                  </a:lnTo>
                  <a:lnTo>
                    <a:pt x="334330" y="161948"/>
                  </a:lnTo>
                  <a:lnTo>
                    <a:pt x="334282" y="156660"/>
                  </a:lnTo>
                  <a:lnTo>
                    <a:pt x="334067" y="151376"/>
                  </a:lnTo>
                  <a:lnTo>
                    <a:pt x="333686" y="146102"/>
                  </a:lnTo>
                  <a:lnTo>
                    <a:pt x="333137" y="140843"/>
                  </a:lnTo>
                  <a:lnTo>
                    <a:pt x="332423" y="135603"/>
                  </a:lnTo>
                  <a:lnTo>
                    <a:pt x="331543" y="130389"/>
                  </a:lnTo>
                  <a:lnTo>
                    <a:pt x="330498" y="125205"/>
                  </a:lnTo>
                  <a:lnTo>
                    <a:pt x="329290" y="120056"/>
                  </a:lnTo>
                  <a:lnTo>
                    <a:pt x="327920" y="114949"/>
                  </a:lnTo>
                  <a:lnTo>
                    <a:pt x="326389" y="109887"/>
                  </a:lnTo>
                  <a:lnTo>
                    <a:pt x="324699" y="104877"/>
                  </a:lnTo>
                  <a:lnTo>
                    <a:pt x="322851" y="99922"/>
                  </a:lnTo>
                  <a:lnTo>
                    <a:pt x="320848" y="95028"/>
                  </a:lnTo>
                  <a:lnTo>
                    <a:pt x="318690" y="90200"/>
                  </a:lnTo>
                  <a:lnTo>
                    <a:pt x="316381" y="85443"/>
                  </a:lnTo>
                  <a:lnTo>
                    <a:pt x="313923" y="80761"/>
                  </a:lnTo>
                  <a:lnTo>
                    <a:pt x="311317" y="76159"/>
                  </a:lnTo>
                  <a:lnTo>
                    <a:pt x="308568" y="71642"/>
                  </a:lnTo>
                  <a:lnTo>
                    <a:pt x="305677" y="67214"/>
                  </a:lnTo>
                  <a:lnTo>
                    <a:pt x="302647" y="62880"/>
                  </a:lnTo>
                  <a:lnTo>
                    <a:pt x="299482" y="58644"/>
                  </a:lnTo>
                  <a:lnTo>
                    <a:pt x="296184" y="54510"/>
                  </a:lnTo>
                  <a:lnTo>
                    <a:pt x="292758" y="50482"/>
                  </a:lnTo>
                  <a:lnTo>
                    <a:pt x="289205" y="46565"/>
                  </a:lnTo>
                  <a:lnTo>
                    <a:pt x="285531" y="42762"/>
                  </a:lnTo>
                  <a:lnTo>
                    <a:pt x="281738" y="39078"/>
                  </a:lnTo>
                  <a:lnTo>
                    <a:pt x="277830" y="35515"/>
                  </a:lnTo>
                  <a:lnTo>
                    <a:pt x="273812" y="32077"/>
                  </a:lnTo>
                  <a:lnTo>
                    <a:pt x="269687" y="28768"/>
                  </a:lnTo>
                  <a:lnTo>
                    <a:pt x="265459" y="25592"/>
                  </a:lnTo>
                  <a:lnTo>
                    <a:pt x="261133" y="22550"/>
                  </a:lnTo>
                  <a:lnTo>
                    <a:pt x="256713" y="19648"/>
                  </a:lnTo>
                  <a:lnTo>
                    <a:pt x="252204" y="16886"/>
                  </a:lnTo>
                  <a:lnTo>
                    <a:pt x="247609" y="14268"/>
                  </a:lnTo>
                  <a:lnTo>
                    <a:pt x="167166" y="1608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23235" y="1681503"/>
              <a:ext cx="80442" cy="167167"/>
            </a:xfrm>
            <a:custGeom>
              <a:avLst/>
              <a:pathLst>
                <a:path w="80442" h="167167">
                  <a:moveTo>
                    <a:pt x="80442" y="20627"/>
                  </a:moveTo>
                  <a:lnTo>
                    <a:pt x="75137" y="17837"/>
                  </a:lnTo>
                  <a:lnTo>
                    <a:pt x="69735" y="15240"/>
                  </a:lnTo>
                  <a:lnTo>
                    <a:pt x="64243" y="12837"/>
                  </a:lnTo>
                  <a:lnTo>
                    <a:pt x="58669" y="10633"/>
                  </a:lnTo>
                  <a:lnTo>
                    <a:pt x="53019" y="8630"/>
                  </a:lnTo>
                  <a:lnTo>
                    <a:pt x="47301" y="6831"/>
                  </a:lnTo>
                  <a:lnTo>
                    <a:pt x="41522" y="5239"/>
                  </a:lnTo>
                  <a:lnTo>
                    <a:pt x="35690" y="3854"/>
                  </a:lnTo>
                  <a:lnTo>
                    <a:pt x="29812" y="2679"/>
                  </a:lnTo>
                  <a:lnTo>
                    <a:pt x="23896" y="1716"/>
                  </a:lnTo>
                  <a:lnTo>
                    <a:pt x="17949" y="966"/>
                  </a:lnTo>
                  <a:lnTo>
                    <a:pt x="11978" y="429"/>
                  </a:lnTo>
                  <a:lnTo>
                    <a:pt x="599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853886" y="1322571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5" y="1340"/>
                  </a:lnTo>
                  <a:lnTo>
                    <a:pt x="140783" y="2092"/>
                  </a:lnTo>
                  <a:lnTo>
                    <a:pt x="135567" y="3010"/>
                  </a:lnTo>
                  <a:lnTo>
                    <a:pt x="130384" y="4093"/>
                  </a:lnTo>
                  <a:lnTo>
                    <a:pt x="125237" y="5340"/>
                  </a:lnTo>
                  <a:lnTo>
                    <a:pt x="120132" y="6749"/>
                  </a:lnTo>
                  <a:lnTo>
                    <a:pt x="115074" y="8319"/>
                  </a:lnTo>
                  <a:lnTo>
                    <a:pt x="110069" y="10048"/>
                  </a:lnTo>
                  <a:lnTo>
                    <a:pt x="105120" y="11935"/>
                  </a:lnTo>
                  <a:lnTo>
                    <a:pt x="100234" y="13978"/>
                  </a:lnTo>
                  <a:lnTo>
                    <a:pt x="95416" y="16174"/>
                  </a:lnTo>
                  <a:lnTo>
                    <a:pt x="90669" y="18522"/>
                  </a:lnTo>
                  <a:lnTo>
                    <a:pt x="85999" y="21019"/>
                  </a:lnTo>
                  <a:lnTo>
                    <a:pt x="81410" y="23663"/>
                  </a:lnTo>
                  <a:lnTo>
                    <a:pt x="76908" y="26451"/>
                  </a:lnTo>
                  <a:lnTo>
                    <a:pt x="72496" y="29380"/>
                  </a:lnTo>
                  <a:lnTo>
                    <a:pt x="68179" y="32448"/>
                  </a:lnTo>
                  <a:lnTo>
                    <a:pt x="63961" y="35650"/>
                  </a:lnTo>
                  <a:lnTo>
                    <a:pt x="59847" y="38985"/>
                  </a:lnTo>
                  <a:lnTo>
                    <a:pt x="55841" y="42448"/>
                  </a:lnTo>
                  <a:lnTo>
                    <a:pt x="51946" y="46037"/>
                  </a:lnTo>
                  <a:lnTo>
                    <a:pt x="48167" y="49747"/>
                  </a:lnTo>
                  <a:lnTo>
                    <a:pt x="44508" y="53574"/>
                  </a:lnTo>
                  <a:lnTo>
                    <a:pt x="40971" y="57516"/>
                  </a:lnTo>
                  <a:lnTo>
                    <a:pt x="37561" y="61568"/>
                  </a:lnTo>
                  <a:lnTo>
                    <a:pt x="34281" y="65726"/>
                  </a:lnTo>
                  <a:lnTo>
                    <a:pt x="31135" y="69986"/>
                  </a:lnTo>
                  <a:lnTo>
                    <a:pt x="28125" y="74343"/>
                  </a:lnTo>
                  <a:lnTo>
                    <a:pt x="25254" y="78793"/>
                  </a:lnTo>
                  <a:lnTo>
                    <a:pt x="22526" y="83332"/>
                  </a:lnTo>
                  <a:lnTo>
                    <a:pt x="19943" y="87955"/>
                  </a:lnTo>
                  <a:lnTo>
                    <a:pt x="17508" y="92658"/>
                  </a:lnTo>
                  <a:lnTo>
                    <a:pt x="15223" y="97435"/>
                  </a:lnTo>
                  <a:lnTo>
                    <a:pt x="13091" y="102283"/>
                  </a:lnTo>
                  <a:lnTo>
                    <a:pt x="11113" y="107195"/>
                  </a:lnTo>
                  <a:lnTo>
                    <a:pt x="9291" y="112168"/>
                  </a:lnTo>
                  <a:lnTo>
                    <a:pt x="7629" y="117196"/>
                  </a:lnTo>
                  <a:lnTo>
                    <a:pt x="6126" y="122274"/>
                  </a:lnTo>
                  <a:lnTo>
                    <a:pt x="4784" y="127397"/>
                  </a:lnTo>
                  <a:lnTo>
                    <a:pt x="3606" y="132560"/>
                  </a:lnTo>
                  <a:lnTo>
                    <a:pt x="2592" y="137758"/>
                  </a:lnTo>
                  <a:lnTo>
                    <a:pt x="1743" y="142985"/>
                  </a:lnTo>
                  <a:lnTo>
                    <a:pt x="1060" y="148237"/>
                  </a:lnTo>
                  <a:lnTo>
                    <a:pt x="544" y="153507"/>
                  </a:lnTo>
                  <a:lnTo>
                    <a:pt x="195" y="158791"/>
                  </a:lnTo>
                  <a:lnTo>
                    <a:pt x="13" y="164084"/>
                  </a:lnTo>
                  <a:lnTo>
                    <a:pt x="0" y="169380"/>
                  </a:lnTo>
                  <a:lnTo>
                    <a:pt x="153" y="174673"/>
                  </a:lnTo>
                  <a:lnTo>
                    <a:pt x="475" y="179959"/>
                  </a:lnTo>
                  <a:lnTo>
                    <a:pt x="964" y="185232"/>
                  </a:lnTo>
                  <a:lnTo>
                    <a:pt x="1619" y="190487"/>
                  </a:lnTo>
                  <a:lnTo>
                    <a:pt x="2441" y="195719"/>
                  </a:lnTo>
                  <a:lnTo>
                    <a:pt x="3428" y="200922"/>
                  </a:lnTo>
                  <a:lnTo>
                    <a:pt x="4580" y="206091"/>
                  </a:lnTo>
                  <a:lnTo>
                    <a:pt x="5894" y="211221"/>
                  </a:lnTo>
                  <a:lnTo>
                    <a:pt x="7370" y="216307"/>
                  </a:lnTo>
                  <a:lnTo>
                    <a:pt x="9007" y="221343"/>
                  </a:lnTo>
                  <a:lnTo>
                    <a:pt x="10803" y="226325"/>
                  </a:lnTo>
                  <a:lnTo>
                    <a:pt x="12755" y="231248"/>
                  </a:lnTo>
                  <a:lnTo>
                    <a:pt x="14862" y="236107"/>
                  </a:lnTo>
                  <a:lnTo>
                    <a:pt x="17122" y="240896"/>
                  </a:lnTo>
                  <a:lnTo>
                    <a:pt x="19533" y="245611"/>
                  </a:lnTo>
                  <a:lnTo>
                    <a:pt x="22092" y="250248"/>
                  </a:lnTo>
                  <a:lnTo>
                    <a:pt x="24796" y="254801"/>
                  </a:lnTo>
                  <a:lnTo>
                    <a:pt x="27643" y="259266"/>
                  </a:lnTo>
                  <a:lnTo>
                    <a:pt x="30631" y="263639"/>
                  </a:lnTo>
                  <a:lnTo>
                    <a:pt x="33755" y="267915"/>
                  </a:lnTo>
                  <a:lnTo>
                    <a:pt x="37013" y="272090"/>
                  </a:lnTo>
                  <a:lnTo>
                    <a:pt x="40402" y="276159"/>
                  </a:lnTo>
                  <a:lnTo>
                    <a:pt x="43918" y="280119"/>
                  </a:lnTo>
                  <a:lnTo>
                    <a:pt x="47558" y="283966"/>
                  </a:lnTo>
                  <a:lnTo>
                    <a:pt x="51317" y="287696"/>
                  </a:lnTo>
                  <a:lnTo>
                    <a:pt x="55193" y="291304"/>
                  </a:lnTo>
                  <a:lnTo>
                    <a:pt x="59181" y="294788"/>
                  </a:lnTo>
                  <a:lnTo>
                    <a:pt x="63278" y="298144"/>
                  </a:lnTo>
                  <a:lnTo>
                    <a:pt x="67479" y="301369"/>
                  </a:lnTo>
                  <a:lnTo>
                    <a:pt x="71780" y="304459"/>
                  </a:lnTo>
                  <a:lnTo>
                    <a:pt x="76176" y="307411"/>
                  </a:lnTo>
                  <a:lnTo>
                    <a:pt x="80664" y="310222"/>
                  </a:lnTo>
                  <a:lnTo>
                    <a:pt x="85239" y="312890"/>
                  </a:lnTo>
                  <a:lnTo>
                    <a:pt x="89896" y="315411"/>
                  </a:lnTo>
                  <a:lnTo>
                    <a:pt x="94631" y="317784"/>
                  </a:lnTo>
                  <a:lnTo>
                    <a:pt x="99438" y="320006"/>
                  </a:lnTo>
                  <a:lnTo>
                    <a:pt x="104313" y="322074"/>
                  </a:lnTo>
                  <a:lnTo>
                    <a:pt x="109251" y="323987"/>
                  </a:lnTo>
                  <a:lnTo>
                    <a:pt x="114248" y="325742"/>
                  </a:lnTo>
                  <a:lnTo>
                    <a:pt x="119297" y="327338"/>
                  </a:lnTo>
                  <a:lnTo>
                    <a:pt x="124395" y="328774"/>
                  </a:lnTo>
                  <a:lnTo>
                    <a:pt x="129535" y="330047"/>
                  </a:lnTo>
                  <a:lnTo>
                    <a:pt x="134713" y="331157"/>
                  </a:lnTo>
                  <a:lnTo>
                    <a:pt x="139924" y="332102"/>
                  </a:lnTo>
                  <a:lnTo>
                    <a:pt x="145162" y="332882"/>
                  </a:lnTo>
                  <a:lnTo>
                    <a:pt x="150422" y="333495"/>
                  </a:lnTo>
                  <a:lnTo>
                    <a:pt x="155699" y="333942"/>
                  </a:lnTo>
                  <a:lnTo>
                    <a:pt x="160987" y="334221"/>
                  </a:lnTo>
                  <a:lnTo>
                    <a:pt x="166282" y="334332"/>
                  </a:lnTo>
                  <a:lnTo>
                    <a:pt x="171577" y="334276"/>
                  </a:lnTo>
                  <a:lnTo>
                    <a:pt x="176868" y="334052"/>
                  </a:lnTo>
                  <a:lnTo>
                    <a:pt x="182150" y="333660"/>
                  </a:lnTo>
                  <a:lnTo>
                    <a:pt x="187416" y="333102"/>
                  </a:lnTo>
                  <a:lnTo>
                    <a:pt x="192662" y="332377"/>
                  </a:lnTo>
                  <a:lnTo>
                    <a:pt x="197882" y="331486"/>
                  </a:lnTo>
                  <a:lnTo>
                    <a:pt x="203071" y="330430"/>
                  </a:lnTo>
                  <a:lnTo>
                    <a:pt x="208225" y="329210"/>
                  </a:lnTo>
                  <a:lnTo>
                    <a:pt x="213337" y="327828"/>
                  </a:lnTo>
                  <a:lnTo>
                    <a:pt x="218403" y="326284"/>
                  </a:lnTo>
                  <a:lnTo>
                    <a:pt x="223417" y="324581"/>
                  </a:lnTo>
                  <a:lnTo>
                    <a:pt x="228375" y="322720"/>
                  </a:lnTo>
                  <a:lnTo>
                    <a:pt x="233272" y="320703"/>
                  </a:lnTo>
                  <a:lnTo>
                    <a:pt x="238102" y="318531"/>
                  </a:lnTo>
                  <a:lnTo>
                    <a:pt x="242861" y="316208"/>
                  </a:lnTo>
                  <a:lnTo>
                    <a:pt x="247544" y="313735"/>
                  </a:lnTo>
                  <a:lnTo>
                    <a:pt x="252146" y="311115"/>
                  </a:lnTo>
                  <a:lnTo>
                    <a:pt x="256663" y="308351"/>
                  </a:lnTo>
                  <a:lnTo>
                    <a:pt x="261090" y="305444"/>
                  </a:lnTo>
                  <a:lnTo>
                    <a:pt x="265423" y="302400"/>
                  </a:lnTo>
                  <a:lnTo>
                    <a:pt x="269657" y="299219"/>
                  </a:lnTo>
                  <a:lnTo>
                    <a:pt x="273788" y="295906"/>
                  </a:lnTo>
                  <a:lnTo>
                    <a:pt x="277813" y="292464"/>
                  </a:lnTo>
                  <a:lnTo>
                    <a:pt x="281726" y="288895"/>
                  </a:lnTo>
                  <a:lnTo>
                    <a:pt x="285524" y="285205"/>
                  </a:lnTo>
                  <a:lnTo>
                    <a:pt x="289204" y="281396"/>
                  </a:lnTo>
                  <a:lnTo>
                    <a:pt x="292761" y="277473"/>
                  </a:lnTo>
                  <a:lnTo>
                    <a:pt x="296192" y="273439"/>
                  </a:lnTo>
                  <a:lnTo>
                    <a:pt x="299493" y="269298"/>
                  </a:lnTo>
                  <a:lnTo>
                    <a:pt x="302662" y="265055"/>
                  </a:lnTo>
                  <a:lnTo>
                    <a:pt x="305695" y="260714"/>
                  </a:lnTo>
                  <a:lnTo>
                    <a:pt x="308588" y="256278"/>
                  </a:lnTo>
                  <a:lnTo>
                    <a:pt x="311340" y="251754"/>
                  </a:lnTo>
                  <a:lnTo>
                    <a:pt x="313947" y="247144"/>
                  </a:lnTo>
                  <a:lnTo>
                    <a:pt x="316406" y="242454"/>
                  </a:lnTo>
                  <a:lnTo>
                    <a:pt x="318716" y="237689"/>
                  </a:lnTo>
                  <a:lnTo>
                    <a:pt x="320874" y="232852"/>
                  </a:lnTo>
                  <a:lnTo>
                    <a:pt x="322877" y="227950"/>
                  </a:lnTo>
                  <a:lnTo>
                    <a:pt x="324725" y="222987"/>
                  </a:lnTo>
                  <a:lnTo>
                    <a:pt x="326414" y="217968"/>
                  </a:lnTo>
                  <a:lnTo>
                    <a:pt x="327943" y="212898"/>
                  </a:lnTo>
                  <a:lnTo>
                    <a:pt x="329311" y="207782"/>
                  </a:lnTo>
                  <a:lnTo>
                    <a:pt x="330516" y="202625"/>
                  </a:lnTo>
                  <a:lnTo>
                    <a:pt x="331557" y="197433"/>
                  </a:lnTo>
                  <a:lnTo>
                    <a:pt x="332433" y="192210"/>
                  </a:lnTo>
                  <a:lnTo>
                    <a:pt x="333144" y="186962"/>
                  </a:lnTo>
                  <a:lnTo>
                    <a:pt x="333687" y="181694"/>
                  </a:lnTo>
                  <a:lnTo>
                    <a:pt x="334064" y="176412"/>
                  </a:lnTo>
                  <a:lnTo>
                    <a:pt x="334273" y="171120"/>
                  </a:lnTo>
                  <a:lnTo>
                    <a:pt x="334314" y="165825"/>
                  </a:lnTo>
                  <a:lnTo>
                    <a:pt x="334188" y="160530"/>
                  </a:lnTo>
                  <a:lnTo>
                    <a:pt x="333894" y="155243"/>
                  </a:lnTo>
                  <a:lnTo>
                    <a:pt x="333433" y="149967"/>
                  </a:lnTo>
                  <a:lnTo>
                    <a:pt x="332804" y="144709"/>
                  </a:lnTo>
                  <a:lnTo>
                    <a:pt x="332010" y="139473"/>
                  </a:lnTo>
                  <a:lnTo>
                    <a:pt x="331050" y="134265"/>
                  </a:lnTo>
                  <a:lnTo>
                    <a:pt x="329925" y="129090"/>
                  </a:lnTo>
                  <a:lnTo>
                    <a:pt x="328638" y="123953"/>
                  </a:lnTo>
                  <a:lnTo>
                    <a:pt x="327188" y="118860"/>
                  </a:lnTo>
                  <a:lnTo>
                    <a:pt x="325577" y="113815"/>
                  </a:lnTo>
                  <a:lnTo>
                    <a:pt x="323808" y="108823"/>
                  </a:lnTo>
                  <a:lnTo>
                    <a:pt x="321881" y="103891"/>
                  </a:lnTo>
                  <a:lnTo>
                    <a:pt x="319799" y="99021"/>
                  </a:lnTo>
                  <a:lnTo>
                    <a:pt x="317564" y="94220"/>
                  </a:lnTo>
                  <a:lnTo>
                    <a:pt x="315178" y="89492"/>
                  </a:lnTo>
                  <a:lnTo>
                    <a:pt x="312643" y="84843"/>
                  </a:lnTo>
                  <a:lnTo>
                    <a:pt x="309963" y="80275"/>
                  </a:lnTo>
                  <a:lnTo>
                    <a:pt x="307139" y="75796"/>
                  </a:lnTo>
                  <a:lnTo>
                    <a:pt x="304174" y="71407"/>
                  </a:lnTo>
                  <a:lnTo>
                    <a:pt x="301072" y="67115"/>
                  </a:lnTo>
                  <a:lnTo>
                    <a:pt x="297836" y="62923"/>
                  </a:lnTo>
                  <a:lnTo>
                    <a:pt x="294468" y="58836"/>
                  </a:lnTo>
                  <a:lnTo>
                    <a:pt x="290973" y="54858"/>
                  </a:lnTo>
                  <a:lnTo>
                    <a:pt x="287354" y="50992"/>
                  </a:lnTo>
                  <a:lnTo>
                    <a:pt x="283613" y="47243"/>
                  </a:lnTo>
                  <a:lnTo>
                    <a:pt x="279756" y="43614"/>
                  </a:lnTo>
                  <a:lnTo>
                    <a:pt x="275786" y="40109"/>
                  </a:lnTo>
                  <a:lnTo>
                    <a:pt x="271707" y="36732"/>
                  </a:lnTo>
                  <a:lnTo>
                    <a:pt x="267523" y="33486"/>
                  </a:lnTo>
                  <a:lnTo>
                    <a:pt x="263238" y="30374"/>
                  </a:lnTo>
                  <a:lnTo>
                    <a:pt x="258857" y="27399"/>
                  </a:lnTo>
                  <a:lnTo>
                    <a:pt x="254384" y="24564"/>
                  </a:lnTo>
                  <a:lnTo>
                    <a:pt x="249823" y="21872"/>
                  </a:lnTo>
                  <a:lnTo>
                    <a:pt x="245179" y="19327"/>
                  </a:lnTo>
                  <a:lnTo>
                    <a:pt x="240457" y="16929"/>
                  </a:lnTo>
                  <a:lnTo>
                    <a:pt x="235662" y="14683"/>
                  </a:lnTo>
                  <a:lnTo>
                    <a:pt x="230797" y="12589"/>
                  </a:lnTo>
                  <a:lnTo>
                    <a:pt x="225869" y="10651"/>
                  </a:lnTo>
                  <a:lnTo>
                    <a:pt x="220882" y="8869"/>
                  </a:lnTo>
                  <a:lnTo>
                    <a:pt x="215841" y="7247"/>
                  </a:lnTo>
                  <a:lnTo>
                    <a:pt x="210751" y="5785"/>
                  </a:lnTo>
                  <a:lnTo>
                    <a:pt x="205617" y="4485"/>
                  </a:lnTo>
                  <a:lnTo>
                    <a:pt x="200445" y="3348"/>
                  </a:lnTo>
                  <a:lnTo>
                    <a:pt x="195239" y="2376"/>
                  </a:lnTo>
                  <a:lnTo>
                    <a:pt x="190005" y="1569"/>
                  </a:lnTo>
                  <a:lnTo>
                    <a:pt x="184748" y="928"/>
                  </a:lnTo>
                  <a:lnTo>
                    <a:pt x="179474" y="454"/>
                  </a:lnTo>
                  <a:lnTo>
                    <a:pt x="174187" y="148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21039" y="1322571"/>
              <a:ext cx="7034" cy="167167"/>
            </a:xfrm>
            <a:custGeom>
              <a:avLst/>
              <a:pathLst>
                <a:path w="7034" h="167167">
                  <a:moveTo>
                    <a:pt x="7034" y="1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378100" y="1071028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5" y="5321"/>
                  </a:lnTo>
                  <a:lnTo>
                    <a:pt x="120219" y="6725"/>
                  </a:lnTo>
                  <a:lnTo>
                    <a:pt x="115169" y="8289"/>
                  </a:lnTo>
                  <a:lnTo>
                    <a:pt x="110171" y="10013"/>
                  </a:lnTo>
                  <a:lnTo>
                    <a:pt x="105231" y="11893"/>
                  </a:lnTo>
                  <a:lnTo>
                    <a:pt x="100352" y="13929"/>
                  </a:lnTo>
                  <a:lnTo>
                    <a:pt x="95540" y="16118"/>
                  </a:lnTo>
                  <a:lnTo>
                    <a:pt x="90800" y="18458"/>
                  </a:lnTo>
                  <a:lnTo>
                    <a:pt x="86136" y="20946"/>
                  </a:lnTo>
                  <a:lnTo>
                    <a:pt x="81553" y="23581"/>
                  </a:lnTo>
                  <a:lnTo>
                    <a:pt x="77056" y="26360"/>
                  </a:lnTo>
                  <a:lnTo>
                    <a:pt x="72649" y="29279"/>
                  </a:lnTo>
                  <a:lnTo>
                    <a:pt x="68336" y="32336"/>
                  </a:lnTo>
                  <a:lnTo>
                    <a:pt x="64123" y="35528"/>
                  </a:lnTo>
                  <a:lnTo>
                    <a:pt x="60012" y="38852"/>
                  </a:lnTo>
                  <a:lnTo>
                    <a:pt x="56008" y="42304"/>
                  </a:lnTo>
                  <a:lnTo>
                    <a:pt x="52116" y="45881"/>
                  </a:lnTo>
                  <a:lnTo>
                    <a:pt x="48338" y="49579"/>
                  </a:lnTo>
                  <a:lnTo>
                    <a:pt x="44680" y="53395"/>
                  </a:lnTo>
                  <a:lnTo>
                    <a:pt x="41144" y="57325"/>
                  </a:lnTo>
                  <a:lnTo>
                    <a:pt x="37733" y="61364"/>
                  </a:lnTo>
                  <a:lnTo>
                    <a:pt x="34453" y="65509"/>
                  </a:lnTo>
                  <a:lnTo>
                    <a:pt x="31305" y="69756"/>
                  </a:lnTo>
                  <a:lnTo>
                    <a:pt x="28293" y="74100"/>
                  </a:lnTo>
                  <a:lnTo>
                    <a:pt x="25419" y="78538"/>
                  </a:lnTo>
                  <a:lnTo>
                    <a:pt x="22688" y="83063"/>
                  </a:lnTo>
                  <a:lnTo>
                    <a:pt x="20101" y="87674"/>
                  </a:lnTo>
                  <a:lnTo>
                    <a:pt x="17661" y="92363"/>
                  </a:lnTo>
                  <a:lnTo>
                    <a:pt x="15370" y="97127"/>
                  </a:lnTo>
                  <a:lnTo>
                    <a:pt x="13232" y="101962"/>
                  </a:lnTo>
                  <a:lnTo>
                    <a:pt x="11247" y="106861"/>
                  </a:lnTo>
                  <a:lnTo>
                    <a:pt x="9418" y="111821"/>
                  </a:lnTo>
                  <a:lnTo>
                    <a:pt x="7747" y="116837"/>
                  </a:lnTo>
                  <a:lnTo>
                    <a:pt x="6235" y="121902"/>
                  </a:lnTo>
                  <a:lnTo>
                    <a:pt x="4885" y="127013"/>
                  </a:lnTo>
                  <a:lnTo>
                    <a:pt x="3696" y="132164"/>
                  </a:lnTo>
                  <a:lnTo>
                    <a:pt x="2671" y="137350"/>
                  </a:lnTo>
                  <a:lnTo>
                    <a:pt x="1811" y="142566"/>
                  </a:lnTo>
                  <a:lnTo>
                    <a:pt x="1115" y="147806"/>
                  </a:lnTo>
                  <a:lnTo>
                    <a:pt x="586" y="153066"/>
                  </a:lnTo>
                  <a:lnTo>
                    <a:pt x="224" y="158340"/>
                  </a:lnTo>
                  <a:lnTo>
                    <a:pt x="28" y="163623"/>
                  </a:lnTo>
                  <a:lnTo>
                    <a:pt x="0" y="168909"/>
                  </a:lnTo>
                  <a:lnTo>
                    <a:pt x="138" y="174194"/>
                  </a:lnTo>
                  <a:lnTo>
                    <a:pt x="444" y="179471"/>
                  </a:lnTo>
                  <a:lnTo>
                    <a:pt x="916" y="184736"/>
                  </a:lnTo>
                  <a:lnTo>
                    <a:pt x="1555" y="189984"/>
                  </a:lnTo>
                  <a:lnTo>
                    <a:pt x="2359" y="195209"/>
                  </a:lnTo>
                  <a:lnTo>
                    <a:pt x="3328" y="200405"/>
                  </a:lnTo>
                  <a:lnTo>
                    <a:pt x="4461" y="205569"/>
                  </a:lnTo>
                  <a:lnTo>
                    <a:pt x="5757" y="210694"/>
                  </a:lnTo>
                  <a:lnTo>
                    <a:pt x="7214" y="215776"/>
                  </a:lnTo>
                  <a:lnTo>
                    <a:pt x="8831" y="220809"/>
                  </a:lnTo>
                  <a:lnTo>
                    <a:pt x="10606" y="225788"/>
                  </a:lnTo>
                  <a:lnTo>
                    <a:pt x="12538" y="230709"/>
                  </a:lnTo>
                  <a:lnTo>
                    <a:pt x="14624" y="235566"/>
                  </a:lnTo>
                  <a:lnTo>
                    <a:pt x="16863" y="240355"/>
                  </a:lnTo>
                  <a:lnTo>
                    <a:pt x="19252" y="245070"/>
                  </a:lnTo>
                  <a:lnTo>
                    <a:pt x="21790" y="249708"/>
                  </a:lnTo>
                  <a:lnTo>
                    <a:pt x="24472" y="254263"/>
                  </a:lnTo>
                  <a:lnTo>
                    <a:pt x="27297" y="258731"/>
                  </a:lnTo>
                  <a:lnTo>
                    <a:pt x="30263" y="263108"/>
                  </a:lnTo>
                  <a:lnTo>
                    <a:pt x="33365" y="267388"/>
                  </a:lnTo>
                  <a:lnTo>
                    <a:pt x="36600" y="271568"/>
                  </a:lnTo>
                  <a:lnTo>
                    <a:pt x="39967" y="275644"/>
                  </a:lnTo>
                  <a:lnTo>
                    <a:pt x="43460" y="279612"/>
                  </a:lnTo>
                  <a:lnTo>
                    <a:pt x="47077" y="283467"/>
                  </a:lnTo>
                  <a:lnTo>
                    <a:pt x="50815" y="287205"/>
                  </a:lnTo>
                  <a:lnTo>
                    <a:pt x="54669" y="290824"/>
                  </a:lnTo>
                  <a:lnTo>
                    <a:pt x="58635" y="294319"/>
                  </a:lnTo>
                  <a:lnTo>
                    <a:pt x="62709" y="297687"/>
                  </a:lnTo>
                  <a:lnTo>
                    <a:pt x="66889" y="300924"/>
                  </a:lnTo>
                  <a:lnTo>
                    <a:pt x="71168" y="304028"/>
                  </a:lnTo>
                  <a:lnTo>
                    <a:pt x="75543" y="306994"/>
                  </a:lnTo>
                  <a:lnTo>
                    <a:pt x="80010" y="309821"/>
                  </a:lnTo>
                  <a:lnTo>
                    <a:pt x="84565" y="312506"/>
                  </a:lnTo>
                  <a:lnTo>
                    <a:pt x="89201" y="315044"/>
                  </a:lnTo>
                  <a:lnTo>
                    <a:pt x="93916" y="317435"/>
                  </a:lnTo>
                  <a:lnTo>
                    <a:pt x="98704" y="319676"/>
                  </a:lnTo>
                  <a:lnTo>
                    <a:pt x="103560" y="321764"/>
                  </a:lnTo>
                  <a:lnTo>
                    <a:pt x="108480" y="323698"/>
                  </a:lnTo>
                  <a:lnTo>
                    <a:pt x="113459" y="325475"/>
                  </a:lnTo>
                  <a:lnTo>
                    <a:pt x="118492" y="327094"/>
                  </a:lnTo>
                  <a:lnTo>
                    <a:pt x="123573" y="328552"/>
                  </a:lnTo>
                  <a:lnTo>
                    <a:pt x="128697" y="329850"/>
                  </a:lnTo>
                  <a:lnTo>
                    <a:pt x="133860" y="330985"/>
                  </a:lnTo>
                  <a:lnTo>
                    <a:pt x="139057" y="331956"/>
                  </a:lnTo>
                  <a:lnTo>
                    <a:pt x="144281" y="332762"/>
                  </a:lnTo>
                  <a:lnTo>
                    <a:pt x="149529" y="333402"/>
                  </a:lnTo>
                  <a:lnTo>
                    <a:pt x="154794" y="333877"/>
                  </a:lnTo>
                  <a:lnTo>
                    <a:pt x="160071" y="334184"/>
                  </a:lnTo>
                  <a:lnTo>
                    <a:pt x="165356" y="334325"/>
                  </a:lnTo>
                  <a:lnTo>
                    <a:pt x="170642" y="334298"/>
                  </a:lnTo>
                  <a:lnTo>
                    <a:pt x="175925" y="334104"/>
                  </a:lnTo>
                  <a:lnTo>
                    <a:pt x="181199" y="333744"/>
                  </a:lnTo>
                  <a:lnTo>
                    <a:pt x="186459" y="333216"/>
                  </a:lnTo>
                  <a:lnTo>
                    <a:pt x="191699" y="332523"/>
                  </a:lnTo>
                  <a:lnTo>
                    <a:pt x="196916" y="331664"/>
                  </a:lnTo>
                  <a:lnTo>
                    <a:pt x="202102" y="330641"/>
                  </a:lnTo>
                  <a:lnTo>
                    <a:pt x="207253" y="329455"/>
                  </a:lnTo>
                  <a:lnTo>
                    <a:pt x="212365" y="328106"/>
                  </a:lnTo>
                  <a:lnTo>
                    <a:pt x="217431" y="326596"/>
                  </a:lnTo>
                  <a:lnTo>
                    <a:pt x="222447" y="324927"/>
                  </a:lnTo>
                  <a:lnTo>
                    <a:pt x="227407" y="323100"/>
                  </a:lnTo>
                  <a:lnTo>
                    <a:pt x="232308" y="321117"/>
                  </a:lnTo>
                  <a:lnTo>
                    <a:pt x="237143" y="318980"/>
                  </a:lnTo>
                  <a:lnTo>
                    <a:pt x="241908" y="316691"/>
                  </a:lnTo>
                  <a:lnTo>
                    <a:pt x="246598" y="314252"/>
                  </a:lnTo>
                  <a:lnTo>
                    <a:pt x="251209" y="311667"/>
                  </a:lnTo>
                  <a:lnTo>
                    <a:pt x="255736" y="308937"/>
                  </a:lnTo>
                  <a:lnTo>
                    <a:pt x="260175" y="306066"/>
                  </a:lnTo>
                  <a:lnTo>
                    <a:pt x="264520" y="303055"/>
                  </a:lnTo>
                  <a:lnTo>
                    <a:pt x="268768" y="299909"/>
                  </a:lnTo>
                  <a:lnTo>
                    <a:pt x="272914" y="296629"/>
                  </a:lnTo>
                  <a:lnTo>
                    <a:pt x="276955" y="293221"/>
                  </a:lnTo>
                  <a:lnTo>
                    <a:pt x="280886" y="289686"/>
                  </a:lnTo>
                  <a:lnTo>
                    <a:pt x="284703" y="286029"/>
                  </a:lnTo>
                  <a:lnTo>
                    <a:pt x="288402" y="282253"/>
                  </a:lnTo>
                  <a:lnTo>
                    <a:pt x="291981" y="278362"/>
                  </a:lnTo>
                  <a:lnTo>
                    <a:pt x="295434" y="274359"/>
                  </a:lnTo>
                  <a:lnTo>
                    <a:pt x="298759" y="270250"/>
                  </a:lnTo>
                  <a:lnTo>
                    <a:pt x="301953" y="266037"/>
                  </a:lnTo>
                  <a:lnTo>
                    <a:pt x="305012" y="261725"/>
                  </a:lnTo>
                  <a:lnTo>
                    <a:pt x="307933" y="257319"/>
                  </a:lnTo>
                  <a:lnTo>
                    <a:pt x="310713" y="252823"/>
                  </a:lnTo>
                  <a:lnTo>
                    <a:pt x="313349" y="248241"/>
                  </a:lnTo>
                  <a:lnTo>
                    <a:pt x="315840" y="243578"/>
                  </a:lnTo>
                  <a:lnTo>
                    <a:pt x="318181" y="238839"/>
                  </a:lnTo>
                  <a:lnTo>
                    <a:pt x="320372" y="234028"/>
                  </a:lnTo>
                  <a:lnTo>
                    <a:pt x="322410" y="229150"/>
                  </a:lnTo>
                  <a:lnTo>
                    <a:pt x="324292" y="224210"/>
                  </a:lnTo>
                  <a:lnTo>
                    <a:pt x="326017" y="219213"/>
                  </a:lnTo>
                  <a:lnTo>
                    <a:pt x="327583" y="214164"/>
                  </a:lnTo>
                  <a:lnTo>
                    <a:pt x="328989" y="209068"/>
                  </a:lnTo>
                  <a:lnTo>
                    <a:pt x="330233" y="203930"/>
                  </a:lnTo>
                  <a:lnTo>
                    <a:pt x="331314" y="198755"/>
                  </a:lnTo>
                  <a:lnTo>
                    <a:pt x="332230" y="193549"/>
                  </a:lnTo>
                  <a:lnTo>
                    <a:pt x="332982" y="188316"/>
                  </a:lnTo>
                  <a:lnTo>
                    <a:pt x="333568" y="183063"/>
                  </a:lnTo>
                  <a:lnTo>
                    <a:pt x="333987" y="177793"/>
                  </a:lnTo>
                  <a:lnTo>
                    <a:pt x="334240" y="172513"/>
                  </a:lnTo>
                  <a:lnTo>
                    <a:pt x="334325" y="167227"/>
                  </a:lnTo>
                  <a:lnTo>
                    <a:pt x="334244" y="161941"/>
                  </a:lnTo>
                  <a:lnTo>
                    <a:pt x="333995" y="156661"/>
                  </a:lnTo>
                  <a:lnTo>
                    <a:pt x="333579" y="151391"/>
                  </a:lnTo>
                  <a:lnTo>
                    <a:pt x="332997" y="146137"/>
                  </a:lnTo>
                  <a:lnTo>
                    <a:pt x="332249" y="140904"/>
                  </a:lnTo>
                  <a:lnTo>
                    <a:pt x="331336" y="135697"/>
                  </a:lnTo>
                  <a:lnTo>
                    <a:pt x="330259" y="130521"/>
                  </a:lnTo>
                  <a:lnTo>
                    <a:pt x="329019" y="125382"/>
                  </a:lnTo>
                  <a:lnTo>
                    <a:pt x="327617" y="120285"/>
                  </a:lnTo>
                  <a:lnTo>
                    <a:pt x="326054" y="115235"/>
                  </a:lnTo>
                  <a:lnTo>
                    <a:pt x="324333" y="110237"/>
                  </a:lnTo>
                  <a:lnTo>
                    <a:pt x="322454" y="105296"/>
                  </a:lnTo>
                  <a:lnTo>
                    <a:pt x="320420" y="100416"/>
                  </a:lnTo>
                  <a:lnTo>
                    <a:pt x="318233" y="95604"/>
                  </a:lnTo>
                  <a:lnTo>
                    <a:pt x="315895" y="90863"/>
                  </a:lnTo>
                  <a:lnTo>
                    <a:pt x="313408" y="86198"/>
                  </a:lnTo>
                  <a:lnTo>
                    <a:pt x="310774" y="81614"/>
                  </a:lnTo>
                  <a:lnTo>
                    <a:pt x="307997" y="77116"/>
                  </a:lnTo>
                  <a:lnTo>
                    <a:pt x="305080" y="72708"/>
                  </a:lnTo>
                  <a:lnTo>
                    <a:pt x="302024" y="68394"/>
                  </a:lnTo>
                  <a:lnTo>
                    <a:pt x="298833" y="64179"/>
                  </a:lnTo>
                  <a:lnTo>
                    <a:pt x="295511" y="60067"/>
                  </a:lnTo>
                  <a:lnTo>
                    <a:pt x="292061" y="56062"/>
                  </a:lnTo>
                  <a:lnTo>
                    <a:pt x="288485" y="5216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123197"/>
              <a:ext cx="121327" cy="114998"/>
            </a:xfrm>
            <a:custGeom>
              <a:avLst/>
              <a:pathLst>
                <a:path w="121327" h="114998">
                  <a:moveTo>
                    <a:pt x="121327" y="0"/>
                  </a:moveTo>
                  <a:lnTo>
                    <a:pt x="0" y="114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120669"/>
              <a:ext cx="121327" cy="117526"/>
            </a:xfrm>
            <a:custGeom>
              <a:avLst/>
              <a:pathLst>
                <a:path w="121327" h="117526">
                  <a:moveTo>
                    <a:pt x="121327" y="2527"/>
                  </a:moveTo>
                  <a:lnTo>
                    <a:pt x="118880" y="0"/>
                  </a:lnTo>
                  <a:lnTo>
                    <a:pt x="0" y="1175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545258" y="1071028"/>
              <a:ext cx="118880" cy="167167"/>
            </a:xfrm>
            <a:custGeom>
              <a:avLst/>
              <a:pathLst>
                <a:path w="118880" h="167167">
                  <a:moveTo>
                    <a:pt x="118880" y="49640"/>
                  </a:moveTo>
                  <a:lnTo>
                    <a:pt x="114942" y="45786"/>
                  </a:lnTo>
                  <a:lnTo>
                    <a:pt x="110879" y="42064"/>
                  </a:lnTo>
                  <a:lnTo>
                    <a:pt x="106696" y="38478"/>
                  </a:lnTo>
                  <a:lnTo>
                    <a:pt x="102396" y="35031"/>
                  </a:lnTo>
                  <a:lnTo>
                    <a:pt x="97986" y="31728"/>
                  </a:lnTo>
                  <a:lnTo>
                    <a:pt x="93469" y="28572"/>
                  </a:lnTo>
                  <a:lnTo>
                    <a:pt x="88850" y="25567"/>
                  </a:lnTo>
                  <a:lnTo>
                    <a:pt x="84135" y="22716"/>
                  </a:lnTo>
                  <a:lnTo>
                    <a:pt x="79329" y="20021"/>
                  </a:lnTo>
                  <a:lnTo>
                    <a:pt x="74436" y="17487"/>
                  </a:lnTo>
                  <a:lnTo>
                    <a:pt x="69463" y="15115"/>
                  </a:lnTo>
                  <a:lnTo>
                    <a:pt x="64414" y="12908"/>
                  </a:lnTo>
                  <a:lnTo>
                    <a:pt x="59295" y="10869"/>
                  </a:lnTo>
                  <a:lnTo>
                    <a:pt x="54111" y="9000"/>
                  </a:lnTo>
                  <a:lnTo>
                    <a:pt x="48869" y="7302"/>
                  </a:lnTo>
                  <a:lnTo>
                    <a:pt x="43574" y="5778"/>
                  </a:lnTo>
                  <a:lnTo>
                    <a:pt x="38231" y="4430"/>
                  </a:lnTo>
                  <a:lnTo>
                    <a:pt x="32847" y="3258"/>
                  </a:lnTo>
                  <a:lnTo>
                    <a:pt x="27427" y="2265"/>
                  </a:lnTo>
                  <a:lnTo>
                    <a:pt x="21977" y="1451"/>
                  </a:lnTo>
                  <a:lnTo>
                    <a:pt x="16504" y="816"/>
                  </a:lnTo>
                  <a:lnTo>
                    <a:pt x="11012" y="363"/>
                  </a:lnTo>
                  <a:lnTo>
                    <a:pt x="550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28408" y="941493"/>
              <a:ext cx="95135" cy="167167"/>
            </a:xfrm>
            <a:custGeom>
              <a:avLst/>
              <a:pathLst>
                <a:path w="95135" h="167167">
                  <a:moveTo>
                    <a:pt x="95135" y="0"/>
                  </a:moveTo>
                  <a:lnTo>
                    <a:pt x="89513" y="94"/>
                  </a:lnTo>
                  <a:lnTo>
                    <a:pt x="83898" y="378"/>
                  </a:lnTo>
                  <a:lnTo>
                    <a:pt x="78296" y="850"/>
                  </a:lnTo>
                  <a:lnTo>
                    <a:pt x="72713" y="1510"/>
                  </a:lnTo>
                  <a:lnTo>
                    <a:pt x="67155" y="2358"/>
                  </a:lnTo>
                  <a:lnTo>
                    <a:pt x="61628" y="3392"/>
                  </a:lnTo>
                  <a:lnTo>
                    <a:pt x="56140" y="4611"/>
                  </a:lnTo>
                  <a:lnTo>
                    <a:pt x="50696" y="6015"/>
                  </a:lnTo>
                  <a:lnTo>
                    <a:pt x="45301" y="7600"/>
                  </a:lnTo>
                  <a:lnTo>
                    <a:pt x="39964" y="9366"/>
                  </a:lnTo>
                  <a:lnTo>
                    <a:pt x="34688" y="11311"/>
                  </a:lnTo>
                  <a:lnTo>
                    <a:pt x="29482" y="13432"/>
                  </a:lnTo>
                  <a:lnTo>
                    <a:pt x="24349" y="15726"/>
                  </a:lnTo>
                  <a:lnTo>
                    <a:pt x="19296" y="18192"/>
                  </a:lnTo>
                  <a:lnTo>
                    <a:pt x="14330" y="20827"/>
                  </a:lnTo>
                  <a:lnTo>
                    <a:pt x="9454" y="23627"/>
                  </a:lnTo>
                  <a:lnTo>
                    <a:pt x="4676" y="26589"/>
                  </a:lnTo>
                  <a:lnTo>
                    <a:pt x="0" y="29711"/>
                  </a:lnTo>
                  <a:lnTo>
                    <a:pt x="9513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928408" y="971204"/>
              <a:ext cx="95135" cy="137456"/>
            </a:xfrm>
            <a:custGeom>
              <a:avLst/>
              <a:pathLst>
                <a:path w="95135" h="137456">
                  <a:moveTo>
                    <a:pt x="0" y="0"/>
                  </a:moveTo>
                  <a:lnTo>
                    <a:pt x="95135" y="1374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856397" y="971204"/>
              <a:ext cx="334308" cy="304622"/>
            </a:xfrm>
            <a:custGeom>
              <a:avLst/>
              <a:pathLst>
                <a:path w="334308" h="304622">
                  <a:moveTo>
                    <a:pt x="72011" y="0"/>
                  </a:moveTo>
                  <a:lnTo>
                    <a:pt x="67708" y="3079"/>
                  </a:lnTo>
                  <a:lnTo>
                    <a:pt x="63505" y="6293"/>
                  </a:lnTo>
                  <a:lnTo>
                    <a:pt x="59406" y="9639"/>
                  </a:lnTo>
                  <a:lnTo>
                    <a:pt x="55415" y="13113"/>
                  </a:lnTo>
                  <a:lnTo>
                    <a:pt x="51536" y="16711"/>
                  </a:lnTo>
                  <a:lnTo>
                    <a:pt x="47772" y="20430"/>
                  </a:lnTo>
                  <a:lnTo>
                    <a:pt x="44129" y="24267"/>
                  </a:lnTo>
                  <a:lnTo>
                    <a:pt x="40608" y="28217"/>
                  </a:lnTo>
                  <a:lnTo>
                    <a:pt x="37214" y="32276"/>
                  </a:lnTo>
                  <a:lnTo>
                    <a:pt x="33951" y="36441"/>
                  </a:lnTo>
                  <a:lnTo>
                    <a:pt x="30821" y="40707"/>
                  </a:lnTo>
                  <a:lnTo>
                    <a:pt x="27827" y="45070"/>
                  </a:lnTo>
                  <a:lnTo>
                    <a:pt x="24973" y="49525"/>
                  </a:lnTo>
                  <a:lnTo>
                    <a:pt x="22261" y="54069"/>
                  </a:lnTo>
                  <a:lnTo>
                    <a:pt x="19695" y="58696"/>
                  </a:lnTo>
                  <a:lnTo>
                    <a:pt x="17276" y="63402"/>
                  </a:lnTo>
                  <a:lnTo>
                    <a:pt x="15008" y="68182"/>
                  </a:lnTo>
                  <a:lnTo>
                    <a:pt x="12892" y="73031"/>
                  </a:lnTo>
                  <a:lnTo>
                    <a:pt x="10930" y="77945"/>
                  </a:lnTo>
                  <a:lnTo>
                    <a:pt x="9125" y="82919"/>
                  </a:lnTo>
                  <a:lnTo>
                    <a:pt x="7478" y="87947"/>
                  </a:lnTo>
                  <a:lnTo>
                    <a:pt x="5991" y="93025"/>
                  </a:lnTo>
                  <a:lnTo>
                    <a:pt x="4666" y="98148"/>
                  </a:lnTo>
                  <a:lnTo>
                    <a:pt x="3503" y="103310"/>
                  </a:lnTo>
                  <a:lnTo>
                    <a:pt x="2505" y="108506"/>
                  </a:lnTo>
                  <a:lnTo>
                    <a:pt x="1671" y="113731"/>
                  </a:lnTo>
                  <a:lnTo>
                    <a:pt x="1003" y="118979"/>
                  </a:lnTo>
                  <a:lnTo>
                    <a:pt x="501" y="124247"/>
                  </a:lnTo>
                  <a:lnTo>
                    <a:pt x="167" y="129527"/>
                  </a:lnTo>
                  <a:lnTo>
                    <a:pt x="0" y="134816"/>
                  </a:lnTo>
                  <a:lnTo>
                    <a:pt x="0" y="140107"/>
                  </a:lnTo>
                  <a:lnTo>
                    <a:pt x="167" y="145395"/>
                  </a:lnTo>
                  <a:lnTo>
                    <a:pt x="502" y="150676"/>
                  </a:lnTo>
                  <a:lnTo>
                    <a:pt x="1004" y="155943"/>
                  </a:lnTo>
                  <a:lnTo>
                    <a:pt x="1672" y="161192"/>
                  </a:lnTo>
                  <a:lnTo>
                    <a:pt x="2506" y="166417"/>
                  </a:lnTo>
                  <a:lnTo>
                    <a:pt x="3505" y="171613"/>
                  </a:lnTo>
                  <a:lnTo>
                    <a:pt x="4668" y="176774"/>
                  </a:lnTo>
                  <a:lnTo>
                    <a:pt x="5994" y="181897"/>
                  </a:lnTo>
                  <a:lnTo>
                    <a:pt x="7481" y="186975"/>
                  </a:lnTo>
                  <a:lnTo>
                    <a:pt x="9128" y="192003"/>
                  </a:lnTo>
                  <a:lnTo>
                    <a:pt x="10934" y="196976"/>
                  </a:lnTo>
                  <a:lnTo>
                    <a:pt x="12896" y="201890"/>
                  </a:lnTo>
                  <a:lnTo>
                    <a:pt x="15012" y="206740"/>
                  </a:lnTo>
                  <a:lnTo>
                    <a:pt x="17281" y="211520"/>
                  </a:lnTo>
                  <a:lnTo>
                    <a:pt x="19700" y="216225"/>
                  </a:lnTo>
                  <a:lnTo>
                    <a:pt x="22267" y="220852"/>
                  </a:lnTo>
                  <a:lnTo>
                    <a:pt x="24979" y="225396"/>
                  </a:lnTo>
                  <a:lnTo>
                    <a:pt x="27833" y="229851"/>
                  </a:lnTo>
                  <a:lnTo>
                    <a:pt x="30827" y="234214"/>
                  </a:lnTo>
                  <a:lnTo>
                    <a:pt x="33958" y="238479"/>
                  </a:lnTo>
                  <a:lnTo>
                    <a:pt x="37221" y="242644"/>
                  </a:lnTo>
                  <a:lnTo>
                    <a:pt x="40615" y="246703"/>
                  </a:lnTo>
                  <a:lnTo>
                    <a:pt x="44136" y="250653"/>
                  </a:lnTo>
                  <a:lnTo>
                    <a:pt x="47780" y="254489"/>
                  </a:lnTo>
                  <a:lnTo>
                    <a:pt x="51544" y="258208"/>
                  </a:lnTo>
                  <a:lnTo>
                    <a:pt x="55423" y="261806"/>
                  </a:lnTo>
                  <a:lnTo>
                    <a:pt x="59415" y="265279"/>
                  </a:lnTo>
                  <a:lnTo>
                    <a:pt x="63514" y="268625"/>
                  </a:lnTo>
                  <a:lnTo>
                    <a:pt x="67717" y="271839"/>
                  </a:lnTo>
                  <a:lnTo>
                    <a:pt x="72020" y="274918"/>
                  </a:lnTo>
                  <a:lnTo>
                    <a:pt x="76418" y="277860"/>
                  </a:lnTo>
                  <a:lnTo>
                    <a:pt x="80907" y="280661"/>
                  </a:lnTo>
                  <a:lnTo>
                    <a:pt x="85482" y="283318"/>
                  </a:lnTo>
                  <a:lnTo>
                    <a:pt x="90139" y="285830"/>
                  </a:lnTo>
                  <a:lnTo>
                    <a:pt x="94873" y="288193"/>
                  </a:lnTo>
                  <a:lnTo>
                    <a:pt x="99680" y="290404"/>
                  </a:lnTo>
                  <a:lnTo>
                    <a:pt x="104554" y="292463"/>
                  </a:lnTo>
                  <a:lnTo>
                    <a:pt x="109491" y="294366"/>
                  </a:lnTo>
                  <a:lnTo>
                    <a:pt x="114486" y="296112"/>
                  </a:lnTo>
                  <a:lnTo>
                    <a:pt x="119534" y="297699"/>
                  </a:lnTo>
                  <a:lnTo>
                    <a:pt x="124629" y="299126"/>
                  </a:lnTo>
                  <a:lnTo>
                    <a:pt x="129767" y="300390"/>
                  </a:lnTo>
                  <a:lnTo>
                    <a:pt x="134942" y="301492"/>
                  </a:lnTo>
                  <a:lnTo>
                    <a:pt x="140149" y="302429"/>
                  </a:lnTo>
                  <a:lnTo>
                    <a:pt x="145384" y="303201"/>
                  </a:lnTo>
                  <a:lnTo>
                    <a:pt x="150640" y="303806"/>
                  </a:lnTo>
                  <a:lnTo>
                    <a:pt x="155913" y="304245"/>
                  </a:lnTo>
                  <a:lnTo>
                    <a:pt x="161197" y="304517"/>
                  </a:lnTo>
                  <a:lnTo>
                    <a:pt x="166487" y="304622"/>
                  </a:lnTo>
                  <a:lnTo>
                    <a:pt x="171778" y="304559"/>
                  </a:lnTo>
                  <a:lnTo>
                    <a:pt x="177064" y="304329"/>
                  </a:lnTo>
                  <a:lnTo>
                    <a:pt x="182340" y="303931"/>
                  </a:lnTo>
                  <a:lnTo>
                    <a:pt x="187601" y="303367"/>
                  </a:lnTo>
                  <a:lnTo>
                    <a:pt x="192842" y="302636"/>
                  </a:lnTo>
                  <a:lnTo>
                    <a:pt x="198056" y="301741"/>
                  </a:lnTo>
                  <a:lnTo>
                    <a:pt x="203240" y="300680"/>
                  </a:lnTo>
                  <a:lnTo>
                    <a:pt x="208388" y="299456"/>
                  </a:lnTo>
                  <a:lnTo>
                    <a:pt x="213494" y="298070"/>
                  </a:lnTo>
                  <a:lnTo>
                    <a:pt x="218554" y="296522"/>
                  </a:lnTo>
                  <a:lnTo>
                    <a:pt x="223562" y="294816"/>
                  </a:lnTo>
                  <a:lnTo>
                    <a:pt x="228514" y="292951"/>
                  </a:lnTo>
                  <a:lnTo>
                    <a:pt x="233404" y="290931"/>
                  </a:lnTo>
                  <a:lnTo>
                    <a:pt x="238228" y="288758"/>
                  </a:lnTo>
                  <a:lnTo>
                    <a:pt x="242981" y="286432"/>
                  </a:lnTo>
                  <a:lnTo>
                    <a:pt x="247658" y="283958"/>
                  </a:lnTo>
                  <a:lnTo>
                    <a:pt x="252254" y="281336"/>
                  </a:lnTo>
                  <a:lnTo>
                    <a:pt x="256765" y="278571"/>
                  </a:lnTo>
                  <a:lnTo>
                    <a:pt x="261186" y="275664"/>
                  </a:lnTo>
                  <a:lnTo>
                    <a:pt x="265513" y="272618"/>
                  </a:lnTo>
                  <a:lnTo>
                    <a:pt x="269741" y="269438"/>
                  </a:lnTo>
                  <a:lnTo>
                    <a:pt x="273867" y="266125"/>
                  </a:lnTo>
                  <a:lnTo>
                    <a:pt x="277885" y="262683"/>
                  </a:lnTo>
                  <a:lnTo>
                    <a:pt x="281793" y="259115"/>
                  </a:lnTo>
                  <a:lnTo>
                    <a:pt x="285586" y="255426"/>
                  </a:lnTo>
                  <a:lnTo>
                    <a:pt x="289260" y="251619"/>
                  </a:lnTo>
                  <a:lnTo>
                    <a:pt x="292812" y="247697"/>
                  </a:lnTo>
                  <a:lnTo>
                    <a:pt x="296238" y="243665"/>
                  </a:lnTo>
                  <a:lnTo>
                    <a:pt x="299534" y="239526"/>
                  </a:lnTo>
                  <a:lnTo>
                    <a:pt x="302698" y="235285"/>
                  </a:lnTo>
                  <a:lnTo>
                    <a:pt x="305726" y="230946"/>
                  </a:lnTo>
                  <a:lnTo>
                    <a:pt x="308616" y="226514"/>
                  </a:lnTo>
                  <a:lnTo>
                    <a:pt x="311363" y="221992"/>
                  </a:lnTo>
                  <a:lnTo>
                    <a:pt x="313966" y="217385"/>
                  </a:lnTo>
                  <a:lnTo>
                    <a:pt x="316422" y="212699"/>
                  </a:lnTo>
                  <a:lnTo>
                    <a:pt x="318729" y="207937"/>
                  </a:lnTo>
                  <a:lnTo>
                    <a:pt x="320884" y="203104"/>
                  </a:lnTo>
                  <a:lnTo>
                    <a:pt x="322884" y="198206"/>
                  </a:lnTo>
                  <a:lnTo>
                    <a:pt x="324729" y="193247"/>
                  </a:lnTo>
                  <a:lnTo>
                    <a:pt x="326416" y="188232"/>
                  </a:lnTo>
                  <a:lnTo>
                    <a:pt x="327943" y="183166"/>
                  </a:lnTo>
                  <a:lnTo>
                    <a:pt x="329309" y="178054"/>
                  </a:lnTo>
                  <a:lnTo>
                    <a:pt x="330512" y="172902"/>
                  </a:lnTo>
                  <a:lnTo>
                    <a:pt x="331552" y="167714"/>
                  </a:lnTo>
                  <a:lnTo>
                    <a:pt x="332428" y="162495"/>
                  </a:lnTo>
                  <a:lnTo>
                    <a:pt x="333137" y="157252"/>
                  </a:lnTo>
                  <a:lnTo>
                    <a:pt x="333681" y="151989"/>
                  </a:lnTo>
                  <a:lnTo>
                    <a:pt x="334057" y="146711"/>
                  </a:lnTo>
                  <a:lnTo>
                    <a:pt x="334266" y="141424"/>
                  </a:lnTo>
                  <a:lnTo>
                    <a:pt x="334308" y="136133"/>
                  </a:lnTo>
                  <a:lnTo>
                    <a:pt x="334183" y="130844"/>
                  </a:lnTo>
                  <a:lnTo>
                    <a:pt x="333890" y="125561"/>
                  </a:lnTo>
                  <a:lnTo>
                    <a:pt x="333430" y="120290"/>
                  </a:lnTo>
                  <a:lnTo>
                    <a:pt x="332803" y="115036"/>
                  </a:lnTo>
                  <a:lnTo>
                    <a:pt x="332011" y="109804"/>
                  </a:lnTo>
                  <a:lnTo>
                    <a:pt x="331053" y="104601"/>
                  </a:lnTo>
                  <a:lnTo>
                    <a:pt x="329931" y="99430"/>
                  </a:lnTo>
                  <a:lnTo>
                    <a:pt x="328646" y="94297"/>
                  </a:lnTo>
                  <a:lnTo>
                    <a:pt x="327199" y="89208"/>
                  </a:lnTo>
                  <a:lnTo>
                    <a:pt x="325592" y="84166"/>
                  </a:lnTo>
                  <a:lnTo>
                    <a:pt x="323826" y="79179"/>
                  </a:lnTo>
                  <a:lnTo>
                    <a:pt x="321904" y="74249"/>
                  </a:lnTo>
                  <a:lnTo>
                    <a:pt x="319826" y="69383"/>
                  </a:lnTo>
                  <a:lnTo>
                    <a:pt x="317595" y="64585"/>
                  </a:lnTo>
                  <a:lnTo>
                    <a:pt x="315213" y="59860"/>
                  </a:lnTo>
                  <a:lnTo>
                    <a:pt x="312684" y="55213"/>
                  </a:lnTo>
                  <a:lnTo>
                    <a:pt x="310008" y="50649"/>
                  </a:lnTo>
                  <a:lnTo>
                    <a:pt x="307189" y="46171"/>
                  </a:lnTo>
                  <a:lnTo>
                    <a:pt x="304230" y="41785"/>
                  </a:lnTo>
                  <a:lnTo>
                    <a:pt x="301134" y="37494"/>
                  </a:lnTo>
                  <a:lnTo>
                    <a:pt x="297903" y="33304"/>
                  </a:lnTo>
                  <a:lnTo>
                    <a:pt x="294541" y="29218"/>
                  </a:lnTo>
                  <a:lnTo>
                    <a:pt x="291052" y="25240"/>
                  </a:lnTo>
                  <a:lnTo>
                    <a:pt x="287438" y="21375"/>
                  </a:lnTo>
                  <a:lnTo>
                    <a:pt x="283705" y="17626"/>
                  </a:lnTo>
                  <a:lnTo>
                    <a:pt x="279854" y="13998"/>
                  </a:lnTo>
                  <a:lnTo>
                    <a:pt x="275890" y="10492"/>
                  </a:lnTo>
                  <a:lnTo>
                    <a:pt x="271818" y="7115"/>
                  </a:lnTo>
                  <a:lnTo>
                    <a:pt x="167146" y="1374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023544" y="941493"/>
              <a:ext cx="104671" cy="167167"/>
            </a:xfrm>
            <a:custGeom>
              <a:avLst/>
              <a:pathLst>
                <a:path w="104671" h="167167">
                  <a:moveTo>
                    <a:pt x="104671" y="36826"/>
                  </a:moveTo>
                  <a:lnTo>
                    <a:pt x="100203" y="33360"/>
                  </a:lnTo>
                  <a:lnTo>
                    <a:pt x="95619" y="30047"/>
                  </a:lnTo>
                  <a:lnTo>
                    <a:pt x="90927" y="26892"/>
                  </a:lnTo>
                  <a:lnTo>
                    <a:pt x="86130" y="23896"/>
                  </a:lnTo>
                  <a:lnTo>
                    <a:pt x="81235" y="21065"/>
                  </a:lnTo>
                  <a:lnTo>
                    <a:pt x="76247" y="18401"/>
                  </a:lnTo>
                  <a:lnTo>
                    <a:pt x="71171" y="15907"/>
                  </a:lnTo>
                  <a:lnTo>
                    <a:pt x="66014" y="13586"/>
                  </a:lnTo>
                  <a:lnTo>
                    <a:pt x="60782" y="11441"/>
                  </a:lnTo>
                  <a:lnTo>
                    <a:pt x="55480" y="9475"/>
                  </a:lnTo>
                  <a:lnTo>
                    <a:pt x="50114" y="7688"/>
                  </a:lnTo>
                  <a:lnTo>
                    <a:pt x="44692" y="6084"/>
                  </a:lnTo>
                  <a:lnTo>
                    <a:pt x="39218" y="4665"/>
                  </a:lnTo>
                  <a:lnTo>
                    <a:pt x="33699" y="3431"/>
                  </a:lnTo>
                  <a:lnTo>
                    <a:pt x="28141" y="2385"/>
                  </a:lnTo>
                  <a:lnTo>
                    <a:pt x="22552" y="1528"/>
                  </a:lnTo>
                  <a:lnTo>
                    <a:pt x="16936" y="860"/>
                  </a:lnTo>
                  <a:lnTo>
                    <a:pt x="11301" y="382"/>
                  </a:lnTo>
                  <a:lnTo>
                    <a:pt x="5654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19055" y="941493"/>
              <a:ext cx="167160" cy="187348"/>
            </a:xfrm>
            <a:custGeom>
              <a:avLst/>
              <a:pathLst>
                <a:path w="167160" h="187348">
                  <a:moveTo>
                    <a:pt x="167160" y="0"/>
                  </a:moveTo>
                  <a:lnTo>
                    <a:pt x="161722" y="88"/>
                  </a:lnTo>
                  <a:lnTo>
                    <a:pt x="156290" y="353"/>
                  </a:lnTo>
                  <a:lnTo>
                    <a:pt x="150870" y="795"/>
                  </a:lnTo>
                  <a:lnTo>
                    <a:pt x="145466" y="1413"/>
                  </a:lnTo>
                  <a:lnTo>
                    <a:pt x="140086" y="2207"/>
                  </a:lnTo>
                  <a:lnTo>
                    <a:pt x="134734" y="3175"/>
                  </a:lnTo>
                  <a:lnTo>
                    <a:pt x="129417" y="4316"/>
                  </a:lnTo>
                  <a:lnTo>
                    <a:pt x="124139" y="5630"/>
                  </a:lnTo>
                  <a:lnTo>
                    <a:pt x="118907" y="7115"/>
                  </a:lnTo>
                  <a:lnTo>
                    <a:pt x="113727" y="8769"/>
                  </a:lnTo>
                  <a:lnTo>
                    <a:pt x="108602" y="10591"/>
                  </a:lnTo>
                  <a:lnTo>
                    <a:pt x="103540" y="12579"/>
                  </a:lnTo>
                  <a:lnTo>
                    <a:pt x="98545" y="14730"/>
                  </a:lnTo>
                  <a:lnTo>
                    <a:pt x="93623" y="17043"/>
                  </a:lnTo>
                  <a:lnTo>
                    <a:pt x="88778" y="19514"/>
                  </a:lnTo>
                  <a:lnTo>
                    <a:pt x="84017" y="22142"/>
                  </a:lnTo>
                  <a:lnTo>
                    <a:pt x="79343" y="24924"/>
                  </a:lnTo>
                  <a:lnTo>
                    <a:pt x="74763" y="27856"/>
                  </a:lnTo>
                  <a:lnTo>
                    <a:pt x="70280" y="30935"/>
                  </a:lnTo>
                  <a:lnTo>
                    <a:pt x="65900" y="34158"/>
                  </a:lnTo>
                  <a:lnTo>
                    <a:pt x="61626" y="37523"/>
                  </a:lnTo>
                  <a:lnTo>
                    <a:pt x="57465" y="41024"/>
                  </a:lnTo>
                  <a:lnTo>
                    <a:pt x="53420" y="44659"/>
                  </a:lnTo>
                  <a:lnTo>
                    <a:pt x="49495" y="48424"/>
                  </a:lnTo>
                  <a:lnTo>
                    <a:pt x="45695" y="52314"/>
                  </a:lnTo>
                  <a:lnTo>
                    <a:pt x="42023" y="56326"/>
                  </a:lnTo>
                  <a:lnTo>
                    <a:pt x="38483" y="60456"/>
                  </a:lnTo>
                  <a:lnTo>
                    <a:pt x="35080" y="64698"/>
                  </a:lnTo>
                  <a:lnTo>
                    <a:pt x="31817" y="69049"/>
                  </a:lnTo>
                  <a:lnTo>
                    <a:pt x="28697" y="73503"/>
                  </a:lnTo>
                  <a:lnTo>
                    <a:pt x="25723" y="78057"/>
                  </a:lnTo>
                  <a:lnTo>
                    <a:pt x="22900" y="82705"/>
                  </a:lnTo>
                  <a:lnTo>
                    <a:pt x="20228" y="87442"/>
                  </a:lnTo>
                  <a:lnTo>
                    <a:pt x="17713" y="92264"/>
                  </a:lnTo>
                  <a:lnTo>
                    <a:pt x="15355" y="97165"/>
                  </a:lnTo>
                  <a:lnTo>
                    <a:pt x="13159" y="102140"/>
                  </a:lnTo>
                  <a:lnTo>
                    <a:pt x="11125" y="107184"/>
                  </a:lnTo>
                  <a:lnTo>
                    <a:pt x="9256" y="112291"/>
                  </a:lnTo>
                  <a:lnTo>
                    <a:pt x="7555" y="117457"/>
                  </a:lnTo>
                  <a:lnTo>
                    <a:pt x="6022" y="122675"/>
                  </a:lnTo>
                  <a:lnTo>
                    <a:pt x="4660" y="127940"/>
                  </a:lnTo>
                  <a:lnTo>
                    <a:pt x="3470" y="133247"/>
                  </a:lnTo>
                  <a:lnTo>
                    <a:pt x="2453" y="138590"/>
                  </a:lnTo>
                  <a:lnTo>
                    <a:pt x="1611" y="143963"/>
                  </a:lnTo>
                  <a:lnTo>
                    <a:pt x="944" y="149360"/>
                  </a:lnTo>
                  <a:lnTo>
                    <a:pt x="452" y="154776"/>
                  </a:lnTo>
                  <a:lnTo>
                    <a:pt x="138" y="160206"/>
                  </a:lnTo>
                  <a:lnTo>
                    <a:pt x="0" y="165643"/>
                  </a:lnTo>
                  <a:lnTo>
                    <a:pt x="38" y="171081"/>
                  </a:lnTo>
                  <a:lnTo>
                    <a:pt x="254" y="176515"/>
                  </a:lnTo>
                  <a:lnTo>
                    <a:pt x="647" y="181940"/>
                  </a:lnTo>
                  <a:lnTo>
                    <a:pt x="1215" y="18734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20271" y="1108660"/>
              <a:ext cx="165944" cy="20181"/>
            </a:xfrm>
            <a:custGeom>
              <a:avLst/>
              <a:pathLst>
                <a:path w="165944" h="20181">
                  <a:moveTo>
                    <a:pt x="0" y="20181"/>
                  </a:moveTo>
                  <a:lnTo>
                    <a:pt x="1659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320271" y="1108660"/>
              <a:ext cx="165944" cy="164406"/>
            </a:xfrm>
            <a:custGeom>
              <a:avLst/>
              <a:pathLst>
                <a:path w="165944" h="164406">
                  <a:moveTo>
                    <a:pt x="0" y="20181"/>
                  </a:moveTo>
                  <a:lnTo>
                    <a:pt x="743" y="25564"/>
                  </a:lnTo>
                  <a:lnTo>
                    <a:pt x="1661" y="30919"/>
                  </a:lnTo>
                  <a:lnTo>
                    <a:pt x="2753" y="36243"/>
                  </a:lnTo>
                  <a:lnTo>
                    <a:pt x="4017" y="41527"/>
                  </a:lnTo>
                  <a:lnTo>
                    <a:pt x="5452" y="46768"/>
                  </a:lnTo>
                  <a:lnTo>
                    <a:pt x="7057" y="51960"/>
                  </a:lnTo>
                  <a:lnTo>
                    <a:pt x="8830" y="57096"/>
                  </a:lnTo>
                  <a:lnTo>
                    <a:pt x="10769" y="62173"/>
                  </a:lnTo>
                  <a:lnTo>
                    <a:pt x="12871" y="67183"/>
                  </a:lnTo>
                  <a:lnTo>
                    <a:pt x="15136" y="72123"/>
                  </a:lnTo>
                  <a:lnTo>
                    <a:pt x="17560" y="76986"/>
                  </a:lnTo>
                  <a:lnTo>
                    <a:pt x="20140" y="81768"/>
                  </a:lnTo>
                  <a:lnTo>
                    <a:pt x="22875" y="86464"/>
                  </a:lnTo>
                  <a:lnTo>
                    <a:pt x="25761" y="91068"/>
                  </a:lnTo>
                  <a:lnTo>
                    <a:pt x="28795" y="95576"/>
                  </a:lnTo>
                  <a:lnTo>
                    <a:pt x="31973" y="99983"/>
                  </a:lnTo>
                  <a:lnTo>
                    <a:pt x="35294" y="104285"/>
                  </a:lnTo>
                  <a:lnTo>
                    <a:pt x="38752" y="108476"/>
                  </a:lnTo>
                  <a:lnTo>
                    <a:pt x="42345" y="112553"/>
                  </a:lnTo>
                  <a:lnTo>
                    <a:pt x="46069" y="116510"/>
                  </a:lnTo>
                  <a:lnTo>
                    <a:pt x="49919" y="120345"/>
                  </a:lnTo>
                  <a:lnTo>
                    <a:pt x="53891" y="124052"/>
                  </a:lnTo>
                  <a:lnTo>
                    <a:pt x="57982" y="127629"/>
                  </a:lnTo>
                  <a:lnTo>
                    <a:pt x="62188" y="131070"/>
                  </a:lnTo>
                  <a:lnTo>
                    <a:pt x="66502" y="134373"/>
                  </a:lnTo>
                  <a:lnTo>
                    <a:pt x="70922" y="137534"/>
                  </a:lnTo>
                  <a:lnTo>
                    <a:pt x="75443" y="140550"/>
                  </a:lnTo>
                  <a:lnTo>
                    <a:pt x="80058" y="143417"/>
                  </a:lnTo>
                  <a:lnTo>
                    <a:pt x="84765" y="146133"/>
                  </a:lnTo>
                  <a:lnTo>
                    <a:pt x="89558" y="148694"/>
                  </a:lnTo>
                  <a:lnTo>
                    <a:pt x="94431" y="151098"/>
                  </a:lnTo>
                  <a:lnTo>
                    <a:pt x="99379" y="153342"/>
                  </a:lnTo>
                  <a:lnTo>
                    <a:pt x="104398" y="155425"/>
                  </a:lnTo>
                  <a:lnTo>
                    <a:pt x="109482" y="157343"/>
                  </a:lnTo>
                  <a:lnTo>
                    <a:pt x="114626" y="159095"/>
                  </a:lnTo>
                  <a:lnTo>
                    <a:pt x="119824" y="160679"/>
                  </a:lnTo>
                  <a:lnTo>
                    <a:pt x="125071" y="162093"/>
                  </a:lnTo>
                  <a:lnTo>
                    <a:pt x="130361" y="163336"/>
                  </a:lnTo>
                  <a:lnTo>
                    <a:pt x="135688" y="164406"/>
                  </a:lnTo>
                  <a:lnTo>
                    <a:pt x="16594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55959" y="941493"/>
              <a:ext cx="197421" cy="334326"/>
            </a:xfrm>
            <a:custGeom>
              <a:avLst/>
              <a:pathLst>
                <a:path w="197421" h="334326">
                  <a:moveTo>
                    <a:pt x="0" y="331574"/>
                  </a:moveTo>
                  <a:lnTo>
                    <a:pt x="5268" y="332456"/>
                  </a:lnTo>
                  <a:lnTo>
                    <a:pt x="10562" y="333170"/>
                  </a:lnTo>
                  <a:lnTo>
                    <a:pt x="15876" y="333715"/>
                  </a:lnTo>
                  <a:lnTo>
                    <a:pt x="21205" y="334089"/>
                  </a:lnTo>
                  <a:lnTo>
                    <a:pt x="26543" y="334293"/>
                  </a:lnTo>
                  <a:lnTo>
                    <a:pt x="31885" y="334326"/>
                  </a:lnTo>
                  <a:lnTo>
                    <a:pt x="37226" y="334189"/>
                  </a:lnTo>
                  <a:lnTo>
                    <a:pt x="42559" y="333881"/>
                  </a:lnTo>
                  <a:lnTo>
                    <a:pt x="47879" y="333403"/>
                  </a:lnTo>
                  <a:lnTo>
                    <a:pt x="53182" y="332755"/>
                  </a:lnTo>
                  <a:lnTo>
                    <a:pt x="58461" y="331938"/>
                  </a:lnTo>
                  <a:lnTo>
                    <a:pt x="63712" y="330952"/>
                  </a:lnTo>
                  <a:lnTo>
                    <a:pt x="68928" y="329800"/>
                  </a:lnTo>
                  <a:lnTo>
                    <a:pt x="74104" y="328481"/>
                  </a:lnTo>
                  <a:lnTo>
                    <a:pt x="79236" y="326998"/>
                  </a:lnTo>
                  <a:lnTo>
                    <a:pt x="84318" y="325351"/>
                  </a:lnTo>
                  <a:lnTo>
                    <a:pt x="89345" y="323543"/>
                  </a:lnTo>
                  <a:lnTo>
                    <a:pt x="94311" y="321575"/>
                  </a:lnTo>
                  <a:lnTo>
                    <a:pt x="99212" y="319449"/>
                  </a:lnTo>
                  <a:lnTo>
                    <a:pt x="104043" y="317168"/>
                  </a:lnTo>
                  <a:lnTo>
                    <a:pt x="108798" y="314734"/>
                  </a:lnTo>
                  <a:lnTo>
                    <a:pt x="113473" y="312149"/>
                  </a:lnTo>
                  <a:lnTo>
                    <a:pt x="118063" y="309416"/>
                  </a:lnTo>
                  <a:lnTo>
                    <a:pt x="122563" y="306538"/>
                  </a:lnTo>
                  <a:lnTo>
                    <a:pt x="126969" y="303517"/>
                  </a:lnTo>
                  <a:lnTo>
                    <a:pt x="131277" y="300357"/>
                  </a:lnTo>
                  <a:lnTo>
                    <a:pt x="135481" y="297061"/>
                  </a:lnTo>
                  <a:lnTo>
                    <a:pt x="139578" y="293633"/>
                  </a:lnTo>
                  <a:lnTo>
                    <a:pt x="143563" y="290075"/>
                  </a:lnTo>
                  <a:lnTo>
                    <a:pt x="147432" y="286392"/>
                  </a:lnTo>
                  <a:lnTo>
                    <a:pt x="151182" y="282587"/>
                  </a:lnTo>
                  <a:lnTo>
                    <a:pt x="154808" y="278664"/>
                  </a:lnTo>
                  <a:lnTo>
                    <a:pt x="158307" y="274628"/>
                  </a:lnTo>
                  <a:lnTo>
                    <a:pt x="161675" y="270481"/>
                  </a:lnTo>
                  <a:lnTo>
                    <a:pt x="164909" y="266230"/>
                  </a:lnTo>
                  <a:lnTo>
                    <a:pt x="168006" y="261876"/>
                  </a:lnTo>
                  <a:lnTo>
                    <a:pt x="170961" y="257427"/>
                  </a:lnTo>
                  <a:lnTo>
                    <a:pt x="173774" y="252885"/>
                  </a:lnTo>
                  <a:lnTo>
                    <a:pt x="176439" y="248255"/>
                  </a:lnTo>
                  <a:lnTo>
                    <a:pt x="178955" y="243543"/>
                  </a:lnTo>
                  <a:lnTo>
                    <a:pt x="181320" y="238753"/>
                  </a:lnTo>
                  <a:lnTo>
                    <a:pt x="183530" y="233889"/>
                  </a:lnTo>
                  <a:lnTo>
                    <a:pt x="185584" y="228958"/>
                  </a:lnTo>
                  <a:lnTo>
                    <a:pt x="187479" y="223963"/>
                  </a:lnTo>
                  <a:lnTo>
                    <a:pt x="189213" y="218911"/>
                  </a:lnTo>
                  <a:lnTo>
                    <a:pt x="190785" y="213805"/>
                  </a:lnTo>
                  <a:lnTo>
                    <a:pt x="192194" y="208652"/>
                  </a:lnTo>
                  <a:lnTo>
                    <a:pt x="193437" y="203457"/>
                  </a:lnTo>
                  <a:lnTo>
                    <a:pt x="194513" y="198224"/>
                  </a:lnTo>
                  <a:lnTo>
                    <a:pt x="195421" y="192960"/>
                  </a:lnTo>
                  <a:lnTo>
                    <a:pt x="196161" y="187669"/>
                  </a:lnTo>
                  <a:lnTo>
                    <a:pt x="196731" y="182358"/>
                  </a:lnTo>
                  <a:lnTo>
                    <a:pt x="197132" y="177031"/>
                  </a:lnTo>
                  <a:lnTo>
                    <a:pt x="197362" y="171694"/>
                  </a:lnTo>
                  <a:lnTo>
                    <a:pt x="197421" y="166352"/>
                  </a:lnTo>
                  <a:lnTo>
                    <a:pt x="197310" y="161011"/>
                  </a:lnTo>
                  <a:lnTo>
                    <a:pt x="197028" y="155677"/>
                  </a:lnTo>
                  <a:lnTo>
                    <a:pt x="196575" y="150354"/>
                  </a:lnTo>
                  <a:lnTo>
                    <a:pt x="195953" y="145048"/>
                  </a:lnTo>
                  <a:lnTo>
                    <a:pt x="195162" y="139765"/>
                  </a:lnTo>
                  <a:lnTo>
                    <a:pt x="194202" y="134510"/>
                  </a:lnTo>
                  <a:lnTo>
                    <a:pt x="193075" y="129288"/>
                  </a:lnTo>
                  <a:lnTo>
                    <a:pt x="191781" y="124105"/>
                  </a:lnTo>
                  <a:lnTo>
                    <a:pt x="190323" y="118966"/>
                  </a:lnTo>
                  <a:lnTo>
                    <a:pt x="188701" y="113876"/>
                  </a:lnTo>
                  <a:lnTo>
                    <a:pt x="186918" y="108840"/>
                  </a:lnTo>
                  <a:lnTo>
                    <a:pt x="184974" y="103865"/>
                  </a:lnTo>
                  <a:lnTo>
                    <a:pt x="182872" y="98953"/>
                  </a:lnTo>
                  <a:lnTo>
                    <a:pt x="180615" y="94112"/>
                  </a:lnTo>
                  <a:lnTo>
                    <a:pt x="178204" y="89345"/>
                  </a:lnTo>
                  <a:lnTo>
                    <a:pt x="175642" y="84657"/>
                  </a:lnTo>
                  <a:lnTo>
                    <a:pt x="172931" y="80054"/>
                  </a:lnTo>
                  <a:lnTo>
                    <a:pt x="170075" y="75540"/>
                  </a:lnTo>
                  <a:lnTo>
                    <a:pt x="167076" y="71119"/>
                  </a:lnTo>
                  <a:lnTo>
                    <a:pt x="163937" y="66796"/>
                  </a:lnTo>
                  <a:lnTo>
                    <a:pt x="160662" y="62576"/>
                  </a:lnTo>
                  <a:lnTo>
                    <a:pt x="157253" y="58463"/>
                  </a:lnTo>
                  <a:lnTo>
                    <a:pt x="153715" y="54460"/>
                  </a:lnTo>
                  <a:lnTo>
                    <a:pt x="150051" y="50573"/>
                  </a:lnTo>
                  <a:lnTo>
                    <a:pt x="146264" y="46805"/>
                  </a:lnTo>
                  <a:lnTo>
                    <a:pt x="142359" y="43160"/>
                  </a:lnTo>
                  <a:lnTo>
                    <a:pt x="138339" y="39641"/>
                  </a:lnTo>
                  <a:lnTo>
                    <a:pt x="134209" y="36253"/>
                  </a:lnTo>
                  <a:lnTo>
                    <a:pt x="129973" y="32998"/>
                  </a:lnTo>
                  <a:lnTo>
                    <a:pt x="125636" y="29880"/>
                  </a:lnTo>
                  <a:lnTo>
                    <a:pt x="121200" y="26903"/>
                  </a:lnTo>
                  <a:lnTo>
                    <a:pt x="116672" y="24069"/>
                  </a:lnTo>
                  <a:lnTo>
                    <a:pt x="112056" y="21380"/>
                  </a:lnTo>
                  <a:lnTo>
                    <a:pt x="107356" y="18841"/>
                  </a:lnTo>
                  <a:lnTo>
                    <a:pt x="102577" y="16453"/>
                  </a:lnTo>
                  <a:lnTo>
                    <a:pt x="97724" y="14220"/>
                  </a:lnTo>
                  <a:lnTo>
                    <a:pt x="92803" y="12142"/>
                  </a:lnTo>
                  <a:lnTo>
                    <a:pt x="87818" y="10222"/>
                  </a:lnTo>
                  <a:lnTo>
                    <a:pt x="82774" y="8463"/>
                  </a:lnTo>
                  <a:lnTo>
                    <a:pt x="77676" y="6866"/>
                  </a:lnTo>
                  <a:lnTo>
                    <a:pt x="72530" y="5433"/>
                  </a:lnTo>
                  <a:lnTo>
                    <a:pt x="67340" y="4165"/>
                  </a:lnTo>
                  <a:lnTo>
                    <a:pt x="62113" y="3063"/>
                  </a:lnTo>
                  <a:lnTo>
                    <a:pt x="56853" y="2129"/>
                  </a:lnTo>
                  <a:lnTo>
                    <a:pt x="51567" y="1363"/>
                  </a:lnTo>
                  <a:lnTo>
                    <a:pt x="46258" y="767"/>
                  </a:lnTo>
                  <a:lnTo>
                    <a:pt x="40933" y="341"/>
                  </a:lnTo>
                  <a:lnTo>
                    <a:pt x="35597" y="85"/>
                  </a:lnTo>
                  <a:lnTo>
                    <a:pt x="30256" y="0"/>
                  </a:lnTo>
                  <a:lnTo>
                    <a:pt x="302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797338" y="1071028"/>
              <a:ext cx="167162" cy="328283"/>
            </a:xfrm>
            <a:custGeom>
              <a:avLst/>
              <a:pathLst>
                <a:path w="167162" h="328283">
                  <a:moveTo>
                    <a:pt x="167162" y="0"/>
                  </a:moveTo>
                  <a:lnTo>
                    <a:pt x="161829" y="85"/>
                  </a:lnTo>
                  <a:lnTo>
                    <a:pt x="156502" y="340"/>
                  </a:lnTo>
                  <a:lnTo>
                    <a:pt x="151185" y="765"/>
                  </a:lnTo>
                  <a:lnTo>
                    <a:pt x="145885" y="1359"/>
                  </a:lnTo>
                  <a:lnTo>
                    <a:pt x="140606" y="2122"/>
                  </a:lnTo>
                  <a:lnTo>
                    <a:pt x="135354" y="3054"/>
                  </a:lnTo>
                  <a:lnTo>
                    <a:pt x="130135" y="4152"/>
                  </a:lnTo>
                  <a:lnTo>
                    <a:pt x="124953" y="5416"/>
                  </a:lnTo>
                  <a:lnTo>
                    <a:pt x="119814" y="6845"/>
                  </a:lnTo>
                  <a:lnTo>
                    <a:pt x="114724" y="8437"/>
                  </a:lnTo>
                  <a:lnTo>
                    <a:pt x="109686" y="10191"/>
                  </a:lnTo>
                  <a:lnTo>
                    <a:pt x="104708" y="12104"/>
                  </a:lnTo>
                  <a:lnTo>
                    <a:pt x="99793" y="14176"/>
                  </a:lnTo>
                  <a:lnTo>
                    <a:pt x="94946" y="16403"/>
                  </a:lnTo>
                  <a:lnTo>
                    <a:pt x="90173" y="18784"/>
                  </a:lnTo>
                  <a:lnTo>
                    <a:pt x="85479" y="21315"/>
                  </a:lnTo>
                  <a:lnTo>
                    <a:pt x="80867" y="23995"/>
                  </a:lnTo>
                  <a:lnTo>
                    <a:pt x="76344" y="26821"/>
                  </a:lnTo>
                  <a:lnTo>
                    <a:pt x="71913" y="29790"/>
                  </a:lnTo>
                  <a:lnTo>
                    <a:pt x="67578" y="32899"/>
                  </a:lnTo>
                  <a:lnTo>
                    <a:pt x="63346" y="36144"/>
                  </a:lnTo>
                  <a:lnTo>
                    <a:pt x="59219" y="39523"/>
                  </a:lnTo>
                  <a:lnTo>
                    <a:pt x="55201" y="43031"/>
                  </a:lnTo>
                  <a:lnTo>
                    <a:pt x="51298" y="46666"/>
                  </a:lnTo>
                  <a:lnTo>
                    <a:pt x="47513" y="50424"/>
                  </a:lnTo>
                  <a:lnTo>
                    <a:pt x="43849" y="54300"/>
                  </a:lnTo>
                  <a:lnTo>
                    <a:pt x="40312" y="58292"/>
                  </a:lnTo>
                  <a:lnTo>
                    <a:pt x="36903" y="62394"/>
                  </a:lnTo>
                  <a:lnTo>
                    <a:pt x="33627" y="66603"/>
                  </a:lnTo>
                  <a:lnTo>
                    <a:pt x="30486" y="70914"/>
                  </a:lnTo>
                  <a:lnTo>
                    <a:pt x="27485" y="75324"/>
                  </a:lnTo>
                  <a:lnTo>
                    <a:pt x="24626" y="79826"/>
                  </a:lnTo>
                  <a:lnTo>
                    <a:pt x="21912" y="84418"/>
                  </a:lnTo>
                  <a:lnTo>
                    <a:pt x="19346" y="89094"/>
                  </a:lnTo>
                  <a:lnTo>
                    <a:pt x="16931" y="93849"/>
                  </a:lnTo>
                  <a:lnTo>
                    <a:pt x="14668" y="98679"/>
                  </a:lnTo>
                  <a:lnTo>
                    <a:pt x="12561" y="103579"/>
                  </a:lnTo>
                  <a:lnTo>
                    <a:pt x="10611" y="108544"/>
                  </a:lnTo>
                  <a:lnTo>
                    <a:pt x="8821" y="113568"/>
                  </a:lnTo>
                  <a:lnTo>
                    <a:pt x="7191" y="118647"/>
                  </a:lnTo>
                  <a:lnTo>
                    <a:pt x="5725" y="123775"/>
                  </a:lnTo>
                  <a:lnTo>
                    <a:pt x="4423" y="128947"/>
                  </a:lnTo>
                  <a:lnTo>
                    <a:pt x="3286" y="134158"/>
                  </a:lnTo>
                  <a:lnTo>
                    <a:pt x="2317" y="139403"/>
                  </a:lnTo>
                  <a:lnTo>
                    <a:pt x="1515" y="144676"/>
                  </a:lnTo>
                  <a:lnTo>
                    <a:pt x="882" y="149972"/>
                  </a:lnTo>
                  <a:lnTo>
                    <a:pt x="418" y="155286"/>
                  </a:lnTo>
                  <a:lnTo>
                    <a:pt x="124" y="160611"/>
                  </a:lnTo>
                  <a:lnTo>
                    <a:pt x="0" y="165944"/>
                  </a:lnTo>
                  <a:lnTo>
                    <a:pt x="46" y="171277"/>
                  </a:lnTo>
                  <a:lnTo>
                    <a:pt x="262" y="176606"/>
                  </a:lnTo>
                  <a:lnTo>
                    <a:pt x="648" y="181926"/>
                  </a:lnTo>
                  <a:lnTo>
                    <a:pt x="1203" y="187231"/>
                  </a:lnTo>
                  <a:lnTo>
                    <a:pt x="1928" y="192515"/>
                  </a:lnTo>
                  <a:lnTo>
                    <a:pt x="2821" y="197774"/>
                  </a:lnTo>
                  <a:lnTo>
                    <a:pt x="3881" y="203001"/>
                  </a:lnTo>
                  <a:lnTo>
                    <a:pt x="5107" y="208192"/>
                  </a:lnTo>
                  <a:lnTo>
                    <a:pt x="6498" y="213341"/>
                  </a:lnTo>
                  <a:lnTo>
                    <a:pt x="8053" y="218443"/>
                  </a:lnTo>
                  <a:lnTo>
                    <a:pt x="9770" y="223493"/>
                  </a:lnTo>
                  <a:lnTo>
                    <a:pt x="11647" y="228485"/>
                  </a:lnTo>
                  <a:lnTo>
                    <a:pt x="13682" y="233415"/>
                  </a:lnTo>
                  <a:lnTo>
                    <a:pt x="15874" y="238278"/>
                  </a:lnTo>
                  <a:lnTo>
                    <a:pt x="18220" y="243068"/>
                  </a:lnTo>
                  <a:lnTo>
                    <a:pt x="20717" y="247781"/>
                  </a:lnTo>
                  <a:lnTo>
                    <a:pt x="23363" y="252412"/>
                  </a:lnTo>
                  <a:lnTo>
                    <a:pt x="26156" y="256956"/>
                  </a:lnTo>
                  <a:lnTo>
                    <a:pt x="29092" y="261409"/>
                  </a:lnTo>
                  <a:lnTo>
                    <a:pt x="32169" y="265766"/>
                  </a:lnTo>
                  <a:lnTo>
                    <a:pt x="35383" y="270022"/>
                  </a:lnTo>
                  <a:lnTo>
                    <a:pt x="38732" y="274174"/>
                  </a:lnTo>
                  <a:lnTo>
                    <a:pt x="42211" y="278217"/>
                  </a:lnTo>
                  <a:lnTo>
                    <a:pt x="45817" y="282146"/>
                  </a:lnTo>
                  <a:lnTo>
                    <a:pt x="49547" y="285959"/>
                  </a:lnTo>
                  <a:lnTo>
                    <a:pt x="53397" y="289651"/>
                  </a:lnTo>
                  <a:lnTo>
                    <a:pt x="57362" y="293218"/>
                  </a:lnTo>
                  <a:lnTo>
                    <a:pt x="61439" y="296656"/>
                  </a:lnTo>
                  <a:lnTo>
                    <a:pt x="65624" y="299963"/>
                  </a:lnTo>
                  <a:lnTo>
                    <a:pt x="69912" y="303135"/>
                  </a:lnTo>
                  <a:lnTo>
                    <a:pt x="74299" y="306168"/>
                  </a:lnTo>
                  <a:lnTo>
                    <a:pt x="78781" y="309060"/>
                  </a:lnTo>
                  <a:lnTo>
                    <a:pt x="83353" y="311808"/>
                  </a:lnTo>
                  <a:lnTo>
                    <a:pt x="88010" y="314408"/>
                  </a:lnTo>
                  <a:lnTo>
                    <a:pt x="92747" y="316858"/>
                  </a:lnTo>
                  <a:lnTo>
                    <a:pt x="97561" y="319156"/>
                  </a:lnTo>
                  <a:lnTo>
                    <a:pt x="102445" y="321299"/>
                  </a:lnTo>
                  <a:lnTo>
                    <a:pt x="107395" y="323285"/>
                  </a:lnTo>
                  <a:lnTo>
                    <a:pt x="112406" y="325112"/>
                  </a:lnTo>
                  <a:lnTo>
                    <a:pt x="117473" y="326779"/>
                  </a:lnTo>
                  <a:lnTo>
                    <a:pt x="122590" y="32828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19928" y="1238196"/>
              <a:ext cx="44572" cy="161115"/>
            </a:xfrm>
            <a:custGeom>
              <a:avLst/>
              <a:pathLst>
                <a:path w="44572" h="161115">
                  <a:moveTo>
                    <a:pt x="0" y="161115"/>
                  </a:moveTo>
                  <a:lnTo>
                    <a:pt x="4457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19928" y="1072100"/>
              <a:ext cx="211719" cy="333247"/>
            </a:xfrm>
            <a:custGeom>
              <a:avLst/>
              <a:pathLst>
                <a:path w="211719" h="333247">
                  <a:moveTo>
                    <a:pt x="0" y="327211"/>
                  </a:moveTo>
                  <a:lnTo>
                    <a:pt x="5181" y="328556"/>
                  </a:lnTo>
                  <a:lnTo>
                    <a:pt x="10402" y="329733"/>
                  </a:lnTo>
                  <a:lnTo>
                    <a:pt x="15659" y="330743"/>
                  </a:lnTo>
                  <a:lnTo>
                    <a:pt x="20945" y="331585"/>
                  </a:lnTo>
                  <a:lnTo>
                    <a:pt x="26255" y="332256"/>
                  </a:lnTo>
                  <a:lnTo>
                    <a:pt x="31584" y="332758"/>
                  </a:lnTo>
                  <a:lnTo>
                    <a:pt x="36927" y="333088"/>
                  </a:lnTo>
                  <a:lnTo>
                    <a:pt x="42277" y="333247"/>
                  </a:lnTo>
                  <a:lnTo>
                    <a:pt x="47630" y="333235"/>
                  </a:lnTo>
                  <a:lnTo>
                    <a:pt x="52980" y="333051"/>
                  </a:lnTo>
                  <a:lnTo>
                    <a:pt x="58321" y="332697"/>
                  </a:lnTo>
                  <a:lnTo>
                    <a:pt x="63647" y="332171"/>
                  </a:lnTo>
                  <a:lnTo>
                    <a:pt x="68955" y="331475"/>
                  </a:lnTo>
                  <a:lnTo>
                    <a:pt x="74237" y="330610"/>
                  </a:lnTo>
                  <a:lnTo>
                    <a:pt x="79489" y="329576"/>
                  </a:lnTo>
                  <a:lnTo>
                    <a:pt x="84705" y="328374"/>
                  </a:lnTo>
                  <a:lnTo>
                    <a:pt x="89880" y="327006"/>
                  </a:lnTo>
                  <a:lnTo>
                    <a:pt x="95008" y="325473"/>
                  </a:lnTo>
                  <a:lnTo>
                    <a:pt x="100085" y="323776"/>
                  </a:lnTo>
                  <a:lnTo>
                    <a:pt x="105105" y="321918"/>
                  </a:lnTo>
                  <a:lnTo>
                    <a:pt x="110063" y="319900"/>
                  </a:lnTo>
                  <a:lnTo>
                    <a:pt x="114953" y="317725"/>
                  </a:lnTo>
                  <a:lnTo>
                    <a:pt x="119772" y="315394"/>
                  </a:lnTo>
                  <a:lnTo>
                    <a:pt x="124513" y="312909"/>
                  </a:lnTo>
                  <a:lnTo>
                    <a:pt x="129173" y="310275"/>
                  </a:lnTo>
                  <a:lnTo>
                    <a:pt x="133745" y="307492"/>
                  </a:lnTo>
                  <a:lnTo>
                    <a:pt x="138227" y="304565"/>
                  </a:lnTo>
                  <a:lnTo>
                    <a:pt x="142612" y="301495"/>
                  </a:lnTo>
                  <a:lnTo>
                    <a:pt x="146896" y="298287"/>
                  </a:lnTo>
                  <a:lnTo>
                    <a:pt x="151076" y="294943"/>
                  </a:lnTo>
                  <a:lnTo>
                    <a:pt x="155147" y="291468"/>
                  </a:lnTo>
                  <a:lnTo>
                    <a:pt x="159104" y="287863"/>
                  </a:lnTo>
                  <a:lnTo>
                    <a:pt x="162944" y="284134"/>
                  </a:lnTo>
                  <a:lnTo>
                    <a:pt x="166662" y="280283"/>
                  </a:lnTo>
                  <a:lnTo>
                    <a:pt x="170256" y="276316"/>
                  </a:lnTo>
                  <a:lnTo>
                    <a:pt x="173720" y="272236"/>
                  </a:lnTo>
                  <a:lnTo>
                    <a:pt x="177052" y="268047"/>
                  </a:lnTo>
                  <a:lnTo>
                    <a:pt x="180248" y="263753"/>
                  </a:lnTo>
                  <a:lnTo>
                    <a:pt x="183305" y="259359"/>
                  </a:lnTo>
                  <a:lnTo>
                    <a:pt x="186220" y="254869"/>
                  </a:lnTo>
                  <a:lnTo>
                    <a:pt x="188989" y="250289"/>
                  </a:lnTo>
                  <a:lnTo>
                    <a:pt x="191611" y="245622"/>
                  </a:lnTo>
                  <a:lnTo>
                    <a:pt x="194082" y="240874"/>
                  </a:lnTo>
                  <a:lnTo>
                    <a:pt x="196399" y="236049"/>
                  </a:lnTo>
                  <a:lnTo>
                    <a:pt x="198561" y="231152"/>
                  </a:lnTo>
                  <a:lnTo>
                    <a:pt x="200565" y="226189"/>
                  </a:lnTo>
                  <a:lnTo>
                    <a:pt x="202409" y="221163"/>
                  </a:lnTo>
                  <a:lnTo>
                    <a:pt x="204091" y="216082"/>
                  </a:lnTo>
                  <a:lnTo>
                    <a:pt x="205610" y="210949"/>
                  </a:lnTo>
                  <a:lnTo>
                    <a:pt x="206963" y="205770"/>
                  </a:lnTo>
                  <a:lnTo>
                    <a:pt x="208150" y="200551"/>
                  </a:lnTo>
                  <a:lnTo>
                    <a:pt x="209169" y="195296"/>
                  </a:lnTo>
                  <a:lnTo>
                    <a:pt x="210020" y="190011"/>
                  </a:lnTo>
                  <a:lnTo>
                    <a:pt x="210701" y="184702"/>
                  </a:lnTo>
                  <a:lnTo>
                    <a:pt x="211211" y="179374"/>
                  </a:lnTo>
                  <a:lnTo>
                    <a:pt x="211551" y="174032"/>
                  </a:lnTo>
                  <a:lnTo>
                    <a:pt x="211719" y="168682"/>
                  </a:lnTo>
                  <a:lnTo>
                    <a:pt x="211716" y="163329"/>
                  </a:lnTo>
                  <a:lnTo>
                    <a:pt x="211542" y="157979"/>
                  </a:lnTo>
                  <a:lnTo>
                    <a:pt x="211197" y="152638"/>
                  </a:lnTo>
                  <a:lnTo>
                    <a:pt x="210681" y="147310"/>
                  </a:lnTo>
                  <a:lnTo>
                    <a:pt x="209994" y="142002"/>
                  </a:lnTo>
                  <a:lnTo>
                    <a:pt x="209138" y="136718"/>
                  </a:lnTo>
                  <a:lnTo>
                    <a:pt x="208113" y="131464"/>
                  </a:lnTo>
                  <a:lnTo>
                    <a:pt x="206920" y="126246"/>
                  </a:lnTo>
                  <a:lnTo>
                    <a:pt x="205561" y="121069"/>
                  </a:lnTo>
                  <a:lnTo>
                    <a:pt x="204037" y="115937"/>
                  </a:lnTo>
                  <a:lnTo>
                    <a:pt x="202349" y="110858"/>
                  </a:lnTo>
                  <a:lnTo>
                    <a:pt x="200500" y="105835"/>
                  </a:lnTo>
                  <a:lnTo>
                    <a:pt x="198491" y="100873"/>
                  </a:lnTo>
                  <a:lnTo>
                    <a:pt x="196324" y="95979"/>
                  </a:lnTo>
                  <a:lnTo>
                    <a:pt x="194001" y="91156"/>
                  </a:lnTo>
                  <a:lnTo>
                    <a:pt x="191525" y="86411"/>
                  </a:lnTo>
                  <a:lnTo>
                    <a:pt x="188899" y="81747"/>
                  </a:lnTo>
                  <a:lnTo>
                    <a:pt x="186124" y="77169"/>
                  </a:lnTo>
                  <a:lnTo>
                    <a:pt x="183205" y="72683"/>
                  </a:lnTo>
                  <a:lnTo>
                    <a:pt x="180143" y="68292"/>
                  </a:lnTo>
                  <a:lnTo>
                    <a:pt x="176942" y="64002"/>
                  </a:lnTo>
                  <a:lnTo>
                    <a:pt x="173606" y="59816"/>
                  </a:lnTo>
                  <a:lnTo>
                    <a:pt x="170137" y="55740"/>
                  </a:lnTo>
                  <a:lnTo>
                    <a:pt x="166539" y="51776"/>
                  </a:lnTo>
                  <a:lnTo>
                    <a:pt x="162817" y="47930"/>
                  </a:lnTo>
                  <a:lnTo>
                    <a:pt x="158973" y="44205"/>
                  </a:lnTo>
                  <a:lnTo>
                    <a:pt x="155012" y="40605"/>
                  </a:lnTo>
                  <a:lnTo>
                    <a:pt x="150938" y="37133"/>
                  </a:lnTo>
                  <a:lnTo>
                    <a:pt x="146754" y="33794"/>
                  </a:lnTo>
                  <a:lnTo>
                    <a:pt x="142466" y="30590"/>
                  </a:lnTo>
                  <a:lnTo>
                    <a:pt x="138077" y="27525"/>
                  </a:lnTo>
                  <a:lnTo>
                    <a:pt x="133593" y="24603"/>
                  </a:lnTo>
                  <a:lnTo>
                    <a:pt x="129017" y="21825"/>
                  </a:lnTo>
                  <a:lnTo>
                    <a:pt x="124355" y="19196"/>
                  </a:lnTo>
                  <a:lnTo>
                    <a:pt x="119611" y="16717"/>
                  </a:lnTo>
                  <a:lnTo>
                    <a:pt x="114790" y="14391"/>
                  </a:lnTo>
                  <a:lnTo>
                    <a:pt x="109897" y="12220"/>
                  </a:lnTo>
                  <a:lnTo>
                    <a:pt x="104937" y="10208"/>
                  </a:lnTo>
                  <a:lnTo>
                    <a:pt x="99915" y="8355"/>
                  </a:lnTo>
                  <a:lnTo>
                    <a:pt x="94837" y="6664"/>
                  </a:lnTo>
                  <a:lnTo>
                    <a:pt x="89707" y="5136"/>
                  </a:lnTo>
                  <a:lnTo>
                    <a:pt x="84530" y="3774"/>
                  </a:lnTo>
                  <a:lnTo>
                    <a:pt x="79313" y="2578"/>
                  </a:lnTo>
                  <a:lnTo>
                    <a:pt x="74060" y="1549"/>
                  </a:lnTo>
                  <a:lnTo>
                    <a:pt x="68777" y="690"/>
                  </a:lnTo>
                  <a:lnTo>
                    <a:pt x="63469" y="0"/>
                  </a:lnTo>
                  <a:lnTo>
                    <a:pt x="44572" y="1660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64501" y="1071028"/>
              <a:ext cx="18896" cy="167167"/>
            </a:xfrm>
            <a:custGeom>
              <a:avLst/>
              <a:pathLst>
                <a:path w="18896" h="167167">
                  <a:moveTo>
                    <a:pt x="18896" y="1071"/>
                  </a:moveTo>
                  <a:lnTo>
                    <a:pt x="9463" y="26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73309" y="1322571"/>
              <a:ext cx="115410" cy="167167"/>
            </a:xfrm>
            <a:custGeom>
              <a:avLst/>
              <a:pathLst>
                <a:path w="115410" h="167167">
                  <a:moveTo>
                    <a:pt x="115410" y="0"/>
                  </a:moveTo>
                  <a:lnTo>
                    <a:pt x="109873" y="91"/>
                  </a:lnTo>
                  <a:lnTo>
                    <a:pt x="104341" y="366"/>
                  </a:lnTo>
                  <a:lnTo>
                    <a:pt x="98822" y="825"/>
                  </a:lnTo>
                  <a:lnTo>
                    <a:pt x="93321" y="1465"/>
                  </a:lnTo>
                  <a:lnTo>
                    <a:pt x="87844" y="2288"/>
                  </a:lnTo>
                  <a:lnTo>
                    <a:pt x="82398" y="3292"/>
                  </a:lnTo>
                  <a:lnTo>
                    <a:pt x="76987" y="4475"/>
                  </a:lnTo>
                  <a:lnTo>
                    <a:pt x="71619" y="5837"/>
                  </a:lnTo>
                  <a:lnTo>
                    <a:pt x="66299" y="7376"/>
                  </a:lnTo>
                  <a:lnTo>
                    <a:pt x="61033" y="9091"/>
                  </a:lnTo>
                  <a:lnTo>
                    <a:pt x="55826" y="10979"/>
                  </a:lnTo>
                  <a:lnTo>
                    <a:pt x="50685" y="13038"/>
                  </a:lnTo>
                  <a:lnTo>
                    <a:pt x="45615" y="15267"/>
                  </a:lnTo>
                  <a:lnTo>
                    <a:pt x="40621" y="17663"/>
                  </a:lnTo>
                  <a:lnTo>
                    <a:pt x="35710" y="20222"/>
                  </a:lnTo>
                  <a:lnTo>
                    <a:pt x="30886" y="22943"/>
                  </a:lnTo>
                  <a:lnTo>
                    <a:pt x="26155" y="25822"/>
                  </a:lnTo>
                  <a:lnTo>
                    <a:pt x="21522" y="28856"/>
                  </a:lnTo>
                  <a:lnTo>
                    <a:pt x="16992" y="32042"/>
                  </a:lnTo>
                  <a:lnTo>
                    <a:pt x="12570" y="35376"/>
                  </a:lnTo>
                  <a:lnTo>
                    <a:pt x="8260" y="38855"/>
                  </a:lnTo>
                  <a:lnTo>
                    <a:pt x="4069" y="42475"/>
                  </a:lnTo>
                  <a:lnTo>
                    <a:pt x="0" y="46232"/>
                  </a:lnTo>
                  <a:lnTo>
                    <a:pt x="11541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73309" y="1368804"/>
              <a:ext cx="115410" cy="120934"/>
            </a:xfrm>
            <a:custGeom>
              <a:avLst/>
              <a:pathLst>
                <a:path w="115410" h="120934">
                  <a:moveTo>
                    <a:pt x="0" y="0"/>
                  </a:moveTo>
                  <a:lnTo>
                    <a:pt x="115410" y="120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321570" y="1353232"/>
              <a:ext cx="334315" cy="303671"/>
            </a:xfrm>
            <a:custGeom>
              <a:avLst/>
              <a:pathLst>
                <a:path w="334315" h="303671">
                  <a:moveTo>
                    <a:pt x="51739" y="15572"/>
                  </a:moveTo>
                  <a:lnTo>
                    <a:pt x="47970" y="19284"/>
                  </a:lnTo>
                  <a:lnTo>
                    <a:pt x="44320" y="23115"/>
                  </a:lnTo>
                  <a:lnTo>
                    <a:pt x="40793" y="27058"/>
                  </a:lnTo>
                  <a:lnTo>
                    <a:pt x="37393" y="31112"/>
                  </a:lnTo>
                  <a:lnTo>
                    <a:pt x="34123" y="35271"/>
                  </a:lnTo>
                  <a:lnTo>
                    <a:pt x="30986" y="39531"/>
                  </a:lnTo>
                  <a:lnTo>
                    <a:pt x="27985" y="43889"/>
                  </a:lnTo>
                  <a:lnTo>
                    <a:pt x="25124" y="48339"/>
                  </a:lnTo>
                  <a:lnTo>
                    <a:pt x="22405" y="52878"/>
                  </a:lnTo>
                  <a:lnTo>
                    <a:pt x="19831" y="57500"/>
                  </a:lnTo>
                  <a:lnTo>
                    <a:pt x="17405" y="62202"/>
                  </a:lnTo>
                  <a:lnTo>
                    <a:pt x="15128" y="66978"/>
                  </a:lnTo>
                  <a:lnTo>
                    <a:pt x="13004" y="71823"/>
                  </a:lnTo>
                  <a:lnTo>
                    <a:pt x="11034" y="76734"/>
                  </a:lnTo>
                  <a:lnTo>
                    <a:pt x="9221" y="81704"/>
                  </a:lnTo>
                  <a:lnTo>
                    <a:pt x="7566" y="86729"/>
                  </a:lnTo>
                  <a:lnTo>
                    <a:pt x="6071" y="91804"/>
                  </a:lnTo>
                  <a:lnTo>
                    <a:pt x="4737" y="96924"/>
                  </a:lnTo>
                  <a:lnTo>
                    <a:pt x="3565" y="102083"/>
                  </a:lnTo>
                  <a:lnTo>
                    <a:pt x="2558" y="107277"/>
                  </a:lnTo>
                  <a:lnTo>
                    <a:pt x="1715" y="112500"/>
                  </a:lnTo>
                  <a:lnTo>
                    <a:pt x="1039" y="117748"/>
                  </a:lnTo>
                  <a:lnTo>
                    <a:pt x="528" y="123014"/>
                  </a:lnTo>
                  <a:lnTo>
                    <a:pt x="185" y="128293"/>
                  </a:lnTo>
                  <a:lnTo>
                    <a:pt x="8" y="133581"/>
                  </a:lnTo>
                  <a:lnTo>
                    <a:pt x="0" y="138872"/>
                  </a:lnTo>
                  <a:lnTo>
                    <a:pt x="158" y="144160"/>
                  </a:lnTo>
                  <a:lnTo>
                    <a:pt x="484" y="149441"/>
                  </a:lnTo>
                  <a:lnTo>
                    <a:pt x="977" y="154708"/>
                  </a:lnTo>
                  <a:lnTo>
                    <a:pt x="1636" y="159958"/>
                  </a:lnTo>
                  <a:lnTo>
                    <a:pt x="2461" y="165184"/>
                  </a:lnTo>
                  <a:lnTo>
                    <a:pt x="3451" y="170381"/>
                  </a:lnTo>
                  <a:lnTo>
                    <a:pt x="4605" y="175545"/>
                  </a:lnTo>
                  <a:lnTo>
                    <a:pt x="5922" y="180669"/>
                  </a:lnTo>
                  <a:lnTo>
                    <a:pt x="7400" y="185749"/>
                  </a:lnTo>
                  <a:lnTo>
                    <a:pt x="9038" y="190779"/>
                  </a:lnTo>
                  <a:lnTo>
                    <a:pt x="10835" y="195756"/>
                  </a:lnTo>
                  <a:lnTo>
                    <a:pt x="12788" y="200673"/>
                  </a:lnTo>
                  <a:lnTo>
                    <a:pt x="14896" y="205525"/>
                  </a:lnTo>
                  <a:lnTo>
                    <a:pt x="17156" y="210309"/>
                  </a:lnTo>
                  <a:lnTo>
                    <a:pt x="19567" y="215019"/>
                  </a:lnTo>
                  <a:lnTo>
                    <a:pt x="22125" y="219650"/>
                  </a:lnTo>
                  <a:lnTo>
                    <a:pt x="24829" y="224197"/>
                  </a:lnTo>
                  <a:lnTo>
                    <a:pt x="27675" y="228657"/>
                  </a:lnTo>
                  <a:lnTo>
                    <a:pt x="30661" y="233025"/>
                  </a:lnTo>
                  <a:lnTo>
                    <a:pt x="33784" y="237296"/>
                  </a:lnTo>
                  <a:lnTo>
                    <a:pt x="37040" y="241466"/>
                  </a:lnTo>
                  <a:lnTo>
                    <a:pt x="40427" y="245530"/>
                  </a:lnTo>
                  <a:lnTo>
                    <a:pt x="43941" y="249486"/>
                  </a:lnTo>
                  <a:lnTo>
                    <a:pt x="47577" y="253328"/>
                  </a:lnTo>
                  <a:lnTo>
                    <a:pt x="51334" y="257054"/>
                  </a:lnTo>
                  <a:lnTo>
                    <a:pt x="55207" y="260658"/>
                  </a:lnTo>
                  <a:lnTo>
                    <a:pt x="59192" y="264139"/>
                  </a:lnTo>
                  <a:lnTo>
                    <a:pt x="63285" y="267491"/>
                  </a:lnTo>
                  <a:lnTo>
                    <a:pt x="67482" y="270712"/>
                  </a:lnTo>
                  <a:lnTo>
                    <a:pt x="71779" y="273799"/>
                  </a:lnTo>
                  <a:lnTo>
                    <a:pt x="76171" y="276749"/>
                  </a:lnTo>
                  <a:lnTo>
                    <a:pt x="80655" y="279557"/>
                  </a:lnTo>
                  <a:lnTo>
                    <a:pt x="85225" y="282223"/>
                  </a:lnTo>
                  <a:lnTo>
                    <a:pt x="89877" y="284742"/>
                  </a:lnTo>
                  <a:lnTo>
                    <a:pt x="94607" y="287114"/>
                  </a:lnTo>
                  <a:lnTo>
                    <a:pt x="99409" y="289334"/>
                  </a:lnTo>
                  <a:lnTo>
                    <a:pt x="104279" y="291401"/>
                  </a:lnTo>
                  <a:lnTo>
                    <a:pt x="109213" y="293313"/>
                  </a:lnTo>
                  <a:lnTo>
                    <a:pt x="114204" y="295068"/>
                  </a:lnTo>
                  <a:lnTo>
                    <a:pt x="119248" y="296664"/>
                  </a:lnTo>
                  <a:lnTo>
                    <a:pt x="124340" y="298100"/>
                  </a:lnTo>
                  <a:lnTo>
                    <a:pt x="129475" y="299373"/>
                  </a:lnTo>
                  <a:lnTo>
                    <a:pt x="134648" y="300484"/>
                  </a:lnTo>
                  <a:lnTo>
                    <a:pt x="139854" y="301430"/>
                  </a:lnTo>
                  <a:lnTo>
                    <a:pt x="145086" y="302212"/>
                  </a:lnTo>
                  <a:lnTo>
                    <a:pt x="150341" y="302827"/>
                  </a:lnTo>
                  <a:lnTo>
                    <a:pt x="155613" y="303275"/>
                  </a:lnTo>
                  <a:lnTo>
                    <a:pt x="160896" y="303557"/>
                  </a:lnTo>
                  <a:lnTo>
                    <a:pt x="166185" y="303671"/>
                  </a:lnTo>
                  <a:lnTo>
                    <a:pt x="171476" y="303618"/>
                  </a:lnTo>
                  <a:lnTo>
                    <a:pt x="176762" y="303398"/>
                  </a:lnTo>
                  <a:lnTo>
                    <a:pt x="182039" y="303010"/>
                  </a:lnTo>
                  <a:lnTo>
                    <a:pt x="187300" y="302455"/>
                  </a:lnTo>
                  <a:lnTo>
                    <a:pt x="192542" y="301734"/>
                  </a:lnTo>
                  <a:lnTo>
                    <a:pt x="197758" y="300848"/>
                  </a:lnTo>
                  <a:lnTo>
                    <a:pt x="202943" y="299797"/>
                  </a:lnTo>
                  <a:lnTo>
                    <a:pt x="208092" y="298583"/>
                  </a:lnTo>
                  <a:lnTo>
                    <a:pt x="213201" y="297206"/>
                  </a:lnTo>
                  <a:lnTo>
                    <a:pt x="218263" y="295668"/>
                  </a:lnTo>
                  <a:lnTo>
                    <a:pt x="223274" y="293971"/>
                  </a:lnTo>
                  <a:lnTo>
                    <a:pt x="228229" y="292116"/>
                  </a:lnTo>
                  <a:lnTo>
                    <a:pt x="233123" y="290105"/>
                  </a:lnTo>
                  <a:lnTo>
                    <a:pt x="237950" y="287941"/>
                  </a:lnTo>
                  <a:lnTo>
                    <a:pt x="242707" y="285624"/>
                  </a:lnTo>
                  <a:lnTo>
                    <a:pt x="247388" y="283159"/>
                  </a:lnTo>
                  <a:lnTo>
                    <a:pt x="251989" y="280546"/>
                  </a:lnTo>
                  <a:lnTo>
                    <a:pt x="256504" y="277789"/>
                  </a:lnTo>
                  <a:lnTo>
                    <a:pt x="260931" y="274891"/>
                  </a:lnTo>
                  <a:lnTo>
                    <a:pt x="265263" y="271854"/>
                  </a:lnTo>
                  <a:lnTo>
                    <a:pt x="269497" y="268681"/>
                  </a:lnTo>
                  <a:lnTo>
                    <a:pt x="273628" y="265376"/>
                  </a:lnTo>
                  <a:lnTo>
                    <a:pt x="277653" y="261942"/>
                  </a:lnTo>
                  <a:lnTo>
                    <a:pt x="281567" y="258382"/>
                  </a:lnTo>
                  <a:lnTo>
                    <a:pt x="285367" y="254701"/>
                  </a:lnTo>
                  <a:lnTo>
                    <a:pt x="289048" y="250901"/>
                  </a:lnTo>
                  <a:lnTo>
                    <a:pt x="292607" y="246986"/>
                  </a:lnTo>
                  <a:lnTo>
                    <a:pt x="296040" y="242960"/>
                  </a:lnTo>
                  <a:lnTo>
                    <a:pt x="299344" y="238828"/>
                  </a:lnTo>
                  <a:lnTo>
                    <a:pt x="302516" y="234594"/>
                  </a:lnTo>
                  <a:lnTo>
                    <a:pt x="305552" y="230261"/>
                  </a:lnTo>
                  <a:lnTo>
                    <a:pt x="308450" y="225834"/>
                  </a:lnTo>
                  <a:lnTo>
                    <a:pt x="311206" y="221318"/>
                  </a:lnTo>
                  <a:lnTo>
                    <a:pt x="313818" y="216717"/>
                  </a:lnTo>
                  <a:lnTo>
                    <a:pt x="316282" y="212035"/>
                  </a:lnTo>
                  <a:lnTo>
                    <a:pt x="318598" y="207278"/>
                  </a:lnTo>
                  <a:lnTo>
                    <a:pt x="320761" y="202450"/>
                  </a:lnTo>
                  <a:lnTo>
                    <a:pt x="322771" y="197556"/>
                  </a:lnTo>
                  <a:lnTo>
                    <a:pt x="324625" y="192601"/>
                  </a:lnTo>
                  <a:lnTo>
                    <a:pt x="326322" y="187589"/>
                  </a:lnTo>
                  <a:lnTo>
                    <a:pt x="327858" y="182527"/>
                  </a:lnTo>
                  <a:lnTo>
                    <a:pt x="329234" y="177418"/>
                  </a:lnTo>
                  <a:lnTo>
                    <a:pt x="330448" y="172268"/>
                  </a:lnTo>
                  <a:lnTo>
                    <a:pt x="331498" y="167083"/>
                  </a:lnTo>
                  <a:lnTo>
                    <a:pt x="332383" y="161867"/>
                  </a:lnTo>
                  <a:lnTo>
                    <a:pt x="333103" y="156625"/>
                  </a:lnTo>
                  <a:lnTo>
                    <a:pt x="333656" y="151363"/>
                  </a:lnTo>
                  <a:lnTo>
                    <a:pt x="334043" y="146087"/>
                  </a:lnTo>
                  <a:lnTo>
                    <a:pt x="334262" y="140801"/>
                  </a:lnTo>
                  <a:lnTo>
                    <a:pt x="334315" y="135510"/>
                  </a:lnTo>
                  <a:lnTo>
                    <a:pt x="334199" y="130221"/>
                  </a:lnTo>
                  <a:lnTo>
                    <a:pt x="333917" y="124938"/>
                  </a:lnTo>
                  <a:lnTo>
                    <a:pt x="333467" y="119666"/>
                  </a:lnTo>
                  <a:lnTo>
                    <a:pt x="332851" y="114411"/>
                  </a:lnTo>
                  <a:lnTo>
                    <a:pt x="332069" y="109179"/>
                  </a:lnTo>
                  <a:lnTo>
                    <a:pt x="331121" y="103974"/>
                  </a:lnTo>
                  <a:lnTo>
                    <a:pt x="330010" y="98801"/>
                  </a:lnTo>
                  <a:lnTo>
                    <a:pt x="328735" y="93666"/>
                  </a:lnTo>
                  <a:lnTo>
                    <a:pt x="327298" y="88574"/>
                  </a:lnTo>
                  <a:lnTo>
                    <a:pt x="325701" y="83530"/>
                  </a:lnTo>
                  <a:lnTo>
                    <a:pt x="323945" y="78539"/>
                  </a:lnTo>
                  <a:lnTo>
                    <a:pt x="322033" y="73607"/>
                  </a:lnTo>
                  <a:lnTo>
                    <a:pt x="319964" y="68737"/>
                  </a:lnTo>
                  <a:lnTo>
                    <a:pt x="317743" y="63935"/>
                  </a:lnTo>
                  <a:lnTo>
                    <a:pt x="315371" y="59206"/>
                  </a:lnTo>
                  <a:lnTo>
                    <a:pt x="312851" y="54554"/>
                  </a:lnTo>
                  <a:lnTo>
                    <a:pt x="310184" y="49984"/>
                  </a:lnTo>
                  <a:lnTo>
                    <a:pt x="307375" y="45501"/>
                  </a:lnTo>
                  <a:lnTo>
                    <a:pt x="304425" y="41109"/>
                  </a:lnTo>
                  <a:lnTo>
                    <a:pt x="301337" y="36813"/>
                  </a:lnTo>
                  <a:lnTo>
                    <a:pt x="298115" y="32616"/>
                  </a:lnTo>
                  <a:lnTo>
                    <a:pt x="294762" y="28524"/>
                  </a:lnTo>
                  <a:lnTo>
                    <a:pt x="291281" y="24540"/>
                  </a:lnTo>
                  <a:lnTo>
                    <a:pt x="287675" y="20668"/>
                  </a:lnTo>
                  <a:lnTo>
                    <a:pt x="283949" y="16912"/>
                  </a:lnTo>
                  <a:lnTo>
                    <a:pt x="280106" y="13276"/>
                  </a:lnTo>
                  <a:lnTo>
                    <a:pt x="276150" y="9763"/>
                  </a:lnTo>
                  <a:lnTo>
                    <a:pt x="272084" y="6377"/>
                  </a:lnTo>
                  <a:lnTo>
                    <a:pt x="267914" y="3121"/>
                  </a:lnTo>
                  <a:lnTo>
                    <a:pt x="263642" y="0"/>
                  </a:lnTo>
                  <a:lnTo>
                    <a:pt x="167150" y="1365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488720" y="1322571"/>
              <a:ext cx="96492" cy="167167"/>
            </a:xfrm>
            <a:custGeom>
              <a:avLst/>
              <a:pathLst>
                <a:path w="96492" h="167167">
                  <a:moveTo>
                    <a:pt x="96492" y="30660"/>
                  </a:moveTo>
                  <a:lnTo>
                    <a:pt x="91770" y="27442"/>
                  </a:lnTo>
                  <a:lnTo>
                    <a:pt x="86941" y="24387"/>
                  </a:lnTo>
                  <a:lnTo>
                    <a:pt x="82010" y="21499"/>
                  </a:lnTo>
                  <a:lnTo>
                    <a:pt x="76984" y="18781"/>
                  </a:lnTo>
                  <a:lnTo>
                    <a:pt x="71867" y="16236"/>
                  </a:lnTo>
                  <a:lnTo>
                    <a:pt x="66667" y="13868"/>
                  </a:lnTo>
                  <a:lnTo>
                    <a:pt x="61388" y="11679"/>
                  </a:lnTo>
                  <a:lnTo>
                    <a:pt x="56038" y="9672"/>
                  </a:lnTo>
                  <a:lnTo>
                    <a:pt x="50623" y="7849"/>
                  </a:lnTo>
                  <a:lnTo>
                    <a:pt x="45148" y="6212"/>
                  </a:lnTo>
                  <a:lnTo>
                    <a:pt x="39620" y="4763"/>
                  </a:lnTo>
                  <a:lnTo>
                    <a:pt x="34047" y="3503"/>
                  </a:lnTo>
                  <a:lnTo>
                    <a:pt x="28433" y="2435"/>
                  </a:lnTo>
                  <a:lnTo>
                    <a:pt x="22786" y="1560"/>
                  </a:lnTo>
                  <a:lnTo>
                    <a:pt x="17113" y="878"/>
                  </a:lnTo>
                  <a:lnTo>
                    <a:pt x="11420" y="390"/>
                  </a:lnTo>
                  <a:lnTo>
                    <a:pt x="5713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3464" y="1681503"/>
              <a:ext cx="83060" cy="167167"/>
            </a:xfrm>
            <a:custGeom>
              <a:avLst/>
              <a:pathLst>
                <a:path w="83060" h="167167">
                  <a:moveTo>
                    <a:pt x="83060" y="0"/>
                  </a:moveTo>
                  <a:lnTo>
                    <a:pt x="77266" y="100"/>
                  </a:lnTo>
                  <a:lnTo>
                    <a:pt x="71479" y="401"/>
                  </a:lnTo>
                  <a:lnTo>
                    <a:pt x="65706" y="903"/>
                  </a:lnTo>
                  <a:lnTo>
                    <a:pt x="59954" y="1604"/>
                  </a:lnTo>
                  <a:lnTo>
                    <a:pt x="54230" y="2504"/>
                  </a:lnTo>
                  <a:lnTo>
                    <a:pt x="48540" y="3602"/>
                  </a:lnTo>
                  <a:lnTo>
                    <a:pt x="42892" y="4897"/>
                  </a:lnTo>
                  <a:lnTo>
                    <a:pt x="37292" y="6387"/>
                  </a:lnTo>
                  <a:lnTo>
                    <a:pt x="31747" y="8070"/>
                  </a:lnTo>
                  <a:lnTo>
                    <a:pt x="26264" y="9944"/>
                  </a:lnTo>
                  <a:lnTo>
                    <a:pt x="20849" y="12007"/>
                  </a:lnTo>
                  <a:lnTo>
                    <a:pt x="15508" y="14256"/>
                  </a:lnTo>
                  <a:lnTo>
                    <a:pt x="10249" y="16689"/>
                  </a:lnTo>
                  <a:lnTo>
                    <a:pt x="5077" y="19303"/>
                  </a:lnTo>
                  <a:lnTo>
                    <a:pt x="0" y="22095"/>
                  </a:lnTo>
                  <a:lnTo>
                    <a:pt x="8306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03464" y="1703598"/>
              <a:ext cx="83060" cy="145072"/>
            </a:xfrm>
            <a:custGeom>
              <a:avLst/>
              <a:pathLst>
                <a:path w="83060" h="145072">
                  <a:moveTo>
                    <a:pt x="0" y="0"/>
                  </a:moveTo>
                  <a:lnTo>
                    <a:pt x="83060" y="145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919360" y="1681503"/>
              <a:ext cx="334318" cy="334331"/>
            </a:xfrm>
            <a:custGeom>
              <a:avLst/>
              <a:pathLst>
                <a:path w="334318" h="334331">
                  <a:moveTo>
                    <a:pt x="84104" y="22095"/>
                  </a:moveTo>
                  <a:lnTo>
                    <a:pt x="79552" y="24797"/>
                  </a:lnTo>
                  <a:lnTo>
                    <a:pt x="75089" y="27643"/>
                  </a:lnTo>
                  <a:lnTo>
                    <a:pt x="70717" y="30628"/>
                  </a:lnTo>
                  <a:lnTo>
                    <a:pt x="66443" y="33750"/>
                  </a:lnTo>
                  <a:lnTo>
                    <a:pt x="62269" y="37005"/>
                  </a:lnTo>
                  <a:lnTo>
                    <a:pt x="58201" y="40392"/>
                  </a:lnTo>
                  <a:lnTo>
                    <a:pt x="54242" y="43905"/>
                  </a:lnTo>
                  <a:lnTo>
                    <a:pt x="50396" y="47542"/>
                  </a:lnTo>
                  <a:lnTo>
                    <a:pt x="46667" y="51299"/>
                  </a:lnTo>
                  <a:lnTo>
                    <a:pt x="43059" y="55172"/>
                  </a:lnTo>
                  <a:lnTo>
                    <a:pt x="39575" y="59158"/>
                  </a:lnTo>
                  <a:lnTo>
                    <a:pt x="36220" y="63251"/>
                  </a:lnTo>
                  <a:lnTo>
                    <a:pt x="32995" y="67449"/>
                  </a:lnTo>
                  <a:lnTo>
                    <a:pt x="29905" y="71747"/>
                  </a:lnTo>
                  <a:lnTo>
                    <a:pt x="26953" y="76141"/>
                  </a:lnTo>
                  <a:lnTo>
                    <a:pt x="24141" y="80625"/>
                  </a:lnTo>
                  <a:lnTo>
                    <a:pt x="21473" y="85197"/>
                  </a:lnTo>
                  <a:lnTo>
                    <a:pt x="18951" y="89851"/>
                  </a:lnTo>
                  <a:lnTo>
                    <a:pt x="16577" y="94582"/>
                  </a:lnTo>
                  <a:lnTo>
                    <a:pt x="14355" y="99386"/>
                  </a:lnTo>
                  <a:lnTo>
                    <a:pt x="12285" y="104258"/>
                  </a:lnTo>
                  <a:lnTo>
                    <a:pt x="10371" y="109193"/>
                  </a:lnTo>
                  <a:lnTo>
                    <a:pt x="8614" y="114186"/>
                  </a:lnTo>
                  <a:lnTo>
                    <a:pt x="7016" y="119233"/>
                  </a:lnTo>
                  <a:lnTo>
                    <a:pt x="5579" y="124327"/>
                  </a:lnTo>
                  <a:lnTo>
                    <a:pt x="4304" y="129464"/>
                  </a:lnTo>
                  <a:lnTo>
                    <a:pt x="3192" y="134640"/>
                  </a:lnTo>
                  <a:lnTo>
                    <a:pt x="2244" y="139847"/>
                  </a:lnTo>
                  <a:lnTo>
                    <a:pt x="1462" y="145083"/>
                  </a:lnTo>
                  <a:lnTo>
                    <a:pt x="846" y="150340"/>
                  </a:lnTo>
                  <a:lnTo>
                    <a:pt x="396" y="155614"/>
                  </a:lnTo>
                  <a:lnTo>
                    <a:pt x="114" y="160900"/>
                  </a:lnTo>
                  <a:lnTo>
                    <a:pt x="0" y="166192"/>
                  </a:lnTo>
                  <a:lnTo>
                    <a:pt x="52" y="171485"/>
                  </a:lnTo>
                  <a:lnTo>
                    <a:pt x="273" y="176774"/>
                  </a:lnTo>
                  <a:lnTo>
                    <a:pt x="661" y="182053"/>
                  </a:lnTo>
                  <a:lnTo>
                    <a:pt x="1215" y="187317"/>
                  </a:lnTo>
                  <a:lnTo>
                    <a:pt x="1937" y="192561"/>
                  </a:lnTo>
                  <a:lnTo>
                    <a:pt x="2823" y="197779"/>
                  </a:lnTo>
                  <a:lnTo>
                    <a:pt x="3875" y="202967"/>
                  </a:lnTo>
                  <a:lnTo>
                    <a:pt x="5090" y="208119"/>
                  </a:lnTo>
                  <a:lnTo>
                    <a:pt x="6468" y="213230"/>
                  </a:lnTo>
                  <a:lnTo>
                    <a:pt x="8007" y="218294"/>
                  </a:lnTo>
                  <a:lnTo>
                    <a:pt x="9706" y="223308"/>
                  </a:lnTo>
                  <a:lnTo>
                    <a:pt x="11562" y="228265"/>
                  </a:lnTo>
                  <a:lnTo>
                    <a:pt x="13574" y="233161"/>
                  </a:lnTo>
                  <a:lnTo>
                    <a:pt x="15741" y="237990"/>
                  </a:lnTo>
                  <a:lnTo>
                    <a:pt x="18059" y="242749"/>
                  </a:lnTo>
                  <a:lnTo>
                    <a:pt x="20527" y="247432"/>
                  </a:lnTo>
                  <a:lnTo>
                    <a:pt x="23142" y="252034"/>
                  </a:lnTo>
                  <a:lnTo>
                    <a:pt x="25901" y="256551"/>
                  </a:lnTo>
                  <a:lnTo>
                    <a:pt x="28801" y="260979"/>
                  </a:lnTo>
                  <a:lnTo>
                    <a:pt x="31841" y="265313"/>
                  </a:lnTo>
                  <a:lnTo>
                    <a:pt x="35016" y="269548"/>
                  </a:lnTo>
                  <a:lnTo>
                    <a:pt x="38324" y="273681"/>
                  </a:lnTo>
                  <a:lnTo>
                    <a:pt x="41761" y="277706"/>
                  </a:lnTo>
                  <a:lnTo>
                    <a:pt x="45323" y="281621"/>
                  </a:lnTo>
                  <a:lnTo>
                    <a:pt x="49008" y="285421"/>
                  </a:lnTo>
                  <a:lnTo>
                    <a:pt x="52811" y="289103"/>
                  </a:lnTo>
                  <a:lnTo>
                    <a:pt x="56729" y="292662"/>
                  </a:lnTo>
                  <a:lnTo>
                    <a:pt x="60758" y="296096"/>
                  </a:lnTo>
                  <a:lnTo>
                    <a:pt x="64893" y="299400"/>
                  </a:lnTo>
                  <a:lnTo>
                    <a:pt x="69131" y="302572"/>
                  </a:lnTo>
                  <a:lnTo>
                    <a:pt x="73467" y="305608"/>
                  </a:lnTo>
                  <a:lnTo>
                    <a:pt x="77897" y="308505"/>
                  </a:lnTo>
                  <a:lnTo>
                    <a:pt x="82417" y="311260"/>
                  </a:lnTo>
                  <a:lnTo>
                    <a:pt x="87021" y="313871"/>
                  </a:lnTo>
                  <a:lnTo>
                    <a:pt x="91706" y="316335"/>
                  </a:lnTo>
                  <a:lnTo>
                    <a:pt x="96467" y="318649"/>
                  </a:lnTo>
                  <a:lnTo>
                    <a:pt x="101298" y="320812"/>
                  </a:lnTo>
                  <a:lnTo>
                    <a:pt x="106196" y="322820"/>
                  </a:lnTo>
                  <a:lnTo>
                    <a:pt x="111155" y="324672"/>
                  </a:lnTo>
                  <a:lnTo>
                    <a:pt x="116169" y="326366"/>
                  </a:lnTo>
                  <a:lnTo>
                    <a:pt x="121235" y="327901"/>
                  </a:lnTo>
                  <a:lnTo>
                    <a:pt x="126347" y="329275"/>
                  </a:lnTo>
                  <a:lnTo>
                    <a:pt x="131500" y="330486"/>
                  </a:lnTo>
                  <a:lnTo>
                    <a:pt x="136689" y="331533"/>
                  </a:lnTo>
                  <a:lnTo>
                    <a:pt x="141908" y="332415"/>
                  </a:lnTo>
                  <a:lnTo>
                    <a:pt x="147153" y="333132"/>
                  </a:lnTo>
                  <a:lnTo>
                    <a:pt x="152417" y="333683"/>
                  </a:lnTo>
                  <a:lnTo>
                    <a:pt x="157697" y="334066"/>
                  </a:lnTo>
                  <a:lnTo>
                    <a:pt x="162985" y="334282"/>
                  </a:lnTo>
                  <a:lnTo>
                    <a:pt x="168279" y="334331"/>
                  </a:lnTo>
                  <a:lnTo>
                    <a:pt x="173570" y="334212"/>
                  </a:lnTo>
                  <a:lnTo>
                    <a:pt x="178856" y="333925"/>
                  </a:lnTo>
                  <a:lnTo>
                    <a:pt x="184130" y="333471"/>
                  </a:lnTo>
                  <a:lnTo>
                    <a:pt x="189387" y="332851"/>
                  </a:lnTo>
                  <a:lnTo>
                    <a:pt x="194621" y="332064"/>
                  </a:lnTo>
                  <a:lnTo>
                    <a:pt x="199828" y="331112"/>
                  </a:lnTo>
                  <a:lnTo>
                    <a:pt x="205002" y="329996"/>
                  </a:lnTo>
                  <a:lnTo>
                    <a:pt x="210139" y="328716"/>
                  </a:lnTo>
                  <a:lnTo>
                    <a:pt x="215232" y="327275"/>
                  </a:lnTo>
                  <a:lnTo>
                    <a:pt x="220277" y="325672"/>
                  </a:lnTo>
                  <a:lnTo>
                    <a:pt x="225269" y="323911"/>
                  </a:lnTo>
                  <a:lnTo>
                    <a:pt x="230202" y="321993"/>
                  </a:lnTo>
                  <a:lnTo>
                    <a:pt x="235072" y="319920"/>
                  </a:lnTo>
                  <a:lnTo>
                    <a:pt x="239875" y="317693"/>
                  </a:lnTo>
                  <a:lnTo>
                    <a:pt x="244604" y="315316"/>
                  </a:lnTo>
                  <a:lnTo>
                    <a:pt x="249256" y="312790"/>
                  </a:lnTo>
                  <a:lnTo>
                    <a:pt x="253825" y="310117"/>
                  </a:lnTo>
                  <a:lnTo>
                    <a:pt x="258307" y="307302"/>
                  </a:lnTo>
                  <a:lnTo>
                    <a:pt x="262698" y="304346"/>
                  </a:lnTo>
                  <a:lnTo>
                    <a:pt x="266994" y="301253"/>
                  </a:lnTo>
                  <a:lnTo>
                    <a:pt x="271189" y="298025"/>
                  </a:lnTo>
                  <a:lnTo>
                    <a:pt x="275280" y="294666"/>
                  </a:lnTo>
                  <a:lnTo>
                    <a:pt x="279262" y="291179"/>
                  </a:lnTo>
                  <a:lnTo>
                    <a:pt x="283132" y="287568"/>
                  </a:lnTo>
                  <a:lnTo>
                    <a:pt x="286886" y="283836"/>
                  </a:lnTo>
                  <a:lnTo>
                    <a:pt x="290520" y="279987"/>
                  </a:lnTo>
                  <a:lnTo>
                    <a:pt x="294030" y="276025"/>
                  </a:lnTo>
                  <a:lnTo>
                    <a:pt x="297413" y="271953"/>
                  </a:lnTo>
                  <a:lnTo>
                    <a:pt x="300665" y="267777"/>
                  </a:lnTo>
                  <a:lnTo>
                    <a:pt x="303784" y="263500"/>
                  </a:lnTo>
                  <a:lnTo>
                    <a:pt x="306765" y="259126"/>
                  </a:lnTo>
                  <a:lnTo>
                    <a:pt x="309607" y="254660"/>
                  </a:lnTo>
                  <a:lnTo>
                    <a:pt x="312305" y="250106"/>
                  </a:lnTo>
                  <a:lnTo>
                    <a:pt x="314859" y="245470"/>
                  </a:lnTo>
                  <a:lnTo>
                    <a:pt x="317264" y="240754"/>
                  </a:lnTo>
                  <a:lnTo>
                    <a:pt x="319518" y="235965"/>
                  </a:lnTo>
                  <a:lnTo>
                    <a:pt x="321620" y="231107"/>
                  </a:lnTo>
                  <a:lnTo>
                    <a:pt x="323567" y="226185"/>
                  </a:lnTo>
                  <a:lnTo>
                    <a:pt x="325357" y="221203"/>
                  </a:lnTo>
                  <a:lnTo>
                    <a:pt x="326989" y="216168"/>
                  </a:lnTo>
                  <a:lnTo>
                    <a:pt x="328460" y="211083"/>
                  </a:lnTo>
                  <a:lnTo>
                    <a:pt x="329769" y="205954"/>
                  </a:lnTo>
                  <a:lnTo>
                    <a:pt x="330916" y="200787"/>
                  </a:lnTo>
                  <a:lnTo>
                    <a:pt x="331898" y="195585"/>
                  </a:lnTo>
                  <a:lnTo>
                    <a:pt x="332715" y="190356"/>
                  </a:lnTo>
                  <a:lnTo>
                    <a:pt x="333367" y="185102"/>
                  </a:lnTo>
                  <a:lnTo>
                    <a:pt x="333851" y="179831"/>
                  </a:lnTo>
                  <a:lnTo>
                    <a:pt x="334169" y="174548"/>
                  </a:lnTo>
                  <a:lnTo>
                    <a:pt x="334318" y="169256"/>
                  </a:lnTo>
                  <a:lnTo>
                    <a:pt x="334301" y="163963"/>
                  </a:lnTo>
                  <a:lnTo>
                    <a:pt x="334116" y="158673"/>
                  </a:lnTo>
                  <a:lnTo>
                    <a:pt x="333763" y="153392"/>
                  </a:lnTo>
                  <a:lnTo>
                    <a:pt x="333243" y="148124"/>
                  </a:lnTo>
                  <a:lnTo>
                    <a:pt x="332557" y="142875"/>
                  </a:lnTo>
                  <a:lnTo>
                    <a:pt x="331705" y="137651"/>
                  </a:lnTo>
                  <a:lnTo>
                    <a:pt x="330688" y="132456"/>
                  </a:lnTo>
                  <a:lnTo>
                    <a:pt x="329507" y="127296"/>
                  </a:lnTo>
                  <a:lnTo>
                    <a:pt x="328164" y="122177"/>
                  </a:lnTo>
                  <a:lnTo>
                    <a:pt x="326658" y="117102"/>
                  </a:lnTo>
                  <a:lnTo>
                    <a:pt x="324993" y="112077"/>
                  </a:lnTo>
                  <a:lnTo>
                    <a:pt x="323170" y="107108"/>
                  </a:lnTo>
                  <a:lnTo>
                    <a:pt x="321190" y="102199"/>
                  </a:lnTo>
                  <a:lnTo>
                    <a:pt x="319056" y="97355"/>
                  </a:lnTo>
                  <a:lnTo>
                    <a:pt x="316770" y="92581"/>
                  </a:lnTo>
                  <a:lnTo>
                    <a:pt x="314333" y="87881"/>
                  </a:lnTo>
                  <a:lnTo>
                    <a:pt x="311749" y="83262"/>
                  </a:lnTo>
                  <a:lnTo>
                    <a:pt x="309020" y="78726"/>
                  </a:lnTo>
                  <a:lnTo>
                    <a:pt x="306149" y="74279"/>
                  </a:lnTo>
                  <a:lnTo>
                    <a:pt x="303139" y="69925"/>
                  </a:lnTo>
                  <a:lnTo>
                    <a:pt x="299992" y="65669"/>
                  </a:lnTo>
                  <a:lnTo>
                    <a:pt x="296712" y="61515"/>
                  </a:lnTo>
                  <a:lnTo>
                    <a:pt x="293302" y="57466"/>
                  </a:lnTo>
                  <a:lnTo>
                    <a:pt x="289765" y="53527"/>
                  </a:lnTo>
                  <a:lnTo>
                    <a:pt x="286106" y="49703"/>
                  </a:lnTo>
                  <a:lnTo>
                    <a:pt x="282327" y="45996"/>
                  </a:lnTo>
                  <a:lnTo>
                    <a:pt x="278433" y="42411"/>
                  </a:lnTo>
                  <a:lnTo>
                    <a:pt x="274427" y="38950"/>
                  </a:lnTo>
                  <a:lnTo>
                    <a:pt x="270314" y="35618"/>
                  </a:lnTo>
                  <a:lnTo>
                    <a:pt x="266098" y="32419"/>
                  </a:lnTo>
                  <a:lnTo>
                    <a:pt x="261782" y="29354"/>
                  </a:lnTo>
                  <a:lnTo>
                    <a:pt x="257371" y="26427"/>
                  </a:lnTo>
                  <a:lnTo>
                    <a:pt x="252870" y="23642"/>
                  </a:lnTo>
                  <a:lnTo>
                    <a:pt x="248283" y="21000"/>
                  </a:lnTo>
                  <a:lnTo>
                    <a:pt x="243615" y="18505"/>
                  </a:lnTo>
                  <a:lnTo>
                    <a:pt x="238869" y="16159"/>
                  </a:lnTo>
                  <a:lnTo>
                    <a:pt x="234053" y="13965"/>
                  </a:lnTo>
                  <a:lnTo>
                    <a:pt x="229169" y="11924"/>
                  </a:lnTo>
                  <a:lnTo>
                    <a:pt x="224222" y="10039"/>
                  </a:lnTo>
                  <a:lnTo>
                    <a:pt x="219219" y="8311"/>
                  </a:lnTo>
                  <a:lnTo>
                    <a:pt x="214163" y="6742"/>
                  </a:lnTo>
                  <a:lnTo>
                    <a:pt x="209061" y="5335"/>
                  </a:lnTo>
                  <a:lnTo>
                    <a:pt x="203916" y="4089"/>
                  </a:lnTo>
                  <a:lnTo>
                    <a:pt x="198734" y="3008"/>
                  </a:lnTo>
                  <a:lnTo>
                    <a:pt x="193521" y="2090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6454" y="2126963"/>
              <a:ext cx="104832" cy="167167"/>
            </a:xfrm>
            <a:custGeom>
              <a:avLst/>
              <a:pathLst>
                <a:path w="104832" h="167167">
                  <a:moveTo>
                    <a:pt x="104832" y="0"/>
                  </a:moveTo>
                  <a:lnTo>
                    <a:pt x="99168" y="96"/>
                  </a:lnTo>
                  <a:lnTo>
                    <a:pt x="93510" y="383"/>
                  </a:lnTo>
                  <a:lnTo>
                    <a:pt x="87865" y="863"/>
                  </a:lnTo>
                  <a:lnTo>
                    <a:pt x="82239" y="1533"/>
                  </a:lnTo>
                  <a:lnTo>
                    <a:pt x="76640" y="2394"/>
                  </a:lnTo>
                  <a:lnTo>
                    <a:pt x="71072" y="3444"/>
                  </a:lnTo>
                  <a:lnTo>
                    <a:pt x="65544" y="4682"/>
                  </a:lnTo>
                  <a:lnTo>
                    <a:pt x="60060" y="6107"/>
                  </a:lnTo>
                  <a:lnTo>
                    <a:pt x="54629" y="7716"/>
                  </a:lnTo>
                  <a:lnTo>
                    <a:pt x="49254" y="9509"/>
                  </a:lnTo>
                  <a:lnTo>
                    <a:pt x="43944" y="11483"/>
                  </a:lnTo>
                  <a:lnTo>
                    <a:pt x="38703" y="13635"/>
                  </a:lnTo>
                  <a:lnTo>
                    <a:pt x="33539" y="15964"/>
                  </a:lnTo>
                  <a:lnTo>
                    <a:pt x="28456" y="18467"/>
                  </a:lnTo>
                  <a:lnTo>
                    <a:pt x="23461" y="21141"/>
                  </a:lnTo>
                  <a:lnTo>
                    <a:pt x="18560" y="23982"/>
                  </a:lnTo>
                  <a:lnTo>
                    <a:pt x="13758" y="26987"/>
                  </a:lnTo>
                  <a:lnTo>
                    <a:pt x="9060" y="30154"/>
                  </a:lnTo>
                  <a:lnTo>
                    <a:pt x="4472" y="33478"/>
                  </a:lnTo>
                  <a:lnTo>
                    <a:pt x="0" y="36955"/>
                  </a:lnTo>
                  <a:lnTo>
                    <a:pt x="10483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76454" y="2163919"/>
              <a:ext cx="104832" cy="130211"/>
            </a:xfrm>
            <a:custGeom>
              <a:avLst/>
              <a:pathLst>
                <a:path w="104832" h="130211">
                  <a:moveTo>
                    <a:pt x="0" y="0"/>
                  </a:moveTo>
                  <a:lnTo>
                    <a:pt x="104832" y="1302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23" y="2127712"/>
              <a:ext cx="334318" cy="333582"/>
            </a:xfrm>
            <a:custGeom>
              <a:avLst/>
              <a:pathLst>
                <a:path w="334318" h="333582">
                  <a:moveTo>
                    <a:pt x="62331" y="36206"/>
                  </a:moveTo>
                  <a:lnTo>
                    <a:pt x="58260" y="39591"/>
                  </a:lnTo>
                  <a:lnTo>
                    <a:pt x="54299" y="43103"/>
                  </a:lnTo>
                  <a:lnTo>
                    <a:pt x="50451" y="46739"/>
                  </a:lnTo>
                  <a:lnTo>
                    <a:pt x="46720" y="50495"/>
                  </a:lnTo>
                  <a:lnTo>
                    <a:pt x="43109" y="54367"/>
                  </a:lnTo>
                  <a:lnTo>
                    <a:pt x="39623" y="58351"/>
                  </a:lnTo>
                  <a:lnTo>
                    <a:pt x="36266" y="62444"/>
                  </a:lnTo>
                  <a:lnTo>
                    <a:pt x="33039" y="66641"/>
                  </a:lnTo>
                  <a:lnTo>
                    <a:pt x="29947" y="70938"/>
                  </a:lnTo>
                  <a:lnTo>
                    <a:pt x="26992" y="75331"/>
                  </a:lnTo>
                  <a:lnTo>
                    <a:pt x="24178" y="79815"/>
                  </a:lnTo>
                  <a:lnTo>
                    <a:pt x="21507" y="84386"/>
                  </a:lnTo>
                  <a:lnTo>
                    <a:pt x="18983" y="89039"/>
                  </a:lnTo>
                  <a:lnTo>
                    <a:pt x="16607" y="93770"/>
                  </a:lnTo>
                  <a:lnTo>
                    <a:pt x="14382" y="98574"/>
                  </a:lnTo>
                  <a:lnTo>
                    <a:pt x="12311" y="103446"/>
                  </a:lnTo>
                  <a:lnTo>
                    <a:pt x="10394" y="108381"/>
                  </a:lnTo>
                  <a:lnTo>
                    <a:pt x="8635" y="113374"/>
                  </a:lnTo>
                  <a:lnTo>
                    <a:pt x="7035" y="118421"/>
                  </a:lnTo>
                  <a:lnTo>
                    <a:pt x="5595" y="123515"/>
                  </a:lnTo>
                  <a:lnTo>
                    <a:pt x="4318" y="128653"/>
                  </a:lnTo>
                  <a:lnTo>
                    <a:pt x="3204" y="133828"/>
                  </a:lnTo>
                  <a:lnTo>
                    <a:pt x="2254" y="139036"/>
                  </a:lnTo>
                  <a:lnTo>
                    <a:pt x="1470" y="144272"/>
                  </a:lnTo>
                  <a:lnTo>
                    <a:pt x="852" y="149530"/>
                  </a:lnTo>
                  <a:lnTo>
                    <a:pt x="400" y="154804"/>
                  </a:lnTo>
                  <a:lnTo>
                    <a:pt x="116" y="160091"/>
                  </a:lnTo>
                  <a:lnTo>
                    <a:pt x="0" y="165384"/>
                  </a:lnTo>
                  <a:lnTo>
                    <a:pt x="51" y="170677"/>
                  </a:lnTo>
                  <a:lnTo>
                    <a:pt x="269" y="175967"/>
                  </a:lnTo>
                  <a:lnTo>
                    <a:pt x="655" y="181247"/>
                  </a:lnTo>
                  <a:lnTo>
                    <a:pt x="1208" y="186512"/>
                  </a:lnTo>
                  <a:lnTo>
                    <a:pt x="1928" y="191757"/>
                  </a:lnTo>
                  <a:lnTo>
                    <a:pt x="2813" y="196976"/>
                  </a:lnTo>
                  <a:lnTo>
                    <a:pt x="3863" y="202165"/>
                  </a:lnTo>
                  <a:lnTo>
                    <a:pt x="5077" y="207318"/>
                  </a:lnTo>
                  <a:lnTo>
                    <a:pt x="6453" y="212430"/>
                  </a:lnTo>
                  <a:lnTo>
                    <a:pt x="7991" y="217496"/>
                  </a:lnTo>
                  <a:lnTo>
                    <a:pt x="9688" y="222510"/>
                  </a:lnTo>
                  <a:lnTo>
                    <a:pt x="11543" y="227469"/>
                  </a:lnTo>
                  <a:lnTo>
                    <a:pt x="13554" y="232366"/>
                  </a:lnTo>
                  <a:lnTo>
                    <a:pt x="15720" y="237197"/>
                  </a:lnTo>
                  <a:lnTo>
                    <a:pt x="18037" y="241957"/>
                  </a:lnTo>
                  <a:lnTo>
                    <a:pt x="20504" y="246641"/>
                  </a:lnTo>
                  <a:lnTo>
                    <a:pt x="23117" y="251245"/>
                  </a:lnTo>
                  <a:lnTo>
                    <a:pt x="25876" y="255763"/>
                  </a:lnTo>
                  <a:lnTo>
                    <a:pt x="28776" y="260193"/>
                  </a:lnTo>
                  <a:lnTo>
                    <a:pt x="31815" y="264528"/>
                  </a:lnTo>
                  <a:lnTo>
                    <a:pt x="34989" y="268764"/>
                  </a:lnTo>
                  <a:lnTo>
                    <a:pt x="38296" y="272898"/>
                  </a:lnTo>
                  <a:lnTo>
                    <a:pt x="41732" y="276925"/>
                  </a:lnTo>
                  <a:lnTo>
                    <a:pt x="45295" y="280842"/>
                  </a:lnTo>
                  <a:lnTo>
                    <a:pt x="48979" y="284643"/>
                  </a:lnTo>
                  <a:lnTo>
                    <a:pt x="52782" y="288326"/>
                  </a:lnTo>
                  <a:lnTo>
                    <a:pt x="56699" y="291887"/>
                  </a:lnTo>
                  <a:lnTo>
                    <a:pt x="60728" y="295322"/>
                  </a:lnTo>
                  <a:lnTo>
                    <a:pt x="64863" y="298628"/>
                  </a:lnTo>
                  <a:lnTo>
                    <a:pt x="69101" y="301801"/>
                  </a:lnTo>
                  <a:lnTo>
                    <a:pt x="73437" y="304838"/>
                  </a:lnTo>
                  <a:lnTo>
                    <a:pt x="77867" y="307737"/>
                  </a:lnTo>
                  <a:lnTo>
                    <a:pt x="82386" y="310493"/>
                  </a:lnTo>
                  <a:lnTo>
                    <a:pt x="86991" y="313105"/>
                  </a:lnTo>
                  <a:lnTo>
                    <a:pt x="91676" y="315571"/>
                  </a:lnTo>
                  <a:lnTo>
                    <a:pt x="96437" y="317886"/>
                  </a:lnTo>
                  <a:lnTo>
                    <a:pt x="101269" y="320050"/>
                  </a:lnTo>
                  <a:lnTo>
                    <a:pt x="106166" y="322059"/>
                  </a:lnTo>
                  <a:lnTo>
                    <a:pt x="111125" y="323913"/>
                  </a:lnTo>
                  <a:lnTo>
                    <a:pt x="116141" y="325608"/>
                  </a:lnTo>
                  <a:lnTo>
                    <a:pt x="121207" y="327144"/>
                  </a:lnTo>
                  <a:lnTo>
                    <a:pt x="126319" y="328519"/>
                  </a:lnTo>
                  <a:lnTo>
                    <a:pt x="131473" y="329731"/>
                  </a:lnTo>
                  <a:lnTo>
                    <a:pt x="136662" y="330779"/>
                  </a:lnTo>
                  <a:lnTo>
                    <a:pt x="141882" y="331662"/>
                  </a:lnTo>
                  <a:lnTo>
                    <a:pt x="147127" y="332380"/>
                  </a:lnTo>
                  <a:lnTo>
                    <a:pt x="152392" y="332931"/>
                  </a:lnTo>
                  <a:lnTo>
                    <a:pt x="157672" y="333315"/>
                  </a:lnTo>
                  <a:lnTo>
                    <a:pt x="162962" y="333532"/>
                  </a:lnTo>
                  <a:lnTo>
                    <a:pt x="168256" y="333582"/>
                  </a:lnTo>
                  <a:lnTo>
                    <a:pt x="173548" y="333463"/>
                  </a:lnTo>
                  <a:lnTo>
                    <a:pt x="178835" y="333177"/>
                  </a:lnTo>
                  <a:lnTo>
                    <a:pt x="184109" y="332724"/>
                  </a:lnTo>
                  <a:lnTo>
                    <a:pt x="189367" y="332104"/>
                  </a:lnTo>
                  <a:lnTo>
                    <a:pt x="194602" y="331318"/>
                  </a:lnTo>
                  <a:lnTo>
                    <a:pt x="199810" y="330366"/>
                  </a:lnTo>
                  <a:lnTo>
                    <a:pt x="204985" y="329250"/>
                  </a:lnTo>
                  <a:lnTo>
                    <a:pt x="210122" y="327971"/>
                  </a:lnTo>
                  <a:lnTo>
                    <a:pt x="215216" y="326530"/>
                  </a:lnTo>
                  <a:lnTo>
                    <a:pt x="220262" y="324928"/>
                  </a:lnTo>
                  <a:lnTo>
                    <a:pt x="225255" y="323167"/>
                  </a:lnTo>
                  <a:lnTo>
                    <a:pt x="230189" y="321249"/>
                  </a:lnTo>
                  <a:lnTo>
                    <a:pt x="235060" y="319176"/>
                  </a:lnTo>
                  <a:lnTo>
                    <a:pt x="239863" y="316949"/>
                  </a:lnTo>
                  <a:lnTo>
                    <a:pt x="244593" y="314572"/>
                  </a:lnTo>
                  <a:lnTo>
                    <a:pt x="249246" y="312046"/>
                  </a:lnTo>
                  <a:lnTo>
                    <a:pt x="253816" y="309373"/>
                  </a:lnTo>
                  <a:lnTo>
                    <a:pt x="258299" y="306558"/>
                  </a:lnTo>
                  <a:lnTo>
                    <a:pt x="262691" y="303602"/>
                  </a:lnTo>
                  <a:lnTo>
                    <a:pt x="266987" y="300508"/>
                  </a:lnTo>
                  <a:lnTo>
                    <a:pt x="271183" y="297280"/>
                  </a:lnTo>
                  <a:lnTo>
                    <a:pt x="275275" y="293921"/>
                  </a:lnTo>
                  <a:lnTo>
                    <a:pt x="279258" y="290433"/>
                  </a:lnTo>
                  <a:lnTo>
                    <a:pt x="283128" y="286822"/>
                  </a:lnTo>
                  <a:lnTo>
                    <a:pt x="286883" y="283089"/>
                  </a:lnTo>
                  <a:lnTo>
                    <a:pt x="290517" y="279240"/>
                  </a:lnTo>
                  <a:lnTo>
                    <a:pt x="294028" y="275277"/>
                  </a:lnTo>
                  <a:lnTo>
                    <a:pt x="297411" y="271206"/>
                  </a:lnTo>
                  <a:lnTo>
                    <a:pt x="300664" y="267029"/>
                  </a:lnTo>
                  <a:lnTo>
                    <a:pt x="303783" y="262751"/>
                  </a:lnTo>
                  <a:lnTo>
                    <a:pt x="306765" y="258377"/>
                  </a:lnTo>
                  <a:lnTo>
                    <a:pt x="309607" y="253910"/>
                  </a:lnTo>
                  <a:lnTo>
                    <a:pt x="312306" y="249356"/>
                  </a:lnTo>
                  <a:lnTo>
                    <a:pt x="314859" y="244718"/>
                  </a:lnTo>
                  <a:lnTo>
                    <a:pt x="317265" y="240002"/>
                  </a:lnTo>
                  <a:lnTo>
                    <a:pt x="319519" y="235212"/>
                  </a:lnTo>
                  <a:lnTo>
                    <a:pt x="321621" y="230354"/>
                  </a:lnTo>
                  <a:lnTo>
                    <a:pt x="323568" y="225431"/>
                  </a:lnTo>
                  <a:lnTo>
                    <a:pt x="325359" y="220448"/>
                  </a:lnTo>
                  <a:lnTo>
                    <a:pt x="326990" y="215412"/>
                  </a:lnTo>
                  <a:lnTo>
                    <a:pt x="328461" y="210327"/>
                  </a:lnTo>
                  <a:lnTo>
                    <a:pt x="329771" y="205197"/>
                  </a:lnTo>
                  <a:lnTo>
                    <a:pt x="330917" y="200029"/>
                  </a:lnTo>
                  <a:lnTo>
                    <a:pt x="331900" y="194827"/>
                  </a:lnTo>
                  <a:lnTo>
                    <a:pt x="332717" y="189596"/>
                  </a:lnTo>
                  <a:lnTo>
                    <a:pt x="333367" y="184342"/>
                  </a:lnTo>
                  <a:lnTo>
                    <a:pt x="333852" y="179070"/>
                  </a:lnTo>
                  <a:lnTo>
                    <a:pt x="334169" y="173786"/>
                  </a:lnTo>
                  <a:lnTo>
                    <a:pt x="334318" y="168494"/>
                  </a:lnTo>
                  <a:lnTo>
                    <a:pt x="334300" y="163200"/>
                  </a:lnTo>
                  <a:lnTo>
                    <a:pt x="334115" y="157909"/>
                  </a:lnTo>
                  <a:lnTo>
                    <a:pt x="333761" y="152627"/>
                  </a:lnTo>
                  <a:lnTo>
                    <a:pt x="333241" y="147358"/>
                  </a:lnTo>
                  <a:lnTo>
                    <a:pt x="332554" y="142109"/>
                  </a:lnTo>
                  <a:lnTo>
                    <a:pt x="331702" y="136884"/>
                  </a:lnTo>
                  <a:lnTo>
                    <a:pt x="330684" y="131689"/>
                  </a:lnTo>
                  <a:lnTo>
                    <a:pt x="329502" y="126529"/>
                  </a:lnTo>
                  <a:lnTo>
                    <a:pt x="328158" y="121408"/>
                  </a:lnTo>
                  <a:lnTo>
                    <a:pt x="326652" y="116333"/>
                  </a:lnTo>
                  <a:lnTo>
                    <a:pt x="324986" y="111308"/>
                  </a:lnTo>
                  <a:lnTo>
                    <a:pt x="323162" y="106338"/>
                  </a:lnTo>
                  <a:lnTo>
                    <a:pt x="321181" y="101428"/>
                  </a:lnTo>
                  <a:lnTo>
                    <a:pt x="319046" y="96584"/>
                  </a:lnTo>
                  <a:lnTo>
                    <a:pt x="316758" y="91810"/>
                  </a:lnTo>
                  <a:lnTo>
                    <a:pt x="314321" y="87110"/>
                  </a:lnTo>
                  <a:lnTo>
                    <a:pt x="311736" y="82490"/>
                  </a:lnTo>
                  <a:lnTo>
                    <a:pt x="309006" y="77954"/>
                  </a:lnTo>
                  <a:lnTo>
                    <a:pt x="306134" y="73507"/>
                  </a:lnTo>
                  <a:lnTo>
                    <a:pt x="303122" y="69153"/>
                  </a:lnTo>
                  <a:lnTo>
                    <a:pt x="299974" y="64897"/>
                  </a:lnTo>
                  <a:lnTo>
                    <a:pt x="296693" y="60743"/>
                  </a:lnTo>
                  <a:lnTo>
                    <a:pt x="293281" y="56694"/>
                  </a:lnTo>
                  <a:lnTo>
                    <a:pt x="289744" y="52756"/>
                  </a:lnTo>
                  <a:lnTo>
                    <a:pt x="286083" y="48931"/>
                  </a:lnTo>
                  <a:lnTo>
                    <a:pt x="282303" y="45224"/>
                  </a:lnTo>
                  <a:lnTo>
                    <a:pt x="278408" y="41639"/>
                  </a:lnTo>
                  <a:lnTo>
                    <a:pt x="274401" y="38179"/>
                  </a:lnTo>
                  <a:lnTo>
                    <a:pt x="270287" y="34848"/>
                  </a:lnTo>
                  <a:lnTo>
                    <a:pt x="266069" y="31648"/>
                  </a:lnTo>
                  <a:lnTo>
                    <a:pt x="261752" y="28584"/>
                  </a:lnTo>
                  <a:lnTo>
                    <a:pt x="257340" y="25658"/>
                  </a:lnTo>
                  <a:lnTo>
                    <a:pt x="252837" y="22873"/>
                  </a:lnTo>
                  <a:lnTo>
                    <a:pt x="248249" y="20233"/>
                  </a:lnTo>
                  <a:lnTo>
                    <a:pt x="243580" y="17738"/>
                  </a:lnTo>
                  <a:lnTo>
                    <a:pt x="238833" y="15393"/>
                  </a:lnTo>
                  <a:lnTo>
                    <a:pt x="234015" y="13199"/>
                  </a:lnTo>
                  <a:lnTo>
                    <a:pt x="229130" y="11159"/>
                  </a:lnTo>
                  <a:lnTo>
                    <a:pt x="224183" y="9275"/>
                  </a:lnTo>
                  <a:lnTo>
                    <a:pt x="219178" y="7548"/>
                  </a:lnTo>
                  <a:lnTo>
                    <a:pt x="214121" y="5981"/>
                  </a:lnTo>
                  <a:lnTo>
                    <a:pt x="209018" y="4575"/>
                  </a:lnTo>
                  <a:lnTo>
                    <a:pt x="203872" y="3330"/>
                  </a:lnTo>
                  <a:lnTo>
                    <a:pt x="198689" y="2250"/>
                  </a:lnTo>
                  <a:lnTo>
                    <a:pt x="193475" y="1334"/>
                  </a:lnTo>
                  <a:lnTo>
                    <a:pt x="188235" y="584"/>
                  </a:lnTo>
                  <a:lnTo>
                    <a:pt x="182973" y="0"/>
                  </a:lnTo>
                  <a:lnTo>
                    <a:pt x="167164" y="166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2126963"/>
              <a:ext cx="15809" cy="167167"/>
            </a:xfrm>
            <a:custGeom>
              <a:avLst/>
              <a:pathLst>
                <a:path w="15809" h="167167">
                  <a:moveTo>
                    <a:pt x="15809" y="749"/>
                  </a:moveTo>
                  <a:lnTo>
                    <a:pt x="7913" y="1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423595" y="2633064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9" y="3010"/>
                  </a:lnTo>
                  <a:lnTo>
                    <a:pt x="130385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6" y="8318"/>
                  </a:lnTo>
                  <a:lnTo>
                    <a:pt x="110071" y="10047"/>
                  </a:lnTo>
                  <a:lnTo>
                    <a:pt x="105123" y="11934"/>
                  </a:lnTo>
                  <a:lnTo>
                    <a:pt x="100238" y="13976"/>
                  </a:lnTo>
                  <a:lnTo>
                    <a:pt x="95419" y="16173"/>
                  </a:lnTo>
                  <a:lnTo>
                    <a:pt x="90672" y="18521"/>
                  </a:lnTo>
                  <a:lnTo>
                    <a:pt x="86003" y="21018"/>
                  </a:lnTo>
                  <a:lnTo>
                    <a:pt x="81414" y="23661"/>
                  </a:lnTo>
                  <a:lnTo>
                    <a:pt x="76912" y="26449"/>
                  </a:lnTo>
                  <a:lnTo>
                    <a:pt x="72500" y="29378"/>
                  </a:lnTo>
                  <a:lnTo>
                    <a:pt x="68183" y="32445"/>
                  </a:lnTo>
                  <a:lnTo>
                    <a:pt x="63966" y="35647"/>
                  </a:lnTo>
                  <a:lnTo>
                    <a:pt x="59852" y="38982"/>
                  </a:lnTo>
                  <a:lnTo>
                    <a:pt x="55845" y="42445"/>
                  </a:lnTo>
                  <a:lnTo>
                    <a:pt x="51951" y="46033"/>
                  </a:lnTo>
                  <a:lnTo>
                    <a:pt x="48172" y="49742"/>
                  </a:lnTo>
                  <a:lnTo>
                    <a:pt x="44512" y="53570"/>
                  </a:lnTo>
                  <a:lnTo>
                    <a:pt x="40976" y="57511"/>
                  </a:lnTo>
                  <a:lnTo>
                    <a:pt x="37566" y="61563"/>
                  </a:lnTo>
                  <a:lnTo>
                    <a:pt x="34286" y="65720"/>
                  </a:lnTo>
                  <a:lnTo>
                    <a:pt x="31139" y="69980"/>
                  </a:lnTo>
                  <a:lnTo>
                    <a:pt x="28129" y="74337"/>
                  </a:lnTo>
                  <a:lnTo>
                    <a:pt x="25259" y="78786"/>
                  </a:lnTo>
                  <a:lnTo>
                    <a:pt x="22530" y="83325"/>
                  </a:lnTo>
                  <a:lnTo>
                    <a:pt x="19947" y="87948"/>
                  </a:lnTo>
                  <a:lnTo>
                    <a:pt x="17512" y="92650"/>
                  </a:lnTo>
                  <a:lnTo>
                    <a:pt x="15227" y="97427"/>
                  </a:lnTo>
                  <a:lnTo>
                    <a:pt x="13094" y="102274"/>
                  </a:lnTo>
                  <a:lnTo>
                    <a:pt x="11116" y="107187"/>
                  </a:lnTo>
                  <a:lnTo>
                    <a:pt x="9295" y="112159"/>
                  </a:lnTo>
                  <a:lnTo>
                    <a:pt x="7632" y="117187"/>
                  </a:lnTo>
                  <a:lnTo>
                    <a:pt x="6129" y="122264"/>
                  </a:lnTo>
                  <a:lnTo>
                    <a:pt x="4787" y="127387"/>
                  </a:lnTo>
                  <a:lnTo>
                    <a:pt x="3609" y="132550"/>
                  </a:lnTo>
                  <a:lnTo>
                    <a:pt x="2594" y="137747"/>
                  </a:lnTo>
                  <a:lnTo>
                    <a:pt x="1745" y="142974"/>
                  </a:lnTo>
                  <a:lnTo>
                    <a:pt x="1062" y="148225"/>
                  </a:lnTo>
                  <a:lnTo>
                    <a:pt x="545" y="153496"/>
                  </a:lnTo>
                  <a:lnTo>
                    <a:pt x="196" y="158780"/>
                  </a:lnTo>
                  <a:lnTo>
                    <a:pt x="14" y="164072"/>
                  </a:lnTo>
                  <a:lnTo>
                    <a:pt x="0" y="169368"/>
                  </a:lnTo>
                  <a:lnTo>
                    <a:pt x="153" y="174661"/>
                  </a:lnTo>
                  <a:lnTo>
                    <a:pt x="474" y="179947"/>
                  </a:lnTo>
                  <a:lnTo>
                    <a:pt x="963" y="185220"/>
                  </a:lnTo>
                  <a:lnTo>
                    <a:pt x="1618" y="190474"/>
                  </a:lnTo>
                  <a:lnTo>
                    <a:pt x="2439" y="195706"/>
                  </a:lnTo>
                  <a:lnTo>
                    <a:pt x="3426" y="200909"/>
                  </a:lnTo>
                  <a:lnTo>
                    <a:pt x="4577" y="206078"/>
                  </a:lnTo>
                  <a:lnTo>
                    <a:pt x="5891" y="211207"/>
                  </a:lnTo>
                  <a:lnTo>
                    <a:pt x="7366" y="216293"/>
                  </a:lnTo>
                  <a:lnTo>
                    <a:pt x="9003" y="221330"/>
                  </a:lnTo>
                  <a:lnTo>
                    <a:pt x="10798" y="226312"/>
                  </a:lnTo>
                  <a:lnTo>
                    <a:pt x="12749" y="231234"/>
                  </a:lnTo>
                  <a:lnTo>
                    <a:pt x="14856" y="236093"/>
                  </a:lnTo>
                  <a:lnTo>
                    <a:pt x="17116" y="240882"/>
                  </a:lnTo>
                  <a:lnTo>
                    <a:pt x="19526" y="245597"/>
                  </a:lnTo>
                  <a:lnTo>
                    <a:pt x="22084" y="250234"/>
                  </a:lnTo>
                  <a:lnTo>
                    <a:pt x="24788" y="254787"/>
                  </a:lnTo>
                  <a:lnTo>
                    <a:pt x="27635" y="259252"/>
                  </a:lnTo>
                  <a:lnTo>
                    <a:pt x="30621" y="263625"/>
                  </a:lnTo>
                  <a:lnTo>
                    <a:pt x="33745" y="267901"/>
                  </a:lnTo>
                  <a:lnTo>
                    <a:pt x="37003" y="272076"/>
                  </a:lnTo>
                  <a:lnTo>
                    <a:pt x="40391" y="276146"/>
                  </a:lnTo>
                  <a:lnTo>
                    <a:pt x="43906" y="280106"/>
                  </a:lnTo>
                  <a:lnTo>
                    <a:pt x="47545" y="283953"/>
                  </a:lnTo>
                  <a:lnTo>
                    <a:pt x="51304" y="287683"/>
                  </a:lnTo>
                  <a:lnTo>
                    <a:pt x="55180" y="291292"/>
                  </a:lnTo>
                  <a:lnTo>
                    <a:pt x="59167" y="294776"/>
                  </a:lnTo>
                  <a:lnTo>
                    <a:pt x="63263" y="298133"/>
                  </a:lnTo>
                  <a:lnTo>
                    <a:pt x="67464" y="301358"/>
                  </a:lnTo>
                  <a:lnTo>
                    <a:pt x="71764" y="304448"/>
                  </a:lnTo>
                  <a:lnTo>
                    <a:pt x="76160" y="307400"/>
                  </a:lnTo>
                  <a:lnTo>
                    <a:pt x="80648" y="310212"/>
                  </a:lnTo>
                  <a:lnTo>
                    <a:pt x="85222" y="312880"/>
                  </a:lnTo>
                  <a:lnTo>
                    <a:pt x="89878" y="315402"/>
                  </a:lnTo>
                  <a:lnTo>
                    <a:pt x="94612" y="317775"/>
                  </a:lnTo>
                  <a:lnTo>
                    <a:pt x="99419" y="319997"/>
                  </a:lnTo>
                  <a:lnTo>
                    <a:pt x="104294" y="322066"/>
                  </a:lnTo>
                  <a:lnTo>
                    <a:pt x="109231" y="323979"/>
                  </a:lnTo>
                  <a:lnTo>
                    <a:pt x="114227" y="325735"/>
                  </a:lnTo>
                  <a:lnTo>
                    <a:pt x="119276" y="327332"/>
                  </a:lnTo>
                  <a:lnTo>
                    <a:pt x="124373" y="328768"/>
                  </a:lnTo>
                  <a:lnTo>
                    <a:pt x="129513" y="330042"/>
                  </a:lnTo>
                  <a:lnTo>
                    <a:pt x="134691" y="331152"/>
                  </a:lnTo>
                  <a:lnTo>
                    <a:pt x="139902" y="332098"/>
                  </a:lnTo>
                  <a:lnTo>
                    <a:pt x="145139" y="332879"/>
                  </a:lnTo>
                  <a:lnTo>
                    <a:pt x="150399" y="333493"/>
                  </a:lnTo>
                  <a:lnTo>
                    <a:pt x="155676" y="333940"/>
                  </a:lnTo>
                  <a:lnTo>
                    <a:pt x="160964" y="334220"/>
                  </a:lnTo>
                  <a:lnTo>
                    <a:pt x="166258" y="334332"/>
                  </a:lnTo>
                  <a:lnTo>
                    <a:pt x="171553" y="334276"/>
                  </a:lnTo>
                  <a:lnTo>
                    <a:pt x="176844" y="334053"/>
                  </a:lnTo>
                  <a:lnTo>
                    <a:pt x="182125" y="333663"/>
                  </a:lnTo>
                  <a:lnTo>
                    <a:pt x="187391" y="333105"/>
                  </a:lnTo>
                  <a:lnTo>
                    <a:pt x="192637" y="332380"/>
                  </a:lnTo>
                  <a:lnTo>
                    <a:pt x="197857" y="331490"/>
                  </a:lnTo>
                  <a:lnTo>
                    <a:pt x="203047" y="330435"/>
                  </a:lnTo>
                  <a:lnTo>
                    <a:pt x="208200" y="329217"/>
                  </a:lnTo>
                  <a:lnTo>
                    <a:pt x="213312" y="327835"/>
                  </a:lnTo>
                  <a:lnTo>
                    <a:pt x="218378" y="326292"/>
                  </a:lnTo>
                  <a:lnTo>
                    <a:pt x="223392" y="324590"/>
                  </a:lnTo>
                  <a:lnTo>
                    <a:pt x="228350" y="322730"/>
                  </a:lnTo>
                  <a:lnTo>
                    <a:pt x="233247" y="320713"/>
                  </a:lnTo>
                  <a:lnTo>
                    <a:pt x="238077" y="318543"/>
                  </a:lnTo>
                  <a:lnTo>
                    <a:pt x="242836" y="316220"/>
                  </a:lnTo>
                  <a:lnTo>
                    <a:pt x="247519" y="313748"/>
                  </a:lnTo>
                  <a:lnTo>
                    <a:pt x="252122" y="311129"/>
                  </a:lnTo>
                  <a:lnTo>
                    <a:pt x="256639" y="308366"/>
                  </a:lnTo>
                  <a:lnTo>
                    <a:pt x="261066" y="305461"/>
                  </a:lnTo>
                  <a:lnTo>
                    <a:pt x="265400" y="302417"/>
                  </a:lnTo>
                  <a:lnTo>
                    <a:pt x="269634" y="299237"/>
                  </a:lnTo>
                  <a:lnTo>
                    <a:pt x="273766" y="295925"/>
                  </a:lnTo>
                  <a:lnTo>
                    <a:pt x="277791" y="292483"/>
                  </a:lnTo>
                  <a:lnTo>
                    <a:pt x="281704" y="288916"/>
                  </a:lnTo>
                  <a:lnTo>
                    <a:pt x="285503" y="285226"/>
                  </a:lnTo>
                  <a:lnTo>
                    <a:pt x="289183" y="281419"/>
                  </a:lnTo>
                  <a:lnTo>
                    <a:pt x="292741" y="277496"/>
                  </a:lnTo>
                  <a:lnTo>
                    <a:pt x="296172" y="273463"/>
                  </a:lnTo>
                  <a:lnTo>
                    <a:pt x="299474" y="269323"/>
                  </a:lnTo>
                  <a:lnTo>
                    <a:pt x="302644" y="265081"/>
                  </a:lnTo>
                  <a:lnTo>
                    <a:pt x="305677" y="260740"/>
                  </a:lnTo>
                  <a:lnTo>
                    <a:pt x="308571" y="256305"/>
                  </a:lnTo>
                  <a:lnTo>
                    <a:pt x="311324" y="251781"/>
                  </a:lnTo>
                  <a:lnTo>
                    <a:pt x="313932" y="247172"/>
                  </a:lnTo>
                  <a:lnTo>
                    <a:pt x="316392" y="242483"/>
                  </a:lnTo>
                  <a:lnTo>
                    <a:pt x="318703" y="237718"/>
                  </a:lnTo>
                  <a:lnTo>
                    <a:pt x="320861" y="232883"/>
                  </a:lnTo>
                  <a:lnTo>
                    <a:pt x="322866" y="227981"/>
                  </a:lnTo>
                  <a:lnTo>
                    <a:pt x="324714" y="223019"/>
                  </a:lnTo>
                  <a:lnTo>
                    <a:pt x="326404" y="218000"/>
                  </a:lnTo>
                  <a:lnTo>
                    <a:pt x="327934" y="212930"/>
                  </a:lnTo>
                  <a:lnTo>
                    <a:pt x="329303" y="207815"/>
                  </a:lnTo>
                  <a:lnTo>
                    <a:pt x="330509" y="202659"/>
                  </a:lnTo>
                  <a:lnTo>
                    <a:pt x="331551" y="197467"/>
                  </a:lnTo>
                  <a:lnTo>
                    <a:pt x="332428" y="192244"/>
                  </a:lnTo>
                  <a:lnTo>
                    <a:pt x="333140" y="186997"/>
                  </a:lnTo>
                  <a:lnTo>
                    <a:pt x="333684" y="181729"/>
                  </a:lnTo>
                  <a:lnTo>
                    <a:pt x="334062" y="176447"/>
                  </a:lnTo>
                  <a:lnTo>
                    <a:pt x="334272" y="171156"/>
                  </a:lnTo>
                  <a:lnTo>
                    <a:pt x="334315" y="165861"/>
                  </a:lnTo>
                  <a:lnTo>
                    <a:pt x="334190" y="160567"/>
                  </a:lnTo>
                  <a:lnTo>
                    <a:pt x="333897" y="155279"/>
                  </a:lnTo>
                  <a:lnTo>
                    <a:pt x="333436" y="150004"/>
                  </a:lnTo>
                  <a:lnTo>
                    <a:pt x="332809" y="144745"/>
                  </a:lnTo>
                  <a:lnTo>
                    <a:pt x="332016" y="13951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772574"/>
              <a:ext cx="164863" cy="27657"/>
            </a:xfrm>
            <a:custGeom>
              <a:avLst/>
              <a:pathLst>
                <a:path w="164863" h="27657">
                  <a:moveTo>
                    <a:pt x="164863" y="0"/>
                  </a:moveTo>
                  <a:lnTo>
                    <a:pt x="0" y="27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39508"/>
              <a:ext cx="164863" cy="160723"/>
            </a:xfrm>
            <a:custGeom>
              <a:avLst/>
              <a:pathLst>
                <a:path w="164863" h="160723">
                  <a:moveTo>
                    <a:pt x="164863" y="133066"/>
                  </a:moveTo>
                  <a:lnTo>
                    <a:pt x="163857" y="127622"/>
                  </a:lnTo>
                  <a:lnTo>
                    <a:pt x="162671" y="122214"/>
                  </a:lnTo>
                  <a:lnTo>
                    <a:pt x="161307" y="116849"/>
                  </a:lnTo>
                  <a:lnTo>
                    <a:pt x="159766" y="111532"/>
                  </a:lnTo>
                  <a:lnTo>
                    <a:pt x="158049" y="106269"/>
                  </a:lnTo>
                  <a:lnTo>
                    <a:pt x="156159" y="101065"/>
                  </a:lnTo>
                  <a:lnTo>
                    <a:pt x="154098" y="95927"/>
                  </a:lnTo>
                  <a:lnTo>
                    <a:pt x="151868" y="90860"/>
                  </a:lnTo>
                  <a:lnTo>
                    <a:pt x="149472" y="85870"/>
                  </a:lnTo>
                  <a:lnTo>
                    <a:pt x="146911" y="80961"/>
                  </a:lnTo>
                  <a:lnTo>
                    <a:pt x="144190" y="76140"/>
                  </a:lnTo>
                  <a:lnTo>
                    <a:pt x="141310" y="71412"/>
                  </a:lnTo>
                  <a:lnTo>
                    <a:pt x="138275" y="66782"/>
                  </a:lnTo>
                  <a:lnTo>
                    <a:pt x="135089" y="62255"/>
                  </a:lnTo>
                  <a:lnTo>
                    <a:pt x="131754" y="57836"/>
                  </a:lnTo>
                  <a:lnTo>
                    <a:pt x="128275" y="53530"/>
                  </a:lnTo>
                  <a:lnTo>
                    <a:pt x="124655" y="49341"/>
                  </a:lnTo>
                  <a:lnTo>
                    <a:pt x="120899" y="45274"/>
                  </a:lnTo>
                  <a:lnTo>
                    <a:pt x="117010" y="41335"/>
                  </a:lnTo>
                  <a:lnTo>
                    <a:pt x="112992" y="37526"/>
                  </a:lnTo>
                  <a:lnTo>
                    <a:pt x="108851" y="33852"/>
                  </a:lnTo>
                  <a:lnTo>
                    <a:pt x="104590" y="30317"/>
                  </a:lnTo>
                  <a:lnTo>
                    <a:pt x="100215" y="26925"/>
                  </a:lnTo>
                  <a:lnTo>
                    <a:pt x="95730" y="23680"/>
                  </a:lnTo>
                  <a:lnTo>
                    <a:pt x="91139" y="20585"/>
                  </a:lnTo>
                  <a:lnTo>
                    <a:pt x="86449" y="17644"/>
                  </a:lnTo>
                  <a:lnTo>
                    <a:pt x="81664" y="14860"/>
                  </a:lnTo>
                  <a:lnTo>
                    <a:pt x="76790" y="12236"/>
                  </a:lnTo>
                  <a:lnTo>
                    <a:pt x="71831" y="9775"/>
                  </a:lnTo>
                  <a:lnTo>
                    <a:pt x="66793" y="7479"/>
                  </a:lnTo>
                  <a:lnTo>
                    <a:pt x="61682" y="5352"/>
                  </a:lnTo>
                  <a:lnTo>
                    <a:pt x="56504" y="3394"/>
                  </a:lnTo>
                  <a:lnTo>
                    <a:pt x="51263" y="1610"/>
                  </a:lnTo>
                  <a:lnTo>
                    <a:pt x="45967" y="0"/>
                  </a:lnTo>
                  <a:lnTo>
                    <a:pt x="0" y="160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90748" y="2633064"/>
              <a:ext cx="45967" cy="167167"/>
            </a:xfrm>
            <a:custGeom>
              <a:avLst/>
              <a:pathLst>
                <a:path w="45967" h="167167">
                  <a:moveTo>
                    <a:pt x="45967" y="6444"/>
                  </a:moveTo>
                  <a:lnTo>
                    <a:pt x="39536" y="4742"/>
                  </a:lnTo>
                  <a:lnTo>
                    <a:pt x="33043" y="3298"/>
                  </a:lnTo>
                  <a:lnTo>
                    <a:pt x="26497" y="2113"/>
                  </a:lnTo>
                  <a:lnTo>
                    <a:pt x="19909" y="1189"/>
                  </a:lnTo>
                  <a:lnTo>
                    <a:pt x="13290" y="529"/>
                  </a:lnTo>
                  <a:lnTo>
                    <a:pt x="6650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358831" y="3170392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6"/>
                  </a:lnTo>
                  <a:lnTo>
                    <a:pt x="151272" y="755"/>
                  </a:lnTo>
                  <a:lnTo>
                    <a:pt x="146004" y="1342"/>
                  </a:lnTo>
                  <a:lnTo>
                    <a:pt x="140758" y="2096"/>
                  </a:lnTo>
                  <a:lnTo>
                    <a:pt x="135538" y="3015"/>
                  </a:lnTo>
                  <a:lnTo>
                    <a:pt x="130350" y="4100"/>
                  </a:lnTo>
                  <a:lnTo>
                    <a:pt x="125199" y="5349"/>
                  </a:lnTo>
                  <a:lnTo>
                    <a:pt x="120090" y="6760"/>
                  </a:lnTo>
                  <a:lnTo>
                    <a:pt x="115029" y="8332"/>
                  </a:lnTo>
                  <a:lnTo>
                    <a:pt x="110020" y="10065"/>
                  </a:lnTo>
                  <a:lnTo>
                    <a:pt x="105068" y="11955"/>
                  </a:lnTo>
                  <a:lnTo>
                    <a:pt x="100179" y="14001"/>
                  </a:lnTo>
                  <a:lnTo>
                    <a:pt x="95357" y="16201"/>
                  </a:lnTo>
                  <a:lnTo>
                    <a:pt x="90607" y="18553"/>
                  </a:lnTo>
                  <a:lnTo>
                    <a:pt x="85934" y="21054"/>
                  </a:lnTo>
                  <a:lnTo>
                    <a:pt x="81343" y="23702"/>
                  </a:lnTo>
                  <a:lnTo>
                    <a:pt x="76838" y="26494"/>
                  </a:lnTo>
                  <a:lnTo>
                    <a:pt x="72424" y="29428"/>
                  </a:lnTo>
                  <a:lnTo>
                    <a:pt x="68105" y="32500"/>
                  </a:lnTo>
                  <a:lnTo>
                    <a:pt x="63885" y="35708"/>
                  </a:lnTo>
                  <a:lnTo>
                    <a:pt x="59770" y="39048"/>
                  </a:lnTo>
                  <a:lnTo>
                    <a:pt x="55762" y="42516"/>
                  </a:lnTo>
                  <a:lnTo>
                    <a:pt x="51866" y="46110"/>
                  </a:lnTo>
                  <a:lnTo>
                    <a:pt x="48087" y="49825"/>
                  </a:lnTo>
                  <a:lnTo>
                    <a:pt x="44426" y="53659"/>
                  </a:lnTo>
                  <a:lnTo>
                    <a:pt x="40890" y="57606"/>
                  </a:lnTo>
                  <a:lnTo>
                    <a:pt x="37480" y="61664"/>
                  </a:lnTo>
                  <a:lnTo>
                    <a:pt x="34200" y="65828"/>
                  </a:lnTo>
                  <a:lnTo>
                    <a:pt x="31055" y="70094"/>
                  </a:lnTo>
                  <a:lnTo>
                    <a:pt x="28046" y="74457"/>
                  </a:lnTo>
                  <a:lnTo>
                    <a:pt x="25177" y="78913"/>
                  </a:lnTo>
                  <a:lnTo>
                    <a:pt x="22450" y="83458"/>
                  </a:lnTo>
                  <a:lnTo>
                    <a:pt x="19869" y="88088"/>
                  </a:lnTo>
                  <a:lnTo>
                    <a:pt x="17436" y="92797"/>
                  </a:lnTo>
                  <a:lnTo>
                    <a:pt x="15154" y="97580"/>
                  </a:lnTo>
                  <a:lnTo>
                    <a:pt x="13024" y="102434"/>
                  </a:lnTo>
                  <a:lnTo>
                    <a:pt x="11049" y="107352"/>
                  </a:lnTo>
                  <a:lnTo>
                    <a:pt x="9232" y="112331"/>
                  </a:lnTo>
                  <a:lnTo>
                    <a:pt x="7573" y="117365"/>
                  </a:lnTo>
                  <a:lnTo>
                    <a:pt x="6074" y="122449"/>
                  </a:lnTo>
                  <a:lnTo>
                    <a:pt x="4737" y="127578"/>
                  </a:lnTo>
                  <a:lnTo>
                    <a:pt x="3564" y="132746"/>
                  </a:lnTo>
                  <a:lnTo>
                    <a:pt x="2555" y="137949"/>
                  </a:lnTo>
                  <a:lnTo>
                    <a:pt x="1711" y="143182"/>
                  </a:lnTo>
                  <a:lnTo>
                    <a:pt x="1034" y="148439"/>
                  </a:lnTo>
                  <a:lnTo>
                    <a:pt x="524" y="153714"/>
                  </a:lnTo>
                  <a:lnTo>
                    <a:pt x="181" y="159003"/>
                  </a:lnTo>
                  <a:lnTo>
                    <a:pt x="6" y="164301"/>
                  </a:lnTo>
                  <a:lnTo>
                    <a:pt x="0" y="169601"/>
                  </a:lnTo>
                  <a:lnTo>
                    <a:pt x="161" y="174899"/>
                  </a:lnTo>
                  <a:lnTo>
                    <a:pt x="490" y="180189"/>
                  </a:lnTo>
                  <a:lnTo>
                    <a:pt x="986" y="185465"/>
                  </a:lnTo>
                  <a:lnTo>
                    <a:pt x="1650" y="190724"/>
                  </a:lnTo>
                  <a:lnTo>
                    <a:pt x="2480" y="195959"/>
                  </a:lnTo>
                  <a:lnTo>
                    <a:pt x="3475" y="201165"/>
                  </a:lnTo>
                  <a:lnTo>
                    <a:pt x="4635" y="206336"/>
                  </a:lnTo>
                  <a:lnTo>
                    <a:pt x="5959" y="211469"/>
                  </a:lnTo>
                  <a:lnTo>
                    <a:pt x="7444" y="216556"/>
                  </a:lnTo>
                  <a:lnTo>
                    <a:pt x="9090" y="221594"/>
                  </a:lnTo>
                  <a:lnTo>
                    <a:pt x="10895" y="226578"/>
                  </a:lnTo>
                  <a:lnTo>
                    <a:pt x="12857" y="231501"/>
                  </a:lnTo>
                  <a:lnTo>
                    <a:pt x="14974" y="236360"/>
                  </a:lnTo>
                  <a:lnTo>
                    <a:pt x="17244" y="241150"/>
                  </a:lnTo>
                  <a:lnTo>
                    <a:pt x="19665" y="245865"/>
                  </a:lnTo>
                  <a:lnTo>
                    <a:pt x="22234" y="250501"/>
                  </a:lnTo>
                  <a:lnTo>
                    <a:pt x="24949" y="255053"/>
                  </a:lnTo>
                  <a:lnTo>
                    <a:pt x="27806" y="259517"/>
                  </a:lnTo>
                  <a:lnTo>
                    <a:pt x="30804" y="263888"/>
                  </a:lnTo>
                  <a:lnTo>
                    <a:pt x="33939" y="268162"/>
                  </a:lnTo>
                  <a:lnTo>
                    <a:pt x="37208" y="272334"/>
                  </a:lnTo>
                  <a:lnTo>
                    <a:pt x="40607" y="276401"/>
                  </a:lnTo>
                  <a:lnTo>
                    <a:pt x="44133" y="280357"/>
                  </a:lnTo>
                  <a:lnTo>
                    <a:pt x="47784" y="284200"/>
                  </a:lnTo>
                  <a:lnTo>
                    <a:pt x="51554" y="287925"/>
                  </a:lnTo>
                  <a:lnTo>
                    <a:pt x="55440" y="291529"/>
                  </a:lnTo>
                  <a:lnTo>
                    <a:pt x="59439" y="295008"/>
                  </a:lnTo>
                  <a:lnTo>
                    <a:pt x="63546" y="298359"/>
                  </a:lnTo>
                  <a:lnTo>
                    <a:pt x="67757" y="301577"/>
                  </a:lnTo>
                  <a:lnTo>
                    <a:pt x="72068" y="304660"/>
                  </a:lnTo>
                  <a:lnTo>
                    <a:pt x="76474" y="307606"/>
                  </a:lnTo>
                  <a:lnTo>
                    <a:pt x="80972" y="310410"/>
                  </a:lnTo>
                  <a:lnTo>
                    <a:pt x="85556" y="313070"/>
                  </a:lnTo>
                  <a:lnTo>
                    <a:pt x="90223" y="315583"/>
                  </a:lnTo>
                  <a:lnTo>
                    <a:pt x="94967" y="317947"/>
                  </a:lnTo>
                  <a:lnTo>
                    <a:pt x="99783" y="320160"/>
                  </a:lnTo>
                  <a:lnTo>
                    <a:pt x="104667" y="322218"/>
                  </a:lnTo>
                  <a:lnTo>
                    <a:pt x="109614" y="324121"/>
                  </a:lnTo>
                  <a:lnTo>
                    <a:pt x="114618" y="325866"/>
                  </a:lnTo>
                  <a:lnTo>
                    <a:pt x="119676" y="327452"/>
                  </a:lnTo>
                  <a:lnTo>
                    <a:pt x="124781" y="328876"/>
                  </a:lnTo>
                  <a:lnTo>
                    <a:pt x="129929" y="330138"/>
                  </a:lnTo>
                  <a:lnTo>
                    <a:pt x="135114" y="331236"/>
                  </a:lnTo>
                  <a:lnTo>
                    <a:pt x="140331" y="332169"/>
                  </a:lnTo>
                  <a:lnTo>
                    <a:pt x="145576" y="332936"/>
                  </a:lnTo>
                  <a:lnTo>
                    <a:pt x="150842" y="333537"/>
                  </a:lnTo>
                  <a:lnTo>
                    <a:pt x="156124" y="333970"/>
                  </a:lnTo>
                  <a:lnTo>
                    <a:pt x="161418" y="334236"/>
                  </a:lnTo>
                  <a:lnTo>
                    <a:pt x="166717" y="334334"/>
                  </a:lnTo>
                  <a:lnTo>
                    <a:pt x="172017" y="334264"/>
                  </a:lnTo>
                  <a:lnTo>
                    <a:pt x="177311" y="334025"/>
                  </a:lnTo>
                  <a:lnTo>
                    <a:pt x="182596" y="333619"/>
                  </a:lnTo>
                  <a:lnTo>
                    <a:pt x="187865" y="333046"/>
                  </a:lnTo>
                  <a:lnTo>
                    <a:pt x="193113" y="332306"/>
                  </a:lnTo>
                  <a:lnTo>
                    <a:pt x="198336" y="331400"/>
                  </a:lnTo>
                  <a:lnTo>
                    <a:pt x="203526" y="330328"/>
                  </a:lnTo>
                  <a:lnTo>
                    <a:pt x="208681" y="329093"/>
                  </a:lnTo>
                  <a:lnTo>
                    <a:pt x="213793" y="327695"/>
                  </a:lnTo>
                  <a:lnTo>
                    <a:pt x="218859" y="326136"/>
                  </a:lnTo>
                  <a:lnTo>
                    <a:pt x="223872" y="324417"/>
                  </a:lnTo>
                  <a:lnTo>
                    <a:pt x="228829" y="322539"/>
                  </a:lnTo>
                  <a:lnTo>
                    <a:pt x="233723" y="320506"/>
                  </a:lnTo>
                  <a:lnTo>
                    <a:pt x="238551" y="318318"/>
                  </a:lnTo>
                  <a:lnTo>
                    <a:pt x="243307" y="315979"/>
                  </a:lnTo>
                  <a:lnTo>
                    <a:pt x="247986" y="313490"/>
                  </a:lnTo>
                  <a:lnTo>
                    <a:pt x="252584" y="310853"/>
                  </a:lnTo>
                  <a:lnTo>
                    <a:pt x="257097" y="308073"/>
                  </a:lnTo>
                  <a:lnTo>
                    <a:pt x="261518" y="305150"/>
                  </a:lnTo>
                  <a:lnTo>
                    <a:pt x="265845" y="302089"/>
                  </a:lnTo>
                  <a:lnTo>
                    <a:pt x="270073" y="298893"/>
                  </a:lnTo>
                  <a:lnTo>
                    <a:pt x="274197" y="295564"/>
                  </a:lnTo>
                  <a:lnTo>
                    <a:pt x="278214" y="292105"/>
                  </a:lnTo>
                  <a:lnTo>
                    <a:pt x="282119" y="288522"/>
                  </a:lnTo>
                  <a:lnTo>
                    <a:pt x="285908" y="284816"/>
                  </a:lnTo>
                  <a:lnTo>
                    <a:pt x="289578" y="280992"/>
                  </a:lnTo>
                  <a:lnTo>
                    <a:pt x="293125" y="277054"/>
                  </a:lnTo>
                  <a:lnTo>
                    <a:pt x="296545" y="273005"/>
                  </a:lnTo>
                  <a:lnTo>
                    <a:pt x="299835" y="268849"/>
                  </a:lnTo>
                  <a:lnTo>
                    <a:pt x="302992" y="264592"/>
                  </a:lnTo>
                  <a:lnTo>
                    <a:pt x="306013" y="260236"/>
                  </a:lnTo>
                  <a:lnTo>
                    <a:pt x="308893" y="255787"/>
                  </a:lnTo>
                  <a:lnTo>
                    <a:pt x="311631" y="251249"/>
                  </a:lnTo>
                  <a:lnTo>
                    <a:pt x="314224" y="246627"/>
                  </a:lnTo>
                  <a:lnTo>
                    <a:pt x="316669" y="241924"/>
                  </a:lnTo>
                  <a:lnTo>
                    <a:pt x="318964" y="237147"/>
                  </a:lnTo>
                  <a:lnTo>
                    <a:pt x="321106" y="232299"/>
                  </a:lnTo>
                  <a:lnTo>
                    <a:pt x="323094" y="227385"/>
                  </a:lnTo>
                  <a:lnTo>
                    <a:pt x="324924" y="222411"/>
                  </a:lnTo>
                  <a:lnTo>
                    <a:pt x="326597" y="217382"/>
                  </a:lnTo>
                  <a:lnTo>
                    <a:pt x="328108" y="212302"/>
                  </a:lnTo>
                  <a:lnTo>
                    <a:pt x="329458" y="207176"/>
                  </a:lnTo>
                  <a:lnTo>
                    <a:pt x="330645" y="202011"/>
                  </a:lnTo>
                  <a:lnTo>
                    <a:pt x="331667" y="196810"/>
                  </a:lnTo>
                  <a:lnTo>
                    <a:pt x="332524" y="191580"/>
                  </a:lnTo>
                  <a:lnTo>
                    <a:pt x="333215" y="186325"/>
                  </a:lnTo>
                  <a:lnTo>
                    <a:pt x="333739" y="181050"/>
                  </a:lnTo>
                  <a:lnTo>
                    <a:pt x="334096" y="175762"/>
                  </a:lnTo>
                  <a:lnTo>
                    <a:pt x="334284" y="170465"/>
                  </a:lnTo>
                  <a:lnTo>
                    <a:pt x="334305" y="165165"/>
                  </a:lnTo>
                  <a:lnTo>
                    <a:pt x="334157" y="159867"/>
                  </a:lnTo>
                  <a:lnTo>
                    <a:pt x="333842" y="154576"/>
                  </a:lnTo>
                  <a:lnTo>
                    <a:pt x="333359" y="149298"/>
                  </a:lnTo>
                  <a:lnTo>
                    <a:pt x="332709" y="144038"/>
                  </a:lnTo>
                  <a:lnTo>
                    <a:pt x="331892" y="138801"/>
                  </a:lnTo>
                  <a:lnTo>
                    <a:pt x="330910" y="133593"/>
                  </a:lnTo>
                  <a:lnTo>
                    <a:pt x="329764" y="128418"/>
                  </a:lnTo>
                  <a:lnTo>
                    <a:pt x="328454" y="123282"/>
                  </a:lnTo>
                  <a:lnTo>
                    <a:pt x="326981" y="118191"/>
                  </a:lnTo>
                  <a:lnTo>
                    <a:pt x="325348" y="113148"/>
                  </a:lnTo>
                  <a:lnTo>
                    <a:pt x="323556" y="108160"/>
                  </a:lnTo>
                  <a:lnTo>
                    <a:pt x="321607" y="103232"/>
                  </a:lnTo>
                  <a:lnTo>
                    <a:pt x="319503" y="98367"/>
                  </a:lnTo>
                  <a:lnTo>
                    <a:pt x="317245" y="93572"/>
                  </a:lnTo>
                  <a:lnTo>
                    <a:pt x="314836" y="88851"/>
                  </a:lnTo>
                  <a:lnTo>
                    <a:pt x="312279" y="84208"/>
                  </a:lnTo>
                  <a:lnTo>
                    <a:pt x="309576" y="79649"/>
                  </a:lnTo>
                  <a:lnTo>
                    <a:pt x="306730" y="75178"/>
                  </a:lnTo>
                  <a:lnTo>
                    <a:pt x="303744" y="70799"/>
                  </a:lnTo>
                  <a:lnTo>
                    <a:pt x="300620" y="66517"/>
                  </a:lnTo>
                  <a:lnTo>
                    <a:pt x="297362" y="62336"/>
                  </a:lnTo>
                  <a:lnTo>
                    <a:pt x="293974" y="58261"/>
                  </a:lnTo>
                  <a:lnTo>
                    <a:pt x="290457" y="54295"/>
                  </a:lnTo>
                  <a:lnTo>
                    <a:pt x="286817" y="50443"/>
                  </a:lnTo>
                  <a:lnTo>
                    <a:pt x="283057" y="46708"/>
                  </a:lnTo>
                  <a:lnTo>
                    <a:pt x="279180" y="43094"/>
                  </a:lnTo>
                  <a:lnTo>
                    <a:pt x="275190" y="39605"/>
                  </a:lnTo>
                  <a:lnTo>
                    <a:pt x="271092" y="36244"/>
                  </a:lnTo>
                  <a:lnTo>
                    <a:pt x="266889" y="33014"/>
                  </a:lnTo>
                  <a:lnTo>
                    <a:pt x="262586" y="29920"/>
                  </a:lnTo>
                  <a:lnTo>
                    <a:pt x="258187" y="26963"/>
                  </a:lnTo>
                  <a:lnTo>
                    <a:pt x="253696" y="24148"/>
                  </a:lnTo>
                  <a:lnTo>
                    <a:pt x="249119" y="21476"/>
                  </a:lnTo>
                  <a:lnTo>
                    <a:pt x="244459" y="18950"/>
                  </a:lnTo>
                  <a:lnTo>
                    <a:pt x="239722" y="16574"/>
                  </a:lnTo>
                  <a:lnTo>
                    <a:pt x="234911" y="14349"/>
                  </a:lnTo>
                  <a:lnTo>
                    <a:pt x="230032" y="12278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82670"/>
              <a:ext cx="62883" cy="154889"/>
            </a:xfrm>
            <a:custGeom>
              <a:avLst/>
              <a:pathLst>
                <a:path w="62883" h="154889">
                  <a:moveTo>
                    <a:pt x="62883" y="0"/>
                  </a:moveTo>
                  <a:lnTo>
                    <a:pt x="0" y="1548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77066"/>
              <a:ext cx="62883" cy="160493"/>
            </a:xfrm>
            <a:custGeom>
              <a:avLst/>
              <a:pathLst>
                <a:path w="62883" h="160493">
                  <a:moveTo>
                    <a:pt x="62883" y="5604"/>
                  </a:moveTo>
                  <a:lnTo>
                    <a:pt x="54894" y="2596"/>
                  </a:lnTo>
                  <a:lnTo>
                    <a:pt x="46762" y="0"/>
                  </a:lnTo>
                  <a:lnTo>
                    <a:pt x="0" y="1604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170392"/>
              <a:ext cx="46762" cy="167167"/>
            </a:xfrm>
            <a:custGeom>
              <a:avLst/>
              <a:pathLst>
                <a:path w="46762" h="167167">
                  <a:moveTo>
                    <a:pt x="46762" y="6673"/>
                  </a:moveTo>
                  <a:lnTo>
                    <a:pt x="41046" y="5117"/>
                  </a:lnTo>
                  <a:lnTo>
                    <a:pt x="35278" y="3765"/>
                  </a:lnTo>
                  <a:lnTo>
                    <a:pt x="29466" y="2617"/>
                  </a:lnTo>
                  <a:lnTo>
                    <a:pt x="23618" y="1676"/>
                  </a:lnTo>
                  <a:lnTo>
                    <a:pt x="17739" y="943"/>
                  </a:lnTo>
                  <a:lnTo>
                    <a:pt x="11838" y="419"/>
                  </a:lnTo>
                  <a:lnTo>
                    <a:pt x="592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423587" y="3707720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4" y="333"/>
                  </a:lnTo>
                  <a:lnTo>
                    <a:pt x="151339" y="750"/>
                  </a:lnTo>
                  <a:lnTo>
                    <a:pt x="146089" y="1333"/>
                  </a:lnTo>
                  <a:lnTo>
                    <a:pt x="140861" y="2081"/>
                  </a:lnTo>
                  <a:lnTo>
                    <a:pt x="135659" y="2994"/>
                  </a:lnTo>
                  <a:lnTo>
                    <a:pt x="130488" y="4071"/>
                  </a:lnTo>
                  <a:lnTo>
                    <a:pt x="125355" y="5311"/>
                  </a:lnTo>
                  <a:lnTo>
                    <a:pt x="120262" y="6713"/>
                  </a:lnTo>
                  <a:lnTo>
                    <a:pt x="115217" y="8274"/>
                  </a:lnTo>
                  <a:lnTo>
                    <a:pt x="110223" y="9995"/>
                  </a:lnTo>
                  <a:lnTo>
                    <a:pt x="105287" y="11872"/>
                  </a:lnTo>
                  <a:lnTo>
                    <a:pt x="100412" y="13904"/>
                  </a:lnTo>
                  <a:lnTo>
                    <a:pt x="95603" y="16089"/>
                  </a:lnTo>
                  <a:lnTo>
                    <a:pt x="90866" y="18425"/>
                  </a:lnTo>
                  <a:lnTo>
                    <a:pt x="86206" y="20909"/>
                  </a:lnTo>
                  <a:lnTo>
                    <a:pt x="81626" y="23540"/>
                  </a:lnTo>
                  <a:lnTo>
                    <a:pt x="77131" y="26313"/>
                  </a:lnTo>
                  <a:lnTo>
                    <a:pt x="72726" y="29228"/>
                  </a:lnTo>
                  <a:lnTo>
                    <a:pt x="68416" y="32280"/>
                  </a:lnTo>
                  <a:lnTo>
                    <a:pt x="64204" y="35466"/>
                  </a:lnTo>
                  <a:lnTo>
                    <a:pt x="60095" y="38785"/>
                  </a:lnTo>
                  <a:lnTo>
                    <a:pt x="56093" y="42231"/>
                  </a:lnTo>
                  <a:lnTo>
                    <a:pt x="52202" y="45802"/>
                  </a:lnTo>
                  <a:lnTo>
                    <a:pt x="48425" y="49494"/>
                  </a:lnTo>
                  <a:lnTo>
                    <a:pt x="44767" y="53304"/>
                  </a:lnTo>
                  <a:lnTo>
                    <a:pt x="41231" y="57227"/>
                  </a:lnTo>
                  <a:lnTo>
                    <a:pt x="37821" y="61260"/>
                  </a:lnTo>
                  <a:lnTo>
                    <a:pt x="34540" y="65399"/>
                  </a:lnTo>
                  <a:lnTo>
                    <a:pt x="31391" y="69639"/>
                  </a:lnTo>
                  <a:lnTo>
                    <a:pt x="28378" y="73977"/>
                  </a:lnTo>
                  <a:lnTo>
                    <a:pt x="25503" y="78408"/>
                  </a:lnTo>
                  <a:lnTo>
                    <a:pt x="22770" y="82927"/>
                  </a:lnTo>
                  <a:lnTo>
                    <a:pt x="20181" y="87530"/>
                  </a:lnTo>
                  <a:lnTo>
                    <a:pt x="17738" y="92213"/>
                  </a:lnTo>
                  <a:lnTo>
                    <a:pt x="15445" y="96971"/>
                  </a:lnTo>
                  <a:lnTo>
                    <a:pt x="13303" y="101799"/>
                  </a:lnTo>
                  <a:lnTo>
                    <a:pt x="11315" y="106692"/>
                  </a:lnTo>
                  <a:lnTo>
                    <a:pt x="9482" y="111645"/>
                  </a:lnTo>
                  <a:lnTo>
                    <a:pt x="7807" y="116654"/>
                  </a:lnTo>
                  <a:lnTo>
                    <a:pt x="6291" y="121713"/>
                  </a:lnTo>
                  <a:lnTo>
                    <a:pt x="4935" y="126818"/>
                  </a:lnTo>
                  <a:lnTo>
                    <a:pt x="3742" y="131963"/>
                  </a:lnTo>
                  <a:lnTo>
                    <a:pt x="2711" y="137143"/>
                  </a:lnTo>
                  <a:lnTo>
                    <a:pt x="1845" y="142353"/>
                  </a:lnTo>
                  <a:lnTo>
                    <a:pt x="1143" y="147587"/>
                  </a:lnTo>
                  <a:lnTo>
                    <a:pt x="608" y="152842"/>
                  </a:lnTo>
                  <a:lnTo>
                    <a:pt x="238" y="158110"/>
                  </a:lnTo>
                  <a:lnTo>
                    <a:pt x="35" y="163388"/>
                  </a:lnTo>
                  <a:lnTo>
                    <a:pt x="0" y="168670"/>
                  </a:lnTo>
                  <a:lnTo>
                    <a:pt x="130" y="173949"/>
                  </a:lnTo>
                  <a:lnTo>
                    <a:pt x="428" y="179223"/>
                  </a:lnTo>
                  <a:lnTo>
                    <a:pt x="892" y="184484"/>
                  </a:lnTo>
                  <a:lnTo>
                    <a:pt x="1522" y="189728"/>
                  </a:lnTo>
                  <a:lnTo>
                    <a:pt x="2317" y="194949"/>
                  </a:lnTo>
                  <a:lnTo>
                    <a:pt x="3277" y="200142"/>
                  </a:lnTo>
                  <a:lnTo>
                    <a:pt x="4401" y="205303"/>
                  </a:lnTo>
                  <a:lnTo>
                    <a:pt x="5687" y="210426"/>
                  </a:lnTo>
                  <a:lnTo>
                    <a:pt x="7134" y="215505"/>
                  </a:lnTo>
                  <a:lnTo>
                    <a:pt x="8741" y="220536"/>
                  </a:lnTo>
                  <a:lnTo>
                    <a:pt x="10506" y="225514"/>
                  </a:lnTo>
                  <a:lnTo>
                    <a:pt x="12427" y="230434"/>
                  </a:lnTo>
                  <a:lnTo>
                    <a:pt x="14503" y="235290"/>
                  </a:lnTo>
                  <a:lnTo>
                    <a:pt x="16731" y="240079"/>
                  </a:lnTo>
                  <a:lnTo>
                    <a:pt x="19110" y="244795"/>
                  </a:lnTo>
                  <a:lnTo>
                    <a:pt x="21636" y="249433"/>
                  </a:lnTo>
                  <a:lnTo>
                    <a:pt x="24307" y="253989"/>
                  </a:lnTo>
                  <a:lnTo>
                    <a:pt x="27122" y="258458"/>
                  </a:lnTo>
                  <a:lnTo>
                    <a:pt x="30075" y="262837"/>
                  </a:lnTo>
                  <a:lnTo>
                    <a:pt x="33166" y="267120"/>
                  </a:lnTo>
                  <a:lnTo>
                    <a:pt x="36390" y="271303"/>
                  </a:lnTo>
                  <a:lnTo>
                    <a:pt x="39745" y="275382"/>
                  </a:lnTo>
                  <a:lnTo>
                    <a:pt x="43228" y="279353"/>
                  </a:lnTo>
                  <a:lnTo>
                    <a:pt x="46833" y="283212"/>
                  </a:lnTo>
                  <a:lnTo>
                    <a:pt x="50559" y="286955"/>
                  </a:lnTo>
                  <a:lnTo>
                    <a:pt x="54402" y="290579"/>
                  </a:lnTo>
                  <a:lnTo>
                    <a:pt x="58357" y="294079"/>
                  </a:lnTo>
                  <a:lnTo>
                    <a:pt x="62420" y="297453"/>
                  </a:lnTo>
                  <a:lnTo>
                    <a:pt x="66588" y="300697"/>
                  </a:lnTo>
                  <a:lnTo>
                    <a:pt x="70857" y="303807"/>
                  </a:lnTo>
                  <a:lnTo>
                    <a:pt x="75221" y="306781"/>
                  </a:lnTo>
                  <a:lnTo>
                    <a:pt x="79678" y="309616"/>
                  </a:lnTo>
                  <a:lnTo>
                    <a:pt x="84221" y="312309"/>
                  </a:lnTo>
                  <a:lnTo>
                    <a:pt x="88848" y="314856"/>
                  </a:lnTo>
                  <a:lnTo>
                    <a:pt x="93553" y="317256"/>
                  </a:lnTo>
                  <a:lnTo>
                    <a:pt x="98331" y="319507"/>
                  </a:lnTo>
                  <a:lnTo>
                    <a:pt x="103177" y="321605"/>
                  </a:lnTo>
                  <a:lnTo>
                    <a:pt x="108088" y="323549"/>
                  </a:lnTo>
                  <a:lnTo>
                    <a:pt x="113058" y="325337"/>
                  </a:lnTo>
                  <a:lnTo>
                    <a:pt x="118082" y="326968"/>
                  </a:lnTo>
                  <a:lnTo>
                    <a:pt x="123154" y="328438"/>
                  </a:lnTo>
                  <a:lnTo>
                    <a:pt x="128271" y="329748"/>
                  </a:lnTo>
                  <a:lnTo>
                    <a:pt x="133426" y="330895"/>
                  </a:lnTo>
                  <a:lnTo>
                    <a:pt x="138615" y="331879"/>
                  </a:lnTo>
                  <a:lnTo>
                    <a:pt x="143833" y="332699"/>
                  </a:lnTo>
                  <a:lnTo>
                    <a:pt x="149074" y="333353"/>
                  </a:lnTo>
                  <a:lnTo>
                    <a:pt x="154333" y="333841"/>
                  </a:lnTo>
                  <a:lnTo>
                    <a:pt x="159604" y="334164"/>
                  </a:lnTo>
                  <a:lnTo>
                    <a:pt x="164884" y="334319"/>
                  </a:lnTo>
                  <a:lnTo>
                    <a:pt x="170165" y="334307"/>
                  </a:lnTo>
                  <a:lnTo>
                    <a:pt x="175444" y="334129"/>
                  </a:lnTo>
                  <a:lnTo>
                    <a:pt x="180714" y="333784"/>
                  </a:lnTo>
                  <a:lnTo>
                    <a:pt x="185971" y="333273"/>
                  </a:lnTo>
                  <a:lnTo>
                    <a:pt x="191209" y="332596"/>
                  </a:lnTo>
                  <a:lnTo>
                    <a:pt x="196423" y="331753"/>
                  </a:lnTo>
                  <a:lnTo>
                    <a:pt x="201607" y="330747"/>
                  </a:lnTo>
                  <a:lnTo>
                    <a:pt x="206758" y="329577"/>
                  </a:lnTo>
                  <a:lnTo>
                    <a:pt x="211869" y="328245"/>
                  </a:lnTo>
                  <a:lnTo>
                    <a:pt x="216935" y="326752"/>
                  </a:lnTo>
                  <a:lnTo>
                    <a:pt x="221951" y="325100"/>
                  </a:lnTo>
                  <a:lnTo>
                    <a:pt x="226913" y="323290"/>
                  </a:lnTo>
                  <a:lnTo>
                    <a:pt x="231815" y="321325"/>
                  </a:lnTo>
                  <a:lnTo>
                    <a:pt x="236653" y="319205"/>
                  </a:lnTo>
                  <a:lnTo>
                    <a:pt x="241421" y="316934"/>
                  </a:lnTo>
                  <a:lnTo>
                    <a:pt x="246115" y="314514"/>
                  </a:lnTo>
                  <a:lnTo>
                    <a:pt x="250731" y="311946"/>
                  </a:lnTo>
                  <a:lnTo>
                    <a:pt x="255263" y="309233"/>
                  </a:lnTo>
                  <a:lnTo>
                    <a:pt x="259707" y="306379"/>
                  </a:lnTo>
                  <a:lnTo>
                    <a:pt x="264058" y="303386"/>
                  </a:lnTo>
                  <a:lnTo>
                    <a:pt x="268313" y="300257"/>
                  </a:lnTo>
                  <a:lnTo>
                    <a:pt x="272467" y="296995"/>
                  </a:lnTo>
                  <a:lnTo>
                    <a:pt x="276516" y="293604"/>
                  </a:lnTo>
                  <a:lnTo>
                    <a:pt x="280455" y="290086"/>
                  </a:lnTo>
                  <a:lnTo>
                    <a:pt x="284282" y="286446"/>
                  </a:lnTo>
                  <a:lnTo>
                    <a:pt x="287992" y="282686"/>
                  </a:lnTo>
                  <a:lnTo>
                    <a:pt x="291581" y="278812"/>
                  </a:lnTo>
                  <a:lnTo>
                    <a:pt x="295045" y="274825"/>
                  </a:lnTo>
                  <a:lnTo>
                    <a:pt x="298383" y="270732"/>
                  </a:lnTo>
                  <a:lnTo>
                    <a:pt x="301589" y="266535"/>
                  </a:lnTo>
                  <a:lnTo>
                    <a:pt x="304661" y="262238"/>
                  </a:lnTo>
                  <a:lnTo>
                    <a:pt x="307595" y="257847"/>
                  </a:lnTo>
                  <a:lnTo>
                    <a:pt x="310390" y="253366"/>
                  </a:lnTo>
                  <a:lnTo>
                    <a:pt x="313041" y="248798"/>
                  </a:lnTo>
                  <a:lnTo>
                    <a:pt x="315547" y="244149"/>
                  </a:lnTo>
                  <a:lnTo>
                    <a:pt x="317905" y="239423"/>
                  </a:lnTo>
                  <a:lnTo>
                    <a:pt x="320113" y="234624"/>
                  </a:lnTo>
                  <a:lnTo>
                    <a:pt x="322167" y="229759"/>
                  </a:lnTo>
                  <a:lnTo>
                    <a:pt x="324067" y="224831"/>
                  </a:lnTo>
                  <a:lnTo>
                    <a:pt x="325811" y="219845"/>
                  </a:lnTo>
                  <a:lnTo>
                    <a:pt x="327395" y="214807"/>
                  </a:lnTo>
                  <a:lnTo>
                    <a:pt x="328820" y="209722"/>
                  </a:lnTo>
                  <a:lnTo>
                    <a:pt x="330084" y="204593"/>
                  </a:lnTo>
                  <a:lnTo>
                    <a:pt x="331185" y="199428"/>
                  </a:lnTo>
                  <a:lnTo>
                    <a:pt x="332122" y="194230"/>
                  </a:lnTo>
                  <a:lnTo>
                    <a:pt x="332895" y="189005"/>
                  </a:lnTo>
                  <a:lnTo>
                    <a:pt x="333502" y="183759"/>
                  </a:lnTo>
                  <a:lnTo>
                    <a:pt x="333943" y="178496"/>
                  </a:lnTo>
                  <a:lnTo>
                    <a:pt x="334218" y="173221"/>
                  </a:lnTo>
                  <a:lnTo>
                    <a:pt x="334326" y="167941"/>
                  </a:lnTo>
                  <a:lnTo>
                    <a:pt x="334267" y="162660"/>
                  </a:lnTo>
                  <a:lnTo>
                    <a:pt x="334041" y="157383"/>
                  </a:lnTo>
                  <a:lnTo>
                    <a:pt x="333649" y="152116"/>
                  </a:lnTo>
                  <a:lnTo>
                    <a:pt x="333090" y="146864"/>
                  </a:lnTo>
                  <a:lnTo>
                    <a:pt x="332366" y="141632"/>
                  </a:lnTo>
                  <a:lnTo>
                    <a:pt x="331477" y="136426"/>
                  </a:lnTo>
                  <a:lnTo>
                    <a:pt x="330424" y="131251"/>
                  </a:lnTo>
                  <a:lnTo>
                    <a:pt x="329208" y="126111"/>
                  </a:lnTo>
                  <a:lnTo>
                    <a:pt x="327830" y="121012"/>
                  </a:lnTo>
                  <a:lnTo>
                    <a:pt x="326292" y="115960"/>
                  </a:lnTo>
                  <a:lnTo>
                    <a:pt x="324594" y="110958"/>
                  </a:lnTo>
                  <a:lnTo>
                    <a:pt x="322740" y="106013"/>
                  </a:lnTo>
                  <a:lnTo>
                    <a:pt x="320731" y="101129"/>
                  </a:lnTo>
                  <a:lnTo>
                    <a:pt x="318568" y="96310"/>
                  </a:lnTo>
                  <a:lnTo>
                    <a:pt x="316254" y="91563"/>
                  </a:lnTo>
                  <a:lnTo>
                    <a:pt x="313791" y="86890"/>
                  </a:lnTo>
                  <a:lnTo>
                    <a:pt x="311182" y="82298"/>
                  </a:lnTo>
                  <a:lnTo>
                    <a:pt x="308429" y="77791"/>
                  </a:lnTo>
                  <a:lnTo>
                    <a:pt x="305535" y="73373"/>
                  </a:lnTo>
                  <a:lnTo>
                    <a:pt x="302503" y="69048"/>
                  </a:lnTo>
                  <a:lnTo>
                    <a:pt x="299336" y="64822"/>
                  </a:lnTo>
                  <a:lnTo>
                    <a:pt x="296037" y="60697"/>
                  </a:lnTo>
                  <a:lnTo>
                    <a:pt x="292609" y="56679"/>
                  </a:lnTo>
                  <a:lnTo>
                    <a:pt x="289056" y="52771"/>
                  </a:lnTo>
                  <a:lnTo>
                    <a:pt x="285381" y="48978"/>
                  </a:lnTo>
                  <a:lnTo>
                    <a:pt x="281589" y="45302"/>
                  </a:lnTo>
                  <a:lnTo>
                    <a:pt x="277682" y="41748"/>
                  </a:lnTo>
                  <a:lnTo>
                    <a:pt x="273665" y="38319"/>
                  </a:lnTo>
                  <a:lnTo>
                    <a:pt x="269541" y="35019"/>
                  </a:lnTo>
                  <a:lnTo>
                    <a:pt x="265316" y="31851"/>
                  </a:lnTo>
                  <a:lnTo>
                    <a:pt x="260992" y="28817"/>
                  </a:lnTo>
                  <a:lnTo>
                    <a:pt x="256575" y="25922"/>
                  </a:lnTo>
                  <a:lnTo>
                    <a:pt x="252068" y="23168"/>
                  </a:lnTo>
                  <a:lnTo>
                    <a:pt x="247477" y="20558"/>
                  </a:lnTo>
                  <a:lnTo>
                    <a:pt x="242805" y="18094"/>
                  </a:lnTo>
                  <a:lnTo>
                    <a:pt x="238058" y="15779"/>
                  </a:lnTo>
                  <a:lnTo>
                    <a:pt x="233240" y="13614"/>
                  </a:lnTo>
                  <a:lnTo>
                    <a:pt x="228356" y="11604"/>
                  </a:lnTo>
                  <a:lnTo>
                    <a:pt x="223412" y="9748"/>
                  </a:lnTo>
                  <a:lnTo>
                    <a:pt x="218411" y="8050"/>
                  </a:lnTo>
                  <a:lnTo>
                    <a:pt x="213358" y="6510"/>
                  </a:lnTo>
                  <a:lnTo>
                    <a:pt x="208260" y="5131"/>
                  </a:lnTo>
                  <a:lnTo>
                    <a:pt x="203121" y="3913"/>
                  </a:lnTo>
                  <a:lnTo>
                    <a:pt x="197946" y="2859"/>
                  </a:lnTo>
                  <a:lnTo>
                    <a:pt x="192740" y="1968"/>
                  </a:lnTo>
                  <a:lnTo>
                    <a:pt x="187508" y="1243"/>
                  </a:lnTo>
                  <a:lnTo>
                    <a:pt x="182256" y="683"/>
                  </a:lnTo>
                  <a:lnTo>
                    <a:pt x="176990" y="289"/>
                  </a:lnTo>
                  <a:lnTo>
                    <a:pt x="171713" y="6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782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720"/>
              <a:ext cx="4552" cy="167167"/>
            </a:xfrm>
            <a:custGeom>
              <a:avLst/>
              <a:pathLst>
                <a:path w="4552" h="167167">
                  <a:moveTo>
                    <a:pt x="4552" y="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14127" y="4213821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4" y="333"/>
                  </a:lnTo>
                  <a:lnTo>
                    <a:pt x="151339" y="750"/>
                  </a:lnTo>
                  <a:lnTo>
                    <a:pt x="146089" y="1333"/>
                  </a:lnTo>
                  <a:lnTo>
                    <a:pt x="140861" y="2081"/>
                  </a:lnTo>
                  <a:lnTo>
                    <a:pt x="135659" y="2994"/>
                  </a:lnTo>
                  <a:lnTo>
                    <a:pt x="130488" y="4071"/>
                  </a:lnTo>
                  <a:lnTo>
                    <a:pt x="125355" y="5311"/>
                  </a:lnTo>
                  <a:lnTo>
                    <a:pt x="120262" y="6713"/>
                  </a:lnTo>
                  <a:lnTo>
                    <a:pt x="115217" y="8274"/>
                  </a:lnTo>
                  <a:lnTo>
                    <a:pt x="110223" y="9995"/>
                  </a:lnTo>
                  <a:lnTo>
                    <a:pt x="105287" y="11872"/>
                  </a:lnTo>
                  <a:lnTo>
                    <a:pt x="100412" y="13904"/>
                  </a:lnTo>
                  <a:lnTo>
                    <a:pt x="95603" y="16089"/>
                  </a:lnTo>
                  <a:lnTo>
                    <a:pt x="90866" y="18425"/>
                  </a:lnTo>
                  <a:lnTo>
                    <a:pt x="86206" y="20909"/>
                  </a:lnTo>
                  <a:lnTo>
                    <a:pt x="81626" y="23540"/>
                  </a:lnTo>
                  <a:lnTo>
                    <a:pt x="77131" y="26313"/>
                  </a:lnTo>
                  <a:lnTo>
                    <a:pt x="72726" y="29228"/>
                  </a:lnTo>
                  <a:lnTo>
                    <a:pt x="68416" y="32280"/>
                  </a:lnTo>
                  <a:lnTo>
                    <a:pt x="64204" y="35466"/>
                  </a:lnTo>
                  <a:lnTo>
                    <a:pt x="60095" y="38785"/>
                  </a:lnTo>
                  <a:lnTo>
                    <a:pt x="56093" y="42231"/>
                  </a:lnTo>
                  <a:lnTo>
                    <a:pt x="52202" y="45802"/>
                  </a:lnTo>
                  <a:lnTo>
                    <a:pt x="48425" y="49494"/>
                  </a:lnTo>
                  <a:lnTo>
                    <a:pt x="44767" y="53304"/>
                  </a:lnTo>
                  <a:lnTo>
                    <a:pt x="41231" y="57227"/>
                  </a:lnTo>
                  <a:lnTo>
                    <a:pt x="37821" y="61260"/>
                  </a:lnTo>
                  <a:lnTo>
                    <a:pt x="34540" y="65399"/>
                  </a:lnTo>
                  <a:lnTo>
                    <a:pt x="31391" y="69639"/>
                  </a:lnTo>
                  <a:lnTo>
                    <a:pt x="28378" y="73977"/>
                  </a:lnTo>
                  <a:lnTo>
                    <a:pt x="25503" y="78408"/>
                  </a:lnTo>
                  <a:lnTo>
                    <a:pt x="22770" y="82927"/>
                  </a:lnTo>
                  <a:lnTo>
                    <a:pt x="20181" y="87530"/>
                  </a:lnTo>
                  <a:lnTo>
                    <a:pt x="17738" y="92213"/>
                  </a:lnTo>
                  <a:lnTo>
                    <a:pt x="15445" y="96971"/>
                  </a:lnTo>
                  <a:lnTo>
                    <a:pt x="13303" y="101799"/>
                  </a:lnTo>
                  <a:lnTo>
                    <a:pt x="11315" y="106692"/>
                  </a:lnTo>
                  <a:lnTo>
                    <a:pt x="9482" y="111645"/>
                  </a:lnTo>
                  <a:lnTo>
                    <a:pt x="7807" y="116654"/>
                  </a:lnTo>
                  <a:lnTo>
                    <a:pt x="6291" y="121713"/>
                  </a:lnTo>
                  <a:lnTo>
                    <a:pt x="4935" y="126818"/>
                  </a:lnTo>
                  <a:lnTo>
                    <a:pt x="3742" y="131963"/>
                  </a:lnTo>
                  <a:lnTo>
                    <a:pt x="2711" y="137143"/>
                  </a:lnTo>
                  <a:lnTo>
                    <a:pt x="1845" y="142353"/>
                  </a:lnTo>
                  <a:lnTo>
                    <a:pt x="1143" y="147587"/>
                  </a:lnTo>
                  <a:lnTo>
                    <a:pt x="608" y="152842"/>
                  </a:lnTo>
                  <a:lnTo>
                    <a:pt x="238" y="158110"/>
                  </a:lnTo>
                  <a:lnTo>
                    <a:pt x="35" y="163388"/>
                  </a:lnTo>
                  <a:lnTo>
                    <a:pt x="0" y="168670"/>
                  </a:lnTo>
                  <a:lnTo>
                    <a:pt x="130" y="173949"/>
                  </a:lnTo>
                  <a:lnTo>
                    <a:pt x="428" y="179223"/>
                  </a:lnTo>
                  <a:lnTo>
                    <a:pt x="892" y="184484"/>
                  </a:lnTo>
                  <a:lnTo>
                    <a:pt x="1522" y="189728"/>
                  </a:lnTo>
                  <a:lnTo>
                    <a:pt x="2317" y="194949"/>
                  </a:lnTo>
                  <a:lnTo>
                    <a:pt x="3277" y="200142"/>
                  </a:lnTo>
                  <a:lnTo>
                    <a:pt x="4401" y="205303"/>
                  </a:lnTo>
                  <a:lnTo>
                    <a:pt x="5687" y="210426"/>
                  </a:lnTo>
                  <a:lnTo>
                    <a:pt x="7134" y="215505"/>
                  </a:lnTo>
                  <a:lnTo>
                    <a:pt x="8741" y="220536"/>
                  </a:lnTo>
                  <a:lnTo>
                    <a:pt x="10506" y="225514"/>
                  </a:lnTo>
                  <a:lnTo>
                    <a:pt x="12427" y="230434"/>
                  </a:lnTo>
                  <a:lnTo>
                    <a:pt x="14503" y="235290"/>
                  </a:lnTo>
                  <a:lnTo>
                    <a:pt x="16731" y="240079"/>
                  </a:lnTo>
                  <a:lnTo>
                    <a:pt x="19110" y="244795"/>
                  </a:lnTo>
                  <a:lnTo>
                    <a:pt x="21636" y="249433"/>
                  </a:lnTo>
                  <a:lnTo>
                    <a:pt x="24307" y="253989"/>
                  </a:lnTo>
                  <a:lnTo>
                    <a:pt x="27122" y="258458"/>
                  </a:lnTo>
                  <a:lnTo>
                    <a:pt x="30075" y="262837"/>
                  </a:lnTo>
                  <a:lnTo>
                    <a:pt x="33166" y="267120"/>
                  </a:lnTo>
                  <a:lnTo>
                    <a:pt x="36390" y="271303"/>
                  </a:lnTo>
                  <a:lnTo>
                    <a:pt x="39745" y="275382"/>
                  </a:lnTo>
                  <a:lnTo>
                    <a:pt x="43228" y="279353"/>
                  </a:lnTo>
                  <a:lnTo>
                    <a:pt x="46833" y="283212"/>
                  </a:lnTo>
                  <a:lnTo>
                    <a:pt x="50559" y="286955"/>
                  </a:lnTo>
                  <a:lnTo>
                    <a:pt x="54402" y="290579"/>
                  </a:lnTo>
                  <a:lnTo>
                    <a:pt x="58357" y="294079"/>
                  </a:lnTo>
                  <a:lnTo>
                    <a:pt x="62420" y="297453"/>
                  </a:lnTo>
                  <a:lnTo>
                    <a:pt x="66588" y="300697"/>
                  </a:lnTo>
                  <a:lnTo>
                    <a:pt x="70857" y="303807"/>
                  </a:lnTo>
                  <a:lnTo>
                    <a:pt x="75221" y="306781"/>
                  </a:lnTo>
                  <a:lnTo>
                    <a:pt x="79678" y="309616"/>
                  </a:lnTo>
                  <a:lnTo>
                    <a:pt x="84221" y="312309"/>
                  </a:lnTo>
                  <a:lnTo>
                    <a:pt x="88848" y="314856"/>
                  </a:lnTo>
                  <a:lnTo>
                    <a:pt x="93553" y="317256"/>
                  </a:lnTo>
                  <a:lnTo>
                    <a:pt x="98331" y="319507"/>
                  </a:lnTo>
                  <a:lnTo>
                    <a:pt x="103177" y="321605"/>
                  </a:lnTo>
                  <a:lnTo>
                    <a:pt x="108088" y="323549"/>
                  </a:lnTo>
                  <a:lnTo>
                    <a:pt x="113058" y="325337"/>
                  </a:lnTo>
                  <a:lnTo>
                    <a:pt x="118082" y="326968"/>
                  </a:lnTo>
                  <a:lnTo>
                    <a:pt x="123154" y="328438"/>
                  </a:lnTo>
                  <a:lnTo>
                    <a:pt x="128271" y="329748"/>
                  </a:lnTo>
                  <a:lnTo>
                    <a:pt x="133426" y="330895"/>
                  </a:lnTo>
                  <a:lnTo>
                    <a:pt x="138615" y="331879"/>
                  </a:lnTo>
                  <a:lnTo>
                    <a:pt x="143833" y="332699"/>
                  </a:lnTo>
                  <a:lnTo>
                    <a:pt x="149074" y="333353"/>
                  </a:lnTo>
                  <a:lnTo>
                    <a:pt x="154333" y="333841"/>
                  </a:lnTo>
                  <a:lnTo>
                    <a:pt x="159604" y="334164"/>
                  </a:lnTo>
                  <a:lnTo>
                    <a:pt x="164884" y="334319"/>
                  </a:lnTo>
                  <a:lnTo>
                    <a:pt x="170165" y="334307"/>
                  </a:lnTo>
                  <a:lnTo>
                    <a:pt x="175444" y="334129"/>
                  </a:lnTo>
                  <a:lnTo>
                    <a:pt x="180714" y="333784"/>
                  </a:lnTo>
                  <a:lnTo>
                    <a:pt x="185971" y="333273"/>
                  </a:lnTo>
                  <a:lnTo>
                    <a:pt x="191209" y="332596"/>
                  </a:lnTo>
                  <a:lnTo>
                    <a:pt x="196423" y="331753"/>
                  </a:lnTo>
                  <a:lnTo>
                    <a:pt x="201607" y="330747"/>
                  </a:lnTo>
                  <a:lnTo>
                    <a:pt x="206758" y="329577"/>
                  </a:lnTo>
                  <a:lnTo>
                    <a:pt x="211869" y="328245"/>
                  </a:lnTo>
                  <a:lnTo>
                    <a:pt x="216935" y="326752"/>
                  </a:lnTo>
                  <a:lnTo>
                    <a:pt x="221951" y="325100"/>
                  </a:lnTo>
                  <a:lnTo>
                    <a:pt x="226913" y="323290"/>
                  </a:lnTo>
                  <a:lnTo>
                    <a:pt x="231815" y="321325"/>
                  </a:lnTo>
                  <a:lnTo>
                    <a:pt x="236653" y="319205"/>
                  </a:lnTo>
                  <a:lnTo>
                    <a:pt x="241421" y="316934"/>
                  </a:lnTo>
                  <a:lnTo>
                    <a:pt x="246115" y="314514"/>
                  </a:lnTo>
                  <a:lnTo>
                    <a:pt x="250731" y="311946"/>
                  </a:lnTo>
                  <a:lnTo>
                    <a:pt x="255263" y="309233"/>
                  </a:lnTo>
                  <a:lnTo>
                    <a:pt x="259707" y="306379"/>
                  </a:lnTo>
                  <a:lnTo>
                    <a:pt x="264058" y="303386"/>
                  </a:lnTo>
                  <a:lnTo>
                    <a:pt x="268313" y="300257"/>
                  </a:lnTo>
                  <a:lnTo>
                    <a:pt x="272467" y="296995"/>
                  </a:lnTo>
                  <a:lnTo>
                    <a:pt x="276516" y="293604"/>
                  </a:lnTo>
                  <a:lnTo>
                    <a:pt x="280455" y="290086"/>
                  </a:lnTo>
                  <a:lnTo>
                    <a:pt x="284282" y="286446"/>
                  </a:lnTo>
                  <a:lnTo>
                    <a:pt x="287992" y="282686"/>
                  </a:lnTo>
                  <a:lnTo>
                    <a:pt x="291581" y="278812"/>
                  </a:lnTo>
                  <a:lnTo>
                    <a:pt x="295045" y="274825"/>
                  </a:lnTo>
                  <a:lnTo>
                    <a:pt x="298383" y="270732"/>
                  </a:lnTo>
                  <a:lnTo>
                    <a:pt x="301589" y="266535"/>
                  </a:lnTo>
                  <a:lnTo>
                    <a:pt x="304661" y="262238"/>
                  </a:lnTo>
                  <a:lnTo>
                    <a:pt x="307595" y="257847"/>
                  </a:lnTo>
                  <a:lnTo>
                    <a:pt x="310390" y="253366"/>
                  </a:lnTo>
                  <a:lnTo>
                    <a:pt x="313041" y="248798"/>
                  </a:lnTo>
                  <a:lnTo>
                    <a:pt x="315547" y="244149"/>
                  </a:lnTo>
                  <a:lnTo>
                    <a:pt x="317905" y="239423"/>
                  </a:lnTo>
                  <a:lnTo>
                    <a:pt x="320113" y="234624"/>
                  </a:lnTo>
                  <a:lnTo>
                    <a:pt x="322167" y="229759"/>
                  </a:lnTo>
                  <a:lnTo>
                    <a:pt x="324067" y="224831"/>
                  </a:lnTo>
                  <a:lnTo>
                    <a:pt x="325811" y="219845"/>
                  </a:lnTo>
                  <a:lnTo>
                    <a:pt x="327395" y="214807"/>
                  </a:lnTo>
                  <a:lnTo>
                    <a:pt x="328820" y="209722"/>
                  </a:lnTo>
                  <a:lnTo>
                    <a:pt x="330084" y="204593"/>
                  </a:lnTo>
                  <a:lnTo>
                    <a:pt x="331185" y="199428"/>
                  </a:lnTo>
                  <a:lnTo>
                    <a:pt x="332122" y="194230"/>
                  </a:lnTo>
                  <a:lnTo>
                    <a:pt x="332895" y="189005"/>
                  </a:lnTo>
                  <a:lnTo>
                    <a:pt x="333502" y="183759"/>
                  </a:lnTo>
                  <a:lnTo>
                    <a:pt x="333943" y="178496"/>
                  </a:lnTo>
                  <a:lnTo>
                    <a:pt x="334218" y="173221"/>
                  </a:lnTo>
                  <a:lnTo>
                    <a:pt x="334326" y="167941"/>
                  </a:lnTo>
                  <a:lnTo>
                    <a:pt x="334267" y="162660"/>
                  </a:lnTo>
                  <a:lnTo>
                    <a:pt x="334041" y="157383"/>
                  </a:lnTo>
                  <a:lnTo>
                    <a:pt x="333649" y="152116"/>
                  </a:lnTo>
                  <a:lnTo>
                    <a:pt x="333090" y="146864"/>
                  </a:lnTo>
                  <a:lnTo>
                    <a:pt x="332366" y="141632"/>
                  </a:lnTo>
                  <a:lnTo>
                    <a:pt x="331477" y="136426"/>
                  </a:lnTo>
                  <a:lnTo>
                    <a:pt x="330424" y="131251"/>
                  </a:lnTo>
                  <a:lnTo>
                    <a:pt x="329208" y="126111"/>
                  </a:lnTo>
                  <a:lnTo>
                    <a:pt x="327830" y="121012"/>
                  </a:lnTo>
                  <a:lnTo>
                    <a:pt x="326292" y="115960"/>
                  </a:lnTo>
                  <a:lnTo>
                    <a:pt x="324594" y="110958"/>
                  </a:lnTo>
                  <a:lnTo>
                    <a:pt x="322740" y="106013"/>
                  </a:lnTo>
                  <a:lnTo>
                    <a:pt x="320731" y="101129"/>
                  </a:lnTo>
                  <a:lnTo>
                    <a:pt x="318568" y="96310"/>
                  </a:lnTo>
                  <a:lnTo>
                    <a:pt x="316254" y="91563"/>
                  </a:lnTo>
                  <a:lnTo>
                    <a:pt x="313791" y="86890"/>
                  </a:lnTo>
                  <a:lnTo>
                    <a:pt x="311182" y="82298"/>
                  </a:lnTo>
                  <a:lnTo>
                    <a:pt x="308429" y="77791"/>
                  </a:lnTo>
                  <a:lnTo>
                    <a:pt x="305535" y="73373"/>
                  </a:lnTo>
                  <a:lnTo>
                    <a:pt x="302503" y="69048"/>
                  </a:lnTo>
                  <a:lnTo>
                    <a:pt x="299336" y="64822"/>
                  </a:lnTo>
                  <a:lnTo>
                    <a:pt x="296037" y="60697"/>
                  </a:lnTo>
                  <a:lnTo>
                    <a:pt x="292609" y="56679"/>
                  </a:lnTo>
                  <a:lnTo>
                    <a:pt x="289056" y="52771"/>
                  </a:lnTo>
                  <a:lnTo>
                    <a:pt x="285381" y="48978"/>
                  </a:lnTo>
                  <a:lnTo>
                    <a:pt x="281589" y="45302"/>
                  </a:lnTo>
                  <a:lnTo>
                    <a:pt x="277682" y="41748"/>
                  </a:lnTo>
                  <a:lnTo>
                    <a:pt x="273665" y="38319"/>
                  </a:lnTo>
                  <a:lnTo>
                    <a:pt x="269541" y="35019"/>
                  </a:lnTo>
                  <a:lnTo>
                    <a:pt x="265316" y="31851"/>
                  </a:lnTo>
                  <a:lnTo>
                    <a:pt x="260992" y="28817"/>
                  </a:lnTo>
                  <a:lnTo>
                    <a:pt x="256575" y="25922"/>
                  </a:lnTo>
                  <a:lnTo>
                    <a:pt x="252068" y="23168"/>
                  </a:lnTo>
                  <a:lnTo>
                    <a:pt x="247477" y="20558"/>
                  </a:lnTo>
                  <a:lnTo>
                    <a:pt x="242805" y="18094"/>
                  </a:lnTo>
                  <a:lnTo>
                    <a:pt x="238058" y="15779"/>
                  </a:lnTo>
                  <a:lnTo>
                    <a:pt x="233240" y="13614"/>
                  </a:lnTo>
                  <a:lnTo>
                    <a:pt x="228356" y="11604"/>
                  </a:lnTo>
                  <a:lnTo>
                    <a:pt x="223412" y="9748"/>
                  </a:lnTo>
                  <a:lnTo>
                    <a:pt x="218411" y="8050"/>
                  </a:lnTo>
                  <a:lnTo>
                    <a:pt x="213358" y="6510"/>
                  </a:lnTo>
                  <a:lnTo>
                    <a:pt x="208260" y="5131"/>
                  </a:lnTo>
                  <a:lnTo>
                    <a:pt x="203121" y="3913"/>
                  </a:lnTo>
                  <a:lnTo>
                    <a:pt x="197946" y="2859"/>
                  </a:lnTo>
                  <a:lnTo>
                    <a:pt x="192740" y="1968"/>
                  </a:lnTo>
                  <a:lnTo>
                    <a:pt x="187508" y="1243"/>
                  </a:lnTo>
                  <a:lnTo>
                    <a:pt x="182256" y="683"/>
                  </a:lnTo>
                  <a:lnTo>
                    <a:pt x="176990" y="289"/>
                  </a:lnTo>
                  <a:lnTo>
                    <a:pt x="171713" y="6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883"/>
              <a:ext cx="4552" cy="167105"/>
            </a:xfrm>
            <a:custGeom>
              <a:avLst/>
              <a:pathLst>
                <a:path w="4552" h="167105">
                  <a:moveTo>
                    <a:pt x="4552" y="0"/>
                  </a:moveTo>
                  <a:lnTo>
                    <a:pt x="0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821"/>
              <a:ext cx="4552" cy="167167"/>
            </a:xfrm>
            <a:custGeom>
              <a:avLst/>
              <a:pathLst>
                <a:path w="4552" h="167167">
                  <a:moveTo>
                    <a:pt x="4552" y="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57" y="4659281"/>
              <a:ext cx="167167" cy="167529"/>
            </a:xfrm>
            <a:custGeom>
              <a:avLst/>
              <a:pathLst>
                <a:path w="167167" h="167529">
                  <a:moveTo>
                    <a:pt x="167167" y="0"/>
                  </a:moveTo>
                  <a:lnTo>
                    <a:pt x="161801" y="86"/>
                  </a:lnTo>
                  <a:lnTo>
                    <a:pt x="156441" y="344"/>
                  </a:lnTo>
                  <a:lnTo>
                    <a:pt x="151093" y="774"/>
                  </a:lnTo>
                  <a:lnTo>
                    <a:pt x="145760" y="1376"/>
                  </a:lnTo>
                  <a:lnTo>
                    <a:pt x="140450" y="2148"/>
                  </a:lnTo>
                  <a:lnTo>
                    <a:pt x="135168" y="3091"/>
                  </a:lnTo>
                  <a:lnTo>
                    <a:pt x="129918" y="4202"/>
                  </a:lnTo>
                  <a:lnTo>
                    <a:pt x="124707" y="5482"/>
                  </a:lnTo>
                  <a:lnTo>
                    <a:pt x="119539" y="6928"/>
                  </a:lnTo>
                  <a:lnTo>
                    <a:pt x="114421" y="8539"/>
                  </a:lnTo>
                  <a:lnTo>
                    <a:pt x="109356" y="10314"/>
                  </a:lnTo>
                  <a:lnTo>
                    <a:pt x="104352" y="12250"/>
                  </a:lnTo>
                  <a:lnTo>
                    <a:pt x="99412" y="14346"/>
                  </a:lnTo>
                  <a:lnTo>
                    <a:pt x="94542" y="16599"/>
                  </a:lnTo>
                  <a:lnTo>
                    <a:pt x="89747" y="19008"/>
                  </a:lnTo>
                  <a:lnTo>
                    <a:pt x="85032" y="21569"/>
                  </a:lnTo>
                  <a:lnTo>
                    <a:pt x="80401" y="24280"/>
                  </a:lnTo>
                  <a:lnTo>
                    <a:pt x="75859" y="27139"/>
                  </a:lnTo>
                  <a:lnTo>
                    <a:pt x="71412" y="30141"/>
                  </a:lnTo>
                  <a:lnTo>
                    <a:pt x="67064" y="33285"/>
                  </a:lnTo>
                  <a:lnTo>
                    <a:pt x="62818" y="36567"/>
                  </a:lnTo>
                  <a:lnTo>
                    <a:pt x="58680" y="39983"/>
                  </a:lnTo>
                  <a:lnTo>
                    <a:pt x="54654" y="43531"/>
                  </a:lnTo>
                  <a:lnTo>
                    <a:pt x="50744" y="47206"/>
                  </a:lnTo>
                  <a:lnTo>
                    <a:pt x="46953" y="51004"/>
                  </a:lnTo>
                  <a:lnTo>
                    <a:pt x="43287" y="54922"/>
                  </a:lnTo>
                  <a:lnTo>
                    <a:pt x="39748" y="58956"/>
                  </a:lnTo>
                  <a:lnTo>
                    <a:pt x="36341" y="63102"/>
                  </a:lnTo>
                  <a:lnTo>
                    <a:pt x="33068" y="67354"/>
                  </a:lnTo>
                  <a:lnTo>
                    <a:pt x="29934" y="71710"/>
                  </a:lnTo>
                  <a:lnTo>
                    <a:pt x="26941" y="76163"/>
                  </a:lnTo>
                  <a:lnTo>
                    <a:pt x="24092" y="80711"/>
                  </a:lnTo>
                  <a:lnTo>
                    <a:pt x="21391" y="85348"/>
                  </a:lnTo>
                  <a:lnTo>
                    <a:pt x="18840" y="90069"/>
                  </a:lnTo>
                  <a:lnTo>
                    <a:pt x="16442" y="94869"/>
                  </a:lnTo>
                  <a:lnTo>
                    <a:pt x="14199" y="99744"/>
                  </a:lnTo>
                  <a:lnTo>
                    <a:pt x="12114" y="104688"/>
                  </a:lnTo>
                  <a:lnTo>
                    <a:pt x="10188" y="109697"/>
                  </a:lnTo>
                  <a:lnTo>
                    <a:pt x="8425" y="114765"/>
                  </a:lnTo>
                  <a:lnTo>
                    <a:pt x="6825" y="119887"/>
                  </a:lnTo>
                  <a:lnTo>
                    <a:pt x="5390" y="125057"/>
                  </a:lnTo>
                  <a:lnTo>
                    <a:pt x="4122" y="130271"/>
                  </a:lnTo>
                  <a:lnTo>
                    <a:pt x="3021" y="135523"/>
                  </a:lnTo>
                  <a:lnTo>
                    <a:pt x="2090" y="140808"/>
                  </a:lnTo>
                  <a:lnTo>
                    <a:pt x="1329" y="146120"/>
                  </a:lnTo>
                  <a:lnTo>
                    <a:pt x="739" y="151453"/>
                  </a:lnTo>
                  <a:lnTo>
                    <a:pt x="321" y="156803"/>
                  </a:lnTo>
                  <a:lnTo>
                    <a:pt x="74" y="162164"/>
                  </a:lnTo>
                  <a:lnTo>
                    <a:pt x="0" y="16752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19357" y="4826449"/>
              <a:ext cx="167167" cy="362"/>
            </a:xfrm>
            <a:custGeom>
              <a:avLst/>
              <a:pathLst>
                <a:path w="167167" h="362">
                  <a:moveTo>
                    <a:pt x="0" y="362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19357" y="4826449"/>
              <a:ext cx="167167" cy="22541"/>
            </a:xfrm>
            <a:custGeom>
              <a:avLst/>
              <a:pathLst>
                <a:path w="167167" h="22541">
                  <a:moveTo>
                    <a:pt x="0" y="362"/>
                  </a:moveTo>
                  <a:lnTo>
                    <a:pt x="180" y="7775"/>
                  </a:lnTo>
                  <a:lnTo>
                    <a:pt x="689" y="15173"/>
                  </a:lnTo>
                  <a:lnTo>
                    <a:pt x="1526" y="22541"/>
                  </a:lnTo>
                  <a:lnTo>
                    <a:pt x="16716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920884" y="4659281"/>
              <a:ext cx="332793" cy="334332"/>
            </a:xfrm>
            <a:custGeom>
              <a:avLst/>
              <a:pathLst>
                <a:path w="332793" h="334332">
                  <a:moveTo>
                    <a:pt x="0" y="189709"/>
                  </a:moveTo>
                  <a:lnTo>
                    <a:pt x="800" y="194962"/>
                  </a:lnTo>
                  <a:lnTo>
                    <a:pt x="1766" y="200186"/>
                  </a:lnTo>
                  <a:lnTo>
                    <a:pt x="2898" y="205378"/>
                  </a:lnTo>
                  <a:lnTo>
                    <a:pt x="4195" y="210530"/>
                  </a:lnTo>
                  <a:lnTo>
                    <a:pt x="5654" y="215639"/>
                  </a:lnTo>
                  <a:lnTo>
                    <a:pt x="7276" y="220699"/>
                  </a:lnTo>
                  <a:lnTo>
                    <a:pt x="9057" y="225705"/>
                  </a:lnTo>
                  <a:lnTo>
                    <a:pt x="10996" y="230652"/>
                  </a:lnTo>
                  <a:lnTo>
                    <a:pt x="13092" y="235534"/>
                  </a:lnTo>
                  <a:lnTo>
                    <a:pt x="15342" y="240348"/>
                  </a:lnTo>
                  <a:lnTo>
                    <a:pt x="17744" y="245087"/>
                  </a:lnTo>
                  <a:lnTo>
                    <a:pt x="20295" y="249748"/>
                  </a:lnTo>
                  <a:lnTo>
                    <a:pt x="22992" y="254325"/>
                  </a:lnTo>
                  <a:lnTo>
                    <a:pt x="25834" y="258815"/>
                  </a:lnTo>
                  <a:lnTo>
                    <a:pt x="28818" y="263211"/>
                  </a:lnTo>
                  <a:lnTo>
                    <a:pt x="31939" y="267511"/>
                  </a:lnTo>
                  <a:lnTo>
                    <a:pt x="35196" y="271710"/>
                  </a:lnTo>
                  <a:lnTo>
                    <a:pt x="38584" y="275802"/>
                  </a:lnTo>
                  <a:lnTo>
                    <a:pt x="42100" y="279785"/>
                  </a:lnTo>
                  <a:lnTo>
                    <a:pt x="45742" y="283655"/>
                  </a:lnTo>
                  <a:lnTo>
                    <a:pt x="49504" y="287406"/>
                  </a:lnTo>
                  <a:lnTo>
                    <a:pt x="53384" y="291036"/>
                  </a:lnTo>
                  <a:lnTo>
                    <a:pt x="57378" y="294541"/>
                  </a:lnTo>
                  <a:lnTo>
                    <a:pt x="61480" y="297917"/>
                  </a:lnTo>
                  <a:lnTo>
                    <a:pt x="65688" y="301162"/>
                  </a:lnTo>
                  <a:lnTo>
                    <a:pt x="69997" y="304270"/>
                  </a:lnTo>
                  <a:lnTo>
                    <a:pt x="74403" y="307241"/>
                  </a:lnTo>
                  <a:lnTo>
                    <a:pt x="78900" y="310070"/>
                  </a:lnTo>
                  <a:lnTo>
                    <a:pt x="83486" y="312754"/>
                  </a:lnTo>
                  <a:lnTo>
                    <a:pt x="88154" y="315291"/>
                  </a:lnTo>
                  <a:lnTo>
                    <a:pt x="92900" y="317679"/>
                  </a:lnTo>
                  <a:lnTo>
                    <a:pt x="97721" y="319915"/>
                  </a:lnTo>
                  <a:lnTo>
                    <a:pt x="102609" y="321996"/>
                  </a:lnTo>
                  <a:lnTo>
                    <a:pt x="107562" y="323921"/>
                  </a:lnTo>
                  <a:lnTo>
                    <a:pt x="112573" y="325688"/>
                  </a:lnTo>
                  <a:lnTo>
                    <a:pt x="117637" y="327294"/>
                  </a:lnTo>
                  <a:lnTo>
                    <a:pt x="122750" y="328739"/>
                  </a:lnTo>
                  <a:lnTo>
                    <a:pt x="127907" y="330020"/>
                  </a:lnTo>
                  <a:lnTo>
                    <a:pt x="133101" y="331137"/>
                  </a:lnTo>
                  <a:lnTo>
                    <a:pt x="138329" y="332088"/>
                  </a:lnTo>
                  <a:lnTo>
                    <a:pt x="143584" y="332873"/>
                  </a:lnTo>
                  <a:lnTo>
                    <a:pt x="148861" y="333490"/>
                  </a:lnTo>
                  <a:lnTo>
                    <a:pt x="154155" y="333939"/>
                  </a:lnTo>
                  <a:lnTo>
                    <a:pt x="159461" y="334220"/>
                  </a:lnTo>
                  <a:lnTo>
                    <a:pt x="164773" y="334332"/>
                  </a:lnTo>
                  <a:lnTo>
                    <a:pt x="170086" y="334275"/>
                  </a:lnTo>
                  <a:lnTo>
                    <a:pt x="175395" y="334050"/>
                  </a:lnTo>
                  <a:lnTo>
                    <a:pt x="180694" y="333655"/>
                  </a:lnTo>
                  <a:lnTo>
                    <a:pt x="185977" y="333093"/>
                  </a:lnTo>
                  <a:lnTo>
                    <a:pt x="191240" y="332363"/>
                  </a:lnTo>
                  <a:lnTo>
                    <a:pt x="196477" y="331466"/>
                  </a:lnTo>
                  <a:lnTo>
                    <a:pt x="201683" y="330403"/>
                  </a:lnTo>
                  <a:lnTo>
                    <a:pt x="206852" y="329175"/>
                  </a:lnTo>
                  <a:lnTo>
                    <a:pt x="211980" y="327783"/>
                  </a:lnTo>
                  <a:lnTo>
                    <a:pt x="217061" y="326229"/>
                  </a:lnTo>
                  <a:lnTo>
                    <a:pt x="222090" y="324515"/>
                  </a:lnTo>
                  <a:lnTo>
                    <a:pt x="227062" y="322641"/>
                  </a:lnTo>
                  <a:lnTo>
                    <a:pt x="231972" y="320611"/>
                  </a:lnTo>
                  <a:lnTo>
                    <a:pt x="236815" y="318425"/>
                  </a:lnTo>
                  <a:lnTo>
                    <a:pt x="241586" y="316087"/>
                  </a:lnTo>
                  <a:lnTo>
                    <a:pt x="246281" y="313598"/>
                  </a:lnTo>
                  <a:lnTo>
                    <a:pt x="250894" y="310961"/>
                  </a:lnTo>
                  <a:lnTo>
                    <a:pt x="255420" y="308179"/>
                  </a:lnTo>
                  <a:lnTo>
                    <a:pt x="259856" y="305255"/>
                  </a:lnTo>
                  <a:lnTo>
                    <a:pt x="264197" y="302191"/>
                  </a:lnTo>
                  <a:lnTo>
                    <a:pt x="268439" y="298990"/>
                  </a:lnTo>
                  <a:lnTo>
                    <a:pt x="272576" y="295657"/>
                  </a:lnTo>
                  <a:lnTo>
                    <a:pt x="276605" y="292194"/>
                  </a:lnTo>
                  <a:lnTo>
                    <a:pt x="280523" y="288604"/>
                  </a:lnTo>
                  <a:lnTo>
                    <a:pt x="284324" y="284892"/>
                  </a:lnTo>
                  <a:lnTo>
                    <a:pt x="288005" y="281060"/>
                  </a:lnTo>
                  <a:lnTo>
                    <a:pt x="291563" y="277114"/>
                  </a:lnTo>
                  <a:lnTo>
                    <a:pt x="294994" y="273056"/>
                  </a:lnTo>
                  <a:lnTo>
                    <a:pt x="298294" y="268892"/>
                  </a:lnTo>
                  <a:lnTo>
                    <a:pt x="301459" y="264625"/>
                  </a:lnTo>
                  <a:lnTo>
                    <a:pt x="304488" y="260259"/>
                  </a:lnTo>
                  <a:lnTo>
                    <a:pt x="307376" y="255800"/>
                  </a:lnTo>
                  <a:lnTo>
                    <a:pt x="310122" y="251251"/>
                  </a:lnTo>
                  <a:lnTo>
                    <a:pt x="312721" y="246616"/>
                  </a:lnTo>
                  <a:lnTo>
                    <a:pt x="315171" y="241902"/>
                  </a:lnTo>
                  <a:lnTo>
                    <a:pt x="317471" y="237112"/>
                  </a:lnTo>
                  <a:lnTo>
                    <a:pt x="319617" y="232252"/>
                  </a:lnTo>
                  <a:lnTo>
                    <a:pt x="321608" y="227325"/>
                  </a:lnTo>
                  <a:lnTo>
                    <a:pt x="323441" y="222338"/>
                  </a:lnTo>
                  <a:lnTo>
                    <a:pt x="325115" y="217295"/>
                  </a:lnTo>
                  <a:lnTo>
                    <a:pt x="326627" y="212202"/>
                  </a:lnTo>
                  <a:lnTo>
                    <a:pt x="327977" y="207063"/>
                  </a:lnTo>
                  <a:lnTo>
                    <a:pt x="329163" y="201884"/>
                  </a:lnTo>
                  <a:lnTo>
                    <a:pt x="330184" y="196669"/>
                  </a:lnTo>
                  <a:lnTo>
                    <a:pt x="331038" y="191425"/>
                  </a:lnTo>
                  <a:lnTo>
                    <a:pt x="331725" y="186157"/>
                  </a:lnTo>
                  <a:lnTo>
                    <a:pt x="332245" y="180869"/>
                  </a:lnTo>
                  <a:lnTo>
                    <a:pt x="332596" y="175567"/>
                  </a:lnTo>
                  <a:lnTo>
                    <a:pt x="332779" y="170257"/>
                  </a:lnTo>
                  <a:lnTo>
                    <a:pt x="332793" y="164944"/>
                  </a:lnTo>
                  <a:lnTo>
                    <a:pt x="332638" y="159633"/>
                  </a:lnTo>
                  <a:lnTo>
                    <a:pt x="332314" y="154329"/>
                  </a:lnTo>
                  <a:lnTo>
                    <a:pt x="331822" y="149039"/>
                  </a:lnTo>
                  <a:lnTo>
                    <a:pt x="331162" y="143767"/>
                  </a:lnTo>
                  <a:lnTo>
                    <a:pt x="330334" y="138518"/>
                  </a:lnTo>
                  <a:lnTo>
                    <a:pt x="329341" y="133298"/>
                  </a:lnTo>
                  <a:lnTo>
                    <a:pt x="328182" y="128113"/>
                  </a:lnTo>
                  <a:lnTo>
                    <a:pt x="326858" y="122967"/>
                  </a:lnTo>
                  <a:lnTo>
                    <a:pt x="325372" y="117866"/>
                  </a:lnTo>
                  <a:lnTo>
                    <a:pt x="323725" y="112815"/>
                  </a:lnTo>
                  <a:lnTo>
                    <a:pt x="321918" y="107818"/>
                  </a:lnTo>
                  <a:lnTo>
                    <a:pt x="319953" y="102881"/>
                  </a:lnTo>
                  <a:lnTo>
                    <a:pt x="317832" y="98010"/>
                  </a:lnTo>
                  <a:lnTo>
                    <a:pt x="315557" y="93208"/>
                  </a:lnTo>
                  <a:lnTo>
                    <a:pt x="313131" y="88481"/>
                  </a:lnTo>
                  <a:lnTo>
                    <a:pt x="310556" y="83834"/>
                  </a:lnTo>
                  <a:lnTo>
                    <a:pt x="307834" y="79270"/>
                  </a:lnTo>
                  <a:lnTo>
                    <a:pt x="304969" y="74796"/>
                  </a:lnTo>
                  <a:lnTo>
                    <a:pt x="301963" y="70414"/>
                  </a:lnTo>
                  <a:lnTo>
                    <a:pt x="298819" y="66131"/>
                  </a:lnTo>
                  <a:lnTo>
                    <a:pt x="295541" y="61949"/>
                  </a:lnTo>
                  <a:lnTo>
                    <a:pt x="292131" y="57874"/>
                  </a:lnTo>
                  <a:lnTo>
                    <a:pt x="288594" y="53910"/>
                  </a:lnTo>
                  <a:lnTo>
                    <a:pt x="284933" y="50059"/>
                  </a:lnTo>
                  <a:lnTo>
                    <a:pt x="281151" y="46327"/>
                  </a:lnTo>
                  <a:lnTo>
                    <a:pt x="277252" y="42717"/>
                  </a:lnTo>
                  <a:lnTo>
                    <a:pt x="273241" y="39233"/>
                  </a:lnTo>
                  <a:lnTo>
                    <a:pt x="269121" y="35878"/>
                  </a:lnTo>
                  <a:lnTo>
                    <a:pt x="264896" y="32656"/>
                  </a:lnTo>
                  <a:lnTo>
                    <a:pt x="260571" y="29569"/>
                  </a:lnTo>
                  <a:lnTo>
                    <a:pt x="256150" y="26622"/>
                  </a:lnTo>
                  <a:lnTo>
                    <a:pt x="251638" y="23817"/>
                  </a:lnTo>
                  <a:lnTo>
                    <a:pt x="247039" y="21156"/>
                  </a:lnTo>
                  <a:lnTo>
                    <a:pt x="242357" y="18643"/>
                  </a:lnTo>
                  <a:lnTo>
                    <a:pt x="237598" y="16280"/>
                  </a:lnTo>
                  <a:lnTo>
                    <a:pt x="232767" y="14069"/>
                  </a:lnTo>
                  <a:lnTo>
                    <a:pt x="227867" y="12013"/>
                  </a:lnTo>
                  <a:lnTo>
                    <a:pt x="222905" y="10114"/>
                  </a:lnTo>
                  <a:lnTo>
                    <a:pt x="217885" y="8373"/>
                  </a:lnTo>
                  <a:lnTo>
                    <a:pt x="212812" y="6793"/>
                  </a:lnTo>
                  <a:lnTo>
                    <a:pt x="207692" y="5375"/>
                  </a:lnTo>
                  <a:lnTo>
                    <a:pt x="202529" y="4120"/>
                  </a:lnTo>
                  <a:lnTo>
                    <a:pt x="197328" y="3030"/>
                  </a:lnTo>
                  <a:lnTo>
                    <a:pt x="192096" y="2106"/>
                  </a:lnTo>
                  <a:lnTo>
                    <a:pt x="186837" y="1349"/>
                  </a:lnTo>
                  <a:lnTo>
                    <a:pt x="181557" y="759"/>
                  </a:lnTo>
                  <a:lnTo>
                    <a:pt x="176260" y="337"/>
                  </a:lnTo>
                  <a:lnTo>
                    <a:pt x="170953" y="84"/>
                  </a:lnTo>
                  <a:lnTo>
                    <a:pt x="165640" y="0"/>
                  </a:lnTo>
                  <a:lnTo>
                    <a:pt x="1656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6651" y="5018213"/>
              <a:ext cx="2069" cy="167167"/>
            </a:xfrm>
            <a:custGeom>
              <a:avLst/>
              <a:pathLst>
                <a:path w="2069" h="167167">
                  <a:moveTo>
                    <a:pt x="2069" y="0"/>
                  </a:moveTo>
                  <a:lnTo>
                    <a:pt x="0" y="12"/>
                  </a:lnTo>
                  <a:lnTo>
                    <a:pt x="206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6651" y="5018226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6651" y="5018226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6651" y="5018226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651" y="5018226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6651" y="5018226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6651" y="5018226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6651" y="5018226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6651" y="5018226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321554" y="5018226"/>
              <a:ext cx="334332" cy="334309"/>
            </a:xfrm>
            <a:custGeom>
              <a:avLst/>
              <a:pathLst>
                <a:path w="334332" h="334309">
                  <a:moveTo>
                    <a:pt x="165096" y="0"/>
                  </a:moveTo>
                  <a:lnTo>
                    <a:pt x="159794" y="149"/>
                  </a:lnTo>
                  <a:lnTo>
                    <a:pt x="154499" y="467"/>
                  </a:lnTo>
                  <a:lnTo>
                    <a:pt x="149216" y="953"/>
                  </a:lnTo>
                  <a:lnTo>
                    <a:pt x="143952" y="1606"/>
                  </a:lnTo>
                  <a:lnTo>
                    <a:pt x="138711" y="2426"/>
                  </a:lnTo>
                  <a:lnTo>
                    <a:pt x="133499" y="3412"/>
                  </a:lnTo>
                  <a:lnTo>
                    <a:pt x="128320" y="4563"/>
                  </a:lnTo>
                  <a:lnTo>
                    <a:pt x="123181" y="5877"/>
                  </a:lnTo>
                  <a:lnTo>
                    <a:pt x="118086" y="7354"/>
                  </a:lnTo>
                  <a:lnTo>
                    <a:pt x="113041" y="8992"/>
                  </a:lnTo>
                  <a:lnTo>
                    <a:pt x="108050" y="10789"/>
                  </a:lnTo>
                  <a:lnTo>
                    <a:pt x="103118" y="12743"/>
                  </a:lnTo>
                  <a:lnTo>
                    <a:pt x="98251" y="14853"/>
                  </a:lnTo>
                  <a:lnTo>
                    <a:pt x="93453" y="17116"/>
                  </a:lnTo>
                  <a:lnTo>
                    <a:pt x="88730" y="19530"/>
                  </a:lnTo>
                  <a:lnTo>
                    <a:pt x="84085" y="22093"/>
                  </a:lnTo>
                  <a:lnTo>
                    <a:pt x="79525" y="24803"/>
                  </a:lnTo>
                  <a:lnTo>
                    <a:pt x="75052" y="27655"/>
                  </a:lnTo>
                  <a:lnTo>
                    <a:pt x="70672" y="30648"/>
                  </a:lnTo>
                  <a:lnTo>
                    <a:pt x="66390" y="33778"/>
                  </a:lnTo>
                  <a:lnTo>
                    <a:pt x="62209" y="37043"/>
                  </a:lnTo>
                  <a:lnTo>
                    <a:pt x="58133" y="40439"/>
                  </a:lnTo>
                  <a:lnTo>
                    <a:pt x="54168" y="43962"/>
                  </a:lnTo>
                  <a:lnTo>
                    <a:pt x="50316" y="47609"/>
                  </a:lnTo>
                  <a:lnTo>
                    <a:pt x="46582" y="51377"/>
                  </a:lnTo>
                  <a:lnTo>
                    <a:pt x="42969" y="55261"/>
                  </a:lnTo>
                  <a:lnTo>
                    <a:pt x="39481" y="59258"/>
                  </a:lnTo>
                  <a:lnTo>
                    <a:pt x="36122" y="63364"/>
                  </a:lnTo>
                  <a:lnTo>
                    <a:pt x="32895" y="67574"/>
                  </a:lnTo>
                  <a:lnTo>
                    <a:pt x="29803" y="71884"/>
                  </a:lnTo>
                  <a:lnTo>
                    <a:pt x="26849" y="76290"/>
                  </a:lnTo>
                  <a:lnTo>
                    <a:pt x="24037" y="80788"/>
                  </a:lnTo>
                  <a:lnTo>
                    <a:pt x="21369" y="85373"/>
                  </a:lnTo>
                  <a:lnTo>
                    <a:pt x="18847" y="90040"/>
                  </a:lnTo>
                  <a:lnTo>
                    <a:pt x="16475" y="94785"/>
                  </a:lnTo>
                  <a:lnTo>
                    <a:pt x="14255" y="99603"/>
                  </a:lnTo>
                  <a:lnTo>
                    <a:pt x="12189" y="104488"/>
                  </a:lnTo>
                  <a:lnTo>
                    <a:pt x="10278" y="109437"/>
                  </a:lnTo>
                  <a:lnTo>
                    <a:pt x="8526" y="114444"/>
                  </a:lnTo>
                  <a:lnTo>
                    <a:pt x="6934" y="119504"/>
                  </a:lnTo>
                  <a:lnTo>
                    <a:pt x="5502" y="124612"/>
                  </a:lnTo>
                  <a:lnTo>
                    <a:pt x="4234" y="129763"/>
                  </a:lnTo>
                  <a:lnTo>
                    <a:pt x="3130" y="134951"/>
                  </a:lnTo>
                  <a:lnTo>
                    <a:pt x="2190" y="140172"/>
                  </a:lnTo>
                  <a:lnTo>
                    <a:pt x="1417" y="145420"/>
                  </a:lnTo>
                  <a:lnTo>
                    <a:pt x="811" y="150690"/>
                  </a:lnTo>
                  <a:lnTo>
                    <a:pt x="373" y="155977"/>
                  </a:lnTo>
                  <a:lnTo>
                    <a:pt x="102" y="161274"/>
                  </a:lnTo>
                  <a:lnTo>
                    <a:pt x="0" y="166578"/>
                  </a:lnTo>
                  <a:lnTo>
                    <a:pt x="65" y="171882"/>
                  </a:lnTo>
                  <a:lnTo>
                    <a:pt x="300" y="177182"/>
                  </a:lnTo>
                  <a:lnTo>
                    <a:pt x="702" y="182471"/>
                  </a:lnTo>
                  <a:lnTo>
                    <a:pt x="1272" y="187745"/>
                  </a:lnTo>
                  <a:lnTo>
                    <a:pt x="2008" y="192999"/>
                  </a:lnTo>
                  <a:lnTo>
                    <a:pt x="2912" y="198226"/>
                  </a:lnTo>
                  <a:lnTo>
                    <a:pt x="3980" y="203422"/>
                  </a:lnTo>
                  <a:lnTo>
                    <a:pt x="5213" y="208581"/>
                  </a:lnTo>
                  <a:lnTo>
                    <a:pt x="6609" y="213699"/>
                  </a:lnTo>
                  <a:lnTo>
                    <a:pt x="8167" y="218770"/>
                  </a:lnTo>
                  <a:lnTo>
                    <a:pt x="9884" y="223789"/>
                  </a:lnTo>
                  <a:lnTo>
                    <a:pt x="11761" y="228750"/>
                  </a:lnTo>
                  <a:lnTo>
                    <a:pt x="13793" y="233650"/>
                  </a:lnTo>
                  <a:lnTo>
                    <a:pt x="15980" y="238483"/>
                  </a:lnTo>
                  <a:lnTo>
                    <a:pt x="18319" y="243244"/>
                  </a:lnTo>
                  <a:lnTo>
                    <a:pt x="20809" y="247929"/>
                  </a:lnTo>
                  <a:lnTo>
                    <a:pt x="23445" y="252532"/>
                  </a:lnTo>
                  <a:lnTo>
                    <a:pt x="26227" y="257049"/>
                  </a:lnTo>
                  <a:lnTo>
                    <a:pt x="29150" y="261475"/>
                  </a:lnTo>
                  <a:lnTo>
                    <a:pt x="32212" y="265807"/>
                  </a:lnTo>
                  <a:lnTo>
                    <a:pt x="35410" y="270039"/>
                  </a:lnTo>
                  <a:lnTo>
                    <a:pt x="38741" y="274168"/>
                  </a:lnTo>
                  <a:lnTo>
                    <a:pt x="42201" y="278189"/>
                  </a:lnTo>
                  <a:lnTo>
                    <a:pt x="45787" y="282098"/>
                  </a:lnTo>
                  <a:lnTo>
                    <a:pt x="49495" y="285891"/>
                  </a:lnTo>
                  <a:lnTo>
                    <a:pt x="53321" y="289565"/>
                  </a:lnTo>
                  <a:lnTo>
                    <a:pt x="57263" y="293115"/>
                  </a:lnTo>
                  <a:lnTo>
                    <a:pt x="61315" y="296539"/>
                  </a:lnTo>
                  <a:lnTo>
                    <a:pt x="65473" y="299832"/>
                  </a:lnTo>
                  <a:lnTo>
                    <a:pt x="69734" y="302992"/>
                  </a:lnTo>
                  <a:lnTo>
                    <a:pt x="74093" y="306015"/>
                  </a:lnTo>
                  <a:lnTo>
                    <a:pt x="78546" y="308898"/>
                  </a:lnTo>
                  <a:lnTo>
                    <a:pt x="83088" y="311639"/>
                  </a:lnTo>
                  <a:lnTo>
                    <a:pt x="87714" y="314234"/>
                  </a:lnTo>
                  <a:lnTo>
                    <a:pt x="92421" y="316681"/>
                  </a:lnTo>
                  <a:lnTo>
                    <a:pt x="97203" y="318977"/>
                  </a:lnTo>
                  <a:lnTo>
                    <a:pt x="102055" y="321120"/>
                  </a:lnTo>
                  <a:lnTo>
                    <a:pt x="106973" y="323109"/>
                  </a:lnTo>
                  <a:lnTo>
                    <a:pt x="111952" y="324940"/>
                  </a:lnTo>
                  <a:lnTo>
                    <a:pt x="116986" y="326612"/>
                  </a:lnTo>
                  <a:lnTo>
                    <a:pt x="122071" y="328124"/>
                  </a:lnTo>
                  <a:lnTo>
                    <a:pt x="127201" y="329474"/>
                  </a:lnTo>
                  <a:lnTo>
                    <a:pt x="132371" y="330660"/>
                  </a:lnTo>
                  <a:lnTo>
                    <a:pt x="137577" y="331682"/>
                  </a:lnTo>
                  <a:lnTo>
                    <a:pt x="142812" y="332538"/>
                  </a:lnTo>
                  <a:lnTo>
                    <a:pt x="148071" y="333227"/>
                  </a:lnTo>
                  <a:lnTo>
                    <a:pt x="153350" y="333750"/>
                  </a:lnTo>
                  <a:lnTo>
                    <a:pt x="158643" y="334104"/>
                  </a:lnTo>
                  <a:lnTo>
                    <a:pt x="163945" y="334291"/>
                  </a:lnTo>
                  <a:lnTo>
                    <a:pt x="169249" y="334309"/>
                  </a:lnTo>
                  <a:lnTo>
                    <a:pt x="174552" y="334158"/>
                  </a:lnTo>
                  <a:lnTo>
                    <a:pt x="179847" y="333840"/>
                  </a:lnTo>
                  <a:lnTo>
                    <a:pt x="185129" y="333354"/>
                  </a:lnTo>
                  <a:lnTo>
                    <a:pt x="190393" y="332700"/>
                  </a:lnTo>
                  <a:lnTo>
                    <a:pt x="195634" y="331880"/>
                  </a:lnTo>
                  <a:lnTo>
                    <a:pt x="200847" y="330893"/>
                  </a:lnTo>
                  <a:lnTo>
                    <a:pt x="206025" y="329742"/>
                  </a:lnTo>
                  <a:lnTo>
                    <a:pt x="211164" y="328428"/>
                  </a:lnTo>
                  <a:lnTo>
                    <a:pt x="216259" y="326950"/>
                  </a:lnTo>
                  <a:lnTo>
                    <a:pt x="221304" y="325312"/>
                  </a:lnTo>
                  <a:lnTo>
                    <a:pt x="226295" y="323515"/>
                  </a:lnTo>
                  <a:lnTo>
                    <a:pt x="231227" y="321560"/>
                  </a:lnTo>
                  <a:lnTo>
                    <a:pt x="236093" y="319450"/>
                  </a:lnTo>
                  <a:lnTo>
                    <a:pt x="240891" y="317186"/>
                  </a:lnTo>
                  <a:lnTo>
                    <a:pt x="245614" y="314771"/>
                  </a:lnTo>
                  <a:lnTo>
                    <a:pt x="250258" y="312208"/>
                  </a:lnTo>
                  <a:lnTo>
                    <a:pt x="254819" y="309499"/>
                  </a:lnTo>
                  <a:lnTo>
                    <a:pt x="259291" y="306646"/>
                  </a:lnTo>
                  <a:lnTo>
                    <a:pt x="263671" y="303653"/>
                  </a:lnTo>
                  <a:lnTo>
                    <a:pt x="267953" y="300522"/>
                  </a:lnTo>
                  <a:lnTo>
                    <a:pt x="272134" y="297257"/>
                  </a:lnTo>
                  <a:lnTo>
                    <a:pt x="276209" y="293861"/>
                  </a:lnTo>
                  <a:lnTo>
                    <a:pt x="280174" y="290337"/>
                  </a:lnTo>
                  <a:lnTo>
                    <a:pt x="284026" y="286690"/>
                  </a:lnTo>
                  <a:lnTo>
                    <a:pt x="287760" y="282922"/>
                  </a:lnTo>
                  <a:lnTo>
                    <a:pt x="291372" y="279037"/>
                  </a:lnTo>
                  <a:lnTo>
                    <a:pt x="294860" y="275040"/>
                  </a:lnTo>
                  <a:lnTo>
                    <a:pt x="298218" y="270934"/>
                  </a:lnTo>
                  <a:lnTo>
                    <a:pt x="301445" y="266724"/>
                  </a:lnTo>
                  <a:lnTo>
                    <a:pt x="304537" y="262413"/>
                  </a:lnTo>
                  <a:lnTo>
                    <a:pt x="307490" y="258006"/>
                  </a:lnTo>
                  <a:lnTo>
                    <a:pt x="310302" y="253508"/>
                  </a:lnTo>
                  <a:lnTo>
                    <a:pt x="312970" y="248923"/>
                  </a:lnTo>
                  <a:lnTo>
                    <a:pt x="315491" y="244256"/>
                  </a:lnTo>
                  <a:lnTo>
                    <a:pt x="317862" y="239511"/>
                  </a:lnTo>
                  <a:lnTo>
                    <a:pt x="320082" y="234693"/>
                  </a:lnTo>
                  <a:lnTo>
                    <a:pt x="322148" y="229807"/>
                  </a:lnTo>
                  <a:lnTo>
                    <a:pt x="324058" y="224858"/>
                  </a:lnTo>
                  <a:lnTo>
                    <a:pt x="325810" y="219851"/>
                  </a:lnTo>
                  <a:lnTo>
                    <a:pt x="327402" y="214791"/>
                  </a:lnTo>
                  <a:lnTo>
                    <a:pt x="328833" y="209683"/>
                  </a:lnTo>
                  <a:lnTo>
                    <a:pt x="330101" y="204532"/>
                  </a:lnTo>
                  <a:lnTo>
                    <a:pt x="331205" y="199344"/>
                  </a:lnTo>
                  <a:lnTo>
                    <a:pt x="332144" y="194123"/>
                  </a:lnTo>
                  <a:lnTo>
                    <a:pt x="332916" y="188874"/>
                  </a:lnTo>
                  <a:lnTo>
                    <a:pt x="333522" y="183605"/>
                  </a:lnTo>
                  <a:lnTo>
                    <a:pt x="333960" y="178318"/>
                  </a:lnTo>
                  <a:lnTo>
                    <a:pt x="334230" y="173020"/>
                  </a:lnTo>
                  <a:lnTo>
                    <a:pt x="334332" y="167716"/>
                  </a:lnTo>
                  <a:lnTo>
                    <a:pt x="334266" y="162412"/>
                  </a:lnTo>
                  <a:lnTo>
                    <a:pt x="334032" y="157113"/>
                  </a:lnTo>
                  <a:lnTo>
                    <a:pt x="333629" y="151823"/>
                  </a:lnTo>
                  <a:lnTo>
                    <a:pt x="333059" y="146549"/>
                  </a:lnTo>
                  <a:lnTo>
                    <a:pt x="332321" y="141296"/>
                  </a:lnTo>
                  <a:lnTo>
                    <a:pt x="331418" y="136069"/>
                  </a:lnTo>
                  <a:lnTo>
                    <a:pt x="330349" y="130873"/>
                  </a:lnTo>
                  <a:lnTo>
                    <a:pt x="329115" y="125714"/>
                  </a:lnTo>
                  <a:lnTo>
                    <a:pt x="327719" y="120596"/>
                  </a:lnTo>
                  <a:lnTo>
                    <a:pt x="326161" y="115526"/>
                  </a:lnTo>
                  <a:lnTo>
                    <a:pt x="324443" y="110507"/>
                  </a:lnTo>
                  <a:lnTo>
                    <a:pt x="322566" y="105545"/>
                  </a:lnTo>
                  <a:lnTo>
                    <a:pt x="320533" y="100645"/>
                  </a:lnTo>
                  <a:lnTo>
                    <a:pt x="318346" y="95813"/>
                  </a:lnTo>
                  <a:lnTo>
                    <a:pt x="316006" y="91052"/>
                  </a:lnTo>
                  <a:lnTo>
                    <a:pt x="313517" y="86368"/>
                  </a:lnTo>
                  <a:lnTo>
                    <a:pt x="310880" y="81765"/>
                  </a:lnTo>
                  <a:lnTo>
                    <a:pt x="308098" y="77248"/>
                  </a:lnTo>
                  <a:lnTo>
                    <a:pt x="305174" y="72822"/>
                  </a:lnTo>
                  <a:lnTo>
                    <a:pt x="302112" y="68490"/>
                  </a:lnTo>
                  <a:lnTo>
                    <a:pt x="298914" y="64258"/>
                  </a:lnTo>
                  <a:lnTo>
                    <a:pt x="295582" y="60130"/>
                  </a:lnTo>
                  <a:lnTo>
                    <a:pt x="292122" y="56109"/>
                  </a:lnTo>
                  <a:lnTo>
                    <a:pt x="288536" y="52201"/>
                  </a:lnTo>
                  <a:lnTo>
                    <a:pt x="284827" y="48408"/>
                  </a:lnTo>
                  <a:lnTo>
                    <a:pt x="281000" y="44734"/>
                  </a:lnTo>
                  <a:lnTo>
                    <a:pt x="277059" y="41184"/>
                  </a:lnTo>
                  <a:lnTo>
                    <a:pt x="273007" y="37761"/>
                  </a:lnTo>
                  <a:lnTo>
                    <a:pt x="268848" y="34468"/>
                  </a:lnTo>
                  <a:lnTo>
                    <a:pt x="264587" y="31308"/>
                  </a:lnTo>
                  <a:lnTo>
                    <a:pt x="260227" y="28285"/>
                  </a:lnTo>
                  <a:lnTo>
                    <a:pt x="255774" y="25403"/>
                  </a:lnTo>
                  <a:lnTo>
                    <a:pt x="251232" y="22663"/>
                  </a:lnTo>
                  <a:lnTo>
                    <a:pt x="246605" y="20068"/>
                  </a:lnTo>
                  <a:lnTo>
                    <a:pt x="241899" y="17622"/>
                  </a:lnTo>
                  <a:lnTo>
                    <a:pt x="237116" y="15326"/>
                  </a:lnTo>
                  <a:lnTo>
                    <a:pt x="232264" y="13183"/>
                  </a:lnTo>
                  <a:lnTo>
                    <a:pt x="227346" y="11195"/>
                  </a:lnTo>
                  <a:lnTo>
                    <a:pt x="222367" y="9364"/>
                  </a:lnTo>
                  <a:lnTo>
                    <a:pt x="217333" y="7692"/>
                  </a:lnTo>
                  <a:lnTo>
                    <a:pt x="212248" y="6180"/>
                  </a:lnTo>
                  <a:lnTo>
                    <a:pt x="207118" y="4831"/>
                  </a:lnTo>
                  <a:lnTo>
                    <a:pt x="201947" y="3645"/>
                  </a:lnTo>
                  <a:lnTo>
                    <a:pt x="196742" y="2624"/>
                  </a:lnTo>
                  <a:lnTo>
                    <a:pt x="191507" y="1768"/>
                  </a:lnTo>
                  <a:lnTo>
                    <a:pt x="186247" y="1079"/>
                  </a:lnTo>
                  <a:lnTo>
                    <a:pt x="180968" y="557"/>
                  </a:lnTo>
                  <a:lnTo>
                    <a:pt x="175675" y="203"/>
                  </a:lnTo>
                  <a:lnTo>
                    <a:pt x="170374" y="17"/>
                  </a:lnTo>
                  <a:lnTo>
                    <a:pt x="167166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488720" y="5018213"/>
              <a:ext cx="3207" cy="167167"/>
            </a:xfrm>
            <a:custGeom>
              <a:avLst/>
              <a:pathLst>
                <a:path w="3207" h="167167">
                  <a:moveTo>
                    <a:pt x="3207" y="3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797334" y="5269756"/>
              <a:ext cx="167167" cy="188375"/>
            </a:xfrm>
            <a:custGeom>
              <a:avLst/>
              <a:pathLst>
                <a:path w="167167" h="188375">
                  <a:moveTo>
                    <a:pt x="167167" y="0"/>
                  </a:moveTo>
                  <a:lnTo>
                    <a:pt x="161812" y="85"/>
                  </a:lnTo>
                  <a:lnTo>
                    <a:pt x="156463" y="343"/>
                  </a:lnTo>
                  <a:lnTo>
                    <a:pt x="151125" y="771"/>
                  </a:lnTo>
                  <a:lnTo>
                    <a:pt x="145803" y="1370"/>
                  </a:lnTo>
                  <a:lnTo>
                    <a:pt x="140503" y="2140"/>
                  </a:lnTo>
                  <a:lnTo>
                    <a:pt x="135230" y="3079"/>
                  </a:lnTo>
                  <a:lnTo>
                    <a:pt x="129991" y="4186"/>
                  </a:lnTo>
                  <a:lnTo>
                    <a:pt x="124789" y="5460"/>
                  </a:lnTo>
                  <a:lnTo>
                    <a:pt x="119631" y="6901"/>
                  </a:lnTo>
                  <a:lnTo>
                    <a:pt x="114521" y="8506"/>
                  </a:lnTo>
                  <a:lnTo>
                    <a:pt x="109466" y="10273"/>
                  </a:lnTo>
                  <a:lnTo>
                    <a:pt x="104470" y="12202"/>
                  </a:lnTo>
                  <a:lnTo>
                    <a:pt x="99538" y="14290"/>
                  </a:lnTo>
                  <a:lnTo>
                    <a:pt x="94676" y="16535"/>
                  </a:lnTo>
                  <a:lnTo>
                    <a:pt x="89888" y="18934"/>
                  </a:lnTo>
                  <a:lnTo>
                    <a:pt x="85180" y="21486"/>
                  </a:lnTo>
                  <a:lnTo>
                    <a:pt x="80555" y="24187"/>
                  </a:lnTo>
                  <a:lnTo>
                    <a:pt x="76020" y="27034"/>
                  </a:lnTo>
                  <a:lnTo>
                    <a:pt x="71578" y="30026"/>
                  </a:lnTo>
                  <a:lnTo>
                    <a:pt x="67234" y="33158"/>
                  </a:lnTo>
                  <a:lnTo>
                    <a:pt x="62992" y="36428"/>
                  </a:lnTo>
                  <a:lnTo>
                    <a:pt x="58858" y="39832"/>
                  </a:lnTo>
                  <a:lnTo>
                    <a:pt x="54835" y="43367"/>
                  </a:lnTo>
                  <a:lnTo>
                    <a:pt x="50927" y="47029"/>
                  </a:lnTo>
                  <a:lnTo>
                    <a:pt x="47138" y="50814"/>
                  </a:lnTo>
                  <a:lnTo>
                    <a:pt x="43473" y="54718"/>
                  </a:lnTo>
                  <a:lnTo>
                    <a:pt x="39934" y="58738"/>
                  </a:lnTo>
                  <a:lnTo>
                    <a:pt x="36526" y="62870"/>
                  </a:lnTo>
                  <a:lnTo>
                    <a:pt x="33252" y="67108"/>
                  </a:lnTo>
                  <a:lnTo>
                    <a:pt x="30116" y="71449"/>
                  </a:lnTo>
                  <a:lnTo>
                    <a:pt x="27120" y="75888"/>
                  </a:lnTo>
                  <a:lnTo>
                    <a:pt x="24268" y="80421"/>
                  </a:lnTo>
                  <a:lnTo>
                    <a:pt x="21563" y="85043"/>
                  </a:lnTo>
                  <a:lnTo>
                    <a:pt x="19007" y="89749"/>
                  </a:lnTo>
                  <a:lnTo>
                    <a:pt x="16603" y="94535"/>
                  </a:lnTo>
                  <a:lnTo>
                    <a:pt x="14354" y="99395"/>
                  </a:lnTo>
                  <a:lnTo>
                    <a:pt x="12261" y="104325"/>
                  </a:lnTo>
                  <a:lnTo>
                    <a:pt x="10328" y="109319"/>
                  </a:lnTo>
                  <a:lnTo>
                    <a:pt x="8555" y="114372"/>
                  </a:lnTo>
                  <a:lnTo>
                    <a:pt x="6945" y="119480"/>
                  </a:lnTo>
                  <a:lnTo>
                    <a:pt x="5500" y="124637"/>
                  </a:lnTo>
                  <a:lnTo>
                    <a:pt x="4221" y="129837"/>
                  </a:lnTo>
                  <a:lnTo>
                    <a:pt x="3109" y="135076"/>
                  </a:lnTo>
                  <a:lnTo>
                    <a:pt x="2165" y="140348"/>
                  </a:lnTo>
                  <a:lnTo>
                    <a:pt x="1390" y="145647"/>
                  </a:lnTo>
                  <a:lnTo>
                    <a:pt x="786" y="150968"/>
                  </a:lnTo>
                  <a:lnTo>
                    <a:pt x="353" y="156306"/>
                  </a:lnTo>
                  <a:lnTo>
                    <a:pt x="90" y="161655"/>
                  </a:lnTo>
                  <a:lnTo>
                    <a:pt x="0" y="167010"/>
                  </a:lnTo>
                  <a:lnTo>
                    <a:pt x="80" y="172365"/>
                  </a:lnTo>
                  <a:lnTo>
                    <a:pt x="332" y="177714"/>
                  </a:lnTo>
                  <a:lnTo>
                    <a:pt x="756" y="183053"/>
                  </a:lnTo>
                  <a:lnTo>
                    <a:pt x="1350" y="18837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798684" y="5269756"/>
              <a:ext cx="332974" cy="334325"/>
            </a:xfrm>
            <a:custGeom>
              <a:avLst/>
              <a:pathLst>
                <a:path w="332974" h="334325">
                  <a:moveTo>
                    <a:pt x="0" y="188375"/>
                  </a:moveTo>
                  <a:lnTo>
                    <a:pt x="759" y="193643"/>
                  </a:lnTo>
                  <a:lnTo>
                    <a:pt x="1685" y="198885"/>
                  </a:lnTo>
                  <a:lnTo>
                    <a:pt x="2778" y="204094"/>
                  </a:lnTo>
                  <a:lnTo>
                    <a:pt x="4037" y="209266"/>
                  </a:lnTo>
                  <a:lnTo>
                    <a:pt x="5459" y="214395"/>
                  </a:lnTo>
                  <a:lnTo>
                    <a:pt x="7044" y="219476"/>
                  </a:lnTo>
                  <a:lnTo>
                    <a:pt x="8789" y="224504"/>
                  </a:lnTo>
                  <a:lnTo>
                    <a:pt x="10694" y="229474"/>
                  </a:lnTo>
                  <a:lnTo>
                    <a:pt x="12757" y="234381"/>
                  </a:lnTo>
                  <a:lnTo>
                    <a:pt x="14974" y="239220"/>
                  </a:lnTo>
                  <a:lnTo>
                    <a:pt x="17344" y="243986"/>
                  </a:lnTo>
                  <a:lnTo>
                    <a:pt x="19865" y="248674"/>
                  </a:lnTo>
                  <a:lnTo>
                    <a:pt x="22534" y="253279"/>
                  </a:lnTo>
                  <a:lnTo>
                    <a:pt x="25348" y="257797"/>
                  </a:lnTo>
                  <a:lnTo>
                    <a:pt x="28305" y="262223"/>
                  </a:lnTo>
                  <a:lnTo>
                    <a:pt x="31401" y="266552"/>
                  </a:lnTo>
                  <a:lnTo>
                    <a:pt x="34633" y="270781"/>
                  </a:lnTo>
                  <a:lnTo>
                    <a:pt x="37998" y="274905"/>
                  </a:lnTo>
                  <a:lnTo>
                    <a:pt x="41493" y="278920"/>
                  </a:lnTo>
                  <a:lnTo>
                    <a:pt x="45114" y="282821"/>
                  </a:lnTo>
                  <a:lnTo>
                    <a:pt x="48857" y="286605"/>
                  </a:lnTo>
                  <a:lnTo>
                    <a:pt x="52718" y="290268"/>
                  </a:lnTo>
                  <a:lnTo>
                    <a:pt x="56695" y="293806"/>
                  </a:lnTo>
                  <a:lnTo>
                    <a:pt x="60782" y="297216"/>
                  </a:lnTo>
                  <a:lnTo>
                    <a:pt x="64975" y="300494"/>
                  </a:lnTo>
                  <a:lnTo>
                    <a:pt x="69271" y="303637"/>
                  </a:lnTo>
                  <a:lnTo>
                    <a:pt x="73665" y="306641"/>
                  </a:lnTo>
                  <a:lnTo>
                    <a:pt x="78152" y="309504"/>
                  </a:lnTo>
                  <a:lnTo>
                    <a:pt x="82728" y="312223"/>
                  </a:lnTo>
                  <a:lnTo>
                    <a:pt x="87388" y="314795"/>
                  </a:lnTo>
                  <a:lnTo>
                    <a:pt x="92127" y="317217"/>
                  </a:lnTo>
                  <a:lnTo>
                    <a:pt x="96942" y="319487"/>
                  </a:lnTo>
                  <a:lnTo>
                    <a:pt x="101826" y="321602"/>
                  </a:lnTo>
                  <a:lnTo>
                    <a:pt x="106775" y="323561"/>
                  </a:lnTo>
                  <a:lnTo>
                    <a:pt x="111784" y="325361"/>
                  </a:lnTo>
                  <a:lnTo>
                    <a:pt x="116848" y="327001"/>
                  </a:lnTo>
                  <a:lnTo>
                    <a:pt x="121961" y="328479"/>
                  </a:lnTo>
                  <a:lnTo>
                    <a:pt x="127119" y="329794"/>
                  </a:lnTo>
                  <a:lnTo>
                    <a:pt x="132316" y="330943"/>
                  </a:lnTo>
                  <a:lnTo>
                    <a:pt x="137547" y="331927"/>
                  </a:lnTo>
                  <a:lnTo>
                    <a:pt x="142806" y="332743"/>
                  </a:lnTo>
                  <a:lnTo>
                    <a:pt x="148089" y="333392"/>
                  </a:lnTo>
                  <a:lnTo>
                    <a:pt x="153390" y="333872"/>
                  </a:lnTo>
                  <a:lnTo>
                    <a:pt x="158704" y="334183"/>
                  </a:lnTo>
                  <a:lnTo>
                    <a:pt x="164025" y="334325"/>
                  </a:lnTo>
                  <a:lnTo>
                    <a:pt x="169347" y="334297"/>
                  </a:lnTo>
                  <a:lnTo>
                    <a:pt x="174666" y="334100"/>
                  </a:lnTo>
                  <a:lnTo>
                    <a:pt x="179976" y="333734"/>
                  </a:lnTo>
                  <a:lnTo>
                    <a:pt x="185272" y="333198"/>
                  </a:lnTo>
                  <a:lnTo>
                    <a:pt x="190548" y="332495"/>
                  </a:lnTo>
                  <a:lnTo>
                    <a:pt x="195799" y="331624"/>
                  </a:lnTo>
                  <a:lnTo>
                    <a:pt x="201019" y="330586"/>
                  </a:lnTo>
                  <a:lnTo>
                    <a:pt x="206204" y="329382"/>
                  </a:lnTo>
                  <a:lnTo>
                    <a:pt x="211348" y="328014"/>
                  </a:lnTo>
                  <a:lnTo>
                    <a:pt x="216445" y="326483"/>
                  </a:lnTo>
                  <a:lnTo>
                    <a:pt x="221492" y="324790"/>
                  </a:lnTo>
                  <a:lnTo>
                    <a:pt x="226482" y="322938"/>
                  </a:lnTo>
                  <a:lnTo>
                    <a:pt x="231410" y="320928"/>
                  </a:lnTo>
                  <a:lnTo>
                    <a:pt x="236272" y="318762"/>
                  </a:lnTo>
                  <a:lnTo>
                    <a:pt x="241062" y="316442"/>
                  </a:lnTo>
                  <a:lnTo>
                    <a:pt x="245777" y="313970"/>
                  </a:lnTo>
                  <a:lnTo>
                    <a:pt x="250410" y="311350"/>
                  </a:lnTo>
                  <a:lnTo>
                    <a:pt x="254957" y="308584"/>
                  </a:lnTo>
                  <a:lnTo>
                    <a:pt x="259414" y="305675"/>
                  </a:lnTo>
                  <a:lnTo>
                    <a:pt x="263776" y="302625"/>
                  </a:lnTo>
                  <a:lnTo>
                    <a:pt x="268039" y="299437"/>
                  </a:lnTo>
                  <a:lnTo>
                    <a:pt x="272198" y="296116"/>
                  </a:lnTo>
                  <a:lnTo>
                    <a:pt x="276249" y="292664"/>
                  </a:lnTo>
                  <a:lnTo>
                    <a:pt x="280189" y="289084"/>
                  </a:lnTo>
                  <a:lnTo>
                    <a:pt x="284012" y="285381"/>
                  </a:lnTo>
                  <a:lnTo>
                    <a:pt x="287716" y="281558"/>
                  </a:lnTo>
                  <a:lnTo>
                    <a:pt x="291296" y="277620"/>
                  </a:lnTo>
                  <a:lnTo>
                    <a:pt x="294749" y="273569"/>
                  </a:lnTo>
                  <a:lnTo>
                    <a:pt x="298071" y="269410"/>
                  </a:lnTo>
                  <a:lnTo>
                    <a:pt x="301259" y="265148"/>
                  </a:lnTo>
                  <a:lnTo>
                    <a:pt x="304309" y="260786"/>
                  </a:lnTo>
                  <a:lnTo>
                    <a:pt x="307220" y="256330"/>
                  </a:lnTo>
                  <a:lnTo>
                    <a:pt x="309987" y="251783"/>
                  </a:lnTo>
                  <a:lnTo>
                    <a:pt x="312607" y="247150"/>
                  </a:lnTo>
                  <a:lnTo>
                    <a:pt x="315079" y="242436"/>
                  </a:lnTo>
                  <a:lnTo>
                    <a:pt x="317400" y="237646"/>
                  </a:lnTo>
                  <a:lnTo>
                    <a:pt x="319567" y="232785"/>
                  </a:lnTo>
                  <a:lnTo>
                    <a:pt x="321578" y="227857"/>
                  </a:lnTo>
                  <a:lnTo>
                    <a:pt x="323431" y="222867"/>
                  </a:lnTo>
                  <a:lnTo>
                    <a:pt x="325124" y="217821"/>
                  </a:lnTo>
                  <a:lnTo>
                    <a:pt x="326656" y="212723"/>
                  </a:lnTo>
                  <a:lnTo>
                    <a:pt x="328025" y="207580"/>
                  </a:lnTo>
                  <a:lnTo>
                    <a:pt x="329229" y="202395"/>
                  </a:lnTo>
                  <a:lnTo>
                    <a:pt x="330268" y="197175"/>
                  </a:lnTo>
                  <a:lnTo>
                    <a:pt x="331140" y="191924"/>
                  </a:lnTo>
                  <a:lnTo>
                    <a:pt x="331845" y="186648"/>
                  </a:lnTo>
                  <a:lnTo>
                    <a:pt x="332381" y="181353"/>
                  </a:lnTo>
                  <a:lnTo>
                    <a:pt x="332748" y="176043"/>
                  </a:lnTo>
                  <a:lnTo>
                    <a:pt x="332946" y="170724"/>
                  </a:lnTo>
                  <a:lnTo>
                    <a:pt x="332974" y="165401"/>
                  </a:lnTo>
                  <a:lnTo>
                    <a:pt x="332833" y="160081"/>
                  </a:lnTo>
                  <a:lnTo>
                    <a:pt x="332523" y="154767"/>
                  </a:lnTo>
                  <a:lnTo>
                    <a:pt x="332044" y="149466"/>
                  </a:lnTo>
                  <a:lnTo>
                    <a:pt x="331396" y="144183"/>
                  </a:lnTo>
                  <a:lnTo>
                    <a:pt x="330580" y="138923"/>
                  </a:lnTo>
                  <a:lnTo>
                    <a:pt x="329598" y="133692"/>
                  </a:lnTo>
                  <a:lnTo>
                    <a:pt x="328449" y="128495"/>
                  </a:lnTo>
                  <a:lnTo>
                    <a:pt x="327135" y="123337"/>
                  </a:lnTo>
                  <a:lnTo>
                    <a:pt x="325658" y="118223"/>
                  </a:lnTo>
                  <a:lnTo>
                    <a:pt x="324019" y="113159"/>
                  </a:lnTo>
                  <a:lnTo>
                    <a:pt x="322219" y="108150"/>
                  </a:lnTo>
                  <a:lnTo>
                    <a:pt x="320261" y="103201"/>
                  </a:lnTo>
                  <a:lnTo>
                    <a:pt x="318146" y="98316"/>
                  </a:lnTo>
                  <a:lnTo>
                    <a:pt x="315877" y="93501"/>
                  </a:lnTo>
                  <a:lnTo>
                    <a:pt x="313456" y="88761"/>
                  </a:lnTo>
                  <a:lnTo>
                    <a:pt x="310885" y="84101"/>
                  </a:lnTo>
                  <a:lnTo>
                    <a:pt x="308167" y="79525"/>
                  </a:lnTo>
                  <a:lnTo>
                    <a:pt x="305305" y="75037"/>
                  </a:lnTo>
                  <a:lnTo>
                    <a:pt x="302301" y="70643"/>
                  </a:lnTo>
                  <a:lnTo>
                    <a:pt x="299159" y="66347"/>
                  </a:lnTo>
                  <a:lnTo>
                    <a:pt x="295881" y="62153"/>
                  </a:lnTo>
                  <a:lnTo>
                    <a:pt x="292472" y="58065"/>
                  </a:lnTo>
                  <a:lnTo>
                    <a:pt x="288935" y="54088"/>
                  </a:lnTo>
                  <a:lnTo>
                    <a:pt x="285272" y="50226"/>
                  </a:lnTo>
                  <a:lnTo>
                    <a:pt x="281489" y="46482"/>
                  </a:lnTo>
                  <a:lnTo>
                    <a:pt x="277588" y="42861"/>
                  </a:lnTo>
                  <a:lnTo>
                    <a:pt x="273574" y="39366"/>
                  </a:lnTo>
                  <a:lnTo>
                    <a:pt x="269451" y="36000"/>
                  </a:lnTo>
                  <a:lnTo>
                    <a:pt x="265222" y="32767"/>
                  </a:lnTo>
                  <a:lnTo>
                    <a:pt x="260893" y="29670"/>
                  </a:lnTo>
                  <a:lnTo>
                    <a:pt x="256468" y="26713"/>
                  </a:lnTo>
                  <a:lnTo>
                    <a:pt x="251950" y="23898"/>
                  </a:lnTo>
                  <a:lnTo>
                    <a:pt x="247345" y="21229"/>
                  </a:lnTo>
                  <a:lnTo>
                    <a:pt x="242658" y="18707"/>
                  </a:lnTo>
                  <a:lnTo>
                    <a:pt x="237893" y="16336"/>
                  </a:lnTo>
                  <a:lnTo>
                    <a:pt x="233054" y="14118"/>
                  </a:lnTo>
                  <a:lnTo>
                    <a:pt x="228148" y="12055"/>
                  </a:lnTo>
                  <a:lnTo>
                    <a:pt x="223178" y="10149"/>
                  </a:lnTo>
                  <a:lnTo>
                    <a:pt x="218150" y="8403"/>
                  </a:lnTo>
                  <a:lnTo>
                    <a:pt x="213069" y="6817"/>
                  </a:lnTo>
                  <a:lnTo>
                    <a:pt x="207940" y="5394"/>
                  </a:lnTo>
                  <a:lnTo>
                    <a:pt x="202768" y="4135"/>
                  </a:lnTo>
                  <a:lnTo>
                    <a:pt x="197559" y="3041"/>
                  </a:lnTo>
                  <a:lnTo>
                    <a:pt x="192318" y="2114"/>
                  </a:lnTo>
                  <a:lnTo>
                    <a:pt x="187050" y="1354"/>
                  </a:lnTo>
                  <a:lnTo>
                    <a:pt x="181760" y="762"/>
                  </a:lnTo>
                  <a:lnTo>
                    <a:pt x="176455" y="338"/>
                  </a:lnTo>
                  <a:lnTo>
                    <a:pt x="171138" y="84"/>
                  </a:lnTo>
                  <a:lnTo>
                    <a:pt x="165816" y="0"/>
                  </a:lnTo>
                  <a:lnTo>
                    <a:pt x="1658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7730" y="5399291"/>
              <a:ext cx="18485" cy="167167"/>
            </a:xfrm>
            <a:custGeom>
              <a:avLst/>
              <a:pathLst>
                <a:path w="18485" h="167167">
                  <a:moveTo>
                    <a:pt x="18485" y="0"/>
                  </a:moveTo>
                  <a:lnTo>
                    <a:pt x="9228" y="256"/>
                  </a:lnTo>
                  <a:lnTo>
                    <a:pt x="0" y="1025"/>
                  </a:lnTo>
                  <a:lnTo>
                    <a:pt x="1848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7730" y="5400316"/>
              <a:ext cx="18485" cy="166142"/>
            </a:xfrm>
            <a:custGeom>
              <a:avLst/>
              <a:pathLst>
                <a:path w="18485" h="166142">
                  <a:moveTo>
                    <a:pt x="0" y="0"/>
                  </a:moveTo>
                  <a:lnTo>
                    <a:pt x="18485" y="166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7730" y="5400316"/>
              <a:ext cx="18485" cy="166142"/>
            </a:xfrm>
            <a:custGeom>
              <a:avLst/>
              <a:pathLst>
                <a:path w="18485" h="166142">
                  <a:moveTo>
                    <a:pt x="0" y="0"/>
                  </a:moveTo>
                  <a:lnTo>
                    <a:pt x="18485" y="166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7730" y="5400316"/>
              <a:ext cx="18485" cy="166142"/>
            </a:xfrm>
            <a:custGeom>
              <a:avLst/>
              <a:pathLst>
                <a:path w="18485" h="166142">
                  <a:moveTo>
                    <a:pt x="0" y="0"/>
                  </a:moveTo>
                  <a:lnTo>
                    <a:pt x="18485" y="166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7730" y="5400316"/>
              <a:ext cx="18485" cy="166142"/>
            </a:xfrm>
            <a:custGeom>
              <a:avLst/>
              <a:pathLst>
                <a:path w="18485" h="166142">
                  <a:moveTo>
                    <a:pt x="0" y="0"/>
                  </a:moveTo>
                  <a:lnTo>
                    <a:pt x="18485" y="166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7730" y="5400316"/>
              <a:ext cx="18485" cy="166142"/>
            </a:xfrm>
            <a:custGeom>
              <a:avLst/>
              <a:pathLst>
                <a:path w="18485" h="166142">
                  <a:moveTo>
                    <a:pt x="0" y="0"/>
                  </a:moveTo>
                  <a:lnTo>
                    <a:pt x="18485" y="166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67730" y="5400316"/>
              <a:ext cx="18485" cy="166142"/>
            </a:xfrm>
            <a:custGeom>
              <a:avLst/>
              <a:pathLst>
                <a:path w="18485" h="166142">
                  <a:moveTo>
                    <a:pt x="0" y="0"/>
                  </a:moveTo>
                  <a:lnTo>
                    <a:pt x="18485" y="166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319048" y="5400316"/>
              <a:ext cx="334330" cy="333298"/>
            </a:xfrm>
            <a:custGeom>
              <a:avLst/>
              <a:pathLst>
                <a:path w="334330" h="333298">
                  <a:moveTo>
                    <a:pt x="148681" y="0"/>
                  </a:moveTo>
                  <a:lnTo>
                    <a:pt x="143426" y="669"/>
                  </a:lnTo>
                  <a:lnTo>
                    <a:pt x="138195" y="1504"/>
                  </a:lnTo>
                  <a:lnTo>
                    <a:pt x="132993" y="2505"/>
                  </a:lnTo>
                  <a:lnTo>
                    <a:pt x="127825" y="3670"/>
                  </a:lnTo>
                  <a:lnTo>
                    <a:pt x="122697" y="4998"/>
                  </a:lnTo>
                  <a:lnTo>
                    <a:pt x="117613" y="6488"/>
                  </a:lnTo>
                  <a:lnTo>
                    <a:pt x="112580" y="8138"/>
                  </a:lnTo>
                  <a:lnTo>
                    <a:pt x="107601" y="9947"/>
                  </a:lnTo>
                  <a:lnTo>
                    <a:pt x="102681" y="11913"/>
                  </a:lnTo>
                  <a:lnTo>
                    <a:pt x="97827" y="14033"/>
                  </a:lnTo>
                  <a:lnTo>
                    <a:pt x="93042" y="16307"/>
                  </a:lnTo>
                  <a:lnTo>
                    <a:pt x="88332" y="18731"/>
                  </a:lnTo>
                  <a:lnTo>
                    <a:pt x="83701" y="21302"/>
                  </a:lnTo>
                  <a:lnTo>
                    <a:pt x="79153" y="24020"/>
                  </a:lnTo>
                  <a:lnTo>
                    <a:pt x="74694" y="26880"/>
                  </a:lnTo>
                  <a:lnTo>
                    <a:pt x="70328" y="29880"/>
                  </a:lnTo>
                  <a:lnTo>
                    <a:pt x="66059" y="33017"/>
                  </a:lnTo>
                  <a:lnTo>
                    <a:pt x="61892" y="36287"/>
                  </a:lnTo>
                  <a:lnTo>
                    <a:pt x="57830" y="39688"/>
                  </a:lnTo>
                  <a:lnTo>
                    <a:pt x="53879" y="43216"/>
                  </a:lnTo>
                  <a:lnTo>
                    <a:pt x="50040" y="46867"/>
                  </a:lnTo>
                  <a:lnTo>
                    <a:pt x="46320" y="50638"/>
                  </a:lnTo>
                  <a:lnTo>
                    <a:pt x="42721" y="54525"/>
                  </a:lnTo>
                  <a:lnTo>
                    <a:pt x="39247" y="58524"/>
                  </a:lnTo>
                  <a:lnTo>
                    <a:pt x="35901" y="62632"/>
                  </a:lnTo>
                  <a:lnTo>
                    <a:pt x="32687" y="66843"/>
                  </a:lnTo>
                  <a:lnTo>
                    <a:pt x="29609" y="71154"/>
                  </a:lnTo>
                  <a:lnTo>
                    <a:pt x="26668" y="75560"/>
                  </a:lnTo>
                  <a:lnTo>
                    <a:pt x="23868" y="80057"/>
                  </a:lnTo>
                  <a:lnTo>
                    <a:pt x="21213" y="84641"/>
                  </a:lnTo>
                  <a:lnTo>
                    <a:pt x="18704" y="89306"/>
                  </a:lnTo>
                  <a:lnTo>
                    <a:pt x="16344" y="94049"/>
                  </a:lnTo>
                  <a:lnTo>
                    <a:pt x="14135" y="98864"/>
                  </a:lnTo>
                  <a:lnTo>
                    <a:pt x="12080" y="103747"/>
                  </a:lnTo>
                  <a:lnTo>
                    <a:pt x="10181" y="108692"/>
                  </a:lnTo>
                  <a:lnTo>
                    <a:pt x="8439" y="113695"/>
                  </a:lnTo>
                  <a:lnTo>
                    <a:pt x="6857" y="118751"/>
                  </a:lnTo>
                  <a:lnTo>
                    <a:pt x="5436" y="123854"/>
                  </a:lnTo>
                  <a:lnTo>
                    <a:pt x="4178" y="128999"/>
                  </a:lnTo>
                  <a:lnTo>
                    <a:pt x="3083" y="134182"/>
                  </a:lnTo>
                  <a:lnTo>
                    <a:pt x="2152" y="139398"/>
                  </a:lnTo>
                  <a:lnTo>
                    <a:pt x="1388" y="144640"/>
                  </a:lnTo>
                  <a:lnTo>
                    <a:pt x="790" y="149903"/>
                  </a:lnTo>
                  <a:lnTo>
                    <a:pt x="359" y="155183"/>
                  </a:lnTo>
                  <a:lnTo>
                    <a:pt x="95" y="160474"/>
                  </a:lnTo>
                  <a:lnTo>
                    <a:pt x="0" y="165770"/>
                  </a:lnTo>
                  <a:lnTo>
                    <a:pt x="72" y="171067"/>
                  </a:lnTo>
                  <a:lnTo>
                    <a:pt x="312" y="176359"/>
                  </a:lnTo>
                  <a:lnTo>
                    <a:pt x="719" y="181641"/>
                  </a:lnTo>
                  <a:lnTo>
                    <a:pt x="1294" y="186907"/>
                  </a:lnTo>
                  <a:lnTo>
                    <a:pt x="2035" y="192152"/>
                  </a:lnTo>
                  <a:lnTo>
                    <a:pt x="2942" y="197372"/>
                  </a:lnTo>
                  <a:lnTo>
                    <a:pt x="4014" y="202559"/>
                  </a:lnTo>
                  <a:lnTo>
                    <a:pt x="5250" y="207711"/>
                  </a:lnTo>
                  <a:lnTo>
                    <a:pt x="6648" y="212820"/>
                  </a:lnTo>
                  <a:lnTo>
                    <a:pt x="8208" y="217883"/>
                  </a:lnTo>
                  <a:lnTo>
                    <a:pt x="9927" y="222893"/>
                  </a:lnTo>
                  <a:lnTo>
                    <a:pt x="11804" y="227847"/>
                  </a:lnTo>
                  <a:lnTo>
                    <a:pt x="13838" y="232739"/>
                  </a:lnTo>
                  <a:lnTo>
                    <a:pt x="16025" y="237564"/>
                  </a:lnTo>
                  <a:lnTo>
                    <a:pt x="18364" y="242317"/>
                  </a:lnTo>
                  <a:lnTo>
                    <a:pt x="20852" y="246993"/>
                  </a:lnTo>
                  <a:lnTo>
                    <a:pt x="23487" y="251589"/>
                  </a:lnTo>
                  <a:lnTo>
                    <a:pt x="26267" y="256098"/>
                  </a:lnTo>
                  <a:lnTo>
                    <a:pt x="29188" y="260518"/>
                  </a:lnTo>
                  <a:lnTo>
                    <a:pt x="32247" y="264842"/>
                  </a:lnTo>
                  <a:lnTo>
                    <a:pt x="35443" y="269068"/>
                  </a:lnTo>
                  <a:lnTo>
                    <a:pt x="38770" y="273190"/>
                  </a:lnTo>
                  <a:lnTo>
                    <a:pt x="42226" y="277204"/>
                  </a:lnTo>
                  <a:lnTo>
                    <a:pt x="45808" y="281107"/>
                  </a:lnTo>
                  <a:lnTo>
                    <a:pt x="49512" y="284895"/>
                  </a:lnTo>
                  <a:lnTo>
                    <a:pt x="53333" y="288563"/>
                  </a:lnTo>
                  <a:lnTo>
                    <a:pt x="57270" y="292108"/>
                  </a:lnTo>
                  <a:lnTo>
                    <a:pt x="61316" y="295527"/>
                  </a:lnTo>
                  <a:lnTo>
                    <a:pt x="65469" y="298816"/>
                  </a:lnTo>
                  <a:lnTo>
                    <a:pt x="69724" y="301972"/>
                  </a:lnTo>
                  <a:lnTo>
                    <a:pt x="74076" y="304991"/>
                  </a:lnTo>
                  <a:lnTo>
                    <a:pt x="78523" y="307871"/>
                  </a:lnTo>
                  <a:lnTo>
                    <a:pt x="83058" y="310609"/>
                  </a:lnTo>
                  <a:lnTo>
                    <a:pt x="87678" y="313201"/>
                  </a:lnTo>
                  <a:lnTo>
                    <a:pt x="92377" y="315646"/>
                  </a:lnTo>
                  <a:lnTo>
                    <a:pt x="97152" y="317941"/>
                  </a:lnTo>
                  <a:lnTo>
                    <a:pt x="101997" y="320083"/>
                  </a:lnTo>
                  <a:lnTo>
                    <a:pt x="106907" y="322070"/>
                  </a:lnTo>
                  <a:lnTo>
                    <a:pt x="111878" y="323901"/>
                  </a:lnTo>
                  <a:lnTo>
                    <a:pt x="116904" y="325574"/>
                  </a:lnTo>
                  <a:lnTo>
                    <a:pt x="121981" y="327087"/>
                  </a:lnTo>
                  <a:lnTo>
                    <a:pt x="127104" y="328438"/>
                  </a:lnTo>
                  <a:lnTo>
                    <a:pt x="132266" y="329625"/>
                  </a:lnTo>
                  <a:lnTo>
                    <a:pt x="137464" y="330649"/>
                  </a:lnTo>
                  <a:lnTo>
                    <a:pt x="142691" y="331508"/>
                  </a:lnTo>
                  <a:lnTo>
                    <a:pt x="147943" y="332200"/>
                  </a:lnTo>
                  <a:lnTo>
                    <a:pt x="153214" y="332726"/>
                  </a:lnTo>
                  <a:lnTo>
                    <a:pt x="158500" y="333084"/>
                  </a:lnTo>
                  <a:lnTo>
                    <a:pt x="163794" y="333275"/>
                  </a:lnTo>
                  <a:lnTo>
                    <a:pt x="169091" y="333298"/>
                  </a:lnTo>
                  <a:lnTo>
                    <a:pt x="174386" y="333153"/>
                  </a:lnTo>
                  <a:lnTo>
                    <a:pt x="179675" y="332841"/>
                  </a:lnTo>
                  <a:lnTo>
                    <a:pt x="184950" y="332361"/>
                  </a:lnTo>
                  <a:lnTo>
                    <a:pt x="190208" y="331714"/>
                  </a:lnTo>
                  <a:lnTo>
                    <a:pt x="195443" y="330900"/>
                  </a:lnTo>
                  <a:lnTo>
                    <a:pt x="200649" y="329922"/>
                  </a:lnTo>
                  <a:lnTo>
                    <a:pt x="205821" y="328779"/>
                  </a:lnTo>
                  <a:lnTo>
                    <a:pt x="210955" y="327472"/>
                  </a:lnTo>
                  <a:lnTo>
                    <a:pt x="216045" y="326004"/>
                  </a:lnTo>
                  <a:lnTo>
                    <a:pt x="221086" y="324375"/>
                  </a:lnTo>
                  <a:lnTo>
                    <a:pt x="226072" y="322587"/>
                  </a:lnTo>
                  <a:lnTo>
                    <a:pt x="231000" y="320642"/>
                  </a:lnTo>
                  <a:lnTo>
                    <a:pt x="235863" y="318542"/>
                  </a:lnTo>
                  <a:lnTo>
                    <a:pt x="240657" y="316288"/>
                  </a:lnTo>
                  <a:lnTo>
                    <a:pt x="245378" y="313885"/>
                  </a:lnTo>
                  <a:lnTo>
                    <a:pt x="250020" y="311332"/>
                  </a:lnTo>
                  <a:lnTo>
                    <a:pt x="254579" y="308634"/>
                  </a:lnTo>
                  <a:lnTo>
                    <a:pt x="259050" y="305793"/>
                  </a:lnTo>
                  <a:lnTo>
                    <a:pt x="263429" y="302811"/>
                  </a:lnTo>
                  <a:lnTo>
                    <a:pt x="267711" y="299693"/>
                  </a:lnTo>
                  <a:lnTo>
                    <a:pt x="271892" y="296440"/>
                  </a:lnTo>
                  <a:lnTo>
                    <a:pt x="275968" y="293056"/>
                  </a:lnTo>
                  <a:lnTo>
                    <a:pt x="279934" y="289545"/>
                  </a:lnTo>
                  <a:lnTo>
                    <a:pt x="283788" y="285910"/>
                  </a:lnTo>
                  <a:lnTo>
                    <a:pt x="287524" y="282155"/>
                  </a:lnTo>
                  <a:lnTo>
                    <a:pt x="291140" y="278283"/>
                  </a:lnTo>
                  <a:lnTo>
                    <a:pt x="294631" y="274298"/>
                  </a:lnTo>
                  <a:lnTo>
                    <a:pt x="297994" y="270205"/>
                  </a:lnTo>
                  <a:lnTo>
                    <a:pt x="301225" y="266008"/>
                  </a:lnTo>
                  <a:lnTo>
                    <a:pt x="304322" y="261710"/>
                  </a:lnTo>
                  <a:lnTo>
                    <a:pt x="307281" y="257316"/>
                  </a:lnTo>
                  <a:lnTo>
                    <a:pt x="310100" y="252831"/>
                  </a:lnTo>
                  <a:lnTo>
                    <a:pt x="312775" y="248258"/>
                  </a:lnTo>
                  <a:lnTo>
                    <a:pt x="315304" y="243604"/>
                  </a:lnTo>
                  <a:lnTo>
                    <a:pt x="317684" y="238871"/>
                  </a:lnTo>
                  <a:lnTo>
                    <a:pt x="319913" y="234065"/>
                  </a:lnTo>
                  <a:lnTo>
                    <a:pt x="321988" y="229191"/>
                  </a:lnTo>
                  <a:lnTo>
                    <a:pt x="323908" y="224254"/>
                  </a:lnTo>
                  <a:lnTo>
                    <a:pt x="325671" y="219258"/>
                  </a:lnTo>
                  <a:lnTo>
                    <a:pt x="327274" y="214210"/>
                  </a:lnTo>
                  <a:lnTo>
                    <a:pt x="328717" y="209112"/>
                  </a:lnTo>
                  <a:lnTo>
                    <a:pt x="329997" y="203972"/>
                  </a:lnTo>
                  <a:lnTo>
                    <a:pt x="331114" y="198794"/>
                  </a:lnTo>
                  <a:lnTo>
                    <a:pt x="332066" y="193583"/>
                  </a:lnTo>
                  <a:lnTo>
                    <a:pt x="332853" y="188344"/>
                  </a:lnTo>
                  <a:lnTo>
                    <a:pt x="333473" y="183083"/>
                  </a:lnTo>
                  <a:lnTo>
                    <a:pt x="333927" y="177805"/>
                  </a:lnTo>
                  <a:lnTo>
                    <a:pt x="334212" y="172515"/>
                  </a:lnTo>
                  <a:lnTo>
                    <a:pt x="334330" y="167219"/>
                  </a:lnTo>
                  <a:lnTo>
                    <a:pt x="334281" y="161922"/>
                  </a:lnTo>
                  <a:lnTo>
                    <a:pt x="334063" y="156629"/>
                  </a:lnTo>
                  <a:lnTo>
                    <a:pt x="333678" y="151346"/>
                  </a:lnTo>
                  <a:lnTo>
                    <a:pt x="333125" y="146077"/>
                  </a:lnTo>
                  <a:lnTo>
                    <a:pt x="332406" y="140829"/>
                  </a:lnTo>
                  <a:lnTo>
                    <a:pt x="331521" y="135606"/>
                  </a:lnTo>
                  <a:lnTo>
                    <a:pt x="330471" y="130413"/>
                  </a:lnTo>
                  <a:lnTo>
                    <a:pt x="329257" y="125257"/>
                  </a:lnTo>
                  <a:lnTo>
                    <a:pt x="327880" y="120142"/>
                  </a:lnTo>
                  <a:lnTo>
                    <a:pt x="326342" y="115072"/>
                  </a:lnTo>
                  <a:lnTo>
                    <a:pt x="324644" y="110055"/>
                  </a:lnTo>
                  <a:lnTo>
                    <a:pt x="322788" y="105093"/>
                  </a:lnTo>
                  <a:lnTo>
                    <a:pt x="320775" y="100193"/>
                  </a:lnTo>
                  <a:lnTo>
                    <a:pt x="318609" y="95359"/>
                  </a:lnTo>
                  <a:lnTo>
                    <a:pt x="316290" y="90596"/>
                  </a:lnTo>
                  <a:lnTo>
                    <a:pt x="313821" y="85909"/>
                  </a:lnTo>
                  <a:lnTo>
                    <a:pt x="311205" y="81302"/>
                  </a:lnTo>
                  <a:lnTo>
                    <a:pt x="308445" y="76781"/>
                  </a:lnTo>
                  <a:lnTo>
                    <a:pt x="305543" y="72349"/>
                  </a:lnTo>
                  <a:lnTo>
                    <a:pt x="302501" y="68012"/>
                  </a:lnTo>
                  <a:lnTo>
                    <a:pt x="299324" y="63773"/>
                  </a:lnTo>
                  <a:lnTo>
                    <a:pt x="296014" y="59637"/>
                  </a:lnTo>
                  <a:lnTo>
                    <a:pt x="292575" y="55608"/>
                  </a:lnTo>
                  <a:lnTo>
                    <a:pt x="289009" y="51690"/>
                  </a:lnTo>
                  <a:lnTo>
                    <a:pt x="285322" y="47887"/>
                  </a:lnTo>
                  <a:lnTo>
                    <a:pt x="281516" y="44202"/>
                  </a:lnTo>
                  <a:lnTo>
                    <a:pt x="277594" y="40640"/>
                  </a:lnTo>
                  <a:lnTo>
                    <a:pt x="273562" y="37204"/>
                  </a:lnTo>
                  <a:lnTo>
                    <a:pt x="269424" y="33898"/>
                  </a:lnTo>
                  <a:lnTo>
                    <a:pt x="265182" y="30724"/>
                  </a:lnTo>
                  <a:lnTo>
                    <a:pt x="260842" y="27687"/>
                  </a:lnTo>
                  <a:lnTo>
                    <a:pt x="256408" y="24788"/>
                  </a:lnTo>
                  <a:lnTo>
                    <a:pt x="251884" y="22031"/>
                  </a:lnTo>
                  <a:lnTo>
                    <a:pt x="247276" y="19419"/>
                  </a:lnTo>
                  <a:lnTo>
                    <a:pt x="242587" y="16955"/>
                  </a:lnTo>
                  <a:lnTo>
                    <a:pt x="237822" y="14640"/>
                  </a:lnTo>
                  <a:lnTo>
                    <a:pt x="232986" y="12477"/>
                  </a:lnTo>
                  <a:lnTo>
                    <a:pt x="228084" y="10469"/>
                  </a:lnTo>
                  <a:lnTo>
                    <a:pt x="223121" y="8617"/>
                  </a:lnTo>
                  <a:lnTo>
                    <a:pt x="218101" y="6923"/>
                  </a:lnTo>
                  <a:lnTo>
                    <a:pt x="213031" y="5389"/>
                  </a:lnTo>
                  <a:lnTo>
                    <a:pt x="207914" y="4017"/>
                  </a:lnTo>
                  <a:lnTo>
                    <a:pt x="202757" y="2807"/>
                  </a:lnTo>
                  <a:lnTo>
                    <a:pt x="197564" y="1761"/>
                  </a:lnTo>
                  <a:lnTo>
                    <a:pt x="192340" y="881"/>
                  </a:lnTo>
                  <a:lnTo>
                    <a:pt x="187091" y="166"/>
                  </a:lnTo>
                  <a:lnTo>
                    <a:pt x="167167" y="166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486215" y="5399291"/>
              <a:ext cx="19924" cy="167167"/>
            </a:xfrm>
            <a:custGeom>
              <a:avLst/>
              <a:pathLst>
                <a:path w="19924" h="167167">
                  <a:moveTo>
                    <a:pt x="19924" y="1191"/>
                  </a:moveTo>
                  <a:lnTo>
                    <a:pt x="9980" y="2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56391" y="5399291"/>
              <a:ext cx="167152" cy="218332"/>
            </a:xfrm>
            <a:custGeom>
              <a:avLst/>
              <a:pathLst>
                <a:path w="167152" h="218332">
                  <a:moveTo>
                    <a:pt x="167152" y="0"/>
                  </a:moveTo>
                  <a:lnTo>
                    <a:pt x="161729" y="87"/>
                  </a:lnTo>
                  <a:lnTo>
                    <a:pt x="156312" y="351"/>
                  </a:lnTo>
                  <a:lnTo>
                    <a:pt x="150906" y="791"/>
                  </a:lnTo>
                  <a:lnTo>
                    <a:pt x="145517" y="1405"/>
                  </a:lnTo>
                  <a:lnTo>
                    <a:pt x="140151" y="2194"/>
                  </a:lnTo>
                  <a:lnTo>
                    <a:pt x="134814" y="3157"/>
                  </a:lnTo>
                  <a:lnTo>
                    <a:pt x="129510" y="4293"/>
                  </a:lnTo>
                  <a:lnTo>
                    <a:pt x="124246" y="5599"/>
                  </a:lnTo>
                  <a:lnTo>
                    <a:pt x="119028" y="7076"/>
                  </a:lnTo>
                  <a:lnTo>
                    <a:pt x="113860" y="8722"/>
                  </a:lnTo>
                  <a:lnTo>
                    <a:pt x="108748" y="10534"/>
                  </a:lnTo>
                  <a:lnTo>
                    <a:pt x="103697" y="12511"/>
                  </a:lnTo>
                  <a:lnTo>
                    <a:pt x="98714" y="14651"/>
                  </a:lnTo>
                  <a:lnTo>
                    <a:pt x="93802" y="16951"/>
                  </a:lnTo>
                  <a:lnTo>
                    <a:pt x="88968" y="19410"/>
                  </a:lnTo>
                  <a:lnTo>
                    <a:pt x="84215" y="22024"/>
                  </a:lnTo>
                  <a:lnTo>
                    <a:pt x="79551" y="24791"/>
                  </a:lnTo>
                  <a:lnTo>
                    <a:pt x="74978" y="27708"/>
                  </a:lnTo>
                  <a:lnTo>
                    <a:pt x="70502" y="30771"/>
                  </a:lnTo>
                  <a:lnTo>
                    <a:pt x="66129" y="33978"/>
                  </a:lnTo>
                  <a:lnTo>
                    <a:pt x="61861" y="37326"/>
                  </a:lnTo>
                  <a:lnTo>
                    <a:pt x="57704" y="40810"/>
                  </a:lnTo>
                  <a:lnTo>
                    <a:pt x="53663" y="44427"/>
                  </a:lnTo>
                  <a:lnTo>
                    <a:pt x="49741" y="48173"/>
                  </a:lnTo>
                  <a:lnTo>
                    <a:pt x="45943" y="52044"/>
                  </a:lnTo>
                  <a:lnTo>
                    <a:pt x="42272" y="56037"/>
                  </a:lnTo>
                  <a:lnTo>
                    <a:pt x="38732" y="60146"/>
                  </a:lnTo>
                  <a:lnTo>
                    <a:pt x="35328" y="64369"/>
                  </a:lnTo>
                  <a:lnTo>
                    <a:pt x="32063" y="68699"/>
                  </a:lnTo>
                  <a:lnTo>
                    <a:pt x="28940" y="73133"/>
                  </a:lnTo>
                  <a:lnTo>
                    <a:pt x="25962" y="77666"/>
                  </a:lnTo>
                  <a:lnTo>
                    <a:pt x="23133" y="82294"/>
                  </a:lnTo>
                  <a:lnTo>
                    <a:pt x="20455" y="87010"/>
                  </a:lnTo>
                  <a:lnTo>
                    <a:pt x="17932" y="91812"/>
                  </a:lnTo>
                  <a:lnTo>
                    <a:pt x="15566" y="96692"/>
                  </a:lnTo>
                  <a:lnTo>
                    <a:pt x="13360" y="101646"/>
                  </a:lnTo>
                  <a:lnTo>
                    <a:pt x="11315" y="106670"/>
                  </a:lnTo>
                  <a:lnTo>
                    <a:pt x="9435" y="111757"/>
                  </a:lnTo>
                  <a:lnTo>
                    <a:pt x="7720" y="116903"/>
                  </a:lnTo>
                  <a:lnTo>
                    <a:pt x="6174" y="122101"/>
                  </a:lnTo>
                  <a:lnTo>
                    <a:pt x="4796" y="127347"/>
                  </a:lnTo>
                  <a:lnTo>
                    <a:pt x="3590" y="132635"/>
                  </a:lnTo>
                  <a:lnTo>
                    <a:pt x="2556" y="137959"/>
                  </a:lnTo>
                  <a:lnTo>
                    <a:pt x="1695" y="143314"/>
                  </a:lnTo>
                  <a:lnTo>
                    <a:pt x="1008" y="148694"/>
                  </a:lnTo>
                  <a:lnTo>
                    <a:pt x="497" y="154093"/>
                  </a:lnTo>
                  <a:lnTo>
                    <a:pt x="160" y="159507"/>
                  </a:lnTo>
                  <a:lnTo>
                    <a:pt x="0" y="164928"/>
                  </a:lnTo>
                  <a:lnTo>
                    <a:pt x="15" y="170352"/>
                  </a:lnTo>
                  <a:lnTo>
                    <a:pt x="206" y="175772"/>
                  </a:lnTo>
                  <a:lnTo>
                    <a:pt x="573" y="181183"/>
                  </a:lnTo>
                  <a:lnTo>
                    <a:pt x="1115" y="186579"/>
                  </a:lnTo>
                  <a:lnTo>
                    <a:pt x="1833" y="191956"/>
                  </a:lnTo>
                  <a:lnTo>
                    <a:pt x="2724" y="197305"/>
                  </a:lnTo>
                  <a:lnTo>
                    <a:pt x="3788" y="202624"/>
                  </a:lnTo>
                  <a:lnTo>
                    <a:pt x="5024" y="207905"/>
                  </a:lnTo>
                  <a:lnTo>
                    <a:pt x="6431" y="213143"/>
                  </a:lnTo>
                  <a:lnTo>
                    <a:pt x="8007" y="21833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864399" y="5566459"/>
              <a:ext cx="159144" cy="51165"/>
            </a:xfrm>
            <a:custGeom>
              <a:avLst/>
              <a:pathLst>
                <a:path w="159144" h="51165">
                  <a:moveTo>
                    <a:pt x="0" y="51165"/>
                  </a:moveTo>
                  <a:lnTo>
                    <a:pt x="1591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864399" y="5566459"/>
              <a:ext cx="159144" cy="51165"/>
            </a:xfrm>
            <a:custGeom>
              <a:avLst/>
              <a:pathLst>
                <a:path w="159144" h="51165">
                  <a:moveTo>
                    <a:pt x="0" y="51165"/>
                  </a:moveTo>
                  <a:lnTo>
                    <a:pt x="1591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864399" y="5566459"/>
              <a:ext cx="159144" cy="51165"/>
            </a:xfrm>
            <a:custGeom>
              <a:avLst/>
              <a:pathLst>
                <a:path w="159144" h="51165">
                  <a:moveTo>
                    <a:pt x="0" y="51165"/>
                  </a:moveTo>
                  <a:lnTo>
                    <a:pt x="1591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864399" y="5566459"/>
              <a:ext cx="159144" cy="51165"/>
            </a:xfrm>
            <a:custGeom>
              <a:avLst/>
              <a:pathLst>
                <a:path w="159144" h="51165">
                  <a:moveTo>
                    <a:pt x="0" y="51165"/>
                  </a:moveTo>
                  <a:lnTo>
                    <a:pt x="1591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864399" y="5566459"/>
              <a:ext cx="159144" cy="51165"/>
            </a:xfrm>
            <a:custGeom>
              <a:avLst/>
              <a:pathLst>
                <a:path w="159144" h="51165">
                  <a:moveTo>
                    <a:pt x="0" y="51165"/>
                  </a:moveTo>
                  <a:lnTo>
                    <a:pt x="1591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864399" y="5566459"/>
              <a:ext cx="159144" cy="136147"/>
            </a:xfrm>
            <a:custGeom>
              <a:avLst/>
              <a:pathLst>
                <a:path w="159144" h="136147">
                  <a:moveTo>
                    <a:pt x="0" y="51165"/>
                  </a:moveTo>
                  <a:lnTo>
                    <a:pt x="1815" y="56501"/>
                  </a:lnTo>
                  <a:lnTo>
                    <a:pt x="3809" y="61773"/>
                  </a:lnTo>
                  <a:lnTo>
                    <a:pt x="5980" y="66975"/>
                  </a:lnTo>
                  <a:lnTo>
                    <a:pt x="8325" y="72101"/>
                  </a:lnTo>
                  <a:lnTo>
                    <a:pt x="10842" y="77145"/>
                  </a:lnTo>
                  <a:lnTo>
                    <a:pt x="13527" y="82101"/>
                  </a:lnTo>
                  <a:lnTo>
                    <a:pt x="16378" y="86964"/>
                  </a:lnTo>
                  <a:lnTo>
                    <a:pt x="19391" y="91728"/>
                  </a:lnTo>
                  <a:lnTo>
                    <a:pt x="22563" y="96387"/>
                  </a:lnTo>
                  <a:lnTo>
                    <a:pt x="25891" y="100937"/>
                  </a:lnTo>
                  <a:lnTo>
                    <a:pt x="29369" y="105372"/>
                  </a:lnTo>
                  <a:lnTo>
                    <a:pt x="32996" y="109688"/>
                  </a:lnTo>
                  <a:lnTo>
                    <a:pt x="36766" y="113878"/>
                  </a:lnTo>
                  <a:lnTo>
                    <a:pt x="40675" y="117940"/>
                  </a:lnTo>
                  <a:lnTo>
                    <a:pt x="44718" y="121867"/>
                  </a:lnTo>
                  <a:lnTo>
                    <a:pt x="48892" y="125655"/>
                  </a:lnTo>
                  <a:lnTo>
                    <a:pt x="53191" y="129301"/>
                  </a:lnTo>
                  <a:lnTo>
                    <a:pt x="57611" y="132800"/>
                  </a:lnTo>
                  <a:lnTo>
                    <a:pt x="62146" y="136147"/>
                  </a:lnTo>
                  <a:lnTo>
                    <a:pt x="15914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926545" y="5399291"/>
              <a:ext cx="264158" cy="334319"/>
            </a:xfrm>
            <a:custGeom>
              <a:avLst/>
              <a:pathLst>
                <a:path w="264158" h="334319">
                  <a:moveTo>
                    <a:pt x="0" y="303315"/>
                  </a:moveTo>
                  <a:lnTo>
                    <a:pt x="4387" y="306336"/>
                  </a:lnTo>
                  <a:lnTo>
                    <a:pt x="8869" y="309217"/>
                  </a:lnTo>
                  <a:lnTo>
                    <a:pt x="13440" y="311953"/>
                  </a:lnTo>
                  <a:lnTo>
                    <a:pt x="18096" y="314542"/>
                  </a:lnTo>
                  <a:lnTo>
                    <a:pt x="22832" y="316981"/>
                  </a:lnTo>
                  <a:lnTo>
                    <a:pt x="27643" y="319268"/>
                  </a:lnTo>
                  <a:lnTo>
                    <a:pt x="32525" y="321401"/>
                  </a:lnTo>
                  <a:lnTo>
                    <a:pt x="37472" y="323377"/>
                  </a:lnTo>
                  <a:lnTo>
                    <a:pt x="42480" y="325195"/>
                  </a:lnTo>
                  <a:lnTo>
                    <a:pt x="47543" y="326851"/>
                  </a:lnTo>
                  <a:lnTo>
                    <a:pt x="52656" y="328346"/>
                  </a:lnTo>
                  <a:lnTo>
                    <a:pt x="57815" y="329677"/>
                  </a:lnTo>
                  <a:lnTo>
                    <a:pt x="63013" y="330843"/>
                  </a:lnTo>
                  <a:lnTo>
                    <a:pt x="68246" y="331843"/>
                  </a:lnTo>
                  <a:lnTo>
                    <a:pt x="73508" y="332676"/>
                  </a:lnTo>
                  <a:lnTo>
                    <a:pt x="78793" y="333340"/>
                  </a:lnTo>
                  <a:lnTo>
                    <a:pt x="84098" y="333836"/>
                  </a:lnTo>
                  <a:lnTo>
                    <a:pt x="89415" y="334162"/>
                  </a:lnTo>
                  <a:lnTo>
                    <a:pt x="94740" y="334319"/>
                  </a:lnTo>
                  <a:lnTo>
                    <a:pt x="100067" y="334306"/>
                  </a:lnTo>
                  <a:lnTo>
                    <a:pt x="105391" y="334124"/>
                  </a:lnTo>
                  <a:lnTo>
                    <a:pt x="110707" y="333771"/>
                  </a:lnTo>
                  <a:lnTo>
                    <a:pt x="116009" y="333250"/>
                  </a:lnTo>
                  <a:lnTo>
                    <a:pt x="121291" y="332560"/>
                  </a:lnTo>
                  <a:lnTo>
                    <a:pt x="126549" y="331702"/>
                  </a:lnTo>
                  <a:lnTo>
                    <a:pt x="131777" y="330677"/>
                  </a:lnTo>
                  <a:lnTo>
                    <a:pt x="136969" y="329485"/>
                  </a:lnTo>
                  <a:lnTo>
                    <a:pt x="142121" y="328129"/>
                  </a:lnTo>
                  <a:lnTo>
                    <a:pt x="147227" y="326610"/>
                  </a:lnTo>
                  <a:lnTo>
                    <a:pt x="152282" y="324928"/>
                  </a:lnTo>
                  <a:lnTo>
                    <a:pt x="157281" y="323086"/>
                  </a:lnTo>
                  <a:lnTo>
                    <a:pt x="162219" y="321086"/>
                  </a:lnTo>
                  <a:lnTo>
                    <a:pt x="167090" y="318930"/>
                  </a:lnTo>
                  <a:lnTo>
                    <a:pt x="171891" y="316619"/>
                  </a:lnTo>
                  <a:lnTo>
                    <a:pt x="176615" y="314157"/>
                  </a:lnTo>
                  <a:lnTo>
                    <a:pt x="181258" y="311546"/>
                  </a:lnTo>
                  <a:lnTo>
                    <a:pt x="185816" y="308787"/>
                  </a:lnTo>
                  <a:lnTo>
                    <a:pt x="190283" y="305885"/>
                  </a:lnTo>
                  <a:lnTo>
                    <a:pt x="194656" y="302842"/>
                  </a:lnTo>
                  <a:lnTo>
                    <a:pt x="198930" y="299662"/>
                  </a:lnTo>
                  <a:lnTo>
                    <a:pt x="203100" y="296347"/>
                  </a:lnTo>
                  <a:lnTo>
                    <a:pt x="207162" y="292900"/>
                  </a:lnTo>
                  <a:lnTo>
                    <a:pt x="211113" y="289326"/>
                  </a:lnTo>
                  <a:lnTo>
                    <a:pt x="214947" y="285628"/>
                  </a:lnTo>
                  <a:lnTo>
                    <a:pt x="218662" y="281809"/>
                  </a:lnTo>
                  <a:lnTo>
                    <a:pt x="222253" y="277874"/>
                  </a:lnTo>
                  <a:lnTo>
                    <a:pt x="225717" y="273827"/>
                  </a:lnTo>
                  <a:lnTo>
                    <a:pt x="229050" y="269671"/>
                  </a:lnTo>
                  <a:lnTo>
                    <a:pt x="232250" y="265411"/>
                  </a:lnTo>
                  <a:lnTo>
                    <a:pt x="235311" y="261052"/>
                  </a:lnTo>
                  <a:lnTo>
                    <a:pt x="238233" y="256597"/>
                  </a:lnTo>
                  <a:lnTo>
                    <a:pt x="241011" y="252051"/>
                  </a:lnTo>
                  <a:lnTo>
                    <a:pt x="243642" y="247419"/>
                  </a:lnTo>
                  <a:lnTo>
                    <a:pt x="246125" y="242706"/>
                  </a:lnTo>
                  <a:lnTo>
                    <a:pt x="248456" y="237915"/>
                  </a:lnTo>
                  <a:lnTo>
                    <a:pt x="250634" y="233053"/>
                  </a:lnTo>
                  <a:lnTo>
                    <a:pt x="252655" y="228124"/>
                  </a:lnTo>
                  <a:lnTo>
                    <a:pt x="254519" y="223134"/>
                  </a:lnTo>
                  <a:lnTo>
                    <a:pt x="256222" y="218086"/>
                  </a:lnTo>
                  <a:lnTo>
                    <a:pt x="257764" y="212986"/>
                  </a:lnTo>
                  <a:lnTo>
                    <a:pt x="259142" y="207840"/>
                  </a:lnTo>
                  <a:lnTo>
                    <a:pt x="260356" y="202653"/>
                  </a:lnTo>
                  <a:lnTo>
                    <a:pt x="261403" y="197430"/>
                  </a:lnTo>
                  <a:lnTo>
                    <a:pt x="262284" y="192176"/>
                  </a:lnTo>
                  <a:lnTo>
                    <a:pt x="262997" y="186896"/>
                  </a:lnTo>
                  <a:lnTo>
                    <a:pt x="263542" y="181597"/>
                  </a:lnTo>
                  <a:lnTo>
                    <a:pt x="263917" y="176283"/>
                  </a:lnTo>
                  <a:lnTo>
                    <a:pt x="264122" y="170960"/>
                  </a:lnTo>
                  <a:lnTo>
                    <a:pt x="264158" y="165632"/>
                  </a:lnTo>
                  <a:lnTo>
                    <a:pt x="264025" y="160307"/>
                  </a:lnTo>
                  <a:lnTo>
                    <a:pt x="263721" y="154988"/>
                  </a:lnTo>
                  <a:lnTo>
                    <a:pt x="263249" y="149682"/>
                  </a:lnTo>
                  <a:lnTo>
                    <a:pt x="262607" y="144393"/>
                  </a:lnTo>
                  <a:lnTo>
                    <a:pt x="261797" y="139128"/>
                  </a:lnTo>
                  <a:lnTo>
                    <a:pt x="260820" y="133891"/>
                  </a:lnTo>
                  <a:lnTo>
                    <a:pt x="259677" y="128687"/>
                  </a:lnTo>
                  <a:lnTo>
                    <a:pt x="258368" y="123523"/>
                  </a:lnTo>
                  <a:lnTo>
                    <a:pt x="256895" y="118404"/>
                  </a:lnTo>
                  <a:lnTo>
                    <a:pt x="255260" y="113333"/>
                  </a:lnTo>
                  <a:lnTo>
                    <a:pt x="253464" y="108318"/>
                  </a:lnTo>
                  <a:lnTo>
                    <a:pt x="251510" y="103362"/>
                  </a:lnTo>
                  <a:lnTo>
                    <a:pt x="249398" y="98471"/>
                  </a:lnTo>
                  <a:lnTo>
                    <a:pt x="247132" y="93650"/>
                  </a:lnTo>
                  <a:lnTo>
                    <a:pt x="244713" y="88903"/>
                  </a:lnTo>
                  <a:lnTo>
                    <a:pt x="242144" y="84236"/>
                  </a:lnTo>
                  <a:lnTo>
                    <a:pt x="239428" y="79653"/>
                  </a:lnTo>
                  <a:lnTo>
                    <a:pt x="236567" y="75159"/>
                  </a:lnTo>
                  <a:lnTo>
                    <a:pt x="233564" y="70759"/>
                  </a:lnTo>
                  <a:lnTo>
                    <a:pt x="230423" y="66456"/>
                  </a:lnTo>
                  <a:lnTo>
                    <a:pt x="227146" y="62256"/>
                  </a:lnTo>
                  <a:lnTo>
                    <a:pt x="223737" y="58162"/>
                  </a:lnTo>
                  <a:lnTo>
                    <a:pt x="220199" y="54179"/>
                  </a:lnTo>
                  <a:lnTo>
                    <a:pt x="216537" y="50310"/>
                  </a:lnTo>
                  <a:lnTo>
                    <a:pt x="212752" y="46561"/>
                  </a:lnTo>
                  <a:lnTo>
                    <a:pt x="208851" y="42933"/>
                  </a:lnTo>
                  <a:lnTo>
                    <a:pt x="204835" y="39432"/>
                  </a:lnTo>
                  <a:lnTo>
                    <a:pt x="200710" y="36061"/>
                  </a:lnTo>
                  <a:lnTo>
                    <a:pt x="196480" y="32823"/>
                  </a:lnTo>
                  <a:lnTo>
                    <a:pt x="192149" y="29721"/>
                  </a:lnTo>
                  <a:lnTo>
                    <a:pt x="187721" y="26759"/>
                  </a:lnTo>
                  <a:lnTo>
                    <a:pt x="183201" y="23940"/>
                  </a:lnTo>
                  <a:lnTo>
                    <a:pt x="178593" y="21266"/>
                  </a:lnTo>
                  <a:lnTo>
                    <a:pt x="173903" y="18740"/>
                  </a:lnTo>
                  <a:lnTo>
                    <a:pt x="169134" y="16365"/>
                  </a:lnTo>
                  <a:lnTo>
                    <a:pt x="164292" y="14143"/>
                  </a:lnTo>
                  <a:lnTo>
                    <a:pt x="159382" y="12076"/>
                  </a:lnTo>
                  <a:lnTo>
                    <a:pt x="154408" y="10167"/>
                  </a:lnTo>
                  <a:lnTo>
                    <a:pt x="149377" y="8417"/>
                  </a:lnTo>
                  <a:lnTo>
                    <a:pt x="144292" y="6829"/>
                  </a:lnTo>
                  <a:lnTo>
                    <a:pt x="139158" y="5403"/>
                  </a:lnTo>
                  <a:lnTo>
                    <a:pt x="133983" y="4142"/>
                  </a:lnTo>
                  <a:lnTo>
                    <a:pt x="128769" y="3046"/>
                  </a:lnTo>
                  <a:lnTo>
                    <a:pt x="123523" y="2117"/>
                  </a:lnTo>
                  <a:lnTo>
                    <a:pt x="118251" y="1356"/>
                  </a:lnTo>
                  <a:lnTo>
                    <a:pt x="112956" y="763"/>
                  </a:lnTo>
                  <a:lnTo>
                    <a:pt x="107646" y="339"/>
                  </a:lnTo>
                  <a:lnTo>
                    <a:pt x="102325" y="84"/>
                  </a:lnTo>
                  <a:lnTo>
                    <a:pt x="96998" y="0"/>
                  </a:lnTo>
                  <a:lnTo>
                    <a:pt x="969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391747" y="5269756"/>
              <a:ext cx="153511" cy="167167"/>
            </a:xfrm>
            <a:custGeom>
              <a:avLst/>
              <a:pathLst>
                <a:path w="153511" h="167167">
                  <a:moveTo>
                    <a:pt x="153511" y="0"/>
                  </a:moveTo>
                  <a:lnTo>
                    <a:pt x="148107" y="87"/>
                  </a:lnTo>
                  <a:lnTo>
                    <a:pt x="142710" y="349"/>
                  </a:lnTo>
                  <a:lnTo>
                    <a:pt x="137324" y="785"/>
                  </a:lnTo>
                  <a:lnTo>
                    <a:pt x="131954" y="1395"/>
                  </a:lnTo>
                  <a:lnTo>
                    <a:pt x="126608" y="2178"/>
                  </a:lnTo>
                  <a:lnTo>
                    <a:pt x="121289" y="3134"/>
                  </a:lnTo>
                  <a:lnTo>
                    <a:pt x="116004" y="4261"/>
                  </a:lnTo>
                  <a:lnTo>
                    <a:pt x="110758" y="5559"/>
                  </a:lnTo>
                  <a:lnTo>
                    <a:pt x="105557" y="7025"/>
                  </a:lnTo>
                  <a:lnTo>
                    <a:pt x="100406" y="8659"/>
                  </a:lnTo>
                  <a:lnTo>
                    <a:pt x="95311" y="10458"/>
                  </a:lnTo>
                  <a:lnTo>
                    <a:pt x="90276" y="12421"/>
                  </a:lnTo>
                  <a:lnTo>
                    <a:pt x="85307" y="14546"/>
                  </a:lnTo>
                  <a:lnTo>
                    <a:pt x="80410" y="16830"/>
                  </a:lnTo>
                  <a:lnTo>
                    <a:pt x="75589" y="19271"/>
                  </a:lnTo>
                  <a:lnTo>
                    <a:pt x="70850" y="21867"/>
                  </a:lnTo>
                  <a:lnTo>
                    <a:pt x="66196" y="24614"/>
                  </a:lnTo>
                  <a:lnTo>
                    <a:pt x="61634" y="27511"/>
                  </a:lnTo>
                  <a:lnTo>
                    <a:pt x="57169" y="30554"/>
                  </a:lnTo>
                  <a:lnTo>
                    <a:pt x="52803" y="33739"/>
                  </a:lnTo>
                  <a:lnTo>
                    <a:pt x="48543" y="37064"/>
                  </a:lnTo>
                  <a:lnTo>
                    <a:pt x="44393" y="40524"/>
                  </a:lnTo>
                  <a:lnTo>
                    <a:pt x="40357" y="44117"/>
                  </a:lnTo>
                  <a:lnTo>
                    <a:pt x="36439" y="47839"/>
                  </a:lnTo>
                  <a:lnTo>
                    <a:pt x="32643" y="51685"/>
                  </a:lnTo>
                  <a:lnTo>
                    <a:pt x="28974" y="55652"/>
                  </a:lnTo>
                  <a:lnTo>
                    <a:pt x="25434" y="59736"/>
                  </a:lnTo>
                  <a:lnTo>
                    <a:pt x="22029" y="63932"/>
                  </a:lnTo>
                  <a:lnTo>
                    <a:pt x="18761" y="68235"/>
                  </a:lnTo>
                  <a:lnTo>
                    <a:pt x="15634" y="72642"/>
                  </a:lnTo>
                  <a:lnTo>
                    <a:pt x="12650" y="77148"/>
                  </a:lnTo>
                  <a:lnTo>
                    <a:pt x="9815" y="81748"/>
                  </a:lnTo>
                  <a:lnTo>
                    <a:pt x="7129" y="86437"/>
                  </a:lnTo>
                  <a:lnTo>
                    <a:pt x="4596" y="91210"/>
                  </a:lnTo>
                  <a:lnTo>
                    <a:pt x="2219" y="96063"/>
                  </a:lnTo>
                  <a:lnTo>
                    <a:pt x="0" y="100990"/>
                  </a:lnTo>
                  <a:lnTo>
                    <a:pt x="15351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1747" y="5370747"/>
              <a:ext cx="153511" cy="66176"/>
            </a:xfrm>
            <a:custGeom>
              <a:avLst/>
              <a:pathLst>
                <a:path w="153511" h="66176">
                  <a:moveTo>
                    <a:pt x="0" y="0"/>
                  </a:moveTo>
                  <a:lnTo>
                    <a:pt x="153511" y="66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1747" y="5370747"/>
              <a:ext cx="153511" cy="66176"/>
            </a:xfrm>
            <a:custGeom>
              <a:avLst/>
              <a:pathLst>
                <a:path w="153511" h="66176">
                  <a:moveTo>
                    <a:pt x="0" y="0"/>
                  </a:moveTo>
                  <a:lnTo>
                    <a:pt x="153511" y="66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91747" y="5370747"/>
              <a:ext cx="153511" cy="66176"/>
            </a:xfrm>
            <a:custGeom>
              <a:avLst/>
              <a:pathLst>
                <a:path w="153511" h="66176">
                  <a:moveTo>
                    <a:pt x="0" y="0"/>
                  </a:moveTo>
                  <a:lnTo>
                    <a:pt x="153511" y="66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391747" y="5370747"/>
              <a:ext cx="153511" cy="66176"/>
            </a:xfrm>
            <a:custGeom>
              <a:avLst/>
              <a:pathLst>
                <a:path w="153511" h="66176">
                  <a:moveTo>
                    <a:pt x="0" y="0"/>
                  </a:moveTo>
                  <a:lnTo>
                    <a:pt x="153511" y="66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78102" y="5370747"/>
              <a:ext cx="167156" cy="76259"/>
            </a:xfrm>
            <a:custGeom>
              <a:avLst/>
              <a:pathLst>
                <a:path w="167156" h="76259">
                  <a:moveTo>
                    <a:pt x="13645" y="0"/>
                  </a:moveTo>
                  <a:lnTo>
                    <a:pt x="11365" y="5560"/>
                  </a:lnTo>
                  <a:lnTo>
                    <a:pt x="9287" y="11199"/>
                  </a:lnTo>
                  <a:lnTo>
                    <a:pt x="7413" y="16909"/>
                  </a:lnTo>
                  <a:lnTo>
                    <a:pt x="5746" y="22682"/>
                  </a:lnTo>
                  <a:lnTo>
                    <a:pt x="4287" y="28512"/>
                  </a:lnTo>
                  <a:lnTo>
                    <a:pt x="3038" y="34391"/>
                  </a:lnTo>
                  <a:lnTo>
                    <a:pt x="2002" y="40310"/>
                  </a:lnTo>
                  <a:lnTo>
                    <a:pt x="1179" y="46263"/>
                  </a:lnTo>
                  <a:lnTo>
                    <a:pt x="570" y="52242"/>
                  </a:lnTo>
                  <a:lnTo>
                    <a:pt x="177" y="58239"/>
                  </a:lnTo>
                  <a:lnTo>
                    <a:pt x="0" y="64246"/>
                  </a:lnTo>
                  <a:lnTo>
                    <a:pt x="38" y="70255"/>
                  </a:lnTo>
                  <a:lnTo>
                    <a:pt x="293" y="76259"/>
                  </a:lnTo>
                  <a:lnTo>
                    <a:pt x="167156" y="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378395" y="5269756"/>
              <a:ext cx="334019" cy="334328"/>
            </a:xfrm>
            <a:custGeom>
              <a:avLst/>
              <a:pathLst>
                <a:path w="334019" h="334328">
                  <a:moveTo>
                    <a:pt x="0" y="177250"/>
                  </a:moveTo>
                  <a:lnTo>
                    <a:pt x="402" y="182525"/>
                  </a:lnTo>
                  <a:lnTo>
                    <a:pt x="971" y="187784"/>
                  </a:lnTo>
                  <a:lnTo>
                    <a:pt x="1707" y="193023"/>
                  </a:lnTo>
                  <a:lnTo>
                    <a:pt x="2608" y="198236"/>
                  </a:lnTo>
                  <a:lnTo>
                    <a:pt x="3673" y="203417"/>
                  </a:lnTo>
                  <a:lnTo>
                    <a:pt x="4902" y="208563"/>
                  </a:lnTo>
                  <a:lnTo>
                    <a:pt x="6293" y="213667"/>
                  </a:lnTo>
                  <a:lnTo>
                    <a:pt x="7844" y="218724"/>
                  </a:lnTo>
                  <a:lnTo>
                    <a:pt x="9555" y="223730"/>
                  </a:lnTo>
                  <a:lnTo>
                    <a:pt x="11424" y="228679"/>
                  </a:lnTo>
                  <a:lnTo>
                    <a:pt x="13448" y="233566"/>
                  </a:lnTo>
                  <a:lnTo>
                    <a:pt x="15626" y="238387"/>
                  </a:lnTo>
                  <a:lnTo>
                    <a:pt x="17955" y="243137"/>
                  </a:lnTo>
                  <a:lnTo>
                    <a:pt x="20433" y="247811"/>
                  </a:lnTo>
                  <a:lnTo>
                    <a:pt x="23058" y="252403"/>
                  </a:lnTo>
                  <a:lnTo>
                    <a:pt x="25827" y="256911"/>
                  </a:lnTo>
                  <a:lnTo>
                    <a:pt x="28737" y="261328"/>
                  </a:lnTo>
                  <a:lnTo>
                    <a:pt x="31786" y="265652"/>
                  </a:lnTo>
                  <a:lnTo>
                    <a:pt x="34970" y="269876"/>
                  </a:lnTo>
                  <a:lnTo>
                    <a:pt x="38286" y="273998"/>
                  </a:lnTo>
                  <a:lnTo>
                    <a:pt x="41730" y="278013"/>
                  </a:lnTo>
                  <a:lnTo>
                    <a:pt x="45300" y="281917"/>
                  </a:lnTo>
                  <a:lnTo>
                    <a:pt x="48992" y="285706"/>
                  </a:lnTo>
                  <a:lnTo>
                    <a:pt x="52802" y="289376"/>
                  </a:lnTo>
                  <a:lnTo>
                    <a:pt x="56726" y="292924"/>
                  </a:lnTo>
                  <a:lnTo>
                    <a:pt x="60760" y="296346"/>
                  </a:lnTo>
                  <a:lnTo>
                    <a:pt x="64900" y="299638"/>
                  </a:lnTo>
                  <a:lnTo>
                    <a:pt x="69143" y="302798"/>
                  </a:lnTo>
                  <a:lnTo>
                    <a:pt x="73483" y="305822"/>
                  </a:lnTo>
                  <a:lnTo>
                    <a:pt x="77917" y="308707"/>
                  </a:lnTo>
                  <a:lnTo>
                    <a:pt x="82440" y="311451"/>
                  </a:lnTo>
                  <a:lnTo>
                    <a:pt x="87048" y="314050"/>
                  </a:lnTo>
                  <a:lnTo>
                    <a:pt x="91736" y="316502"/>
                  </a:lnTo>
                  <a:lnTo>
                    <a:pt x="96498" y="318804"/>
                  </a:lnTo>
                  <a:lnTo>
                    <a:pt x="101332" y="320955"/>
                  </a:lnTo>
                  <a:lnTo>
                    <a:pt x="106230" y="322951"/>
                  </a:lnTo>
                  <a:lnTo>
                    <a:pt x="111190" y="324792"/>
                  </a:lnTo>
                  <a:lnTo>
                    <a:pt x="116205" y="326474"/>
                  </a:lnTo>
                  <a:lnTo>
                    <a:pt x="121271" y="327997"/>
                  </a:lnTo>
                  <a:lnTo>
                    <a:pt x="126383" y="329359"/>
                  </a:lnTo>
                  <a:lnTo>
                    <a:pt x="131535" y="330559"/>
                  </a:lnTo>
                  <a:lnTo>
                    <a:pt x="136723" y="331595"/>
                  </a:lnTo>
                  <a:lnTo>
                    <a:pt x="141941" y="332466"/>
                  </a:lnTo>
                  <a:lnTo>
                    <a:pt x="147183" y="333172"/>
                  </a:lnTo>
                  <a:lnTo>
                    <a:pt x="152446" y="333712"/>
                  </a:lnTo>
                  <a:lnTo>
                    <a:pt x="157723" y="334084"/>
                  </a:lnTo>
                  <a:lnTo>
                    <a:pt x="163009" y="334290"/>
                  </a:lnTo>
                  <a:lnTo>
                    <a:pt x="168299" y="334328"/>
                  </a:lnTo>
                  <a:lnTo>
                    <a:pt x="173587" y="334199"/>
                  </a:lnTo>
                  <a:lnTo>
                    <a:pt x="178869" y="333903"/>
                  </a:lnTo>
                  <a:lnTo>
                    <a:pt x="184139" y="333439"/>
                  </a:lnTo>
                  <a:lnTo>
                    <a:pt x="189391" y="332809"/>
                  </a:lnTo>
                  <a:lnTo>
                    <a:pt x="194621" y="332014"/>
                  </a:lnTo>
                  <a:lnTo>
                    <a:pt x="199823" y="331053"/>
                  </a:lnTo>
                  <a:lnTo>
                    <a:pt x="204992" y="329928"/>
                  </a:lnTo>
                  <a:lnTo>
                    <a:pt x="210123" y="328640"/>
                  </a:lnTo>
                  <a:lnTo>
                    <a:pt x="215210" y="327190"/>
                  </a:lnTo>
                  <a:lnTo>
                    <a:pt x="220249" y="325580"/>
                  </a:lnTo>
                  <a:lnTo>
                    <a:pt x="225235" y="323812"/>
                  </a:lnTo>
                  <a:lnTo>
                    <a:pt x="230162" y="321886"/>
                  </a:lnTo>
                  <a:lnTo>
                    <a:pt x="235026" y="319806"/>
                  </a:lnTo>
                  <a:lnTo>
                    <a:pt x="239822" y="317573"/>
                  </a:lnTo>
                  <a:lnTo>
                    <a:pt x="244544" y="315189"/>
                  </a:lnTo>
                  <a:lnTo>
                    <a:pt x="249189" y="312657"/>
                  </a:lnTo>
                  <a:lnTo>
                    <a:pt x="253751" y="309979"/>
                  </a:lnTo>
                  <a:lnTo>
                    <a:pt x="258226" y="307158"/>
                  </a:lnTo>
                  <a:lnTo>
                    <a:pt x="262610" y="304197"/>
                  </a:lnTo>
                  <a:lnTo>
                    <a:pt x="266898" y="301099"/>
                  </a:lnTo>
                  <a:lnTo>
                    <a:pt x="271086" y="297867"/>
                  </a:lnTo>
                  <a:lnTo>
                    <a:pt x="275169" y="294504"/>
                  </a:lnTo>
                  <a:lnTo>
                    <a:pt x="279144" y="291013"/>
                  </a:lnTo>
                  <a:lnTo>
                    <a:pt x="283006" y="287398"/>
                  </a:lnTo>
                  <a:lnTo>
                    <a:pt x="286752" y="283663"/>
                  </a:lnTo>
                  <a:lnTo>
                    <a:pt x="290378" y="279811"/>
                  </a:lnTo>
                  <a:lnTo>
                    <a:pt x="293881" y="275847"/>
                  </a:lnTo>
                  <a:lnTo>
                    <a:pt x="297256" y="271773"/>
                  </a:lnTo>
                  <a:lnTo>
                    <a:pt x="300501" y="267595"/>
                  </a:lnTo>
                  <a:lnTo>
                    <a:pt x="303611" y="263317"/>
                  </a:lnTo>
                  <a:lnTo>
                    <a:pt x="306585" y="258941"/>
                  </a:lnTo>
                  <a:lnTo>
                    <a:pt x="309419" y="254475"/>
                  </a:lnTo>
                  <a:lnTo>
                    <a:pt x="312110" y="249920"/>
                  </a:lnTo>
                  <a:lnTo>
                    <a:pt x="314656" y="245283"/>
                  </a:lnTo>
                  <a:lnTo>
                    <a:pt x="317053" y="240567"/>
                  </a:lnTo>
                  <a:lnTo>
                    <a:pt x="319301" y="235778"/>
                  </a:lnTo>
                  <a:lnTo>
                    <a:pt x="321395" y="230921"/>
                  </a:lnTo>
                  <a:lnTo>
                    <a:pt x="323335" y="225999"/>
                  </a:lnTo>
                  <a:lnTo>
                    <a:pt x="325118" y="221019"/>
                  </a:lnTo>
                  <a:lnTo>
                    <a:pt x="326743" y="215984"/>
                  </a:lnTo>
                  <a:lnTo>
                    <a:pt x="328208" y="210901"/>
                  </a:lnTo>
                  <a:lnTo>
                    <a:pt x="329511" y="205774"/>
                  </a:lnTo>
                  <a:lnTo>
                    <a:pt x="330651" y="200608"/>
                  </a:lnTo>
                  <a:lnTo>
                    <a:pt x="331627" y="195409"/>
                  </a:lnTo>
                  <a:lnTo>
                    <a:pt x="332438" y="190182"/>
                  </a:lnTo>
                  <a:lnTo>
                    <a:pt x="333083" y="184931"/>
                  </a:lnTo>
                  <a:lnTo>
                    <a:pt x="333562" y="179663"/>
                  </a:lnTo>
                  <a:lnTo>
                    <a:pt x="333874" y="174382"/>
                  </a:lnTo>
                  <a:lnTo>
                    <a:pt x="334019" y="169094"/>
                  </a:lnTo>
                  <a:lnTo>
                    <a:pt x="333996" y="163804"/>
                  </a:lnTo>
                  <a:lnTo>
                    <a:pt x="333806" y="158517"/>
                  </a:lnTo>
                  <a:lnTo>
                    <a:pt x="333449" y="153239"/>
                  </a:lnTo>
                  <a:lnTo>
                    <a:pt x="332925" y="147975"/>
                  </a:lnTo>
                  <a:lnTo>
                    <a:pt x="332234" y="142731"/>
                  </a:lnTo>
                  <a:lnTo>
                    <a:pt x="331378" y="137510"/>
                  </a:lnTo>
                  <a:lnTo>
                    <a:pt x="330358" y="132320"/>
                  </a:lnTo>
                  <a:lnTo>
                    <a:pt x="329173" y="127164"/>
                  </a:lnTo>
                  <a:lnTo>
                    <a:pt x="327826" y="122048"/>
                  </a:lnTo>
                  <a:lnTo>
                    <a:pt x="326318" y="116978"/>
                  </a:lnTo>
                  <a:lnTo>
                    <a:pt x="324650" y="111958"/>
                  </a:lnTo>
                  <a:lnTo>
                    <a:pt x="322824" y="106993"/>
                  </a:lnTo>
                  <a:lnTo>
                    <a:pt x="320842" y="102088"/>
                  </a:lnTo>
                  <a:lnTo>
                    <a:pt x="318706" y="97248"/>
                  </a:lnTo>
                  <a:lnTo>
                    <a:pt x="316417" y="92479"/>
                  </a:lnTo>
                  <a:lnTo>
                    <a:pt x="313979" y="87784"/>
                  </a:lnTo>
                  <a:lnTo>
                    <a:pt x="311394" y="83169"/>
                  </a:lnTo>
                  <a:lnTo>
                    <a:pt x="308664" y="78638"/>
                  </a:lnTo>
                  <a:lnTo>
                    <a:pt x="305792" y="74195"/>
                  </a:lnTo>
                  <a:lnTo>
                    <a:pt x="302780" y="69846"/>
                  </a:lnTo>
                  <a:lnTo>
                    <a:pt x="299633" y="65594"/>
                  </a:lnTo>
                  <a:lnTo>
                    <a:pt x="296352" y="61444"/>
                  </a:lnTo>
                  <a:lnTo>
                    <a:pt x="292942" y="57400"/>
                  </a:lnTo>
                  <a:lnTo>
                    <a:pt x="289406" y="53465"/>
                  </a:lnTo>
                  <a:lnTo>
                    <a:pt x="285747" y="49645"/>
                  </a:lnTo>
                  <a:lnTo>
                    <a:pt x="281969" y="45942"/>
                  </a:lnTo>
                  <a:lnTo>
                    <a:pt x="278076" y="42361"/>
                  </a:lnTo>
                  <a:lnTo>
                    <a:pt x="274071" y="38904"/>
                  </a:lnTo>
                  <a:lnTo>
                    <a:pt x="269959" y="35576"/>
                  </a:lnTo>
                  <a:lnTo>
                    <a:pt x="265744" y="32380"/>
                  </a:lnTo>
                  <a:lnTo>
                    <a:pt x="261429" y="29319"/>
                  </a:lnTo>
                  <a:lnTo>
                    <a:pt x="257020" y="26396"/>
                  </a:lnTo>
                  <a:lnTo>
                    <a:pt x="252521" y="23614"/>
                  </a:lnTo>
                  <a:lnTo>
                    <a:pt x="247936" y="20975"/>
                  </a:lnTo>
                  <a:lnTo>
                    <a:pt x="243270" y="18483"/>
                  </a:lnTo>
                  <a:lnTo>
                    <a:pt x="238527" y="16140"/>
                  </a:lnTo>
                  <a:lnTo>
                    <a:pt x="233712" y="13948"/>
                  </a:lnTo>
                  <a:lnTo>
                    <a:pt x="228831" y="11909"/>
                  </a:lnTo>
                  <a:lnTo>
                    <a:pt x="223887" y="10026"/>
                  </a:lnTo>
                  <a:lnTo>
                    <a:pt x="218887" y="8301"/>
                  </a:lnTo>
                  <a:lnTo>
                    <a:pt x="213834" y="6734"/>
                  </a:lnTo>
                  <a:lnTo>
                    <a:pt x="208734" y="5328"/>
                  </a:lnTo>
                  <a:lnTo>
                    <a:pt x="203592" y="4084"/>
                  </a:lnTo>
                  <a:lnTo>
                    <a:pt x="198414" y="3004"/>
                  </a:lnTo>
                  <a:lnTo>
                    <a:pt x="193204" y="2088"/>
                  </a:lnTo>
                  <a:lnTo>
                    <a:pt x="187967" y="1337"/>
                  </a:lnTo>
                  <a:lnTo>
                    <a:pt x="182710" y="752"/>
                  </a:lnTo>
                  <a:lnTo>
                    <a:pt x="177436" y="334"/>
                  </a:lnTo>
                  <a:lnTo>
                    <a:pt x="172152" y="83"/>
                  </a:lnTo>
                  <a:lnTo>
                    <a:pt x="166863" y="0"/>
                  </a:lnTo>
                  <a:lnTo>
                    <a:pt x="1668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902158" y="5018213"/>
              <a:ext cx="118880" cy="167167"/>
            </a:xfrm>
            <a:custGeom>
              <a:avLst/>
              <a:pathLst>
                <a:path w="118880" h="167167">
                  <a:moveTo>
                    <a:pt x="118880" y="0"/>
                  </a:moveTo>
                  <a:lnTo>
                    <a:pt x="113370" y="90"/>
                  </a:lnTo>
                  <a:lnTo>
                    <a:pt x="107867" y="363"/>
                  </a:lnTo>
                  <a:lnTo>
                    <a:pt x="102375" y="816"/>
                  </a:lnTo>
                  <a:lnTo>
                    <a:pt x="96902" y="1451"/>
                  </a:lnTo>
                  <a:lnTo>
                    <a:pt x="91452" y="2265"/>
                  </a:lnTo>
                  <a:lnTo>
                    <a:pt x="86032" y="3258"/>
                  </a:lnTo>
                  <a:lnTo>
                    <a:pt x="80648" y="4430"/>
                  </a:lnTo>
                  <a:lnTo>
                    <a:pt x="75305" y="5778"/>
                  </a:lnTo>
                  <a:lnTo>
                    <a:pt x="70010" y="7302"/>
                  </a:lnTo>
                  <a:lnTo>
                    <a:pt x="64768" y="9000"/>
                  </a:lnTo>
                  <a:lnTo>
                    <a:pt x="59585" y="10869"/>
                  </a:lnTo>
                  <a:lnTo>
                    <a:pt x="54466" y="12908"/>
                  </a:lnTo>
                  <a:lnTo>
                    <a:pt x="49417" y="15115"/>
                  </a:lnTo>
                  <a:lnTo>
                    <a:pt x="44443" y="17487"/>
                  </a:lnTo>
                  <a:lnTo>
                    <a:pt x="39550" y="20021"/>
                  </a:lnTo>
                  <a:lnTo>
                    <a:pt x="34744" y="22716"/>
                  </a:lnTo>
                  <a:lnTo>
                    <a:pt x="30029" y="25567"/>
                  </a:lnTo>
                  <a:lnTo>
                    <a:pt x="25410" y="28572"/>
                  </a:lnTo>
                  <a:lnTo>
                    <a:pt x="20893" y="31728"/>
                  </a:lnTo>
                  <a:lnTo>
                    <a:pt x="16483" y="35031"/>
                  </a:lnTo>
                  <a:lnTo>
                    <a:pt x="12184" y="38478"/>
                  </a:lnTo>
                  <a:lnTo>
                    <a:pt x="8000" y="42064"/>
                  </a:lnTo>
                  <a:lnTo>
                    <a:pt x="3937" y="45786"/>
                  </a:lnTo>
                  <a:lnTo>
                    <a:pt x="0" y="49640"/>
                  </a:lnTo>
                  <a:lnTo>
                    <a:pt x="1188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902158" y="5067854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902158" y="5067854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902158" y="5067854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80958" y="5067854"/>
              <a:ext cx="140080" cy="117526"/>
            </a:xfrm>
            <a:custGeom>
              <a:avLst/>
              <a:pathLst>
                <a:path w="140080" h="117526">
                  <a:moveTo>
                    <a:pt x="21200" y="0"/>
                  </a:moveTo>
                  <a:lnTo>
                    <a:pt x="16541" y="4907"/>
                  </a:lnTo>
                  <a:lnTo>
                    <a:pt x="12084" y="10000"/>
                  </a:lnTo>
                  <a:lnTo>
                    <a:pt x="7837" y="15268"/>
                  </a:lnTo>
                  <a:lnTo>
                    <a:pt x="3807" y="20704"/>
                  </a:lnTo>
                  <a:lnTo>
                    <a:pt x="0" y="26299"/>
                  </a:lnTo>
                  <a:lnTo>
                    <a:pt x="140080" y="1175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853875" y="5018213"/>
              <a:ext cx="334316" cy="334332"/>
            </a:xfrm>
            <a:custGeom>
              <a:avLst/>
              <a:pathLst>
                <a:path w="334316" h="334332">
                  <a:moveTo>
                    <a:pt x="27082" y="75940"/>
                  </a:moveTo>
                  <a:lnTo>
                    <a:pt x="24263" y="80422"/>
                  </a:lnTo>
                  <a:lnTo>
                    <a:pt x="21588" y="84991"/>
                  </a:lnTo>
                  <a:lnTo>
                    <a:pt x="19058" y="89643"/>
                  </a:lnTo>
                  <a:lnTo>
                    <a:pt x="16677" y="94372"/>
                  </a:lnTo>
                  <a:lnTo>
                    <a:pt x="14447" y="99174"/>
                  </a:lnTo>
                  <a:lnTo>
                    <a:pt x="12371" y="104045"/>
                  </a:lnTo>
                  <a:lnTo>
                    <a:pt x="10449" y="108979"/>
                  </a:lnTo>
                  <a:lnTo>
                    <a:pt x="8685" y="113971"/>
                  </a:lnTo>
                  <a:lnTo>
                    <a:pt x="7080" y="119016"/>
                  </a:lnTo>
                  <a:lnTo>
                    <a:pt x="5635" y="124110"/>
                  </a:lnTo>
                  <a:lnTo>
                    <a:pt x="4353" y="129247"/>
                  </a:lnTo>
                  <a:lnTo>
                    <a:pt x="3234" y="134422"/>
                  </a:lnTo>
                  <a:lnTo>
                    <a:pt x="2279" y="139630"/>
                  </a:lnTo>
                  <a:lnTo>
                    <a:pt x="1490" y="144866"/>
                  </a:lnTo>
                  <a:lnTo>
                    <a:pt x="866" y="150124"/>
                  </a:lnTo>
                  <a:lnTo>
                    <a:pt x="410" y="155399"/>
                  </a:lnTo>
                  <a:lnTo>
                    <a:pt x="121" y="160685"/>
                  </a:lnTo>
                  <a:lnTo>
                    <a:pt x="0" y="165979"/>
                  </a:lnTo>
                  <a:lnTo>
                    <a:pt x="46" y="171273"/>
                  </a:lnTo>
                  <a:lnTo>
                    <a:pt x="260" y="176564"/>
                  </a:lnTo>
                  <a:lnTo>
                    <a:pt x="641" y="181845"/>
                  </a:lnTo>
                  <a:lnTo>
                    <a:pt x="1189" y="187111"/>
                  </a:lnTo>
                  <a:lnTo>
                    <a:pt x="1904" y="192357"/>
                  </a:lnTo>
                  <a:lnTo>
                    <a:pt x="2785" y="197578"/>
                  </a:lnTo>
                  <a:lnTo>
                    <a:pt x="3830" y="202769"/>
                  </a:lnTo>
                  <a:lnTo>
                    <a:pt x="5040" y="207923"/>
                  </a:lnTo>
                  <a:lnTo>
                    <a:pt x="6412" y="213037"/>
                  </a:lnTo>
                  <a:lnTo>
                    <a:pt x="7945" y="218105"/>
                  </a:lnTo>
                  <a:lnTo>
                    <a:pt x="9638" y="223122"/>
                  </a:lnTo>
                  <a:lnTo>
                    <a:pt x="11489" y="228082"/>
                  </a:lnTo>
                  <a:lnTo>
                    <a:pt x="13496" y="232982"/>
                  </a:lnTo>
                  <a:lnTo>
                    <a:pt x="15658" y="237815"/>
                  </a:lnTo>
                  <a:lnTo>
                    <a:pt x="17971" y="242578"/>
                  </a:lnTo>
                  <a:lnTo>
                    <a:pt x="20434" y="247265"/>
                  </a:lnTo>
                  <a:lnTo>
                    <a:pt x="23044" y="251871"/>
                  </a:lnTo>
                  <a:lnTo>
                    <a:pt x="25799" y="256393"/>
                  </a:lnTo>
                  <a:lnTo>
                    <a:pt x="28696" y="260825"/>
                  </a:lnTo>
                  <a:lnTo>
                    <a:pt x="31731" y="265163"/>
                  </a:lnTo>
                  <a:lnTo>
                    <a:pt x="34903" y="269403"/>
                  </a:lnTo>
                  <a:lnTo>
                    <a:pt x="38207" y="273541"/>
                  </a:lnTo>
                  <a:lnTo>
                    <a:pt x="41640" y="277571"/>
                  </a:lnTo>
                  <a:lnTo>
                    <a:pt x="45200" y="281491"/>
                  </a:lnTo>
                  <a:lnTo>
                    <a:pt x="48881" y="285296"/>
                  </a:lnTo>
                  <a:lnTo>
                    <a:pt x="52682" y="288983"/>
                  </a:lnTo>
                  <a:lnTo>
                    <a:pt x="56597" y="292547"/>
                  </a:lnTo>
                  <a:lnTo>
                    <a:pt x="60623" y="295986"/>
                  </a:lnTo>
                  <a:lnTo>
                    <a:pt x="64756" y="299295"/>
                  </a:lnTo>
                  <a:lnTo>
                    <a:pt x="68992" y="302472"/>
                  </a:lnTo>
                  <a:lnTo>
                    <a:pt x="73326" y="305513"/>
                  </a:lnTo>
                  <a:lnTo>
                    <a:pt x="77755" y="308415"/>
                  </a:lnTo>
                  <a:lnTo>
                    <a:pt x="82273" y="311176"/>
                  </a:lnTo>
                  <a:lnTo>
                    <a:pt x="86876" y="313792"/>
                  </a:lnTo>
                  <a:lnTo>
                    <a:pt x="91560" y="316261"/>
                  </a:lnTo>
                  <a:lnTo>
                    <a:pt x="96319" y="318581"/>
                  </a:lnTo>
                  <a:lnTo>
                    <a:pt x="101150" y="320748"/>
                  </a:lnTo>
                  <a:lnTo>
                    <a:pt x="106047" y="322762"/>
                  </a:lnTo>
                  <a:lnTo>
                    <a:pt x="111005" y="324619"/>
                  </a:lnTo>
                  <a:lnTo>
                    <a:pt x="116020" y="326319"/>
                  </a:lnTo>
                  <a:lnTo>
                    <a:pt x="121085" y="327859"/>
                  </a:lnTo>
                  <a:lnTo>
                    <a:pt x="126198" y="329237"/>
                  </a:lnTo>
                  <a:lnTo>
                    <a:pt x="131351" y="330453"/>
                  </a:lnTo>
                  <a:lnTo>
                    <a:pt x="136540" y="331506"/>
                  </a:lnTo>
                  <a:lnTo>
                    <a:pt x="141760" y="332393"/>
                  </a:lnTo>
                  <a:lnTo>
                    <a:pt x="147005" y="333115"/>
                  </a:lnTo>
                  <a:lnTo>
                    <a:pt x="152271" y="333670"/>
                  </a:lnTo>
                  <a:lnTo>
                    <a:pt x="157551" y="334058"/>
                  </a:lnTo>
                  <a:lnTo>
                    <a:pt x="162841" y="334279"/>
                  </a:lnTo>
                  <a:lnTo>
                    <a:pt x="168136" y="334332"/>
                  </a:lnTo>
                  <a:lnTo>
                    <a:pt x="173429" y="334217"/>
                  </a:lnTo>
                  <a:lnTo>
                    <a:pt x="178716" y="333935"/>
                  </a:lnTo>
                  <a:lnTo>
                    <a:pt x="183992" y="333485"/>
                  </a:lnTo>
                  <a:lnTo>
                    <a:pt x="189251" y="332869"/>
                  </a:lnTo>
                  <a:lnTo>
                    <a:pt x="194487" y="332086"/>
                  </a:lnTo>
                  <a:lnTo>
                    <a:pt x="199696" y="331138"/>
                  </a:lnTo>
                  <a:lnTo>
                    <a:pt x="204873" y="330025"/>
                  </a:lnTo>
                  <a:lnTo>
                    <a:pt x="210011" y="328750"/>
                  </a:lnTo>
                  <a:lnTo>
                    <a:pt x="215107" y="327312"/>
                  </a:lnTo>
                  <a:lnTo>
                    <a:pt x="220155" y="325713"/>
                  </a:lnTo>
                  <a:lnTo>
                    <a:pt x="225149" y="323955"/>
                  </a:lnTo>
                  <a:lnTo>
                    <a:pt x="230085" y="322040"/>
                  </a:lnTo>
                  <a:lnTo>
                    <a:pt x="234959" y="319970"/>
                  </a:lnTo>
                  <a:lnTo>
                    <a:pt x="239764" y="317746"/>
                  </a:lnTo>
                  <a:lnTo>
                    <a:pt x="244496" y="315371"/>
                  </a:lnTo>
                  <a:lnTo>
                    <a:pt x="249151" y="312848"/>
                  </a:lnTo>
                  <a:lnTo>
                    <a:pt x="253723" y="310178"/>
                  </a:lnTo>
                  <a:lnTo>
                    <a:pt x="258209" y="307365"/>
                  </a:lnTo>
                  <a:lnTo>
                    <a:pt x="262603" y="304412"/>
                  </a:lnTo>
                  <a:lnTo>
                    <a:pt x="266902" y="301320"/>
                  </a:lnTo>
                  <a:lnTo>
                    <a:pt x="271100" y="298094"/>
                  </a:lnTo>
                  <a:lnTo>
                    <a:pt x="275194" y="294737"/>
                  </a:lnTo>
                  <a:lnTo>
                    <a:pt x="279180" y="291252"/>
                  </a:lnTo>
                  <a:lnTo>
                    <a:pt x="283054" y="287642"/>
                  </a:lnTo>
                  <a:lnTo>
                    <a:pt x="286811" y="283911"/>
                  </a:lnTo>
                  <a:lnTo>
                    <a:pt x="290448" y="280064"/>
                  </a:lnTo>
                  <a:lnTo>
                    <a:pt x="293962" y="276103"/>
                  </a:lnTo>
                  <a:lnTo>
                    <a:pt x="297348" y="272032"/>
                  </a:lnTo>
                  <a:lnTo>
                    <a:pt x="300604" y="267857"/>
                  </a:lnTo>
                  <a:lnTo>
                    <a:pt x="303725" y="263580"/>
                  </a:lnTo>
                  <a:lnTo>
                    <a:pt x="306710" y="259207"/>
                  </a:lnTo>
                  <a:lnTo>
                    <a:pt x="309555" y="254742"/>
                  </a:lnTo>
                  <a:lnTo>
                    <a:pt x="312257" y="250188"/>
                  </a:lnTo>
                  <a:lnTo>
                    <a:pt x="314814" y="245552"/>
                  </a:lnTo>
                  <a:lnTo>
                    <a:pt x="317222" y="240836"/>
                  </a:lnTo>
                  <a:lnTo>
                    <a:pt x="319480" y="236047"/>
                  </a:lnTo>
                  <a:lnTo>
                    <a:pt x="321585" y="231189"/>
                  </a:lnTo>
                  <a:lnTo>
                    <a:pt x="323535" y="226266"/>
                  </a:lnTo>
                  <a:lnTo>
                    <a:pt x="325328" y="221285"/>
                  </a:lnTo>
                  <a:lnTo>
                    <a:pt x="326962" y="216248"/>
                  </a:lnTo>
                  <a:lnTo>
                    <a:pt x="328437" y="211163"/>
                  </a:lnTo>
                  <a:lnTo>
                    <a:pt x="329749" y="206034"/>
                  </a:lnTo>
                  <a:lnTo>
                    <a:pt x="330898" y="200865"/>
                  </a:lnTo>
                  <a:lnTo>
                    <a:pt x="331884" y="195663"/>
                  </a:lnTo>
                  <a:lnTo>
                    <a:pt x="332703" y="190432"/>
                  </a:lnTo>
                  <a:lnTo>
                    <a:pt x="333357" y="185178"/>
                  </a:lnTo>
                  <a:lnTo>
                    <a:pt x="333844" y="179906"/>
                  </a:lnTo>
                  <a:lnTo>
                    <a:pt x="334164" y="174620"/>
                  </a:lnTo>
                  <a:lnTo>
                    <a:pt x="334316" y="169328"/>
                  </a:lnTo>
                  <a:lnTo>
                    <a:pt x="334301" y="164033"/>
                  </a:lnTo>
                  <a:lnTo>
                    <a:pt x="334118" y="158742"/>
                  </a:lnTo>
                  <a:lnTo>
                    <a:pt x="333767" y="153459"/>
                  </a:lnTo>
                  <a:lnTo>
                    <a:pt x="333249" y="148189"/>
                  </a:lnTo>
                  <a:lnTo>
                    <a:pt x="332565" y="142939"/>
                  </a:lnTo>
                  <a:lnTo>
                    <a:pt x="331715" y="137713"/>
                  </a:lnTo>
                  <a:lnTo>
                    <a:pt x="330700" y="132516"/>
                  </a:lnTo>
                  <a:lnTo>
                    <a:pt x="329520" y="127355"/>
                  </a:lnTo>
                  <a:lnTo>
                    <a:pt x="328178" y="122233"/>
                  </a:lnTo>
                  <a:lnTo>
                    <a:pt x="326674" y="117156"/>
                  </a:lnTo>
                  <a:lnTo>
                    <a:pt x="325010" y="112130"/>
                  </a:lnTo>
                  <a:lnTo>
                    <a:pt x="323188" y="107159"/>
                  </a:lnTo>
                  <a:lnTo>
                    <a:pt x="321209" y="102247"/>
                  </a:lnTo>
                  <a:lnTo>
                    <a:pt x="319076" y="97401"/>
                  </a:lnTo>
                  <a:lnTo>
                    <a:pt x="316791" y="92625"/>
                  </a:lnTo>
                  <a:lnTo>
                    <a:pt x="314355" y="87924"/>
                  </a:lnTo>
                  <a:lnTo>
                    <a:pt x="311772" y="83303"/>
                  </a:lnTo>
                  <a:lnTo>
                    <a:pt x="309043" y="78765"/>
                  </a:lnTo>
                  <a:lnTo>
                    <a:pt x="306172" y="74316"/>
                  </a:lnTo>
                  <a:lnTo>
                    <a:pt x="303162" y="69960"/>
                  </a:lnTo>
                  <a:lnTo>
                    <a:pt x="300015" y="65702"/>
                  </a:lnTo>
                  <a:lnTo>
                    <a:pt x="296735" y="61546"/>
                  </a:lnTo>
                  <a:lnTo>
                    <a:pt x="293326" y="57495"/>
                  </a:lnTo>
                  <a:lnTo>
                    <a:pt x="289789" y="53555"/>
                  </a:lnTo>
                  <a:lnTo>
                    <a:pt x="286130" y="49728"/>
                  </a:lnTo>
                  <a:lnTo>
                    <a:pt x="282351" y="46020"/>
                  </a:lnTo>
                  <a:lnTo>
                    <a:pt x="278456" y="42432"/>
                  </a:lnTo>
                  <a:lnTo>
                    <a:pt x="274450" y="38970"/>
                  </a:lnTo>
                  <a:lnTo>
                    <a:pt x="270336" y="35637"/>
                  </a:lnTo>
                  <a:lnTo>
                    <a:pt x="266119" y="32436"/>
                  </a:lnTo>
                  <a:lnTo>
                    <a:pt x="261803" y="29369"/>
                  </a:lnTo>
                  <a:lnTo>
                    <a:pt x="257391" y="26441"/>
                  </a:lnTo>
                  <a:lnTo>
                    <a:pt x="252889" y="23654"/>
                  </a:lnTo>
                  <a:lnTo>
                    <a:pt x="248302" y="21011"/>
                  </a:lnTo>
                  <a:lnTo>
                    <a:pt x="243632" y="18515"/>
                  </a:lnTo>
                  <a:lnTo>
                    <a:pt x="238886" y="16168"/>
                  </a:lnTo>
                  <a:lnTo>
                    <a:pt x="234068" y="13972"/>
                  </a:lnTo>
                  <a:lnTo>
                    <a:pt x="229183" y="11930"/>
                  </a:lnTo>
                  <a:lnTo>
                    <a:pt x="224236" y="10044"/>
                  </a:lnTo>
                  <a:lnTo>
                    <a:pt x="219231" y="8315"/>
                  </a:lnTo>
                  <a:lnTo>
                    <a:pt x="214174" y="6746"/>
                  </a:lnTo>
                  <a:lnTo>
                    <a:pt x="209070" y="5338"/>
                  </a:lnTo>
                  <a:lnTo>
                    <a:pt x="203924" y="4092"/>
                  </a:lnTo>
                  <a:lnTo>
                    <a:pt x="198741" y="3009"/>
                  </a:lnTo>
                  <a:lnTo>
                    <a:pt x="193527" y="2092"/>
                  </a:lnTo>
                  <a:lnTo>
                    <a:pt x="188286" y="1339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256076" y="4659281"/>
              <a:ext cx="324258" cy="334323"/>
            </a:xfrm>
            <a:custGeom>
              <a:avLst/>
              <a:pathLst>
                <a:path w="324258" h="334323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09" y="762"/>
                  </a:lnTo>
                  <a:lnTo>
                    <a:pt x="145918" y="1354"/>
                  </a:lnTo>
                  <a:lnTo>
                    <a:pt x="140649" y="2115"/>
                  </a:lnTo>
                  <a:lnTo>
                    <a:pt x="135406" y="3043"/>
                  </a:lnTo>
                  <a:lnTo>
                    <a:pt x="130195" y="4137"/>
                  </a:lnTo>
                  <a:lnTo>
                    <a:pt x="125022" y="5397"/>
                  </a:lnTo>
                  <a:lnTo>
                    <a:pt x="119892" y="6821"/>
                  </a:lnTo>
                  <a:lnTo>
                    <a:pt x="114810" y="8407"/>
                  </a:lnTo>
                  <a:lnTo>
                    <a:pt x="109781" y="10155"/>
                  </a:lnTo>
                  <a:lnTo>
                    <a:pt x="104810" y="12062"/>
                  </a:lnTo>
                  <a:lnTo>
                    <a:pt x="99902" y="14126"/>
                  </a:lnTo>
                  <a:lnTo>
                    <a:pt x="95062" y="16345"/>
                  </a:lnTo>
                  <a:lnTo>
                    <a:pt x="90296" y="18718"/>
                  </a:lnTo>
                  <a:lnTo>
                    <a:pt x="85607" y="21241"/>
                  </a:lnTo>
                  <a:lnTo>
                    <a:pt x="81002" y="23912"/>
                  </a:lnTo>
                  <a:lnTo>
                    <a:pt x="76483" y="26728"/>
                  </a:lnTo>
                  <a:lnTo>
                    <a:pt x="72057" y="29687"/>
                  </a:lnTo>
                  <a:lnTo>
                    <a:pt x="67727" y="32785"/>
                  </a:lnTo>
                  <a:lnTo>
                    <a:pt x="63498" y="36020"/>
                  </a:lnTo>
                  <a:lnTo>
                    <a:pt x="59374" y="39388"/>
                  </a:lnTo>
                  <a:lnTo>
                    <a:pt x="55360" y="42885"/>
                  </a:lnTo>
                  <a:lnTo>
                    <a:pt x="51459" y="46508"/>
                  </a:lnTo>
                  <a:lnTo>
                    <a:pt x="47675" y="50254"/>
                  </a:lnTo>
                  <a:lnTo>
                    <a:pt x="44012" y="54118"/>
                  </a:lnTo>
                  <a:lnTo>
                    <a:pt x="40475" y="58097"/>
                  </a:lnTo>
                  <a:lnTo>
                    <a:pt x="37066" y="62187"/>
                  </a:lnTo>
                  <a:lnTo>
                    <a:pt x="33789" y="66383"/>
                  </a:lnTo>
                  <a:lnTo>
                    <a:pt x="30647" y="70681"/>
                  </a:lnTo>
                  <a:lnTo>
                    <a:pt x="27643" y="75077"/>
                  </a:lnTo>
                  <a:lnTo>
                    <a:pt x="24781" y="79567"/>
                  </a:lnTo>
                  <a:lnTo>
                    <a:pt x="22064" y="84146"/>
                  </a:lnTo>
                  <a:lnTo>
                    <a:pt x="19494" y="88808"/>
                  </a:lnTo>
                  <a:lnTo>
                    <a:pt x="17073" y="93550"/>
                  </a:lnTo>
                  <a:lnTo>
                    <a:pt x="14805" y="98367"/>
                  </a:lnTo>
                  <a:lnTo>
                    <a:pt x="12691" y="103254"/>
                  </a:lnTo>
                  <a:lnTo>
                    <a:pt x="10734" y="108205"/>
                  </a:lnTo>
                  <a:lnTo>
                    <a:pt x="8936" y="113217"/>
                  </a:lnTo>
                  <a:lnTo>
                    <a:pt x="7298" y="118283"/>
                  </a:lnTo>
                  <a:lnTo>
                    <a:pt x="5823" y="123398"/>
                  </a:lnTo>
                  <a:lnTo>
                    <a:pt x="4511" y="128558"/>
                  </a:lnTo>
                  <a:lnTo>
                    <a:pt x="3364" y="133758"/>
                  </a:lnTo>
                  <a:lnTo>
                    <a:pt x="2383" y="138991"/>
                  </a:lnTo>
                  <a:lnTo>
                    <a:pt x="1569" y="144252"/>
                  </a:lnTo>
                  <a:lnTo>
                    <a:pt x="923" y="149537"/>
                  </a:lnTo>
                  <a:lnTo>
                    <a:pt x="446" y="154840"/>
                  </a:lnTo>
                  <a:lnTo>
                    <a:pt x="138" y="160155"/>
                  </a:lnTo>
                  <a:lnTo>
                    <a:pt x="0" y="165478"/>
                  </a:lnTo>
                  <a:lnTo>
                    <a:pt x="30" y="170802"/>
                  </a:lnTo>
                  <a:lnTo>
                    <a:pt x="231" y="176122"/>
                  </a:lnTo>
                  <a:lnTo>
                    <a:pt x="601" y="181434"/>
                  </a:lnTo>
                  <a:lnTo>
                    <a:pt x="1140" y="186730"/>
                  </a:lnTo>
                  <a:lnTo>
                    <a:pt x="1847" y="192007"/>
                  </a:lnTo>
                  <a:lnTo>
                    <a:pt x="2722" y="197259"/>
                  </a:lnTo>
                  <a:lnTo>
                    <a:pt x="3763" y="202481"/>
                  </a:lnTo>
                  <a:lnTo>
                    <a:pt x="4971" y="207666"/>
                  </a:lnTo>
                  <a:lnTo>
                    <a:pt x="6343" y="212810"/>
                  </a:lnTo>
                  <a:lnTo>
                    <a:pt x="7878" y="217908"/>
                  </a:lnTo>
                  <a:lnTo>
                    <a:pt x="9575" y="222955"/>
                  </a:lnTo>
                  <a:lnTo>
                    <a:pt x="11431" y="227945"/>
                  </a:lnTo>
                  <a:lnTo>
                    <a:pt x="13446" y="232873"/>
                  </a:lnTo>
                  <a:lnTo>
                    <a:pt x="15616" y="237735"/>
                  </a:lnTo>
                  <a:lnTo>
                    <a:pt x="17940" y="242525"/>
                  </a:lnTo>
                  <a:lnTo>
                    <a:pt x="20416" y="247239"/>
                  </a:lnTo>
                  <a:lnTo>
                    <a:pt x="23040" y="251872"/>
                  </a:lnTo>
                  <a:lnTo>
                    <a:pt x="25811" y="256418"/>
                  </a:lnTo>
                  <a:lnTo>
                    <a:pt x="28725" y="260874"/>
                  </a:lnTo>
                  <a:lnTo>
                    <a:pt x="31779" y="265235"/>
                  </a:lnTo>
                  <a:lnTo>
                    <a:pt x="34971" y="269497"/>
                  </a:lnTo>
                  <a:lnTo>
                    <a:pt x="38296" y="273654"/>
                  </a:lnTo>
                  <a:lnTo>
                    <a:pt x="41753" y="277704"/>
                  </a:lnTo>
                  <a:lnTo>
                    <a:pt x="45337" y="281641"/>
                  </a:lnTo>
                  <a:lnTo>
                    <a:pt x="49044" y="285463"/>
                  </a:lnTo>
                  <a:lnTo>
                    <a:pt x="52871" y="289164"/>
                  </a:lnTo>
                  <a:lnTo>
                    <a:pt x="56814" y="292742"/>
                  </a:lnTo>
                  <a:lnTo>
                    <a:pt x="60869" y="296192"/>
                  </a:lnTo>
                  <a:lnTo>
                    <a:pt x="65032" y="299512"/>
                  </a:lnTo>
                  <a:lnTo>
                    <a:pt x="69298" y="302697"/>
                  </a:lnTo>
                  <a:lnTo>
                    <a:pt x="73664" y="305744"/>
                  </a:lnTo>
                  <a:lnTo>
                    <a:pt x="78124" y="308651"/>
                  </a:lnTo>
                  <a:lnTo>
                    <a:pt x="82675" y="311415"/>
                  </a:lnTo>
                  <a:lnTo>
                    <a:pt x="87311" y="314032"/>
                  </a:lnTo>
                  <a:lnTo>
                    <a:pt x="92029" y="316501"/>
                  </a:lnTo>
                  <a:lnTo>
                    <a:pt x="96823" y="318817"/>
                  </a:lnTo>
                  <a:lnTo>
                    <a:pt x="101688" y="320980"/>
                  </a:lnTo>
                  <a:lnTo>
                    <a:pt x="106619" y="322987"/>
                  </a:lnTo>
                  <a:lnTo>
                    <a:pt x="111612" y="324836"/>
                  </a:lnTo>
                  <a:lnTo>
                    <a:pt x="116661" y="326525"/>
                  </a:lnTo>
                  <a:lnTo>
                    <a:pt x="121762" y="328052"/>
                  </a:lnTo>
                  <a:lnTo>
                    <a:pt x="126908" y="329416"/>
                  </a:lnTo>
                  <a:lnTo>
                    <a:pt x="132096" y="330616"/>
                  </a:lnTo>
                  <a:lnTo>
                    <a:pt x="137318" y="331650"/>
                  </a:lnTo>
                  <a:lnTo>
                    <a:pt x="142572" y="332516"/>
                  </a:lnTo>
                  <a:lnTo>
                    <a:pt x="147850" y="333216"/>
                  </a:lnTo>
                  <a:lnTo>
                    <a:pt x="153147" y="333746"/>
                  </a:lnTo>
                  <a:lnTo>
                    <a:pt x="158459" y="334108"/>
                  </a:lnTo>
                  <a:lnTo>
                    <a:pt x="163780" y="334300"/>
                  </a:lnTo>
                  <a:lnTo>
                    <a:pt x="169104" y="334323"/>
                  </a:lnTo>
                  <a:lnTo>
                    <a:pt x="174426" y="334176"/>
                  </a:lnTo>
                  <a:lnTo>
                    <a:pt x="179741" y="333860"/>
                  </a:lnTo>
                  <a:lnTo>
                    <a:pt x="185043" y="333375"/>
                  </a:lnTo>
                  <a:lnTo>
                    <a:pt x="190327" y="332721"/>
                  </a:lnTo>
                  <a:lnTo>
                    <a:pt x="195587" y="331899"/>
                  </a:lnTo>
                  <a:lnTo>
                    <a:pt x="200819" y="330910"/>
                  </a:lnTo>
                  <a:lnTo>
                    <a:pt x="206016" y="329755"/>
                  </a:lnTo>
                  <a:lnTo>
                    <a:pt x="211174" y="328435"/>
                  </a:lnTo>
                  <a:lnTo>
                    <a:pt x="216288" y="326952"/>
                  </a:lnTo>
                  <a:lnTo>
                    <a:pt x="221351" y="325306"/>
                  </a:lnTo>
                  <a:lnTo>
                    <a:pt x="226360" y="323500"/>
                  </a:lnTo>
                  <a:lnTo>
                    <a:pt x="231308" y="321536"/>
                  </a:lnTo>
                  <a:lnTo>
                    <a:pt x="236192" y="319415"/>
                  </a:lnTo>
                  <a:lnTo>
                    <a:pt x="241005" y="317139"/>
                  </a:lnTo>
                  <a:lnTo>
                    <a:pt x="245744" y="314711"/>
                  </a:lnTo>
                  <a:lnTo>
                    <a:pt x="250402" y="312134"/>
                  </a:lnTo>
                  <a:lnTo>
                    <a:pt x="254977" y="309409"/>
                  </a:lnTo>
                  <a:lnTo>
                    <a:pt x="259462" y="306541"/>
                  </a:lnTo>
                  <a:lnTo>
                    <a:pt x="263853" y="303531"/>
                  </a:lnTo>
                  <a:lnTo>
                    <a:pt x="268147" y="300382"/>
                  </a:lnTo>
                  <a:lnTo>
                    <a:pt x="272338" y="297098"/>
                  </a:lnTo>
                  <a:lnTo>
                    <a:pt x="276422" y="293683"/>
                  </a:lnTo>
                  <a:lnTo>
                    <a:pt x="280396" y="290139"/>
                  </a:lnTo>
                  <a:lnTo>
                    <a:pt x="284255" y="286471"/>
                  </a:lnTo>
                  <a:lnTo>
                    <a:pt x="287995" y="282681"/>
                  </a:lnTo>
                  <a:lnTo>
                    <a:pt x="291612" y="278775"/>
                  </a:lnTo>
                  <a:lnTo>
                    <a:pt x="295103" y="274755"/>
                  </a:lnTo>
                  <a:lnTo>
                    <a:pt x="298464" y="270626"/>
                  </a:lnTo>
                  <a:lnTo>
                    <a:pt x="301692" y="266392"/>
                  </a:lnTo>
                  <a:lnTo>
                    <a:pt x="304784" y="262057"/>
                  </a:lnTo>
                  <a:lnTo>
                    <a:pt x="307736" y="257626"/>
                  </a:lnTo>
                  <a:lnTo>
                    <a:pt x="310545" y="253104"/>
                  </a:lnTo>
                  <a:lnTo>
                    <a:pt x="313209" y="248494"/>
                  </a:lnTo>
                  <a:lnTo>
                    <a:pt x="315725" y="243802"/>
                  </a:lnTo>
                  <a:lnTo>
                    <a:pt x="318090" y="239032"/>
                  </a:lnTo>
                  <a:lnTo>
                    <a:pt x="320302" y="234189"/>
                  </a:lnTo>
                  <a:lnTo>
                    <a:pt x="322359" y="229278"/>
                  </a:lnTo>
                  <a:lnTo>
                    <a:pt x="324258" y="22430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826449"/>
              <a:ext cx="157099" cy="57136"/>
            </a:xfrm>
            <a:custGeom>
              <a:avLst/>
              <a:pathLst>
                <a:path w="157099" h="57136">
                  <a:moveTo>
                    <a:pt x="157099" y="571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23235" y="4826449"/>
              <a:ext cx="157099" cy="57136"/>
            </a:xfrm>
            <a:custGeom>
              <a:avLst/>
              <a:pathLst>
                <a:path w="157099" h="57136">
                  <a:moveTo>
                    <a:pt x="157099" y="5713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23235" y="4749337"/>
              <a:ext cx="167147" cy="134248"/>
            </a:xfrm>
            <a:custGeom>
              <a:avLst/>
              <a:pathLst>
                <a:path w="167147" h="134248">
                  <a:moveTo>
                    <a:pt x="157099" y="134248"/>
                  </a:moveTo>
                  <a:lnTo>
                    <a:pt x="158906" y="129013"/>
                  </a:lnTo>
                  <a:lnTo>
                    <a:pt x="160538" y="123720"/>
                  </a:lnTo>
                  <a:lnTo>
                    <a:pt x="161994" y="118377"/>
                  </a:lnTo>
                  <a:lnTo>
                    <a:pt x="163272" y="112988"/>
                  </a:lnTo>
                  <a:lnTo>
                    <a:pt x="164370" y="107560"/>
                  </a:lnTo>
                  <a:lnTo>
                    <a:pt x="165289" y="102099"/>
                  </a:lnTo>
                  <a:lnTo>
                    <a:pt x="166026" y="96610"/>
                  </a:lnTo>
                  <a:lnTo>
                    <a:pt x="166581" y="91100"/>
                  </a:lnTo>
                  <a:lnTo>
                    <a:pt x="166953" y="85574"/>
                  </a:lnTo>
                  <a:lnTo>
                    <a:pt x="167141" y="80039"/>
                  </a:lnTo>
                  <a:lnTo>
                    <a:pt x="167147" y="74501"/>
                  </a:lnTo>
                  <a:lnTo>
                    <a:pt x="166968" y="68966"/>
                  </a:lnTo>
                  <a:lnTo>
                    <a:pt x="166607" y="63440"/>
                  </a:lnTo>
                  <a:lnTo>
                    <a:pt x="166063" y="57928"/>
                  </a:lnTo>
                  <a:lnTo>
                    <a:pt x="165336" y="52438"/>
                  </a:lnTo>
                  <a:lnTo>
                    <a:pt x="164428" y="46975"/>
                  </a:lnTo>
                  <a:lnTo>
                    <a:pt x="163340" y="41545"/>
                  </a:lnTo>
                  <a:lnTo>
                    <a:pt x="162072" y="36154"/>
                  </a:lnTo>
                  <a:lnTo>
                    <a:pt x="160626" y="30808"/>
                  </a:lnTo>
                  <a:lnTo>
                    <a:pt x="159004" y="25513"/>
                  </a:lnTo>
                  <a:lnTo>
                    <a:pt x="157208" y="20274"/>
                  </a:lnTo>
                  <a:lnTo>
                    <a:pt x="155239" y="15098"/>
                  </a:lnTo>
                  <a:lnTo>
                    <a:pt x="153100" y="9989"/>
                  </a:lnTo>
                  <a:lnTo>
                    <a:pt x="150792" y="4955"/>
                  </a:lnTo>
                  <a:lnTo>
                    <a:pt x="148319" y="0"/>
                  </a:lnTo>
                  <a:lnTo>
                    <a:pt x="0" y="771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423235" y="4659281"/>
              <a:ext cx="148319" cy="167167"/>
            </a:xfrm>
            <a:custGeom>
              <a:avLst/>
              <a:pathLst>
                <a:path w="148319" h="167167">
                  <a:moveTo>
                    <a:pt x="148319" y="90055"/>
                  </a:moveTo>
                  <a:lnTo>
                    <a:pt x="145688" y="85193"/>
                  </a:lnTo>
                  <a:lnTo>
                    <a:pt x="142898" y="80421"/>
                  </a:lnTo>
                  <a:lnTo>
                    <a:pt x="139952" y="75743"/>
                  </a:lnTo>
                  <a:lnTo>
                    <a:pt x="136852" y="71166"/>
                  </a:lnTo>
                  <a:lnTo>
                    <a:pt x="133603" y="66693"/>
                  </a:lnTo>
                  <a:lnTo>
                    <a:pt x="130208" y="62330"/>
                  </a:lnTo>
                  <a:lnTo>
                    <a:pt x="126670" y="58082"/>
                  </a:lnTo>
                  <a:lnTo>
                    <a:pt x="122994" y="53954"/>
                  </a:lnTo>
                  <a:lnTo>
                    <a:pt x="119183" y="49949"/>
                  </a:lnTo>
                  <a:lnTo>
                    <a:pt x="115242" y="46072"/>
                  </a:lnTo>
                  <a:lnTo>
                    <a:pt x="111175" y="42328"/>
                  </a:lnTo>
                  <a:lnTo>
                    <a:pt x="106987" y="38720"/>
                  </a:lnTo>
                  <a:lnTo>
                    <a:pt x="102681" y="35252"/>
                  </a:lnTo>
                  <a:lnTo>
                    <a:pt x="98263" y="31929"/>
                  </a:lnTo>
                  <a:lnTo>
                    <a:pt x="93738" y="28754"/>
                  </a:lnTo>
                  <a:lnTo>
                    <a:pt x="89110" y="25730"/>
                  </a:lnTo>
                  <a:lnTo>
                    <a:pt x="84384" y="22861"/>
                  </a:lnTo>
                  <a:lnTo>
                    <a:pt x="79567" y="20150"/>
                  </a:lnTo>
                  <a:lnTo>
                    <a:pt x="74662" y="17599"/>
                  </a:lnTo>
                  <a:lnTo>
                    <a:pt x="69676" y="15212"/>
                  </a:lnTo>
                  <a:lnTo>
                    <a:pt x="64613" y="12992"/>
                  </a:lnTo>
                  <a:lnTo>
                    <a:pt x="59480" y="10939"/>
                  </a:lnTo>
                  <a:lnTo>
                    <a:pt x="54282" y="9058"/>
                  </a:lnTo>
                  <a:lnTo>
                    <a:pt x="49024" y="7350"/>
                  </a:lnTo>
                  <a:lnTo>
                    <a:pt x="43713" y="5816"/>
                  </a:lnTo>
                  <a:lnTo>
                    <a:pt x="38354" y="4459"/>
                  </a:lnTo>
                  <a:lnTo>
                    <a:pt x="32953" y="3280"/>
                  </a:lnTo>
                  <a:lnTo>
                    <a:pt x="27516" y="2280"/>
                  </a:lnTo>
                  <a:lnTo>
                    <a:pt x="22049" y="1460"/>
                  </a:lnTo>
                  <a:lnTo>
                    <a:pt x="16558" y="822"/>
                  </a:lnTo>
                  <a:lnTo>
                    <a:pt x="11048" y="365"/>
                  </a:lnTo>
                  <a:lnTo>
                    <a:pt x="552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561306" y="4213821"/>
              <a:ext cx="167166" cy="280274"/>
            </a:xfrm>
            <a:custGeom>
              <a:avLst/>
              <a:pathLst>
                <a:path w="167166" h="280274">
                  <a:moveTo>
                    <a:pt x="167166" y="0"/>
                  </a:moveTo>
                  <a:lnTo>
                    <a:pt x="161794" y="86"/>
                  </a:lnTo>
                  <a:lnTo>
                    <a:pt x="156428" y="345"/>
                  </a:lnTo>
                  <a:lnTo>
                    <a:pt x="151073" y="776"/>
                  </a:lnTo>
                  <a:lnTo>
                    <a:pt x="145735" y="1379"/>
                  </a:lnTo>
                  <a:lnTo>
                    <a:pt x="140419" y="2153"/>
                  </a:lnTo>
                  <a:lnTo>
                    <a:pt x="135130" y="3098"/>
                  </a:lnTo>
                  <a:lnTo>
                    <a:pt x="129875" y="4212"/>
                  </a:lnTo>
                  <a:lnTo>
                    <a:pt x="124658" y="5494"/>
                  </a:lnTo>
                  <a:lnTo>
                    <a:pt x="119485" y="6944"/>
                  </a:lnTo>
                  <a:lnTo>
                    <a:pt x="114361" y="8558"/>
                  </a:lnTo>
                  <a:lnTo>
                    <a:pt x="109292" y="10337"/>
                  </a:lnTo>
                  <a:lnTo>
                    <a:pt x="104282" y="12278"/>
                  </a:lnTo>
                  <a:lnTo>
                    <a:pt x="99338" y="14378"/>
                  </a:lnTo>
                  <a:lnTo>
                    <a:pt x="94464" y="16637"/>
                  </a:lnTo>
                  <a:lnTo>
                    <a:pt x="89664" y="19051"/>
                  </a:lnTo>
                  <a:lnTo>
                    <a:pt x="84945" y="21617"/>
                  </a:lnTo>
                  <a:lnTo>
                    <a:pt x="80310" y="24334"/>
                  </a:lnTo>
                  <a:lnTo>
                    <a:pt x="75766" y="27199"/>
                  </a:lnTo>
                  <a:lnTo>
                    <a:pt x="71315" y="30208"/>
                  </a:lnTo>
                  <a:lnTo>
                    <a:pt x="66964" y="33359"/>
                  </a:lnTo>
                  <a:lnTo>
                    <a:pt x="62716" y="36648"/>
                  </a:lnTo>
                  <a:lnTo>
                    <a:pt x="58576" y="40071"/>
                  </a:lnTo>
                  <a:lnTo>
                    <a:pt x="54548" y="43626"/>
                  </a:lnTo>
                  <a:lnTo>
                    <a:pt x="50637" y="47309"/>
                  </a:lnTo>
                  <a:lnTo>
                    <a:pt x="46846" y="51115"/>
                  </a:lnTo>
                  <a:lnTo>
                    <a:pt x="43179" y="55041"/>
                  </a:lnTo>
                  <a:lnTo>
                    <a:pt x="39640" y="59083"/>
                  </a:lnTo>
                  <a:lnTo>
                    <a:pt x="36233" y="63237"/>
                  </a:lnTo>
                  <a:lnTo>
                    <a:pt x="32961" y="67498"/>
                  </a:lnTo>
                  <a:lnTo>
                    <a:pt x="29827" y="71861"/>
                  </a:lnTo>
                  <a:lnTo>
                    <a:pt x="26836" y="76324"/>
                  </a:lnTo>
                  <a:lnTo>
                    <a:pt x="23989" y="80880"/>
                  </a:lnTo>
                  <a:lnTo>
                    <a:pt x="21291" y="85525"/>
                  </a:lnTo>
                  <a:lnTo>
                    <a:pt x="18743" y="90254"/>
                  </a:lnTo>
                  <a:lnTo>
                    <a:pt x="16348" y="95063"/>
                  </a:lnTo>
                  <a:lnTo>
                    <a:pt x="14109" y="99947"/>
                  </a:lnTo>
                  <a:lnTo>
                    <a:pt x="12028" y="104900"/>
                  </a:lnTo>
                  <a:lnTo>
                    <a:pt x="10107" y="109917"/>
                  </a:lnTo>
                  <a:lnTo>
                    <a:pt x="8349" y="114993"/>
                  </a:lnTo>
                  <a:lnTo>
                    <a:pt x="6754" y="120123"/>
                  </a:lnTo>
                  <a:lnTo>
                    <a:pt x="5325" y="125302"/>
                  </a:lnTo>
                  <a:lnTo>
                    <a:pt x="4064" y="130524"/>
                  </a:lnTo>
                  <a:lnTo>
                    <a:pt x="2970" y="135784"/>
                  </a:lnTo>
                  <a:lnTo>
                    <a:pt x="2047" y="141076"/>
                  </a:lnTo>
                  <a:lnTo>
                    <a:pt x="1294" y="146395"/>
                  </a:lnTo>
                  <a:lnTo>
                    <a:pt x="712" y="151736"/>
                  </a:lnTo>
                  <a:lnTo>
                    <a:pt x="302" y="157092"/>
                  </a:lnTo>
                  <a:lnTo>
                    <a:pt x="64" y="162459"/>
                  </a:lnTo>
                  <a:lnTo>
                    <a:pt x="0" y="167831"/>
                  </a:lnTo>
                  <a:lnTo>
                    <a:pt x="107" y="173202"/>
                  </a:lnTo>
                  <a:lnTo>
                    <a:pt x="387" y="178567"/>
                  </a:lnTo>
                  <a:lnTo>
                    <a:pt x="840" y="183920"/>
                  </a:lnTo>
                  <a:lnTo>
                    <a:pt x="1464" y="189256"/>
                  </a:lnTo>
                  <a:lnTo>
                    <a:pt x="2259" y="194569"/>
                  </a:lnTo>
                  <a:lnTo>
                    <a:pt x="3225" y="199854"/>
                  </a:lnTo>
                  <a:lnTo>
                    <a:pt x="4360" y="205105"/>
                  </a:lnTo>
                  <a:lnTo>
                    <a:pt x="5663" y="210316"/>
                  </a:lnTo>
                  <a:lnTo>
                    <a:pt x="7133" y="215484"/>
                  </a:lnTo>
                  <a:lnTo>
                    <a:pt x="8768" y="220601"/>
                  </a:lnTo>
                  <a:lnTo>
                    <a:pt x="10567" y="225663"/>
                  </a:lnTo>
                  <a:lnTo>
                    <a:pt x="12527" y="230665"/>
                  </a:lnTo>
                  <a:lnTo>
                    <a:pt x="14648" y="235601"/>
                  </a:lnTo>
                  <a:lnTo>
                    <a:pt x="16925" y="240466"/>
                  </a:lnTo>
                  <a:lnTo>
                    <a:pt x="19358" y="245256"/>
                  </a:lnTo>
                  <a:lnTo>
                    <a:pt x="21944" y="249965"/>
                  </a:lnTo>
                  <a:lnTo>
                    <a:pt x="24679" y="254589"/>
                  </a:lnTo>
                  <a:lnTo>
                    <a:pt x="27562" y="259122"/>
                  </a:lnTo>
                  <a:lnTo>
                    <a:pt x="30589" y="263561"/>
                  </a:lnTo>
                  <a:lnTo>
                    <a:pt x="33757" y="267899"/>
                  </a:lnTo>
                  <a:lnTo>
                    <a:pt x="37062" y="272134"/>
                  </a:lnTo>
                  <a:lnTo>
                    <a:pt x="40502" y="276260"/>
                  </a:lnTo>
                  <a:lnTo>
                    <a:pt x="44073" y="28027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605379" y="4380988"/>
              <a:ext cx="123092" cy="113107"/>
            </a:xfrm>
            <a:custGeom>
              <a:avLst/>
              <a:pathLst>
                <a:path w="123092" h="113107">
                  <a:moveTo>
                    <a:pt x="0" y="113107"/>
                  </a:moveTo>
                  <a:lnTo>
                    <a:pt x="12309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605379" y="4380988"/>
              <a:ext cx="123092" cy="155618"/>
            </a:xfrm>
            <a:custGeom>
              <a:avLst/>
              <a:pathLst>
                <a:path w="123092" h="155618">
                  <a:moveTo>
                    <a:pt x="0" y="113107"/>
                  </a:moveTo>
                  <a:lnTo>
                    <a:pt x="4022" y="117333"/>
                  </a:lnTo>
                  <a:lnTo>
                    <a:pt x="8189" y="121417"/>
                  </a:lnTo>
                  <a:lnTo>
                    <a:pt x="12496" y="125353"/>
                  </a:lnTo>
                  <a:lnTo>
                    <a:pt x="16938" y="129136"/>
                  </a:lnTo>
                  <a:lnTo>
                    <a:pt x="21509" y="132762"/>
                  </a:lnTo>
                  <a:lnTo>
                    <a:pt x="26204" y="136226"/>
                  </a:lnTo>
                  <a:lnTo>
                    <a:pt x="31016" y="139524"/>
                  </a:lnTo>
                  <a:lnTo>
                    <a:pt x="35941" y="142652"/>
                  </a:lnTo>
                  <a:lnTo>
                    <a:pt x="40973" y="145606"/>
                  </a:lnTo>
                  <a:lnTo>
                    <a:pt x="46104" y="148384"/>
                  </a:lnTo>
                  <a:lnTo>
                    <a:pt x="51329" y="150980"/>
                  </a:lnTo>
                  <a:lnTo>
                    <a:pt x="56641" y="153392"/>
                  </a:lnTo>
                  <a:lnTo>
                    <a:pt x="62035" y="155618"/>
                  </a:lnTo>
                  <a:lnTo>
                    <a:pt x="1230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667415" y="4213821"/>
              <a:ext cx="228222" cy="334327"/>
            </a:xfrm>
            <a:custGeom>
              <a:avLst/>
              <a:pathLst>
                <a:path w="228222" h="334327">
                  <a:moveTo>
                    <a:pt x="0" y="322785"/>
                  </a:moveTo>
                  <a:lnTo>
                    <a:pt x="5003" y="324657"/>
                  </a:lnTo>
                  <a:lnTo>
                    <a:pt x="10064" y="326367"/>
                  </a:lnTo>
                  <a:lnTo>
                    <a:pt x="15177" y="327915"/>
                  </a:lnTo>
                  <a:lnTo>
                    <a:pt x="20337" y="329299"/>
                  </a:lnTo>
                  <a:lnTo>
                    <a:pt x="25539" y="330518"/>
                  </a:lnTo>
                  <a:lnTo>
                    <a:pt x="30776" y="331569"/>
                  </a:lnTo>
                  <a:lnTo>
                    <a:pt x="36045" y="332453"/>
                  </a:lnTo>
                  <a:lnTo>
                    <a:pt x="41339" y="333168"/>
                  </a:lnTo>
                  <a:lnTo>
                    <a:pt x="46654" y="333713"/>
                  </a:lnTo>
                  <a:lnTo>
                    <a:pt x="51983" y="334088"/>
                  </a:lnTo>
                  <a:lnTo>
                    <a:pt x="57321" y="334293"/>
                  </a:lnTo>
                  <a:lnTo>
                    <a:pt x="62663" y="334327"/>
                  </a:lnTo>
                  <a:lnTo>
                    <a:pt x="68004" y="334190"/>
                  </a:lnTo>
                  <a:lnTo>
                    <a:pt x="73337" y="333883"/>
                  </a:lnTo>
                  <a:lnTo>
                    <a:pt x="78658" y="333405"/>
                  </a:lnTo>
                  <a:lnTo>
                    <a:pt x="83961" y="332758"/>
                  </a:lnTo>
                  <a:lnTo>
                    <a:pt x="89241" y="331941"/>
                  </a:lnTo>
                  <a:lnTo>
                    <a:pt x="94491" y="330957"/>
                  </a:lnTo>
                  <a:lnTo>
                    <a:pt x="99708" y="329805"/>
                  </a:lnTo>
                  <a:lnTo>
                    <a:pt x="104885" y="328487"/>
                  </a:lnTo>
                  <a:lnTo>
                    <a:pt x="110017" y="327004"/>
                  </a:lnTo>
                  <a:lnTo>
                    <a:pt x="115100" y="325358"/>
                  </a:lnTo>
                  <a:lnTo>
                    <a:pt x="120127" y="323550"/>
                  </a:lnTo>
                  <a:lnTo>
                    <a:pt x="125094" y="321583"/>
                  </a:lnTo>
                  <a:lnTo>
                    <a:pt x="129995" y="319458"/>
                  </a:lnTo>
                  <a:lnTo>
                    <a:pt x="134826" y="317177"/>
                  </a:lnTo>
                  <a:lnTo>
                    <a:pt x="139582" y="314743"/>
                  </a:lnTo>
                  <a:lnTo>
                    <a:pt x="144257" y="312159"/>
                  </a:lnTo>
                  <a:lnTo>
                    <a:pt x="148848" y="309426"/>
                  </a:lnTo>
                  <a:lnTo>
                    <a:pt x="153349" y="306548"/>
                  </a:lnTo>
                  <a:lnTo>
                    <a:pt x="157755" y="303528"/>
                  </a:lnTo>
                  <a:lnTo>
                    <a:pt x="162063" y="300368"/>
                  </a:lnTo>
                  <a:lnTo>
                    <a:pt x="166268" y="297073"/>
                  </a:lnTo>
                  <a:lnTo>
                    <a:pt x="170365" y="293645"/>
                  </a:lnTo>
                  <a:lnTo>
                    <a:pt x="174351" y="290087"/>
                  </a:lnTo>
                  <a:lnTo>
                    <a:pt x="178221" y="286404"/>
                  </a:lnTo>
                  <a:lnTo>
                    <a:pt x="181971" y="282600"/>
                  </a:lnTo>
                  <a:lnTo>
                    <a:pt x="185598" y="278677"/>
                  </a:lnTo>
                  <a:lnTo>
                    <a:pt x="189097" y="274641"/>
                  </a:lnTo>
                  <a:lnTo>
                    <a:pt x="192466" y="270494"/>
                  </a:lnTo>
                  <a:lnTo>
                    <a:pt x="195700" y="266243"/>
                  </a:lnTo>
                  <a:lnTo>
                    <a:pt x="198797" y="261890"/>
                  </a:lnTo>
                  <a:lnTo>
                    <a:pt x="201754" y="257440"/>
                  </a:lnTo>
                  <a:lnTo>
                    <a:pt x="204567" y="252898"/>
                  </a:lnTo>
                  <a:lnTo>
                    <a:pt x="207233" y="248269"/>
                  </a:lnTo>
                  <a:lnTo>
                    <a:pt x="209750" y="243556"/>
                  </a:lnTo>
                  <a:lnTo>
                    <a:pt x="212115" y="238766"/>
                  </a:lnTo>
                  <a:lnTo>
                    <a:pt x="214325" y="233903"/>
                  </a:lnTo>
                  <a:lnTo>
                    <a:pt x="216379" y="228971"/>
                  </a:lnTo>
                  <a:lnTo>
                    <a:pt x="218275" y="223977"/>
                  </a:lnTo>
                  <a:lnTo>
                    <a:pt x="220010" y="218924"/>
                  </a:lnTo>
                  <a:lnTo>
                    <a:pt x="221583" y="213818"/>
                  </a:lnTo>
                  <a:lnTo>
                    <a:pt x="222991" y="208665"/>
                  </a:lnTo>
                  <a:lnTo>
                    <a:pt x="224235" y="203469"/>
                  </a:lnTo>
                  <a:lnTo>
                    <a:pt x="225311" y="198237"/>
                  </a:lnTo>
                  <a:lnTo>
                    <a:pt x="226220" y="192972"/>
                  </a:lnTo>
                  <a:lnTo>
                    <a:pt x="226960" y="187682"/>
                  </a:lnTo>
                  <a:lnTo>
                    <a:pt x="227531" y="182370"/>
                  </a:lnTo>
                  <a:lnTo>
                    <a:pt x="227932" y="177043"/>
                  </a:lnTo>
                  <a:lnTo>
                    <a:pt x="228162" y="171705"/>
                  </a:lnTo>
                  <a:lnTo>
                    <a:pt x="228222" y="166364"/>
                  </a:lnTo>
                  <a:lnTo>
                    <a:pt x="228111" y="161022"/>
                  </a:lnTo>
                  <a:lnTo>
                    <a:pt x="227829" y="155688"/>
                  </a:lnTo>
                  <a:lnTo>
                    <a:pt x="227377" y="150364"/>
                  </a:lnTo>
                  <a:lnTo>
                    <a:pt x="226756" y="145058"/>
                  </a:lnTo>
                  <a:lnTo>
                    <a:pt x="225965" y="139775"/>
                  </a:lnTo>
                  <a:lnTo>
                    <a:pt x="225005" y="134520"/>
                  </a:lnTo>
                  <a:lnTo>
                    <a:pt x="223878" y="129298"/>
                  </a:lnTo>
                  <a:lnTo>
                    <a:pt x="222585" y="124114"/>
                  </a:lnTo>
                  <a:lnTo>
                    <a:pt x="221127" y="118975"/>
                  </a:lnTo>
                  <a:lnTo>
                    <a:pt x="219505" y="113885"/>
                  </a:lnTo>
                  <a:lnTo>
                    <a:pt x="217722" y="108849"/>
                  </a:lnTo>
                  <a:lnTo>
                    <a:pt x="215778" y="103873"/>
                  </a:lnTo>
                  <a:lnTo>
                    <a:pt x="213677" y="98961"/>
                  </a:lnTo>
                  <a:lnTo>
                    <a:pt x="211419" y="94119"/>
                  </a:lnTo>
                  <a:lnTo>
                    <a:pt x="209008" y="89352"/>
                  </a:lnTo>
                  <a:lnTo>
                    <a:pt x="206446" y="84664"/>
                  </a:lnTo>
                  <a:lnTo>
                    <a:pt x="203736" y="80060"/>
                  </a:lnTo>
                  <a:lnTo>
                    <a:pt x="200880" y="75546"/>
                  </a:lnTo>
                  <a:lnTo>
                    <a:pt x="197881" y="71125"/>
                  </a:lnTo>
                  <a:lnTo>
                    <a:pt x="194742" y="66802"/>
                  </a:lnTo>
                  <a:lnTo>
                    <a:pt x="191467" y="62581"/>
                  </a:lnTo>
                  <a:lnTo>
                    <a:pt x="188058" y="58468"/>
                  </a:lnTo>
                  <a:lnTo>
                    <a:pt x="184520" y="54465"/>
                  </a:lnTo>
                  <a:lnTo>
                    <a:pt x="180856" y="50577"/>
                  </a:lnTo>
                  <a:lnTo>
                    <a:pt x="177069" y="46809"/>
                  </a:lnTo>
                  <a:lnTo>
                    <a:pt x="173164" y="43163"/>
                  </a:lnTo>
                  <a:lnTo>
                    <a:pt x="169144" y="39644"/>
                  </a:lnTo>
                  <a:lnTo>
                    <a:pt x="165014" y="36256"/>
                  </a:lnTo>
                  <a:lnTo>
                    <a:pt x="160778" y="33001"/>
                  </a:lnTo>
                  <a:lnTo>
                    <a:pt x="156440" y="29883"/>
                  </a:lnTo>
                  <a:lnTo>
                    <a:pt x="152005" y="26905"/>
                  </a:lnTo>
                  <a:lnTo>
                    <a:pt x="147476" y="24071"/>
                  </a:lnTo>
                  <a:lnTo>
                    <a:pt x="142860" y="21382"/>
                  </a:lnTo>
                  <a:lnTo>
                    <a:pt x="138160" y="18843"/>
                  </a:lnTo>
                  <a:lnTo>
                    <a:pt x="133381" y="16455"/>
                  </a:lnTo>
                  <a:lnTo>
                    <a:pt x="128528" y="14221"/>
                  </a:lnTo>
                  <a:lnTo>
                    <a:pt x="123607" y="12143"/>
                  </a:lnTo>
                  <a:lnTo>
                    <a:pt x="118621" y="10223"/>
                  </a:lnTo>
                  <a:lnTo>
                    <a:pt x="113577" y="8464"/>
                  </a:lnTo>
                  <a:lnTo>
                    <a:pt x="108479" y="6867"/>
                  </a:lnTo>
                  <a:lnTo>
                    <a:pt x="103332" y="5434"/>
                  </a:lnTo>
                  <a:lnTo>
                    <a:pt x="98143" y="4165"/>
                  </a:lnTo>
                  <a:lnTo>
                    <a:pt x="92916" y="3063"/>
                  </a:lnTo>
                  <a:lnTo>
                    <a:pt x="87656" y="2129"/>
                  </a:lnTo>
                  <a:lnTo>
                    <a:pt x="82368" y="1364"/>
                  </a:lnTo>
                  <a:lnTo>
                    <a:pt x="77060" y="767"/>
                  </a:lnTo>
                  <a:lnTo>
                    <a:pt x="71734" y="341"/>
                  </a:lnTo>
                  <a:lnTo>
                    <a:pt x="66398" y="85"/>
                  </a:lnTo>
                  <a:lnTo>
                    <a:pt x="61057" y="0"/>
                  </a:lnTo>
                  <a:lnTo>
                    <a:pt x="610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51845" y="3707720"/>
              <a:ext cx="192627" cy="334330"/>
            </a:xfrm>
            <a:custGeom>
              <a:avLst/>
              <a:pathLst>
                <a:path w="192627" h="334330">
                  <a:moveTo>
                    <a:pt x="167166" y="0"/>
                  </a:moveTo>
                  <a:lnTo>
                    <a:pt x="161820" y="85"/>
                  </a:lnTo>
                  <a:lnTo>
                    <a:pt x="156479" y="341"/>
                  </a:lnTo>
                  <a:lnTo>
                    <a:pt x="151150" y="769"/>
                  </a:lnTo>
                  <a:lnTo>
                    <a:pt x="145837" y="1366"/>
                  </a:lnTo>
                  <a:lnTo>
                    <a:pt x="140545" y="2133"/>
                  </a:lnTo>
                  <a:lnTo>
                    <a:pt x="135281" y="3068"/>
                  </a:lnTo>
                  <a:lnTo>
                    <a:pt x="130049" y="4172"/>
                  </a:lnTo>
                  <a:lnTo>
                    <a:pt x="124856" y="5442"/>
                  </a:lnTo>
                  <a:lnTo>
                    <a:pt x="119706" y="6878"/>
                  </a:lnTo>
                  <a:lnTo>
                    <a:pt x="114604" y="8478"/>
                  </a:lnTo>
                  <a:lnTo>
                    <a:pt x="109556" y="10240"/>
                  </a:lnTo>
                  <a:lnTo>
                    <a:pt x="104567" y="12163"/>
                  </a:lnTo>
                  <a:lnTo>
                    <a:pt x="99642" y="14244"/>
                  </a:lnTo>
                  <a:lnTo>
                    <a:pt x="94786" y="16482"/>
                  </a:lnTo>
                  <a:lnTo>
                    <a:pt x="90004" y="18873"/>
                  </a:lnTo>
                  <a:lnTo>
                    <a:pt x="85301" y="21417"/>
                  </a:lnTo>
                  <a:lnTo>
                    <a:pt x="80682" y="24109"/>
                  </a:lnTo>
                  <a:lnTo>
                    <a:pt x="76151" y="26948"/>
                  </a:lnTo>
                  <a:lnTo>
                    <a:pt x="71713" y="29931"/>
                  </a:lnTo>
                  <a:lnTo>
                    <a:pt x="67373" y="33053"/>
                  </a:lnTo>
                  <a:lnTo>
                    <a:pt x="63136" y="36313"/>
                  </a:lnTo>
                  <a:lnTo>
                    <a:pt x="59004" y="39707"/>
                  </a:lnTo>
                  <a:lnTo>
                    <a:pt x="54983" y="43231"/>
                  </a:lnTo>
                  <a:lnTo>
                    <a:pt x="51077" y="46882"/>
                  </a:lnTo>
                  <a:lnTo>
                    <a:pt x="47290" y="50656"/>
                  </a:lnTo>
                  <a:lnTo>
                    <a:pt x="43625" y="54550"/>
                  </a:lnTo>
                  <a:lnTo>
                    <a:pt x="40087" y="58558"/>
                  </a:lnTo>
                  <a:lnTo>
                    <a:pt x="36679" y="62678"/>
                  </a:lnTo>
                  <a:lnTo>
                    <a:pt x="33404" y="66904"/>
                  </a:lnTo>
                  <a:lnTo>
                    <a:pt x="30266" y="71233"/>
                  </a:lnTo>
                  <a:lnTo>
                    <a:pt x="27268" y="75660"/>
                  </a:lnTo>
                  <a:lnTo>
                    <a:pt x="24413" y="80181"/>
                  </a:lnTo>
                  <a:lnTo>
                    <a:pt x="21704" y="84791"/>
                  </a:lnTo>
                  <a:lnTo>
                    <a:pt x="19144" y="89485"/>
                  </a:lnTo>
                  <a:lnTo>
                    <a:pt x="16736" y="94258"/>
                  </a:lnTo>
                  <a:lnTo>
                    <a:pt x="14481" y="99106"/>
                  </a:lnTo>
                  <a:lnTo>
                    <a:pt x="12383" y="104024"/>
                  </a:lnTo>
                  <a:lnTo>
                    <a:pt x="10442" y="109006"/>
                  </a:lnTo>
                  <a:lnTo>
                    <a:pt x="8663" y="114048"/>
                  </a:lnTo>
                  <a:lnTo>
                    <a:pt x="7045" y="119144"/>
                  </a:lnTo>
                  <a:lnTo>
                    <a:pt x="5591" y="124289"/>
                  </a:lnTo>
                  <a:lnTo>
                    <a:pt x="4302" y="129478"/>
                  </a:lnTo>
                  <a:lnTo>
                    <a:pt x="3180" y="134706"/>
                  </a:lnTo>
                  <a:lnTo>
                    <a:pt x="2226" y="139967"/>
                  </a:lnTo>
                  <a:lnTo>
                    <a:pt x="1441" y="145255"/>
                  </a:lnTo>
                  <a:lnTo>
                    <a:pt x="825" y="150566"/>
                  </a:lnTo>
                  <a:lnTo>
                    <a:pt x="379" y="155894"/>
                  </a:lnTo>
                  <a:lnTo>
                    <a:pt x="104" y="161234"/>
                  </a:lnTo>
                  <a:lnTo>
                    <a:pt x="0" y="166580"/>
                  </a:lnTo>
                  <a:lnTo>
                    <a:pt x="66" y="171926"/>
                  </a:lnTo>
                  <a:lnTo>
                    <a:pt x="304" y="177267"/>
                  </a:lnTo>
                  <a:lnTo>
                    <a:pt x="712" y="182598"/>
                  </a:lnTo>
                  <a:lnTo>
                    <a:pt x="1291" y="187914"/>
                  </a:lnTo>
                  <a:lnTo>
                    <a:pt x="2039" y="193208"/>
                  </a:lnTo>
                  <a:lnTo>
                    <a:pt x="2956" y="198475"/>
                  </a:lnTo>
                  <a:lnTo>
                    <a:pt x="4042" y="203711"/>
                  </a:lnTo>
                  <a:lnTo>
                    <a:pt x="5294" y="208909"/>
                  </a:lnTo>
                  <a:lnTo>
                    <a:pt x="6711" y="214064"/>
                  </a:lnTo>
                  <a:lnTo>
                    <a:pt x="8293" y="219171"/>
                  </a:lnTo>
                  <a:lnTo>
                    <a:pt x="10038" y="224225"/>
                  </a:lnTo>
                  <a:lnTo>
                    <a:pt x="11943" y="229221"/>
                  </a:lnTo>
                  <a:lnTo>
                    <a:pt x="14007" y="234153"/>
                  </a:lnTo>
                  <a:lnTo>
                    <a:pt x="16227" y="239017"/>
                  </a:lnTo>
                  <a:lnTo>
                    <a:pt x="18602" y="243807"/>
                  </a:lnTo>
                  <a:lnTo>
                    <a:pt x="21129" y="248519"/>
                  </a:lnTo>
                  <a:lnTo>
                    <a:pt x="23805" y="253148"/>
                  </a:lnTo>
                  <a:lnTo>
                    <a:pt x="26628" y="257689"/>
                  </a:lnTo>
                  <a:lnTo>
                    <a:pt x="29595" y="262137"/>
                  </a:lnTo>
                  <a:lnTo>
                    <a:pt x="32703" y="266488"/>
                  </a:lnTo>
                  <a:lnTo>
                    <a:pt x="35948" y="270737"/>
                  </a:lnTo>
                  <a:lnTo>
                    <a:pt x="39327" y="274880"/>
                  </a:lnTo>
                  <a:lnTo>
                    <a:pt x="42837" y="278913"/>
                  </a:lnTo>
                  <a:lnTo>
                    <a:pt x="46474" y="282832"/>
                  </a:lnTo>
                  <a:lnTo>
                    <a:pt x="50235" y="286633"/>
                  </a:lnTo>
                  <a:lnTo>
                    <a:pt x="54115" y="290311"/>
                  </a:lnTo>
                  <a:lnTo>
                    <a:pt x="58111" y="293864"/>
                  </a:lnTo>
                  <a:lnTo>
                    <a:pt x="62219" y="297286"/>
                  </a:lnTo>
                  <a:lnTo>
                    <a:pt x="66434" y="300576"/>
                  </a:lnTo>
                  <a:lnTo>
                    <a:pt x="70752" y="303729"/>
                  </a:lnTo>
                  <a:lnTo>
                    <a:pt x="75168" y="306743"/>
                  </a:lnTo>
                  <a:lnTo>
                    <a:pt x="79679" y="309613"/>
                  </a:lnTo>
                  <a:lnTo>
                    <a:pt x="84279" y="312338"/>
                  </a:lnTo>
                  <a:lnTo>
                    <a:pt x="88964" y="314915"/>
                  </a:lnTo>
                  <a:lnTo>
                    <a:pt x="93729" y="317340"/>
                  </a:lnTo>
                  <a:lnTo>
                    <a:pt x="98569" y="319612"/>
                  </a:lnTo>
                  <a:lnTo>
                    <a:pt x="103479" y="321728"/>
                  </a:lnTo>
                  <a:lnTo>
                    <a:pt x="108455" y="323685"/>
                  </a:lnTo>
                  <a:lnTo>
                    <a:pt x="113490" y="325483"/>
                  </a:lnTo>
                  <a:lnTo>
                    <a:pt x="118581" y="327118"/>
                  </a:lnTo>
                  <a:lnTo>
                    <a:pt x="123721" y="328590"/>
                  </a:lnTo>
                  <a:lnTo>
                    <a:pt x="128905" y="329897"/>
                  </a:lnTo>
                  <a:lnTo>
                    <a:pt x="134129" y="331037"/>
                  </a:lnTo>
                  <a:lnTo>
                    <a:pt x="139386" y="332010"/>
                  </a:lnTo>
                  <a:lnTo>
                    <a:pt x="144672" y="332814"/>
                  </a:lnTo>
                  <a:lnTo>
                    <a:pt x="149981" y="333449"/>
                  </a:lnTo>
                  <a:lnTo>
                    <a:pt x="155308" y="333913"/>
                  </a:lnTo>
                  <a:lnTo>
                    <a:pt x="160646" y="334207"/>
                  </a:lnTo>
                  <a:lnTo>
                    <a:pt x="165991" y="334330"/>
                  </a:lnTo>
                  <a:lnTo>
                    <a:pt x="171338" y="334282"/>
                  </a:lnTo>
                  <a:lnTo>
                    <a:pt x="176680" y="334063"/>
                  </a:lnTo>
                  <a:lnTo>
                    <a:pt x="182013" y="333674"/>
                  </a:lnTo>
                  <a:lnTo>
                    <a:pt x="187330" y="333114"/>
                  </a:lnTo>
                  <a:lnTo>
                    <a:pt x="192627" y="33238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19011" y="3707749"/>
              <a:ext cx="167154" cy="332355"/>
            </a:xfrm>
            <a:custGeom>
              <a:avLst/>
              <a:pathLst>
                <a:path w="167154" h="332355">
                  <a:moveTo>
                    <a:pt x="25460" y="332355"/>
                  </a:moveTo>
                  <a:lnTo>
                    <a:pt x="30723" y="331458"/>
                  </a:lnTo>
                  <a:lnTo>
                    <a:pt x="35954" y="330393"/>
                  </a:lnTo>
                  <a:lnTo>
                    <a:pt x="41149" y="329162"/>
                  </a:lnTo>
                  <a:lnTo>
                    <a:pt x="46301" y="327765"/>
                  </a:lnTo>
                  <a:lnTo>
                    <a:pt x="51407" y="326205"/>
                  </a:lnTo>
                  <a:lnTo>
                    <a:pt x="56460" y="324482"/>
                  </a:lnTo>
                  <a:lnTo>
                    <a:pt x="61455" y="322599"/>
                  </a:lnTo>
                  <a:lnTo>
                    <a:pt x="66388" y="320558"/>
                  </a:lnTo>
                  <a:lnTo>
                    <a:pt x="71253" y="318359"/>
                  </a:lnTo>
                  <a:lnTo>
                    <a:pt x="76045" y="316007"/>
                  </a:lnTo>
                  <a:lnTo>
                    <a:pt x="80760" y="313503"/>
                  </a:lnTo>
                  <a:lnTo>
                    <a:pt x="85393" y="310850"/>
                  </a:lnTo>
                  <a:lnTo>
                    <a:pt x="89938" y="308050"/>
                  </a:lnTo>
                  <a:lnTo>
                    <a:pt x="94392" y="305106"/>
                  </a:lnTo>
                  <a:lnTo>
                    <a:pt x="98749" y="302021"/>
                  </a:lnTo>
                  <a:lnTo>
                    <a:pt x="103006" y="298799"/>
                  </a:lnTo>
                  <a:lnTo>
                    <a:pt x="107157" y="295443"/>
                  </a:lnTo>
                  <a:lnTo>
                    <a:pt x="111199" y="291956"/>
                  </a:lnTo>
                  <a:lnTo>
                    <a:pt x="115128" y="288342"/>
                  </a:lnTo>
                  <a:lnTo>
                    <a:pt x="118940" y="284604"/>
                  </a:lnTo>
                  <a:lnTo>
                    <a:pt x="122630" y="280746"/>
                  </a:lnTo>
                  <a:lnTo>
                    <a:pt x="126195" y="276772"/>
                  </a:lnTo>
                  <a:lnTo>
                    <a:pt x="129632" y="272687"/>
                  </a:lnTo>
                  <a:lnTo>
                    <a:pt x="132936" y="268493"/>
                  </a:lnTo>
                  <a:lnTo>
                    <a:pt x="136104" y="264197"/>
                  </a:lnTo>
                  <a:lnTo>
                    <a:pt x="139134" y="259801"/>
                  </a:lnTo>
                  <a:lnTo>
                    <a:pt x="142022" y="255311"/>
                  </a:lnTo>
                  <a:lnTo>
                    <a:pt x="144765" y="250731"/>
                  </a:lnTo>
                  <a:lnTo>
                    <a:pt x="147361" y="246066"/>
                  </a:lnTo>
                  <a:lnTo>
                    <a:pt x="149806" y="241321"/>
                  </a:lnTo>
                  <a:lnTo>
                    <a:pt x="152098" y="236499"/>
                  </a:lnTo>
                  <a:lnTo>
                    <a:pt x="154235" y="231607"/>
                  </a:lnTo>
                  <a:lnTo>
                    <a:pt x="156215" y="226649"/>
                  </a:lnTo>
                  <a:lnTo>
                    <a:pt x="158036" y="221631"/>
                  </a:lnTo>
                  <a:lnTo>
                    <a:pt x="159695" y="216557"/>
                  </a:lnTo>
                  <a:lnTo>
                    <a:pt x="161192" y="211432"/>
                  </a:lnTo>
                  <a:lnTo>
                    <a:pt x="162524" y="206263"/>
                  </a:lnTo>
                  <a:lnTo>
                    <a:pt x="163690" y="201053"/>
                  </a:lnTo>
                  <a:lnTo>
                    <a:pt x="164690" y="195809"/>
                  </a:lnTo>
                  <a:lnTo>
                    <a:pt x="165521" y="190535"/>
                  </a:lnTo>
                  <a:lnTo>
                    <a:pt x="166184" y="185238"/>
                  </a:lnTo>
                  <a:lnTo>
                    <a:pt x="166677" y="179922"/>
                  </a:lnTo>
                  <a:lnTo>
                    <a:pt x="167001" y="174594"/>
                  </a:lnTo>
                  <a:lnTo>
                    <a:pt x="167154" y="169257"/>
                  </a:lnTo>
                  <a:lnTo>
                    <a:pt x="167136" y="163919"/>
                  </a:lnTo>
                  <a:lnTo>
                    <a:pt x="166948" y="158583"/>
                  </a:lnTo>
                  <a:lnTo>
                    <a:pt x="166590" y="153257"/>
                  </a:lnTo>
                  <a:lnTo>
                    <a:pt x="166061" y="147945"/>
                  </a:lnTo>
                  <a:lnTo>
                    <a:pt x="165364" y="142652"/>
                  </a:lnTo>
                  <a:lnTo>
                    <a:pt x="164498" y="137384"/>
                  </a:lnTo>
                  <a:lnTo>
                    <a:pt x="163464" y="132146"/>
                  </a:lnTo>
                  <a:lnTo>
                    <a:pt x="162263" y="126945"/>
                  </a:lnTo>
                  <a:lnTo>
                    <a:pt x="160897" y="121784"/>
                  </a:lnTo>
                  <a:lnTo>
                    <a:pt x="159367" y="116669"/>
                  </a:lnTo>
                  <a:lnTo>
                    <a:pt x="157674" y="111606"/>
                  </a:lnTo>
                  <a:lnTo>
                    <a:pt x="155820" y="106600"/>
                  </a:lnTo>
                  <a:lnTo>
                    <a:pt x="153808" y="101655"/>
                  </a:lnTo>
                  <a:lnTo>
                    <a:pt x="151638" y="96777"/>
                  </a:lnTo>
                  <a:lnTo>
                    <a:pt x="149314" y="91971"/>
                  </a:lnTo>
                  <a:lnTo>
                    <a:pt x="146838" y="87242"/>
                  </a:lnTo>
                  <a:lnTo>
                    <a:pt x="144212" y="82594"/>
                  </a:lnTo>
                  <a:lnTo>
                    <a:pt x="141439" y="78032"/>
                  </a:lnTo>
                  <a:lnTo>
                    <a:pt x="138521" y="73561"/>
                  </a:lnTo>
                  <a:lnTo>
                    <a:pt x="135463" y="69185"/>
                  </a:lnTo>
                  <a:lnTo>
                    <a:pt x="132266" y="64910"/>
                  </a:lnTo>
                  <a:lnTo>
                    <a:pt x="128934" y="60739"/>
                  </a:lnTo>
                  <a:lnTo>
                    <a:pt x="125471" y="56676"/>
                  </a:lnTo>
                  <a:lnTo>
                    <a:pt x="121880" y="52726"/>
                  </a:lnTo>
                  <a:lnTo>
                    <a:pt x="118164" y="48892"/>
                  </a:lnTo>
                  <a:lnTo>
                    <a:pt x="114328" y="45179"/>
                  </a:lnTo>
                  <a:lnTo>
                    <a:pt x="110375" y="41591"/>
                  </a:lnTo>
                  <a:lnTo>
                    <a:pt x="106310" y="38130"/>
                  </a:lnTo>
                  <a:lnTo>
                    <a:pt x="102137" y="34802"/>
                  </a:lnTo>
                  <a:lnTo>
                    <a:pt x="97859" y="31608"/>
                  </a:lnTo>
                  <a:lnTo>
                    <a:pt x="93481" y="28552"/>
                  </a:lnTo>
                  <a:lnTo>
                    <a:pt x="89008" y="25638"/>
                  </a:lnTo>
                  <a:lnTo>
                    <a:pt x="84445" y="22868"/>
                  </a:lnTo>
                  <a:lnTo>
                    <a:pt x="79795" y="20245"/>
                  </a:lnTo>
                  <a:lnTo>
                    <a:pt x="75064" y="17772"/>
                  </a:lnTo>
                  <a:lnTo>
                    <a:pt x="70256" y="15451"/>
                  </a:lnTo>
                  <a:lnTo>
                    <a:pt x="65377" y="13285"/>
                  </a:lnTo>
                  <a:lnTo>
                    <a:pt x="60430" y="11276"/>
                  </a:lnTo>
                  <a:lnTo>
                    <a:pt x="55423" y="9426"/>
                  </a:lnTo>
                  <a:lnTo>
                    <a:pt x="50358" y="7736"/>
                  </a:lnTo>
                  <a:lnTo>
                    <a:pt x="45243" y="6210"/>
                  </a:lnTo>
                  <a:lnTo>
                    <a:pt x="40081" y="4847"/>
                  </a:lnTo>
                  <a:lnTo>
                    <a:pt x="34879" y="3650"/>
                  </a:lnTo>
                  <a:lnTo>
                    <a:pt x="29640" y="2620"/>
                  </a:lnTo>
                  <a:lnTo>
                    <a:pt x="24372" y="1757"/>
                  </a:lnTo>
                  <a:lnTo>
                    <a:pt x="19079" y="1063"/>
                  </a:lnTo>
                  <a:lnTo>
                    <a:pt x="13766" y="538"/>
                  </a:lnTo>
                  <a:lnTo>
                    <a:pt x="8439" y="184"/>
                  </a:lnTo>
                  <a:lnTo>
                    <a:pt x="3104" y="0"/>
                  </a:lnTo>
                  <a:lnTo>
                    <a:pt x="0" y="167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919011" y="3707720"/>
              <a:ext cx="3104" cy="167167"/>
            </a:xfrm>
            <a:custGeom>
              <a:avLst/>
              <a:pathLst>
                <a:path w="3104" h="167167">
                  <a:moveTo>
                    <a:pt x="3104" y="2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tx90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2025-06-17T11:14:10Z</dcterms:modified>
  <cp:category/>
</cp:coreProperties>
</file>