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13756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012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86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135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970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2233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456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692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612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564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697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139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914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088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473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119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191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538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236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1504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6115530" y="1627638"/>
              <a:ext cx="708989" cy="1034693"/>
            </a:xfrm>
            <a:custGeom>
              <a:avLst/>
              <a:pathLst>
                <a:path w="708989" h="1034693">
                  <a:moveTo>
                    <a:pt x="708989" y="1034693"/>
                  </a:moveTo>
                  <a:lnTo>
                    <a:pt x="0" y="0"/>
                  </a:lnTo>
                </a:path>
              </a:pathLst>
            </a:custGeom>
            <a:ln w="2710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675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319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32028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724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2653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245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395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745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682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0066" y="3170392"/>
              <a:ext cx="3712" cy="167167"/>
            </a:xfrm>
            <a:custGeom>
              <a:avLst/>
              <a:pathLst>
                <a:path w="3712" h="167167">
                  <a:moveTo>
                    <a:pt x="3712" y="0"/>
                  </a:moveTo>
                  <a:lnTo>
                    <a:pt x="0" y="41"/>
                  </a:lnTo>
                  <a:lnTo>
                    <a:pt x="371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16613" y="3170424"/>
              <a:ext cx="334333" cy="334285"/>
            </a:xfrm>
            <a:custGeom>
              <a:avLst/>
              <a:pathLst>
                <a:path w="334333" h="334285">
                  <a:moveTo>
                    <a:pt x="163453" y="9"/>
                  </a:moveTo>
                  <a:lnTo>
                    <a:pt x="158161" y="211"/>
                  </a:lnTo>
                  <a:lnTo>
                    <a:pt x="152878" y="580"/>
                  </a:lnTo>
                  <a:lnTo>
                    <a:pt x="147609" y="1116"/>
                  </a:lnTo>
                  <a:lnTo>
                    <a:pt x="142360" y="1819"/>
                  </a:lnTo>
                  <a:lnTo>
                    <a:pt x="137135" y="2687"/>
                  </a:lnTo>
                  <a:lnTo>
                    <a:pt x="131941" y="3721"/>
                  </a:lnTo>
                  <a:lnTo>
                    <a:pt x="126782" y="4919"/>
                  </a:lnTo>
                  <a:lnTo>
                    <a:pt x="121664" y="6280"/>
                  </a:lnTo>
                  <a:lnTo>
                    <a:pt x="116591" y="7802"/>
                  </a:lnTo>
                  <a:lnTo>
                    <a:pt x="111569" y="9484"/>
                  </a:lnTo>
                  <a:lnTo>
                    <a:pt x="106603" y="11324"/>
                  </a:lnTo>
                  <a:lnTo>
                    <a:pt x="101698" y="13321"/>
                  </a:lnTo>
                  <a:lnTo>
                    <a:pt x="96858" y="15472"/>
                  </a:lnTo>
                  <a:lnTo>
                    <a:pt x="92089" y="17775"/>
                  </a:lnTo>
                  <a:lnTo>
                    <a:pt x="87395" y="20228"/>
                  </a:lnTo>
                  <a:lnTo>
                    <a:pt x="82782" y="22829"/>
                  </a:lnTo>
                  <a:lnTo>
                    <a:pt x="78253" y="25574"/>
                  </a:lnTo>
                  <a:lnTo>
                    <a:pt x="73813" y="28462"/>
                  </a:lnTo>
                  <a:lnTo>
                    <a:pt x="69467" y="31489"/>
                  </a:lnTo>
                  <a:lnTo>
                    <a:pt x="65219" y="34652"/>
                  </a:lnTo>
                  <a:lnTo>
                    <a:pt x="61074" y="37948"/>
                  </a:lnTo>
                  <a:lnTo>
                    <a:pt x="57035" y="41373"/>
                  </a:lnTo>
                  <a:lnTo>
                    <a:pt x="53106" y="44925"/>
                  </a:lnTo>
                  <a:lnTo>
                    <a:pt x="49292" y="48599"/>
                  </a:lnTo>
                  <a:lnTo>
                    <a:pt x="45596" y="52393"/>
                  </a:lnTo>
                  <a:lnTo>
                    <a:pt x="42023" y="56301"/>
                  </a:lnTo>
                  <a:lnTo>
                    <a:pt x="38574" y="60321"/>
                  </a:lnTo>
                  <a:lnTo>
                    <a:pt x="35255" y="64448"/>
                  </a:lnTo>
                  <a:lnTo>
                    <a:pt x="32069" y="68679"/>
                  </a:lnTo>
                  <a:lnTo>
                    <a:pt x="29018" y="73007"/>
                  </a:lnTo>
                  <a:lnTo>
                    <a:pt x="26105" y="77431"/>
                  </a:lnTo>
                  <a:lnTo>
                    <a:pt x="23334" y="81944"/>
                  </a:lnTo>
                  <a:lnTo>
                    <a:pt x="20708" y="86543"/>
                  </a:lnTo>
                  <a:lnTo>
                    <a:pt x="18228" y="91223"/>
                  </a:lnTo>
                  <a:lnTo>
                    <a:pt x="15898" y="95979"/>
                  </a:lnTo>
                  <a:lnTo>
                    <a:pt x="13720" y="100807"/>
                  </a:lnTo>
                  <a:lnTo>
                    <a:pt x="11696" y="105701"/>
                  </a:lnTo>
                  <a:lnTo>
                    <a:pt x="9828" y="110657"/>
                  </a:lnTo>
                  <a:lnTo>
                    <a:pt x="8118" y="115669"/>
                  </a:lnTo>
                  <a:lnTo>
                    <a:pt x="6567" y="120733"/>
                  </a:lnTo>
                  <a:lnTo>
                    <a:pt x="5178" y="125844"/>
                  </a:lnTo>
                  <a:lnTo>
                    <a:pt x="3951" y="130996"/>
                  </a:lnTo>
                  <a:lnTo>
                    <a:pt x="2889" y="136184"/>
                  </a:lnTo>
                  <a:lnTo>
                    <a:pt x="1991" y="141404"/>
                  </a:lnTo>
                  <a:lnTo>
                    <a:pt x="1258" y="146649"/>
                  </a:lnTo>
                  <a:lnTo>
                    <a:pt x="693" y="151915"/>
                  </a:lnTo>
                  <a:lnTo>
                    <a:pt x="294" y="157196"/>
                  </a:lnTo>
                  <a:lnTo>
                    <a:pt x="63" y="162487"/>
                  </a:lnTo>
                  <a:lnTo>
                    <a:pt x="0" y="167783"/>
                  </a:lnTo>
                  <a:lnTo>
                    <a:pt x="104" y="173078"/>
                  </a:lnTo>
                  <a:lnTo>
                    <a:pt x="376" y="178367"/>
                  </a:lnTo>
                  <a:lnTo>
                    <a:pt x="815" y="183645"/>
                  </a:lnTo>
                  <a:lnTo>
                    <a:pt x="1422" y="188906"/>
                  </a:lnTo>
                  <a:lnTo>
                    <a:pt x="2195" y="194145"/>
                  </a:lnTo>
                  <a:lnTo>
                    <a:pt x="3133" y="199358"/>
                  </a:lnTo>
                  <a:lnTo>
                    <a:pt x="4236" y="204538"/>
                  </a:lnTo>
                  <a:lnTo>
                    <a:pt x="5503" y="209680"/>
                  </a:lnTo>
                  <a:lnTo>
                    <a:pt x="6932" y="214780"/>
                  </a:lnTo>
                  <a:lnTo>
                    <a:pt x="8521" y="219832"/>
                  </a:lnTo>
                  <a:lnTo>
                    <a:pt x="10270" y="224831"/>
                  </a:lnTo>
                  <a:lnTo>
                    <a:pt x="12177" y="229772"/>
                  </a:lnTo>
                  <a:lnTo>
                    <a:pt x="14239" y="234650"/>
                  </a:lnTo>
                  <a:lnTo>
                    <a:pt x="16454" y="239460"/>
                  </a:lnTo>
                  <a:lnTo>
                    <a:pt x="18821" y="244198"/>
                  </a:lnTo>
                  <a:lnTo>
                    <a:pt x="21336" y="248859"/>
                  </a:lnTo>
                  <a:lnTo>
                    <a:pt x="23998" y="253437"/>
                  </a:lnTo>
                  <a:lnTo>
                    <a:pt x="26804" y="257929"/>
                  </a:lnTo>
                  <a:lnTo>
                    <a:pt x="29751" y="262330"/>
                  </a:lnTo>
                  <a:lnTo>
                    <a:pt x="32835" y="266635"/>
                  </a:lnTo>
                  <a:lnTo>
                    <a:pt x="36054" y="270841"/>
                  </a:lnTo>
                  <a:lnTo>
                    <a:pt x="39405" y="274942"/>
                  </a:lnTo>
                  <a:lnTo>
                    <a:pt x="42884" y="278935"/>
                  </a:lnTo>
                  <a:lnTo>
                    <a:pt x="46488" y="282816"/>
                  </a:lnTo>
                  <a:lnTo>
                    <a:pt x="50213" y="286580"/>
                  </a:lnTo>
                  <a:lnTo>
                    <a:pt x="54056" y="290225"/>
                  </a:lnTo>
                  <a:lnTo>
                    <a:pt x="58012" y="293746"/>
                  </a:lnTo>
                  <a:lnTo>
                    <a:pt x="62077" y="297141"/>
                  </a:lnTo>
                  <a:lnTo>
                    <a:pt x="66248" y="300404"/>
                  </a:lnTo>
                  <a:lnTo>
                    <a:pt x="70521" y="303534"/>
                  </a:lnTo>
                  <a:lnTo>
                    <a:pt x="74890" y="306527"/>
                  </a:lnTo>
                  <a:lnTo>
                    <a:pt x="79352" y="309380"/>
                  </a:lnTo>
                  <a:lnTo>
                    <a:pt x="83902" y="312091"/>
                  </a:lnTo>
                  <a:lnTo>
                    <a:pt x="88535" y="314656"/>
                  </a:lnTo>
                  <a:lnTo>
                    <a:pt x="93248" y="317072"/>
                  </a:lnTo>
                  <a:lnTo>
                    <a:pt x="98035" y="319339"/>
                  </a:lnTo>
                  <a:lnTo>
                    <a:pt x="102891" y="321452"/>
                  </a:lnTo>
                  <a:lnTo>
                    <a:pt x="107811" y="323411"/>
                  </a:lnTo>
                  <a:lnTo>
                    <a:pt x="112792" y="325213"/>
                  </a:lnTo>
                  <a:lnTo>
                    <a:pt x="117826" y="326856"/>
                  </a:lnTo>
                  <a:lnTo>
                    <a:pt x="122911" y="328338"/>
                  </a:lnTo>
                  <a:lnTo>
                    <a:pt x="128039" y="329659"/>
                  </a:lnTo>
                  <a:lnTo>
                    <a:pt x="133207" y="330817"/>
                  </a:lnTo>
                  <a:lnTo>
                    <a:pt x="138410" y="331811"/>
                  </a:lnTo>
                  <a:lnTo>
                    <a:pt x="143641" y="332639"/>
                  </a:lnTo>
                  <a:lnTo>
                    <a:pt x="148895" y="333301"/>
                  </a:lnTo>
                  <a:lnTo>
                    <a:pt x="154168" y="333797"/>
                  </a:lnTo>
                  <a:lnTo>
                    <a:pt x="159454" y="334125"/>
                  </a:lnTo>
                  <a:lnTo>
                    <a:pt x="164748" y="334285"/>
                  </a:lnTo>
                  <a:lnTo>
                    <a:pt x="170044" y="334278"/>
                  </a:lnTo>
                  <a:lnTo>
                    <a:pt x="175337" y="334103"/>
                  </a:lnTo>
                  <a:lnTo>
                    <a:pt x="180622" y="333760"/>
                  </a:lnTo>
                  <a:lnTo>
                    <a:pt x="185893" y="333250"/>
                  </a:lnTo>
                  <a:lnTo>
                    <a:pt x="191146" y="332574"/>
                  </a:lnTo>
                  <a:lnTo>
                    <a:pt x="196375" y="331731"/>
                  </a:lnTo>
                  <a:lnTo>
                    <a:pt x="201574" y="330723"/>
                  </a:lnTo>
                  <a:lnTo>
                    <a:pt x="206739" y="329551"/>
                  </a:lnTo>
                  <a:lnTo>
                    <a:pt x="211864" y="328216"/>
                  </a:lnTo>
                  <a:lnTo>
                    <a:pt x="216944" y="326719"/>
                  </a:lnTo>
                  <a:lnTo>
                    <a:pt x="221974" y="325062"/>
                  </a:lnTo>
                  <a:lnTo>
                    <a:pt x="226950" y="323247"/>
                  </a:lnTo>
                  <a:lnTo>
                    <a:pt x="231865" y="321275"/>
                  </a:lnTo>
                  <a:lnTo>
                    <a:pt x="236715" y="319148"/>
                  </a:lnTo>
                  <a:lnTo>
                    <a:pt x="241496" y="316868"/>
                  </a:lnTo>
                  <a:lnTo>
                    <a:pt x="246202" y="314439"/>
                  </a:lnTo>
                  <a:lnTo>
                    <a:pt x="250828" y="311861"/>
                  </a:lnTo>
                  <a:lnTo>
                    <a:pt x="255371" y="309138"/>
                  </a:lnTo>
                  <a:lnTo>
                    <a:pt x="259825" y="306273"/>
                  </a:lnTo>
                  <a:lnTo>
                    <a:pt x="264186" y="303268"/>
                  </a:lnTo>
                  <a:lnTo>
                    <a:pt x="268449" y="300126"/>
                  </a:lnTo>
                  <a:lnTo>
                    <a:pt x="272611" y="296851"/>
                  </a:lnTo>
                  <a:lnTo>
                    <a:pt x="276668" y="293446"/>
                  </a:lnTo>
                  <a:lnTo>
                    <a:pt x="280614" y="289913"/>
                  </a:lnTo>
                  <a:lnTo>
                    <a:pt x="284446" y="286258"/>
                  </a:lnTo>
                  <a:lnTo>
                    <a:pt x="288161" y="282483"/>
                  </a:lnTo>
                  <a:lnTo>
                    <a:pt x="291754" y="278592"/>
                  </a:lnTo>
                  <a:lnTo>
                    <a:pt x="295222" y="274590"/>
                  </a:lnTo>
                  <a:lnTo>
                    <a:pt x="298562" y="270479"/>
                  </a:lnTo>
                  <a:lnTo>
                    <a:pt x="301770" y="266265"/>
                  </a:lnTo>
                  <a:lnTo>
                    <a:pt x="304842" y="261952"/>
                  </a:lnTo>
                  <a:lnTo>
                    <a:pt x="307777" y="257543"/>
                  </a:lnTo>
                  <a:lnTo>
                    <a:pt x="310570" y="253043"/>
                  </a:lnTo>
                  <a:lnTo>
                    <a:pt x="313219" y="248457"/>
                  </a:lnTo>
                  <a:lnTo>
                    <a:pt x="315722" y="243790"/>
                  </a:lnTo>
                  <a:lnTo>
                    <a:pt x="318076" y="239046"/>
                  </a:lnTo>
                  <a:lnTo>
                    <a:pt x="320278" y="234229"/>
                  </a:lnTo>
                  <a:lnTo>
                    <a:pt x="322327" y="229345"/>
                  </a:lnTo>
                  <a:lnTo>
                    <a:pt x="324219" y="224399"/>
                  </a:lnTo>
                  <a:lnTo>
                    <a:pt x="325954" y="219395"/>
                  </a:lnTo>
                  <a:lnTo>
                    <a:pt x="327530" y="214339"/>
                  </a:lnTo>
                  <a:lnTo>
                    <a:pt x="328945" y="209235"/>
                  </a:lnTo>
                  <a:lnTo>
                    <a:pt x="330197" y="204089"/>
                  </a:lnTo>
                  <a:lnTo>
                    <a:pt x="331286" y="198906"/>
                  </a:lnTo>
                  <a:lnTo>
                    <a:pt x="332210" y="193691"/>
                  </a:lnTo>
                  <a:lnTo>
                    <a:pt x="332969" y="188450"/>
                  </a:lnTo>
                  <a:lnTo>
                    <a:pt x="333561" y="183187"/>
                  </a:lnTo>
                  <a:lnTo>
                    <a:pt x="333986" y="177908"/>
                  </a:lnTo>
                  <a:lnTo>
                    <a:pt x="334243" y="172618"/>
                  </a:lnTo>
                  <a:lnTo>
                    <a:pt x="334333" y="167323"/>
                  </a:lnTo>
                  <a:lnTo>
                    <a:pt x="334255" y="162027"/>
                  </a:lnTo>
                  <a:lnTo>
                    <a:pt x="334009" y="156737"/>
                  </a:lnTo>
                  <a:lnTo>
                    <a:pt x="333596" y="151457"/>
                  </a:lnTo>
                  <a:lnTo>
                    <a:pt x="333016" y="146192"/>
                  </a:lnTo>
                  <a:lnTo>
                    <a:pt x="332269" y="140949"/>
                  </a:lnTo>
                  <a:lnTo>
                    <a:pt x="331357" y="135732"/>
                  </a:lnTo>
                  <a:lnTo>
                    <a:pt x="330280" y="130547"/>
                  </a:lnTo>
                  <a:lnTo>
                    <a:pt x="329039" y="125398"/>
                  </a:lnTo>
                  <a:lnTo>
                    <a:pt x="327636" y="120291"/>
                  </a:lnTo>
                  <a:lnTo>
                    <a:pt x="326071" y="115232"/>
                  </a:lnTo>
                  <a:lnTo>
                    <a:pt x="324347" y="110224"/>
                  </a:lnTo>
                  <a:lnTo>
                    <a:pt x="322466" y="105273"/>
                  </a:lnTo>
                  <a:lnTo>
                    <a:pt x="320428" y="100385"/>
                  </a:lnTo>
                  <a:lnTo>
                    <a:pt x="318237" y="95563"/>
                  </a:lnTo>
                  <a:lnTo>
                    <a:pt x="315894" y="90814"/>
                  </a:lnTo>
                  <a:lnTo>
                    <a:pt x="313401" y="86141"/>
                  </a:lnTo>
                  <a:lnTo>
                    <a:pt x="310762" y="81549"/>
                  </a:lnTo>
                  <a:lnTo>
                    <a:pt x="307979" y="77043"/>
                  </a:lnTo>
                  <a:lnTo>
                    <a:pt x="305054" y="72628"/>
                  </a:lnTo>
                  <a:lnTo>
                    <a:pt x="301991" y="68307"/>
                  </a:lnTo>
                  <a:lnTo>
                    <a:pt x="298793" y="64086"/>
                  </a:lnTo>
                  <a:lnTo>
                    <a:pt x="295463" y="59968"/>
                  </a:lnTo>
                  <a:lnTo>
                    <a:pt x="292003" y="55958"/>
                  </a:lnTo>
                  <a:lnTo>
                    <a:pt x="288419" y="52059"/>
                  </a:lnTo>
                  <a:lnTo>
                    <a:pt x="284713" y="48276"/>
                  </a:lnTo>
                  <a:lnTo>
                    <a:pt x="280889" y="44612"/>
                  </a:lnTo>
                  <a:lnTo>
                    <a:pt x="276950" y="41071"/>
                  </a:lnTo>
                  <a:lnTo>
                    <a:pt x="272902" y="37656"/>
                  </a:lnTo>
                  <a:lnTo>
                    <a:pt x="268747" y="34372"/>
                  </a:lnTo>
                  <a:lnTo>
                    <a:pt x="264490" y="31220"/>
                  </a:lnTo>
                  <a:lnTo>
                    <a:pt x="260136" y="28206"/>
                  </a:lnTo>
                  <a:lnTo>
                    <a:pt x="255689" y="25330"/>
                  </a:lnTo>
                  <a:lnTo>
                    <a:pt x="251152" y="22597"/>
                  </a:lnTo>
                  <a:lnTo>
                    <a:pt x="246531" y="20009"/>
                  </a:lnTo>
                  <a:lnTo>
                    <a:pt x="241831" y="17569"/>
                  </a:lnTo>
                  <a:lnTo>
                    <a:pt x="237056" y="15279"/>
                  </a:lnTo>
                  <a:lnTo>
                    <a:pt x="232210" y="13141"/>
                  </a:lnTo>
                  <a:lnTo>
                    <a:pt x="227299" y="11158"/>
                  </a:lnTo>
                  <a:lnTo>
                    <a:pt x="222328" y="9331"/>
                  </a:lnTo>
                  <a:lnTo>
                    <a:pt x="217302" y="7663"/>
                  </a:lnTo>
                  <a:lnTo>
                    <a:pt x="212225" y="6155"/>
                  </a:lnTo>
                  <a:lnTo>
                    <a:pt x="207103" y="4809"/>
                  </a:lnTo>
                  <a:lnTo>
                    <a:pt x="201941" y="3625"/>
                  </a:lnTo>
                  <a:lnTo>
                    <a:pt x="196743" y="2605"/>
                  </a:lnTo>
                  <a:lnTo>
                    <a:pt x="191517" y="1751"/>
                  </a:lnTo>
                  <a:lnTo>
                    <a:pt x="186266" y="1063"/>
                  </a:lnTo>
                  <a:lnTo>
                    <a:pt x="180995" y="541"/>
                  </a:lnTo>
                  <a:lnTo>
                    <a:pt x="175711" y="186"/>
                  </a:lnTo>
                  <a:lnTo>
                    <a:pt x="170418" y="0"/>
                  </a:lnTo>
                  <a:lnTo>
                    <a:pt x="167166" y="1671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83779" y="3170392"/>
              <a:ext cx="3252" cy="167167"/>
            </a:xfrm>
            <a:custGeom>
              <a:avLst/>
              <a:pathLst>
                <a:path w="3252" h="167167">
                  <a:moveTo>
                    <a:pt x="3252" y="3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3087" y="2633064"/>
              <a:ext cx="35923" cy="167167"/>
            </a:xfrm>
            <a:custGeom>
              <a:avLst/>
              <a:pathLst>
                <a:path w="35923" h="167167">
                  <a:moveTo>
                    <a:pt x="35923" y="0"/>
                  </a:moveTo>
                  <a:lnTo>
                    <a:pt x="28684" y="156"/>
                  </a:lnTo>
                  <a:lnTo>
                    <a:pt x="21459" y="626"/>
                  </a:lnTo>
                  <a:lnTo>
                    <a:pt x="14261" y="1409"/>
                  </a:lnTo>
                  <a:lnTo>
                    <a:pt x="7103" y="2503"/>
                  </a:lnTo>
                  <a:lnTo>
                    <a:pt x="0" y="3905"/>
                  </a:lnTo>
                  <a:lnTo>
                    <a:pt x="3592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3087" y="2636969"/>
              <a:ext cx="35923" cy="163261"/>
            </a:xfrm>
            <a:custGeom>
              <a:avLst/>
              <a:pathLst>
                <a:path w="35923" h="163261">
                  <a:moveTo>
                    <a:pt x="0" y="0"/>
                  </a:moveTo>
                  <a:lnTo>
                    <a:pt x="35923" y="16326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3087" y="2636969"/>
              <a:ext cx="35923" cy="163261"/>
            </a:xfrm>
            <a:custGeom>
              <a:avLst/>
              <a:pathLst>
                <a:path w="35923" h="163261">
                  <a:moveTo>
                    <a:pt x="0" y="0"/>
                  </a:moveTo>
                  <a:lnTo>
                    <a:pt x="35923" y="16326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3087" y="2636969"/>
              <a:ext cx="35923" cy="163261"/>
            </a:xfrm>
            <a:custGeom>
              <a:avLst/>
              <a:pathLst>
                <a:path w="35923" h="163261">
                  <a:moveTo>
                    <a:pt x="0" y="0"/>
                  </a:moveTo>
                  <a:lnTo>
                    <a:pt x="35923" y="1632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3087" y="2636969"/>
              <a:ext cx="35923" cy="163261"/>
            </a:xfrm>
            <a:custGeom>
              <a:avLst/>
              <a:pathLst>
                <a:path w="35923" h="163261">
                  <a:moveTo>
                    <a:pt x="0" y="0"/>
                  </a:moveTo>
                  <a:lnTo>
                    <a:pt x="35923" y="1632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3087" y="2636969"/>
              <a:ext cx="35923" cy="163261"/>
            </a:xfrm>
            <a:custGeom>
              <a:avLst/>
              <a:pathLst>
                <a:path w="35923" h="163261">
                  <a:moveTo>
                    <a:pt x="0" y="0"/>
                  </a:moveTo>
                  <a:lnTo>
                    <a:pt x="35923" y="1632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3087" y="2636969"/>
              <a:ext cx="35923" cy="163261"/>
            </a:xfrm>
            <a:custGeom>
              <a:avLst/>
              <a:pathLst>
                <a:path w="35923" h="163261">
                  <a:moveTo>
                    <a:pt x="0" y="0"/>
                  </a:moveTo>
                  <a:lnTo>
                    <a:pt x="35923" y="1632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3087" y="2636969"/>
              <a:ext cx="35923" cy="163261"/>
            </a:xfrm>
            <a:custGeom>
              <a:avLst/>
              <a:pathLst>
                <a:path w="35923" h="163261">
                  <a:moveTo>
                    <a:pt x="0" y="0"/>
                  </a:moveTo>
                  <a:lnTo>
                    <a:pt x="35923" y="16326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3087" y="2636969"/>
              <a:ext cx="35923" cy="163261"/>
            </a:xfrm>
            <a:custGeom>
              <a:avLst/>
              <a:pathLst>
                <a:path w="35923" h="163261">
                  <a:moveTo>
                    <a:pt x="0" y="0"/>
                  </a:moveTo>
                  <a:lnTo>
                    <a:pt x="35923" y="16326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3087" y="2636969"/>
              <a:ext cx="35923" cy="163261"/>
            </a:xfrm>
            <a:custGeom>
              <a:avLst/>
              <a:pathLst>
                <a:path w="35923" h="163261">
                  <a:moveTo>
                    <a:pt x="0" y="0"/>
                  </a:moveTo>
                  <a:lnTo>
                    <a:pt x="35923" y="16326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3087" y="2636969"/>
              <a:ext cx="35923" cy="163261"/>
            </a:xfrm>
            <a:custGeom>
              <a:avLst/>
              <a:pathLst>
                <a:path w="35923" h="163261">
                  <a:moveTo>
                    <a:pt x="0" y="0"/>
                  </a:moveTo>
                  <a:lnTo>
                    <a:pt x="35923" y="16326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3087" y="2636969"/>
              <a:ext cx="35923" cy="163261"/>
            </a:xfrm>
            <a:custGeom>
              <a:avLst/>
              <a:pathLst>
                <a:path w="35923" h="163261">
                  <a:moveTo>
                    <a:pt x="0" y="0"/>
                  </a:moveTo>
                  <a:lnTo>
                    <a:pt x="35923" y="1632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3087" y="2636969"/>
              <a:ext cx="35923" cy="163261"/>
            </a:xfrm>
            <a:custGeom>
              <a:avLst/>
              <a:pathLst>
                <a:path w="35923" h="163261">
                  <a:moveTo>
                    <a:pt x="0" y="0"/>
                  </a:moveTo>
                  <a:lnTo>
                    <a:pt x="35923" y="1632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3087" y="2636969"/>
              <a:ext cx="35923" cy="163261"/>
            </a:xfrm>
            <a:custGeom>
              <a:avLst/>
              <a:pathLst>
                <a:path w="35923" h="163261">
                  <a:moveTo>
                    <a:pt x="0" y="0"/>
                  </a:moveTo>
                  <a:lnTo>
                    <a:pt x="35923" y="1632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3087" y="2636969"/>
              <a:ext cx="35923" cy="163261"/>
            </a:xfrm>
            <a:custGeom>
              <a:avLst/>
              <a:pathLst>
                <a:path w="35923" h="163261">
                  <a:moveTo>
                    <a:pt x="0" y="0"/>
                  </a:moveTo>
                  <a:lnTo>
                    <a:pt x="35923" y="1632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3087" y="2636969"/>
              <a:ext cx="35923" cy="163261"/>
            </a:xfrm>
            <a:custGeom>
              <a:avLst/>
              <a:pathLst>
                <a:path w="35923" h="163261">
                  <a:moveTo>
                    <a:pt x="0" y="0"/>
                  </a:moveTo>
                  <a:lnTo>
                    <a:pt x="35923" y="16326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3087" y="2636969"/>
              <a:ext cx="35923" cy="163261"/>
            </a:xfrm>
            <a:custGeom>
              <a:avLst/>
              <a:pathLst>
                <a:path w="35923" h="163261">
                  <a:moveTo>
                    <a:pt x="0" y="0"/>
                  </a:moveTo>
                  <a:lnTo>
                    <a:pt x="35923" y="1632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3087" y="2636969"/>
              <a:ext cx="35923" cy="163261"/>
            </a:xfrm>
            <a:custGeom>
              <a:avLst/>
              <a:pathLst>
                <a:path w="35923" h="163261">
                  <a:moveTo>
                    <a:pt x="0" y="0"/>
                  </a:moveTo>
                  <a:lnTo>
                    <a:pt x="35923" y="1632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3087" y="2636969"/>
              <a:ext cx="35923" cy="163261"/>
            </a:xfrm>
            <a:custGeom>
              <a:avLst/>
              <a:pathLst>
                <a:path w="35923" h="163261">
                  <a:moveTo>
                    <a:pt x="0" y="0"/>
                  </a:moveTo>
                  <a:lnTo>
                    <a:pt x="35923" y="16326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3087" y="2636969"/>
              <a:ext cx="35923" cy="163261"/>
            </a:xfrm>
            <a:custGeom>
              <a:avLst/>
              <a:pathLst>
                <a:path w="35923" h="163261">
                  <a:moveTo>
                    <a:pt x="0" y="0"/>
                  </a:moveTo>
                  <a:lnTo>
                    <a:pt x="35923" y="1632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3087" y="2636969"/>
              <a:ext cx="35923" cy="163261"/>
            </a:xfrm>
            <a:custGeom>
              <a:avLst/>
              <a:pathLst>
                <a:path w="35923" h="163261">
                  <a:moveTo>
                    <a:pt x="0" y="0"/>
                  </a:moveTo>
                  <a:lnTo>
                    <a:pt x="35923" y="1632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3087" y="2636969"/>
              <a:ext cx="35923" cy="163261"/>
            </a:xfrm>
            <a:custGeom>
              <a:avLst/>
              <a:pathLst>
                <a:path w="35923" h="163261">
                  <a:moveTo>
                    <a:pt x="0" y="0"/>
                  </a:moveTo>
                  <a:lnTo>
                    <a:pt x="35923" y="1632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3087" y="2636969"/>
              <a:ext cx="35923" cy="163261"/>
            </a:xfrm>
            <a:custGeom>
              <a:avLst/>
              <a:pathLst>
                <a:path w="35923" h="163261">
                  <a:moveTo>
                    <a:pt x="0" y="0"/>
                  </a:moveTo>
                  <a:lnTo>
                    <a:pt x="35923" y="1632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83087" y="2636969"/>
              <a:ext cx="35923" cy="163261"/>
            </a:xfrm>
            <a:custGeom>
              <a:avLst/>
              <a:pathLst>
                <a:path w="35923" h="163261">
                  <a:moveTo>
                    <a:pt x="0" y="0"/>
                  </a:moveTo>
                  <a:lnTo>
                    <a:pt x="35923" y="1632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883087" y="2636969"/>
              <a:ext cx="35923" cy="163261"/>
            </a:xfrm>
            <a:custGeom>
              <a:avLst/>
              <a:pathLst>
                <a:path w="35923" h="163261">
                  <a:moveTo>
                    <a:pt x="0" y="0"/>
                  </a:moveTo>
                  <a:lnTo>
                    <a:pt x="35923" y="1632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51846" y="2636969"/>
              <a:ext cx="334328" cy="330410"/>
            </a:xfrm>
            <a:custGeom>
              <a:avLst/>
              <a:pathLst>
                <a:path w="334328" h="330410">
                  <a:moveTo>
                    <a:pt x="131241" y="0"/>
                  </a:moveTo>
                  <a:lnTo>
                    <a:pt x="126099" y="1217"/>
                  </a:lnTo>
                  <a:lnTo>
                    <a:pt x="120997" y="2595"/>
                  </a:lnTo>
                  <a:lnTo>
                    <a:pt x="115942" y="4135"/>
                  </a:lnTo>
                  <a:lnTo>
                    <a:pt x="110939" y="5833"/>
                  </a:lnTo>
                  <a:lnTo>
                    <a:pt x="105991" y="7689"/>
                  </a:lnTo>
                  <a:lnTo>
                    <a:pt x="101104" y="9700"/>
                  </a:lnTo>
                  <a:lnTo>
                    <a:pt x="96284" y="11865"/>
                  </a:lnTo>
                  <a:lnTo>
                    <a:pt x="91534" y="14181"/>
                  </a:lnTo>
                  <a:lnTo>
                    <a:pt x="86860" y="16646"/>
                  </a:lnTo>
                  <a:lnTo>
                    <a:pt x="82266" y="19257"/>
                  </a:lnTo>
                  <a:lnTo>
                    <a:pt x="77757" y="22013"/>
                  </a:lnTo>
                  <a:lnTo>
                    <a:pt x="73337" y="24909"/>
                  </a:lnTo>
                  <a:lnTo>
                    <a:pt x="69011" y="27944"/>
                  </a:lnTo>
                  <a:lnTo>
                    <a:pt x="64783" y="31114"/>
                  </a:lnTo>
                  <a:lnTo>
                    <a:pt x="60658" y="34416"/>
                  </a:lnTo>
                  <a:lnTo>
                    <a:pt x="56638" y="37847"/>
                  </a:lnTo>
                  <a:lnTo>
                    <a:pt x="52730" y="41403"/>
                  </a:lnTo>
                  <a:lnTo>
                    <a:pt x="48935" y="45080"/>
                  </a:lnTo>
                  <a:lnTo>
                    <a:pt x="45259" y="48876"/>
                  </a:lnTo>
                  <a:lnTo>
                    <a:pt x="41705" y="52786"/>
                  </a:lnTo>
                  <a:lnTo>
                    <a:pt x="38276" y="56807"/>
                  </a:lnTo>
                  <a:lnTo>
                    <a:pt x="34975" y="60934"/>
                  </a:lnTo>
                  <a:lnTo>
                    <a:pt x="31807" y="65163"/>
                  </a:lnTo>
                  <a:lnTo>
                    <a:pt x="28774" y="69490"/>
                  </a:lnTo>
                  <a:lnTo>
                    <a:pt x="25879" y="73911"/>
                  </a:lnTo>
                  <a:lnTo>
                    <a:pt x="23126" y="78422"/>
                  </a:lnTo>
                  <a:lnTo>
                    <a:pt x="20516" y="83017"/>
                  </a:lnTo>
                  <a:lnTo>
                    <a:pt x="18053" y="87692"/>
                  </a:lnTo>
                  <a:lnTo>
                    <a:pt x="15739" y="92442"/>
                  </a:lnTo>
                  <a:lnTo>
                    <a:pt x="13577" y="97264"/>
                  </a:lnTo>
                  <a:lnTo>
                    <a:pt x="11568" y="102151"/>
                  </a:lnTo>
                  <a:lnTo>
                    <a:pt x="9714" y="107100"/>
                  </a:lnTo>
                  <a:lnTo>
                    <a:pt x="8017" y="112104"/>
                  </a:lnTo>
                  <a:lnTo>
                    <a:pt x="6480" y="117160"/>
                  </a:lnTo>
                  <a:lnTo>
                    <a:pt x="5103" y="122262"/>
                  </a:lnTo>
                  <a:lnTo>
                    <a:pt x="3888" y="127404"/>
                  </a:lnTo>
                  <a:lnTo>
                    <a:pt x="2836" y="132583"/>
                  </a:lnTo>
                  <a:lnTo>
                    <a:pt x="1949" y="137792"/>
                  </a:lnTo>
                  <a:lnTo>
                    <a:pt x="1226" y="143027"/>
                  </a:lnTo>
                  <a:lnTo>
                    <a:pt x="670" y="148282"/>
                  </a:lnTo>
                  <a:lnTo>
                    <a:pt x="280" y="153552"/>
                  </a:lnTo>
                  <a:lnTo>
                    <a:pt x="56" y="158831"/>
                  </a:lnTo>
                  <a:lnTo>
                    <a:pt x="0" y="164115"/>
                  </a:lnTo>
                  <a:lnTo>
                    <a:pt x="110" y="169398"/>
                  </a:lnTo>
                  <a:lnTo>
                    <a:pt x="387" y="174675"/>
                  </a:lnTo>
                  <a:lnTo>
                    <a:pt x="832" y="179941"/>
                  </a:lnTo>
                  <a:lnTo>
                    <a:pt x="1442" y="185190"/>
                  </a:lnTo>
                  <a:lnTo>
                    <a:pt x="2218" y="190417"/>
                  </a:lnTo>
                  <a:lnTo>
                    <a:pt x="3158" y="195617"/>
                  </a:lnTo>
                  <a:lnTo>
                    <a:pt x="4263" y="200784"/>
                  </a:lnTo>
                  <a:lnTo>
                    <a:pt x="5530" y="205914"/>
                  </a:lnTo>
                  <a:lnTo>
                    <a:pt x="6959" y="211002"/>
                  </a:lnTo>
                  <a:lnTo>
                    <a:pt x="8548" y="216041"/>
                  </a:lnTo>
                  <a:lnTo>
                    <a:pt x="10296" y="221028"/>
                  </a:lnTo>
                  <a:lnTo>
                    <a:pt x="12200" y="225958"/>
                  </a:lnTo>
                  <a:lnTo>
                    <a:pt x="14259" y="230824"/>
                  </a:lnTo>
                  <a:lnTo>
                    <a:pt x="16471" y="235623"/>
                  </a:lnTo>
                  <a:lnTo>
                    <a:pt x="18833" y="240350"/>
                  </a:lnTo>
                  <a:lnTo>
                    <a:pt x="21344" y="245000"/>
                  </a:lnTo>
                  <a:lnTo>
                    <a:pt x="24000" y="249568"/>
                  </a:lnTo>
                  <a:lnTo>
                    <a:pt x="26800" y="254050"/>
                  </a:lnTo>
                  <a:lnTo>
                    <a:pt x="29739" y="258441"/>
                  </a:lnTo>
                  <a:lnTo>
                    <a:pt x="32816" y="262737"/>
                  </a:lnTo>
                  <a:lnTo>
                    <a:pt x="36027" y="266934"/>
                  </a:lnTo>
                  <a:lnTo>
                    <a:pt x="39370" y="271027"/>
                  </a:lnTo>
                  <a:lnTo>
                    <a:pt x="42840" y="275012"/>
                  </a:lnTo>
                  <a:lnTo>
                    <a:pt x="46434" y="278886"/>
                  </a:lnTo>
                  <a:lnTo>
                    <a:pt x="50149" y="282644"/>
                  </a:lnTo>
                  <a:lnTo>
                    <a:pt x="53980" y="286283"/>
                  </a:lnTo>
                  <a:lnTo>
                    <a:pt x="57925" y="289799"/>
                  </a:lnTo>
                  <a:lnTo>
                    <a:pt x="61979" y="293188"/>
                  </a:lnTo>
                  <a:lnTo>
                    <a:pt x="66138" y="296448"/>
                  </a:lnTo>
                  <a:lnTo>
                    <a:pt x="70398" y="299574"/>
                  </a:lnTo>
                  <a:lnTo>
                    <a:pt x="74755" y="302565"/>
                  </a:lnTo>
                  <a:lnTo>
                    <a:pt x="79204" y="305416"/>
                  </a:lnTo>
                  <a:lnTo>
                    <a:pt x="83741" y="308125"/>
                  </a:lnTo>
                  <a:lnTo>
                    <a:pt x="88362" y="310689"/>
                  </a:lnTo>
                  <a:lnTo>
                    <a:pt x="93061" y="313106"/>
                  </a:lnTo>
                  <a:lnTo>
                    <a:pt x="97834" y="315374"/>
                  </a:lnTo>
                  <a:lnTo>
                    <a:pt x="102676" y="317489"/>
                  </a:lnTo>
                  <a:lnTo>
                    <a:pt x="107583" y="319450"/>
                  </a:lnTo>
                  <a:lnTo>
                    <a:pt x="112549" y="321255"/>
                  </a:lnTo>
                  <a:lnTo>
                    <a:pt x="117570" y="322903"/>
                  </a:lnTo>
                  <a:lnTo>
                    <a:pt x="122641" y="324390"/>
                  </a:lnTo>
                  <a:lnTo>
                    <a:pt x="127756" y="325717"/>
                  </a:lnTo>
                  <a:lnTo>
                    <a:pt x="132910" y="326882"/>
                  </a:lnTo>
                  <a:lnTo>
                    <a:pt x="138099" y="327883"/>
                  </a:lnTo>
                  <a:lnTo>
                    <a:pt x="143317" y="328719"/>
                  </a:lnTo>
                  <a:lnTo>
                    <a:pt x="148558" y="329390"/>
                  </a:lnTo>
                  <a:lnTo>
                    <a:pt x="153818" y="329895"/>
                  </a:lnTo>
                  <a:lnTo>
                    <a:pt x="159092" y="330234"/>
                  </a:lnTo>
                  <a:lnTo>
                    <a:pt x="164373" y="330405"/>
                  </a:lnTo>
                  <a:lnTo>
                    <a:pt x="169657" y="330410"/>
                  </a:lnTo>
                  <a:lnTo>
                    <a:pt x="174939" y="330248"/>
                  </a:lnTo>
                  <a:lnTo>
                    <a:pt x="180213" y="329919"/>
                  </a:lnTo>
                  <a:lnTo>
                    <a:pt x="185474" y="329423"/>
                  </a:lnTo>
                  <a:lnTo>
                    <a:pt x="190717" y="328761"/>
                  </a:lnTo>
                  <a:lnTo>
                    <a:pt x="195936" y="327934"/>
                  </a:lnTo>
                  <a:lnTo>
                    <a:pt x="201126" y="326943"/>
                  </a:lnTo>
                  <a:lnTo>
                    <a:pt x="206283" y="325787"/>
                  </a:lnTo>
                  <a:lnTo>
                    <a:pt x="211400" y="324470"/>
                  </a:lnTo>
                  <a:lnTo>
                    <a:pt x="216473" y="322991"/>
                  </a:lnTo>
                  <a:lnTo>
                    <a:pt x="221497" y="321353"/>
                  </a:lnTo>
                  <a:lnTo>
                    <a:pt x="226467" y="319557"/>
                  </a:lnTo>
                  <a:lnTo>
                    <a:pt x="231377" y="317604"/>
                  </a:lnTo>
                  <a:lnTo>
                    <a:pt x="236224" y="315497"/>
                  </a:lnTo>
                  <a:lnTo>
                    <a:pt x="241001" y="313239"/>
                  </a:lnTo>
                  <a:lnTo>
                    <a:pt x="245704" y="310830"/>
                  </a:lnTo>
                  <a:lnTo>
                    <a:pt x="250329" y="308274"/>
                  </a:lnTo>
                  <a:lnTo>
                    <a:pt x="254871" y="305573"/>
                  </a:lnTo>
                  <a:lnTo>
                    <a:pt x="259325" y="302730"/>
                  </a:lnTo>
                  <a:lnTo>
                    <a:pt x="263687" y="299747"/>
                  </a:lnTo>
                  <a:lnTo>
                    <a:pt x="267953" y="296628"/>
                  </a:lnTo>
                  <a:lnTo>
                    <a:pt x="272118" y="293376"/>
                  </a:lnTo>
                  <a:lnTo>
                    <a:pt x="276178" y="289994"/>
                  </a:lnTo>
                  <a:lnTo>
                    <a:pt x="280129" y="286485"/>
                  </a:lnTo>
                  <a:lnTo>
                    <a:pt x="283967" y="282853"/>
                  </a:lnTo>
                  <a:lnTo>
                    <a:pt x="287689" y="279101"/>
                  </a:lnTo>
                  <a:lnTo>
                    <a:pt x="291290" y="275234"/>
                  </a:lnTo>
                  <a:lnTo>
                    <a:pt x="294767" y="271255"/>
                  </a:lnTo>
                  <a:lnTo>
                    <a:pt x="298117" y="267168"/>
                  </a:lnTo>
                  <a:lnTo>
                    <a:pt x="301335" y="262977"/>
                  </a:lnTo>
                  <a:lnTo>
                    <a:pt x="304420" y="258687"/>
                  </a:lnTo>
                  <a:lnTo>
                    <a:pt x="307367" y="254301"/>
                  </a:lnTo>
                  <a:lnTo>
                    <a:pt x="310175" y="249824"/>
                  </a:lnTo>
                  <a:lnTo>
                    <a:pt x="312839" y="245261"/>
                  </a:lnTo>
                  <a:lnTo>
                    <a:pt x="315358" y="240615"/>
                  </a:lnTo>
                  <a:lnTo>
                    <a:pt x="317729" y="235893"/>
                  </a:lnTo>
                  <a:lnTo>
                    <a:pt x="319950" y="231098"/>
                  </a:lnTo>
                  <a:lnTo>
                    <a:pt x="322017" y="226235"/>
                  </a:lnTo>
                  <a:lnTo>
                    <a:pt x="323930" y="221309"/>
                  </a:lnTo>
                  <a:lnTo>
                    <a:pt x="325687" y="216325"/>
                  </a:lnTo>
                  <a:lnTo>
                    <a:pt x="327285" y="211288"/>
                  </a:lnTo>
                  <a:lnTo>
                    <a:pt x="328723" y="206203"/>
                  </a:lnTo>
                  <a:lnTo>
                    <a:pt x="329999" y="201075"/>
                  </a:lnTo>
                  <a:lnTo>
                    <a:pt x="331113" y="195910"/>
                  </a:lnTo>
                  <a:lnTo>
                    <a:pt x="332063" y="190712"/>
                  </a:lnTo>
                  <a:lnTo>
                    <a:pt x="332848" y="185486"/>
                  </a:lnTo>
                  <a:lnTo>
                    <a:pt x="333468" y="180238"/>
                  </a:lnTo>
                  <a:lnTo>
                    <a:pt x="333921" y="174974"/>
                  </a:lnTo>
                  <a:lnTo>
                    <a:pt x="334208" y="169697"/>
                  </a:lnTo>
                  <a:lnTo>
                    <a:pt x="334328" y="164414"/>
                  </a:lnTo>
                  <a:lnTo>
                    <a:pt x="334281" y="159130"/>
                  </a:lnTo>
                  <a:lnTo>
                    <a:pt x="334067" y="153850"/>
                  </a:lnTo>
                  <a:lnTo>
                    <a:pt x="333686" y="148580"/>
                  </a:lnTo>
                  <a:lnTo>
                    <a:pt x="333139" y="143324"/>
                  </a:lnTo>
                  <a:lnTo>
                    <a:pt x="332426" y="138088"/>
                  </a:lnTo>
                  <a:lnTo>
                    <a:pt x="331548" y="132877"/>
                  </a:lnTo>
                  <a:lnTo>
                    <a:pt x="330505" y="127697"/>
                  </a:lnTo>
                  <a:lnTo>
                    <a:pt x="329300" y="122552"/>
                  </a:lnTo>
                  <a:lnTo>
                    <a:pt x="327932" y="117447"/>
                  </a:lnTo>
                  <a:lnTo>
                    <a:pt x="326403" y="112389"/>
                  </a:lnTo>
                  <a:lnTo>
                    <a:pt x="324716" y="107381"/>
                  </a:lnTo>
                  <a:lnTo>
                    <a:pt x="322871" y="102430"/>
                  </a:lnTo>
                  <a:lnTo>
                    <a:pt x="320871" y="97539"/>
                  </a:lnTo>
                  <a:lnTo>
                    <a:pt x="318717" y="92713"/>
                  </a:lnTo>
                  <a:lnTo>
                    <a:pt x="316411" y="87959"/>
                  </a:lnTo>
                  <a:lnTo>
                    <a:pt x="313956" y="83279"/>
                  </a:lnTo>
                  <a:lnTo>
                    <a:pt x="311355" y="78679"/>
                  </a:lnTo>
                  <a:lnTo>
                    <a:pt x="308610" y="74164"/>
                  </a:lnTo>
                  <a:lnTo>
                    <a:pt x="305723" y="69738"/>
                  </a:lnTo>
                  <a:lnTo>
                    <a:pt x="302698" y="65405"/>
                  </a:lnTo>
                  <a:lnTo>
                    <a:pt x="299537" y="61171"/>
                  </a:lnTo>
                  <a:lnTo>
                    <a:pt x="296244" y="57038"/>
                  </a:lnTo>
                  <a:lnTo>
                    <a:pt x="292822" y="53011"/>
                  </a:lnTo>
                  <a:lnTo>
                    <a:pt x="289275" y="49094"/>
                  </a:lnTo>
                  <a:lnTo>
                    <a:pt x="285605" y="45292"/>
                  </a:lnTo>
                  <a:lnTo>
                    <a:pt x="281818" y="41607"/>
                  </a:lnTo>
                  <a:lnTo>
                    <a:pt x="277915" y="38044"/>
                  </a:lnTo>
                  <a:lnTo>
                    <a:pt x="273902" y="34607"/>
                  </a:lnTo>
                  <a:lnTo>
                    <a:pt x="269783" y="31297"/>
                  </a:lnTo>
                  <a:lnTo>
                    <a:pt x="265560" y="28120"/>
                  </a:lnTo>
                  <a:lnTo>
                    <a:pt x="261240" y="25077"/>
                  </a:lnTo>
                  <a:lnTo>
                    <a:pt x="256825" y="22173"/>
                  </a:lnTo>
                  <a:lnTo>
                    <a:pt x="252321" y="19409"/>
                  </a:lnTo>
                  <a:lnTo>
                    <a:pt x="247732" y="16790"/>
                  </a:lnTo>
                  <a:lnTo>
                    <a:pt x="243062" y="14317"/>
                  </a:lnTo>
                  <a:lnTo>
                    <a:pt x="238317" y="11992"/>
                  </a:lnTo>
                  <a:lnTo>
                    <a:pt x="167165" y="1632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19011" y="2633064"/>
              <a:ext cx="71151" cy="167167"/>
            </a:xfrm>
            <a:custGeom>
              <a:avLst/>
              <a:pathLst>
                <a:path w="71151" h="167167">
                  <a:moveTo>
                    <a:pt x="71151" y="15898"/>
                  </a:moveTo>
                  <a:lnTo>
                    <a:pt x="65562" y="13393"/>
                  </a:lnTo>
                  <a:lnTo>
                    <a:pt x="59886" y="11095"/>
                  </a:lnTo>
                  <a:lnTo>
                    <a:pt x="54129" y="9006"/>
                  </a:lnTo>
                  <a:lnTo>
                    <a:pt x="48299" y="7129"/>
                  </a:lnTo>
                  <a:lnTo>
                    <a:pt x="42404" y="5467"/>
                  </a:lnTo>
                  <a:lnTo>
                    <a:pt x="36453" y="4022"/>
                  </a:lnTo>
                  <a:lnTo>
                    <a:pt x="30452" y="2797"/>
                  </a:lnTo>
                  <a:lnTo>
                    <a:pt x="24411" y="1791"/>
                  </a:lnTo>
                  <a:lnTo>
                    <a:pt x="18337" y="1008"/>
                  </a:lnTo>
                  <a:lnTo>
                    <a:pt x="12238" y="448"/>
                  </a:lnTo>
                  <a:lnTo>
                    <a:pt x="6123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1476" y="2126963"/>
              <a:ext cx="6996" cy="167167"/>
            </a:xfrm>
            <a:custGeom>
              <a:avLst/>
              <a:pathLst>
                <a:path w="6996" h="167167">
                  <a:moveTo>
                    <a:pt x="6996" y="0"/>
                  </a:moveTo>
                  <a:lnTo>
                    <a:pt x="0" y="146"/>
                  </a:lnTo>
                  <a:lnTo>
                    <a:pt x="699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1476" y="2127110"/>
              <a:ext cx="6996" cy="167020"/>
            </a:xfrm>
            <a:custGeom>
              <a:avLst/>
              <a:pathLst>
                <a:path w="6996" h="167020">
                  <a:moveTo>
                    <a:pt x="0" y="0"/>
                  </a:moveTo>
                  <a:lnTo>
                    <a:pt x="6996" y="16702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1476" y="2127110"/>
              <a:ext cx="6996" cy="167020"/>
            </a:xfrm>
            <a:custGeom>
              <a:avLst/>
              <a:pathLst>
                <a:path w="6996" h="167020">
                  <a:moveTo>
                    <a:pt x="0" y="0"/>
                  </a:moveTo>
                  <a:lnTo>
                    <a:pt x="6996" y="16702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1476" y="2127110"/>
              <a:ext cx="6996" cy="167020"/>
            </a:xfrm>
            <a:custGeom>
              <a:avLst/>
              <a:pathLst>
                <a:path w="6996" h="167020">
                  <a:moveTo>
                    <a:pt x="0" y="0"/>
                  </a:moveTo>
                  <a:lnTo>
                    <a:pt x="6996" y="16702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1476" y="2127110"/>
              <a:ext cx="6996" cy="167020"/>
            </a:xfrm>
            <a:custGeom>
              <a:avLst/>
              <a:pathLst>
                <a:path w="6996" h="167020">
                  <a:moveTo>
                    <a:pt x="0" y="0"/>
                  </a:moveTo>
                  <a:lnTo>
                    <a:pt x="6996" y="16702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1476" y="2127110"/>
              <a:ext cx="6996" cy="167020"/>
            </a:xfrm>
            <a:custGeom>
              <a:avLst/>
              <a:pathLst>
                <a:path w="6996" h="167020">
                  <a:moveTo>
                    <a:pt x="0" y="0"/>
                  </a:moveTo>
                  <a:lnTo>
                    <a:pt x="6996" y="16702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1476" y="2127110"/>
              <a:ext cx="6996" cy="167020"/>
            </a:xfrm>
            <a:custGeom>
              <a:avLst/>
              <a:pathLst>
                <a:path w="6996" h="167020">
                  <a:moveTo>
                    <a:pt x="0" y="0"/>
                  </a:moveTo>
                  <a:lnTo>
                    <a:pt x="6996" y="16702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1476" y="2127110"/>
              <a:ext cx="6996" cy="167020"/>
            </a:xfrm>
            <a:custGeom>
              <a:avLst/>
              <a:pathLst>
                <a:path w="6996" h="167020">
                  <a:moveTo>
                    <a:pt x="0" y="0"/>
                  </a:moveTo>
                  <a:lnTo>
                    <a:pt x="6996" y="16702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1476" y="2127110"/>
              <a:ext cx="6996" cy="167020"/>
            </a:xfrm>
            <a:custGeom>
              <a:avLst/>
              <a:pathLst>
                <a:path w="6996" h="167020">
                  <a:moveTo>
                    <a:pt x="0" y="0"/>
                  </a:moveTo>
                  <a:lnTo>
                    <a:pt x="6996" y="16702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1476" y="2127110"/>
              <a:ext cx="6996" cy="167020"/>
            </a:xfrm>
            <a:custGeom>
              <a:avLst/>
              <a:pathLst>
                <a:path w="6996" h="167020">
                  <a:moveTo>
                    <a:pt x="0" y="0"/>
                  </a:moveTo>
                  <a:lnTo>
                    <a:pt x="6996" y="16702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1476" y="2127110"/>
              <a:ext cx="6996" cy="167020"/>
            </a:xfrm>
            <a:custGeom>
              <a:avLst/>
              <a:pathLst>
                <a:path w="6996" h="167020">
                  <a:moveTo>
                    <a:pt x="0" y="0"/>
                  </a:moveTo>
                  <a:lnTo>
                    <a:pt x="6996" y="1670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1476" y="2127110"/>
              <a:ext cx="6996" cy="167020"/>
            </a:xfrm>
            <a:custGeom>
              <a:avLst/>
              <a:pathLst>
                <a:path w="6996" h="167020">
                  <a:moveTo>
                    <a:pt x="0" y="0"/>
                  </a:moveTo>
                  <a:lnTo>
                    <a:pt x="6996" y="1670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1476" y="2127110"/>
              <a:ext cx="6996" cy="167020"/>
            </a:xfrm>
            <a:custGeom>
              <a:avLst/>
              <a:pathLst>
                <a:path w="6996" h="167020">
                  <a:moveTo>
                    <a:pt x="0" y="0"/>
                  </a:moveTo>
                  <a:lnTo>
                    <a:pt x="6996" y="1670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1476" y="2127110"/>
              <a:ext cx="6996" cy="167020"/>
            </a:xfrm>
            <a:custGeom>
              <a:avLst/>
              <a:pathLst>
                <a:path w="6996" h="167020">
                  <a:moveTo>
                    <a:pt x="0" y="0"/>
                  </a:moveTo>
                  <a:lnTo>
                    <a:pt x="6996" y="1670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1476" y="2127110"/>
              <a:ext cx="6996" cy="167020"/>
            </a:xfrm>
            <a:custGeom>
              <a:avLst/>
              <a:pathLst>
                <a:path w="6996" h="167020">
                  <a:moveTo>
                    <a:pt x="0" y="0"/>
                  </a:moveTo>
                  <a:lnTo>
                    <a:pt x="6996" y="16702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1476" y="2127110"/>
              <a:ext cx="6996" cy="167020"/>
            </a:xfrm>
            <a:custGeom>
              <a:avLst/>
              <a:pathLst>
                <a:path w="6996" h="167020">
                  <a:moveTo>
                    <a:pt x="0" y="0"/>
                  </a:moveTo>
                  <a:lnTo>
                    <a:pt x="6996" y="1670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1476" y="2127110"/>
              <a:ext cx="6996" cy="167020"/>
            </a:xfrm>
            <a:custGeom>
              <a:avLst/>
              <a:pathLst>
                <a:path w="6996" h="167020">
                  <a:moveTo>
                    <a:pt x="0" y="0"/>
                  </a:moveTo>
                  <a:lnTo>
                    <a:pt x="6996" y="1670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1476" y="2127110"/>
              <a:ext cx="6996" cy="167020"/>
            </a:xfrm>
            <a:custGeom>
              <a:avLst/>
              <a:pathLst>
                <a:path w="6996" h="167020">
                  <a:moveTo>
                    <a:pt x="0" y="0"/>
                  </a:moveTo>
                  <a:lnTo>
                    <a:pt x="6996" y="16702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1476" y="2127110"/>
              <a:ext cx="6996" cy="167020"/>
            </a:xfrm>
            <a:custGeom>
              <a:avLst/>
              <a:pathLst>
                <a:path w="6996" h="167020">
                  <a:moveTo>
                    <a:pt x="0" y="0"/>
                  </a:moveTo>
                  <a:lnTo>
                    <a:pt x="6996" y="1670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1476" y="2127110"/>
              <a:ext cx="6996" cy="167020"/>
            </a:xfrm>
            <a:custGeom>
              <a:avLst/>
              <a:pathLst>
                <a:path w="6996" h="167020">
                  <a:moveTo>
                    <a:pt x="0" y="0"/>
                  </a:moveTo>
                  <a:lnTo>
                    <a:pt x="6996" y="1670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1476" y="2127110"/>
              <a:ext cx="6996" cy="167020"/>
            </a:xfrm>
            <a:custGeom>
              <a:avLst/>
              <a:pathLst>
                <a:path w="6996" h="167020">
                  <a:moveTo>
                    <a:pt x="0" y="0"/>
                  </a:moveTo>
                  <a:lnTo>
                    <a:pt x="6996" y="1670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1476" y="2127110"/>
              <a:ext cx="6996" cy="167020"/>
            </a:xfrm>
            <a:custGeom>
              <a:avLst/>
              <a:pathLst>
                <a:path w="6996" h="167020">
                  <a:moveTo>
                    <a:pt x="0" y="0"/>
                  </a:moveTo>
                  <a:lnTo>
                    <a:pt x="6996" y="1670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21476" y="2127110"/>
              <a:ext cx="6996" cy="167020"/>
            </a:xfrm>
            <a:custGeom>
              <a:avLst/>
              <a:pathLst>
                <a:path w="6996" h="167020">
                  <a:moveTo>
                    <a:pt x="0" y="0"/>
                  </a:moveTo>
                  <a:lnTo>
                    <a:pt x="6996" y="1670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21476" y="2127110"/>
              <a:ext cx="6996" cy="167020"/>
            </a:xfrm>
            <a:custGeom>
              <a:avLst/>
              <a:pathLst>
                <a:path w="6996" h="167020">
                  <a:moveTo>
                    <a:pt x="0" y="0"/>
                  </a:moveTo>
                  <a:lnTo>
                    <a:pt x="6996" y="1670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561304" y="2127110"/>
              <a:ext cx="330570" cy="334178"/>
            </a:xfrm>
            <a:custGeom>
              <a:avLst/>
              <a:pathLst>
                <a:path w="330570" h="334178">
                  <a:moveTo>
                    <a:pt x="160171" y="0"/>
                  </a:moveTo>
                  <a:lnTo>
                    <a:pt x="154857" y="307"/>
                  </a:lnTo>
                  <a:lnTo>
                    <a:pt x="149556" y="783"/>
                  </a:lnTo>
                  <a:lnTo>
                    <a:pt x="144272" y="1428"/>
                  </a:lnTo>
                  <a:lnTo>
                    <a:pt x="139012" y="2241"/>
                  </a:lnTo>
                  <a:lnTo>
                    <a:pt x="133780" y="3221"/>
                  </a:lnTo>
                  <a:lnTo>
                    <a:pt x="128582" y="4367"/>
                  </a:lnTo>
                  <a:lnTo>
                    <a:pt x="123423" y="5678"/>
                  </a:lnTo>
                  <a:lnTo>
                    <a:pt x="118309" y="7152"/>
                  </a:lnTo>
                  <a:lnTo>
                    <a:pt x="113244" y="8789"/>
                  </a:lnTo>
                  <a:lnTo>
                    <a:pt x="108233" y="10586"/>
                  </a:lnTo>
                  <a:lnTo>
                    <a:pt x="103283" y="12541"/>
                  </a:lnTo>
                  <a:lnTo>
                    <a:pt x="98397" y="14654"/>
                  </a:lnTo>
                  <a:lnTo>
                    <a:pt x="93581" y="16920"/>
                  </a:lnTo>
                  <a:lnTo>
                    <a:pt x="88840" y="19339"/>
                  </a:lnTo>
                  <a:lnTo>
                    <a:pt x="84178" y="21908"/>
                  </a:lnTo>
                  <a:lnTo>
                    <a:pt x="79600" y="24623"/>
                  </a:lnTo>
                  <a:lnTo>
                    <a:pt x="75111" y="27483"/>
                  </a:lnTo>
                  <a:lnTo>
                    <a:pt x="70715" y="30485"/>
                  </a:lnTo>
                  <a:lnTo>
                    <a:pt x="66417" y="33625"/>
                  </a:lnTo>
                  <a:lnTo>
                    <a:pt x="62221" y="36900"/>
                  </a:lnTo>
                  <a:lnTo>
                    <a:pt x="58132" y="40307"/>
                  </a:lnTo>
                  <a:lnTo>
                    <a:pt x="54153" y="43843"/>
                  </a:lnTo>
                  <a:lnTo>
                    <a:pt x="50289" y="47503"/>
                  </a:lnTo>
                  <a:lnTo>
                    <a:pt x="46543" y="51285"/>
                  </a:lnTo>
                  <a:lnTo>
                    <a:pt x="42919" y="55184"/>
                  </a:lnTo>
                  <a:lnTo>
                    <a:pt x="39422" y="59196"/>
                  </a:lnTo>
                  <a:lnTo>
                    <a:pt x="36054" y="63318"/>
                  </a:lnTo>
                  <a:lnTo>
                    <a:pt x="32818" y="67545"/>
                  </a:lnTo>
                  <a:lnTo>
                    <a:pt x="29720" y="71872"/>
                  </a:lnTo>
                  <a:lnTo>
                    <a:pt x="26760" y="76296"/>
                  </a:lnTo>
                  <a:lnTo>
                    <a:pt x="23943" y="80812"/>
                  </a:lnTo>
                  <a:lnTo>
                    <a:pt x="21271" y="85416"/>
                  </a:lnTo>
                  <a:lnTo>
                    <a:pt x="18747" y="90102"/>
                  </a:lnTo>
                  <a:lnTo>
                    <a:pt x="16373" y="94866"/>
                  </a:lnTo>
                  <a:lnTo>
                    <a:pt x="14152" y="99704"/>
                  </a:lnTo>
                  <a:lnTo>
                    <a:pt x="12087" y="104609"/>
                  </a:lnTo>
                  <a:lnTo>
                    <a:pt x="10179" y="109578"/>
                  </a:lnTo>
                  <a:lnTo>
                    <a:pt x="8429" y="114606"/>
                  </a:lnTo>
                  <a:lnTo>
                    <a:pt x="6841" y="119686"/>
                  </a:lnTo>
                  <a:lnTo>
                    <a:pt x="5415" y="124814"/>
                  </a:lnTo>
                  <a:lnTo>
                    <a:pt x="4154" y="129985"/>
                  </a:lnTo>
                  <a:lnTo>
                    <a:pt x="3057" y="135194"/>
                  </a:lnTo>
                  <a:lnTo>
                    <a:pt x="2127" y="140435"/>
                  </a:lnTo>
                  <a:lnTo>
                    <a:pt x="1364" y="145702"/>
                  </a:lnTo>
                  <a:lnTo>
                    <a:pt x="770" y="150992"/>
                  </a:lnTo>
                  <a:lnTo>
                    <a:pt x="344" y="156298"/>
                  </a:lnTo>
                  <a:lnTo>
                    <a:pt x="87" y="161614"/>
                  </a:lnTo>
                  <a:lnTo>
                    <a:pt x="0" y="166936"/>
                  </a:lnTo>
                  <a:lnTo>
                    <a:pt x="82" y="172258"/>
                  </a:lnTo>
                  <a:lnTo>
                    <a:pt x="333" y="177575"/>
                  </a:lnTo>
                  <a:lnTo>
                    <a:pt x="754" y="182881"/>
                  </a:lnTo>
                  <a:lnTo>
                    <a:pt x="1343" y="188171"/>
                  </a:lnTo>
                  <a:lnTo>
                    <a:pt x="2100" y="193440"/>
                  </a:lnTo>
                  <a:lnTo>
                    <a:pt x="3025" y="198682"/>
                  </a:lnTo>
                  <a:lnTo>
                    <a:pt x="4116" y="203891"/>
                  </a:lnTo>
                  <a:lnTo>
                    <a:pt x="5373" y="209064"/>
                  </a:lnTo>
                  <a:lnTo>
                    <a:pt x="6793" y="214194"/>
                  </a:lnTo>
                  <a:lnTo>
                    <a:pt x="8377" y="219275"/>
                  </a:lnTo>
                  <a:lnTo>
                    <a:pt x="10121" y="224304"/>
                  </a:lnTo>
                  <a:lnTo>
                    <a:pt x="12024" y="229275"/>
                  </a:lnTo>
                  <a:lnTo>
                    <a:pt x="14085" y="234183"/>
                  </a:lnTo>
                  <a:lnTo>
                    <a:pt x="16301" y="239022"/>
                  </a:lnTo>
                  <a:lnTo>
                    <a:pt x="18669" y="243789"/>
                  </a:lnTo>
                  <a:lnTo>
                    <a:pt x="21189" y="248478"/>
                  </a:lnTo>
                  <a:lnTo>
                    <a:pt x="23856" y="253084"/>
                  </a:lnTo>
                  <a:lnTo>
                    <a:pt x="26669" y="257603"/>
                  </a:lnTo>
                  <a:lnTo>
                    <a:pt x="29624" y="262030"/>
                  </a:lnTo>
                  <a:lnTo>
                    <a:pt x="32718" y="266361"/>
                  </a:lnTo>
                  <a:lnTo>
                    <a:pt x="35949" y="270591"/>
                  </a:lnTo>
                  <a:lnTo>
                    <a:pt x="39313" y="274716"/>
                  </a:lnTo>
                  <a:lnTo>
                    <a:pt x="42807" y="278732"/>
                  </a:lnTo>
                  <a:lnTo>
                    <a:pt x="46426" y="282635"/>
                  </a:lnTo>
                  <a:lnTo>
                    <a:pt x="50168" y="286420"/>
                  </a:lnTo>
                  <a:lnTo>
                    <a:pt x="54029" y="290084"/>
                  </a:lnTo>
                  <a:lnTo>
                    <a:pt x="58004" y="293624"/>
                  </a:lnTo>
                  <a:lnTo>
                    <a:pt x="62090" y="297035"/>
                  </a:lnTo>
                  <a:lnTo>
                    <a:pt x="66283" y="300315"/>
                  </a:lnTo>
                  <a:lnTo>
                    <a:pt x="70577" y="303459"/>
                  </a:lnTo>
                  <a:lnTo>
                    <a:pt x="74970" y="306465"/>
                  </a:lnTo>
                  <a:lnTo>
                    <a:pt x="79456" y="309329"/>
                  </a:lnTo>
                  <a:lnTo>
                    <a:pt x="84031" y="312050"/>
                  </a:lnTo>
                  <a:lnTo>
                    <a:pt x="88691" y="314623"/>
                  </a:lnTo>
                  <a:lnTo>
                    <a:pt x="93430" y="317046"/>
                  </a:lnTo>
                  <a:lnTo>
                    <a:pt x="98244" y="319318"/>
                  </a:lnTo>
                  <a:lnTo>
                    <a:pt x="103127" y="321435"/>
                  </a:lnTo>
                  <a:lnTo>
                    <a:pt x="108076" y="323396"/>
                  </a:lnTo>
                  <a:lnTo>
                    <a:pt x="113084" y="325198"/>
                  </a:lnTo>
                  <a:lnTo>
                    <a:pt x="118148" y="326839"/>
                  </a:lnTo>
                  <a:lnTo>
                    <a:pt x="123261" y="328319"/>
                  </a:lnTo>
                  <a:lnTo>
                    <a:pt x="128418" y="329635"/>
                  </a:lnTo>
                  <a:lnTo>
                    <a:pt x="133615" y="330786"/>
                  </a:lnTo>
                  <a:lnTo>
                    <a:pt x="138846" y="331771"/>
                  </a:lnTo>
                  <a:lnTo>
                    <a:pt x="144105" y="332590"/>
                  </a:lnTo>
                  <a:lnTo>
                    <a:pt x="149388" y="333240"/>
                  </a:lnTo>
                  <a:lnTo>
                    <a:pt x="154689" y="333722"/>
                  </a:lnTo>
                  <a:lnTo>
                    <a:pt x="160002" y="334034"/>
                  </a:lnTo>
                  <a:lnTo>
                    <a:pt x="165323" y="334178"/>
                  </a:lnTo>
                  <a:lnTo>
                    <a:pt x="170646" y="334152"/>
                  </a:lnTo>
                  <a:lnTo>
                    <a:pt x="175965" y="333956"/>
                  </a:lnTo>
                  <a:lnTo>
                    <a:pt x="181275" y="333591"/>
                  </a:lnTo>
                  <a:lnTo>
                    <a:pt x="186571" y="333058"/>
                  </a:lnTo>
                  <a:lnTo>
                    <a:pt x="191848" y="332356"/>
                  </a:lnTo>
                  <a:lnTo>
                    <a:pt x="197099" y="331486"/>
                  </a:lnTo>
                  <a:lnTo>
                    <a:pt x="202320" y="330450"/>
                  </a:lnTo>
                  <a:lnTo>
                    <a:pt x="207505" y="329248"/>
                  </a:lnTo>
                  <a:lnTo>
                    <a:pt x="212649" y="327882"/>
                  </a:lnTo>
                  <a:lnTo>
                    <a:pt x="217748" y="326352"/>
                  </a:lnTo>
                  <a:lnTo>
                    <a:pt x="222795" y="324661"/>
                  </a:lnTo>
                  <a:lnTo>
                    <a:pt x="227785" y="322810"/>
                  </a:lnTo>
                  <a:lnTo>
                    <a:pt x="232714" y="320801"/>
                  </a:lnTo>
                  <a:lnTo>
                    <a:pt x="237577" y="318636"/>
                  </a:lnTo>
                  <a:lnTo>
                    <a:pt x="242368" y="316318"/>
                  </a:lnTo>
                  <a:lnTo>
                    <a:pt x="247083" y="313848"/>
                  </a:lnTo>
                  <a:lnTo>
                    <a:pt x="251717" y="311229"/>
                  </a:lnTo>
                  <a:lnTo>
                    <a:pt x="256266" y="308464"/>
                  </a:lnTo>
                  <a:lnTo>
                    <a:pt x="260724" y="305556"/>
                  </a:lnTo>
                  <a:lnTo>
                    <a:pt x="265087" y="302507"/>
                  </a:lnTo>
                  <a:lnTo>
                    <a:pt x="269351" y="299321"/>
                  </a:lnTo>
                  <a:lnTo>
                    <a:pt x="273511" y="296001"/>
                  </a:lnTo>
                  <a:lnTo>
                    <a:pt x="277563" y="292550"/>
                  </a:lnTo>
                  <a:lnTo>
                    <a:pt x="281504" y="288971"/>
                  </a:lnTo>
                  <a:lnTo>
                    <a:pt x="285328" y="285269"/>
                  </a:lnTo>
                  <a:lnTo>
                    <a:pt x="289033" y="281448"/>
                  </a:lnTo>
                  <a:lnTo>
                    <a:pt x="292614" y="277510"/>
                  </a:lnTo>
                  <a:lnTo>
                    <a:pt x="296068" y="273460"/>
                  </a:lnTo>
                  <a:lnTo>
                    <a:pt x="299392" y="269302"/>
                  </a:lnTo>
                  <a:lnTo>
                    <a:pt x="302581" y="265041"/>
                  </a:lnTo>
                  <a:lnTo>
                    <a:pt x="305633" y="260680"/>
                  </a:lnTo>
                  <a:lnTo>
                    <a:pt x="308545" y="256224"/>
                  </a:lnTo>
                  <a:lnTo>
                    <a:pt x="311313" y="251678"/>
                  </a:lnTo>
                  <a:lnTo>
                    <a:pt x="313935" y="247046"/>
                  </a:lnTo>
                  <a:lnTo>
                    <a:pt x="316409" y="242332"/>
                  </a:lnTo>
                  <a:lnTo>
                    <a:pt x="318731" y="237543"/>
                  </a:lnTo>
                  <a:lnTo>
                    <a:pt x="320899" y="232682"/>
                  </a:lnTo>
                  <a:lnTo>
                    <a:pt x="322912" y="227754"/>
                  </a:lnTo>
                  <a:lnTo>
                    <a:pt x="324766" y="222765"/>
                  </a:lnTo>
                  <a:lnTo>
                    <a:pt x="326461" y="217719"/>
                  </a:lnTo>
                  <a:lnTo>
                    <a:pt x="327994" y="212622"/>
                  </a:lnTo>
                  <a:lnTo>
                    <a:pt x="329365" y="207479"/>
                  </a:lnTo>
                  <a:lnTo>
                    <a:pt x="330570" y="202294"/>
                  </a:lnTo>
                  <a:lnTo>
                    <a:pt x="167167" y="1670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28472" y="2126963"/>
              <a:ext cx="167150" cy="202441"/>
            </a:xfrm>
            <a:custGeom>
              <a:avLst/>
              <a:pathLst>
                <a:path w="167150" h="202441">
                  <a:moveTo>
                    <a:pt x="163403" y="202441"/>
                  </a:moveTo>
                  <a:lnTo>
                    <a:pt x="164461" y="197125"/>
                  </a:lnTo>
                  <a:lnTo>
                    <a:pt x="165345" y="191777"/>
                  </a:lnTo>
                  <a:lnTo>
                    <a:pt x="166056" y="186404"/>
                  </a:lnTo>
                  <a:lnTo>
                    <a:pt x="166593" y="181010"/>
                  </a:lnTo>
                  <a:lnTo>
                    <a:pt x="166954" y="175602"/>
                  </a:lnTo>
                  <a:lnTo>
                    <a:pt x="167140" y="170185"/>
                  </a:lnTo>
                  <a:lnTo>
                    <a:pt x="167150" y="164765"/>
                  </a:lnTo>
                  <a:lnTo>
                    <a:pt x="166984" y="159347"/>
                  </a:lnTo>
                  <a:lnTo>
                    <a:pt x="166643" y="153937"/>
                  </a:lnTo>
                  <a:lnTo>
                    <a:pt x="166126" y="148542"/>
                  </a:lnTo>
                  <a:lnTo>
                    <a:pt x="165435" y="143166"/>
                  </a:lnTo>
                  <a:lnTo>
                    <a:pt x="164570" y="137815"/>
                  </a:lnTo>
                  <a:lnTo>
                    <a:pt x="163532" y="132495"/>
                  </a:lnTo>
                  <a:lnTo>
                    <a:pt x="162322" y="127212"/>
                  </a:lnTo>
                  <a:lnTo>
                    <a:pt x="160941" y="121970"/>
                  </a:lnTo>
                  <a:lnTo>
                    <a:pt x="159391" y="116776"/>
                  </a:lnTo>
                  <a:lnTo>
                    <a:pt x="157674" y="111635"/>
                  </a:lnTo>
                  <a:lnTo>
                    <a:pt x="155791" y="106553"/>
                  </a:lnTo>
                  <a:lnTo>
                    <a:pt x="153744" y="101534"/>
                  </a:lnTo>
                  <a:lnTo>
                    <a:pt x="151535" y="96584"/>
                  </a:lnTo>
                  <a:lnTo>
                    <a:pt x="149167" y="91708"/>
                  </a:lnTo>
                  <a:lnTo>
                    <a:pt x="146642" y="86912"/>
                  </a:lnTo>
                  <a:lnTo>
                    <a:pt x="143963" y="82200"/>
                  </a:lnTo>
                  <a:lnTo>
                    <a:pt x="141133" y="77577"/>
                  </a:lnTo>
                  <a:lnTo>
                    <a:pt x="138154" y="73049"/>
                  </a:lnTo>
                  <a:lnTo>
                    <a:pt x="135030" y="68619"/>
                  </a:lnTo>
                  <a:lnTo>
                    <a:pt x="131765" y="64294"/>
                  </a:lnTo>
                  <a:lnTo>
                    <a:pt x="128360" y="60076"/>
                  </a:lnTo>
                  <a:lnTo>
                    <a:pt x="124821" y="55971"/>
                  </a:lnTo>
                  <a:lnTo>
                    <a:pt x="121150" y="51983"/>
                  </a:lnTo>
                  <a:lnTo>
                    <a:pt x="117352" y="48115"/>
                  </a:lnTo>
                  <a:lnTo>
                    <a:pt x="113431" y="44373"/>
                  </a:lnTo>
                  <a:lnTo>
                    <a:pt x="109390" y="40761"/>
                  </a:lnTo>
                  <a:lnTo>
                    <a:pt x="105235" y="37281"/>
                  </a:lnTo>
                  <a:lnTo>
                    <a:pt x="100969" y="33937"/>
                  </a:lnTo>
                  <a:lnTo>
                    <a:pt x="96596" y="30734"/>
                  </a:lnTo>
                  <a:lnTo>
                    <a:pt x="92122" y="27674"/>
                  </a:lnTo>
                  <a:lnTo>
                    <a:pt x="87552" y="24761"/>
                  </a:lnTo>
                  <a:lnTo>
                    <a:pt x="82889" y="21997"/>
                  </a:lnTo>
                  <a:lnTo>
                    <a:pt x="78139" y="19386"/>
                  </a:lnTo>
                  <a:lnTo>
                    <a:pt x="73307" y="16930"/>
                  </a:lnTo>
                  <a:lnTo>
                    <a:pt x="68397" y="14633"/>
                  </a:lnTo>
                  <a:lnTo>
                    <a:pt x="63416" y="12496"/>
                  </a:lnTo>
                  <a:lnTo>
                    <a:pt x="58369" y="10521"/>
                  </a:lnTo>
                  <a:lnTo>
                    <a:pt x="53260" y="8711"/>
                  </a:lnTo>
                  <a:lnTo>
                    <a:pt x="48094" y="7067"/>
                  </a:lnTo>
                  <a:lnTo>
                    <a:pt x="42879" y="5592"/>
                  </a:lnTo>
                  <a:lnTo>
                    <a:pt x="37618" y="4287"/>
                  </a:lnTo>
                  <a:lnTo>
                    <a:pt x="32318" y="3153"/>
                  </a:lnTo>
                  <a:lnTo>
                    <a:pt x="26983" y="2192"/>
                  </a:lnTo>
                  <a:lnTo>
                    <a:pt x="21621" y="1404"/>
                  </a:lnTo>
                  <a:lnTo>
                    <a:pt x="16235" y="790"/>
                  </a:lnTo>
                  <a:lnTo>
                    <a:pt x="10833" y="351"/>
                  </a:lnTo>
                  <a:lnTo>
                    <a:pt x="5419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09648" y="1681503"/>
              <a:ext cx="13586" cy="167167"/>
            </a:xfrm>
            <a:custGeom>
              <a:avLst/>
              <a:pathLst>
                <a:path w="13586" h="167167">
                  <a:moveTo>
                    <a:pt x="13586" y="0"/>
                  </a:moveTo>
                  <a:lnTo>
                    <a:pt x="0" y="553"/>
                  </a:lnTo>
                  <a:lnTo>
                    <a:pt x="13586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09648" y="1682056"/>
              <a:ext cx="13586" cy="166614"/>
            </a:xfrm>
            <a:custGeom>
              <a:avLst/>
              <a:pathLst>
                <a:path w="13586" h="166614">
                  <a:moveTo>
                    <a:pt x="0" y="0"/>
                  </a:moveTo>
                  <a:lnTo>
                    <a:pt x="13586" y="1666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09648" y="1682056"/>
              <a:ext cx="13586" cy="166614"/>
            </a:xfrm>
            <a:custGeom>
              <a:avLst/>
              <a:pathLst>
                <a:path w="13586" h="166614">
                  <a:moveTo>
                    <a:pt x="0" y="0"/>
                  </a:moveTo>
                  <a:lnTo>
                    <a:pt x="13586" y="1666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09648" y="1682056"/>
              <a:ext cx="13586" cy="166614"/>
            </a:xfrm>
            <a:custGeom>
              <a:avLst/>
              <a:pathLst>
                <a:path w="13586" h="166614">
                  <a:moveTo>
                    <a:pt x="0" y="0"/>
                  </a:moveTo>
                  <a:lnTo>
                    <a:pt x="13586" y="1666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09648" y="1682056"/>
              <a:ext cx="13586" cy="166614"/>
            </a:xfrm>
            <a:custGeom>
              <a:avLst/>
              <a:pathLst>
                <a:path w="13586" h="166614">
                  <a:moveTo>
                    <a:pt x="0" y="0"/>
                  </a:moveTo>
                  <a:lnTo>
                    <a:pt x="13586" y="1666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09648" y="1682056"/>
              <a:ext cx="13586" cy="166614"/>
            </a:xfrm>
            <a:custGeom>
              <a:avLst/>
              <a:pathLst>
                <a:path w="13586" h="166614">
                  <a:moveTo>
                    <a:pt x="0" y="0"/>
                  </a:moveTo>
                  <a:lnTo>
                    <a:pt x="13586" y="1666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09648" y="1682056"/>
              <a:ext cx="13586" cy="166614"/>
            </a:xfrm>
            <a:custGeom>
              <a:avLst/>
              <a:pathLst>
                <a:path w="13586" h="166614">
                  <a:moveTo>
                    <a:pt x="0" y="0"/>
                  </a:moveTo>
                  <a:lnTo>
                    <a:pt x="13586" y="1666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09648" y="1682056"/>
              <a:ext cx="13586" cy="166614"/>
            </a:xfrm>
            <a:custGeom>
              <a:avLst/>
              <a:pathLst>
                <a:path w="13586" h="166614">
                  <a:moveTo>
                    <a:pt x="0" y="0"/>
                  </a:moveTo>
                  <a:lnTo>
                    <a:pt x="13586" y="1666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09648" y="1682056"/>
              <a:ext cx="13586" cy="166614"/>
            </a:xfrm>
            <a:custGeom>
              <a:avLst/>
              <a:pathLst>
                <a:path w="13586" h="166614">
                  <a:moveTo>
                    <a:pt x="0" y="0"/>
                  </a:moveTo>
                  <a:lnTo>
                    <a:pt x="13586" y="1666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09648" y="1682056"/>
              <a:ext cx="13586" cy="166614"/>
            </a:xfrm>
            <a:custGeom>
              <a:avLst/>
              <a:pathLst>
                <a:path w="13586" h="166614">
                  <a:moveTo>
                    <a:pt x="0" y="0"/>
                  </a:moveTo>
                  <a:lnTo>
                    <a:pt x="13586" y="1666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09648" y="1682056"/>
              <a:ext cx="13586" cy="166614"/>
            </a:xfrm>
            <a:custGeom>
              <a:avLst/>
              <a:pathLst>
                <a:path w="13586" h="166614">
                  <a:moveTo>
                    <a:pt x="0" y="0"/>
                  </a:moveTo>
                  <a:lnTo>
                    <a:pt x="13586" y="1666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09648" y="1682056"/>
              <a:ext cx="13586" cy="166614"/>
            </a:xfrm>
            <a:custGeom>
              <a:avLst/>
              <a:pathLst>
                <a:path w="13586" h="166614">
                  <a:moveTo>
                    <a:pt x="0" y="0"/>
                  </a:moveTo>
                  <a:lnTo>
                    <a:pt x="13586" y="1666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09648" y="1682056"/>
              <a:ext cx="13586" cy="166614"/>
            </a:xfrm>
            <a:custGeom>
              <a:avLst/>
              <a:pathLst>
                <a:path w="13586" h="166614">
                  <a:moveTo>
                    <a:pt x="0" y="0"/>
                  </a:moveTo>
                  <a:lnTo>
                    <a:pt x="13586" y="1666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09648" y="1682056"/>
              <a:ext cx="13586" cy="166614"/>
            </a:xfrm>
            <a:custGeom>
              <a:avLst/>
              <a:pathLst>
                <a:path w="13586" h="166614">
                  <a:moveTo>
                    <a:pt x="0" y="0"/>
                  </a:moveTo>
                  <a:lnTo>
                    <a:pt x="13586" y="16661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09648" y="1682056"/>
              <a:ext cx="13586" cy="166614"/>
            </a:xfrm>
            <a:custGeom>
              <a:avLst/>
              <a:pathLst>
                <a:path w="13586" h="166614">
                  <a:moveTo>
                    <a:pt x="0" y="0"/>
                  </a:moveTo>
                  <a:lnTo>
                    <a:pt x="13586" y="1666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09648" y="1682056"/>
              <a:ext cx="13586" cy="166614"/>
            </a:xfrm>
            <a:custGeom>
              <a:avLst/>
              <a:pathLst>
                <a:path w="13586" h="166614">
                  <a:moveTo>
                    <a:pt x="0" y="0"/>
                  </a:moveTo>
                  <a:lnTo>
                    <a:pt x="13586" y="1666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09648" y="1682056"/>
              <a:ext cx="13586" cy="166614"/>
            </a:xfrm>
            <a:custGeom>
              <a:avLst/>
              <a:pathLst>
                <a:path w="13586" h="166614">
                  <a:moveTo>
                    <a:pt x="0" y="0"/>
                  </a:moveTo>
                  <a:lnTo>
                    <a:pt x="13586" y="16661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09648" y="1682056"/>
              <a:ext cx="13586" cy="166614"/>
            </a:xfrm>
            <a:custGeom>
              <a:avLst/>
              <a:pathLst>
                <a:path w="13586" h="166614">
                  <a:moveTo>
                    <a:pt x="0" y="0"/>
                  </a:moveTo>
                  <a:lnTo>
                    <a:pt x="13586" y="1666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09648" y="1682056"/>
              <a:ext cx="13586" cy="166614"/>
            </a:xfrm>
            <a:custGeom>
              <a:avLst/>
              <a:pathLst>
                <a:path w="13586" h="166614">
                  <a:moveTo>
                    <a:pt x="0" y="0"/>
                  </a:moveTo>
                  <a:lnTo>
                    <a:pt x="13586" y="1666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09648" y="1682056"/>
              <a:ext cx="13586" cy="166614"/>
            </a:xfrm>
            <a:custGeom>
              <a:avLst/>
              <a:pathLst>
                <a:path w="13586" h="166614">
                  <a:moveTo>
                    <a:pt x="0" y="0"/>
                  </a:moveTo>
                  <a:lnTo>
                    <a:pt x="13586" y="1666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09648" y="1682056"/>
              <a:ext cx="13586" cy="166614"/>
            </a:xfrm>
            <a:custGeom>
              <a:avLst/>
              <a:pathLst>
                <a:path w="13586" h="166614">
                  <a:moveTo>
                    <a:pt x="0" y="0"/>
                  </a:moveTo>
                  <a:lnTo>
                    <a:pt x="13586" y="1666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09648" y="1682056"/>
              <a:ext cx="13586" cy="166614"/>
            </a:xfrm>
            <a:custGeom>
              <a:avLst/>
              <a:pathLst>
                <a:path w="13586" h="166614">
                  <a:moveTo>
                    <a:pt x="0" y="0"/>
                  </a:moveTo>
                  <a:lnTo>
                    <a:pt x="13586" y="1666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409648" y="1682056"/>
              <a:ext cx="13586" cy="166614"/>
            </a:xfrm>
            <a:custGeom>
              <a:avLst/>
              <a:pathLst>
                <a:path w="13586" h="166614">
                  <a:moveTo>
                    <a:pt x="0" y="0"/>
                  </a:moveTo>
                  <a:lnTo>
                    <a:pt x="13586" y="1666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256068" y="1682056"/>
              <a:ext cx="334333" cy="333766"/>
            </a:xfrm>
            <a:custGeom>
              <a:avLst/>
              <a:pathLst>
                <a:path w="334333" h="333766">
                  <a:moveTo>
                    <a:pt x="153580" y="0"/>
                  </a:moveTo>
                  <a:lnTo>
                    <a:pt x="148299" y="515"/>
                  </a:lnTo>
                  <a:lnTo>
                    <a:pt x="143038" y="1197"/>
                  </a:lnTo>
                  <a:lnTo>
                    <a:pt x="137801" y="2046"/>
                  </a:lnTo>
                  <a:lnTo>
                    <a:pt x="132594" y="3061"/>
                  </a:lnTo>
                  <a:lnTo>
                    <a:pt x="127421" y="4240"/>
                  </a:lnTo>
                  <a:lnTo>
                    <a:pt x="122288" y="5583"/>
                  </a:lnTo>
                  <a:lnTo>
                    <a:pt x="117201" y="7088"/>
                  </a:lnTo>
                  <a:lnTo>
                    <a:pt x="112164" y="8754"/>
                  </a:lnTo>
                  <a:lnTo>
                    <a:pt x="107182" y="10579"/>
                  </a:lnTo>
                  <a:lnTo>
                    <a:pt x="102261" y="12561"/>
                  </a:lnTo>
                  <a:lnTo>
                    <a:pt x="97405" y="14698"/>
                  </a:lnTo>
                  <a:lnTo>
                    <a:pt x="92620" y="16989"/>
                  </a:lnTo>
                  <a:lnTo>
                    <a:pt x="87909" y="19429"/>
                  </a:lnTo>
                  <a:lnTo>
                    <a:pt x="83279" y="22019"/>
                  </a:lnTo>
                  <a:lnTo>
                    <a:pt x="78732" y="24753"/>
                  </a:lnTo>
                  <a:lnTo>
                    <a:pt x="74275" y="27631"/>
                  </a:lnTo>
                  <a:lnTo>
                    <a:pt x="69912" y="30649"/>
                  </a:lnTo>
                  <a:lnTo>
                    <a:pt x="65646" y="33803"/>
                  </a:lnTo>
                  <a:lnTo>
                    <a:pt x="61483" y="37092"/>
                  </a:lnTo>
                  <a:lnTo>
                    <a:pt x="57426" y="40511"/>
                  </a:lnTo>
                  <a:lnTo>
                    <a:pt x="53480" y="44057"/>
                  </a:lnTo>
                  <a:lnTo>
                    <a:pt x="49648" y="47726"/>
                  </a:lnTo>
                  <a:lnTo>
                    <a:pt x="45935" y="51515"/>
                  </a:lnTo>
                  <a:lnTo>
                    <a:pt x="42343" y="55420"/>
                  </a:lnTo>
                  <a:lnTo>
                    <a:pt x="38878" y="59437"/>
                  </a:lnTo>
                  <a:lnTo>
                    <a:pt x="35541" y="63562"/>
                  </a:lnTo>
                  <a:lnTo>
                    <a:pt x="32337" y="67791"/>
                  </a:lnTo>
                  <a:lnTo>
                    <a:pt x="29269" y="72119"/>
                  </a:lnTo>
                  <a:lnTo>
                    <a:pt x="26340" y="76542"/>
                  </a:lnTo>
                  <a:lnTo>
                    <a:pt x="23553" y="81057"/>
                  </a:lnTo>
                  <a:lnTo>
                    <a:pt x="20910" y="85657"/>
                  </a:lnTo>
                  <a:lnTo>
                    <a:pt x="18415" y="90339"/>
                  </a:lnTo>
                  <a:lnTo>
                    <a:pt x="16069" y="95097"/>
                  </a:lnTo>
                  <a:lnTo>
                    <a:pt x="13876" y="99928"/>
                  </a:lnTo>
                  <a:lnTo>
                    <a:pt x="11837" y="104826"/>
                  </a:lnTo>
                  <a:lnTo>
                    <a:pt x="9955" y="109786"/>
                  </a:lnTo>
                  <a:lnTo>
                    <a:pt x="8230" y="114804"/>
                  </a:lnTo>
                  <a:lnTo>
                    <a:pt x="6666" y="119873"/>
                  </a:lnTo>
                  <a:lnTo>
                    <a:pt x="5264" y="124990"/>
                  </a:lnTo>
                  <a:lnTo>
                    <a:pt x="4025" y="130148"/>
                  </a:lnTo>
                  <a:lnTo>
                    <a:pt x="2950" y="135344"/>
                  </a:lnTo>
                  <a:lnTo>
                    <a:pt x="2040" y="140571"/>
                  </a:lnTo>
                  <a:lnTo>
                    <a:pt x="1297" y="145824"/>
                  </a:lnTo>
                  <a:lnTo>
                    <a:pt x="721" y="151098"/>
                  </a:lnTo>
                  <a:lnTo>
                    <a:pt x="312" y="156387"/>
                  </a:lnTo>
                  <a:lnTo>
                    <a:pt x="72" y="161687"/>
                  </a:lnTo>
                  <a:lnTo>
                    <a:pt x="0" y="166992"/>
                  </a:lnTo>
                  <a:lnTo>
                    <a:pt x="96" y="172296"/>
                  </a:lnTo>
                  <a:lnTo>
                    <a:pt x="360" y="177595"/>
                  </a:lnTo>
                  <a:lnTo>
                    <a:pt x="793" y="182883"/>
                  </a:lnTo>
                  <a:lnTo>
                    <a:pt x="1393" y="188154"/>
                  </a:lnTo>
                  <a:lnTo>
                    <a:pt x="2160" y="193404"/>
                  </a:lnTo>
                  <a:lnTo>
                    <a:pt x="3093" y="198626"/>
                  </a:lnTo>
                  <a:lnTo>
                    <a:pt x="4191" y="203817"/>
                  </a:lnTo>
                  <a:lnTo>
                    <a:pt x="5454" y="208970"/>
                  </a:lnTo>
                  <a:lnTo>
                    <a:pt x="6880" y="214080"/>
                  </a:lnTo>
                  <a:lnTo>
                    <a:pt x="8466" y="219142"/>
                  </a:lnTo>
                  <a:lnTo>
                    <a:pt x="10213" y="224152"/>
                  </a:lnTo>
                  <a:lnTo>
                    <a:pt x="12118" y="229104"/>
                  </a:lnTo>
                  <a:lnTo>
                    <a:pt x="14179" y="233992"/>
                  </a:lnTo>
                  <a:lnTo>
                    <a:pt x="16394" y="238813"/>
                  </a:lnTo>
                  <a:lnTo>
                    <a:pt x="18761" y="243561"/>
                  </a:lnTo>
                  <a:lnTo>
                    <a:pt x="21278" y="248232"/>
                  </a:lnTo>
                  <a:lnTo>
                    <a:pt x="23941" y="252820"/>
                  </a:lnTo>
                  <a:lnTo>
                    <a:pt x="26749" y="257321"/>
                  </a:lnTo>
                  <a:lnTo>
                    <a:pt x="29698" y="261732"/>
                  </a:lnTo>
                  <a:lnTo>
                    <a:pt x="32786" y="266046"/>
                  </a:lnTo>
                  <a:lnTo>
                    <a:pt x="36009" y="270260"/>
                  </a:lnTo>
                  <a:lnTo>
                    <a:pt x="39364" y="274370"/>
                  </a:lnTo>
                  <a:lnTo>
                    <a:pt x="42847" y="278371"/>
                  </a:lnTo>
                  <a:lnTo>
                    <a:pt x="46456" y="282260"/>
                  </a:lnTo>
                  <a:lnTo>
                    <a:pt x="50187" y="286032"/>
                  </a:lnTo>
                  <a:lnTo>
                    <a:pt x="54035" y="289684"/>
                  </a:lnTo>
                  <a:lnTo>
                    <a:pt x="57998" y="293212"/>
                  </a:lnTo>
                  <a:lnTo>
                    <a:pt x="62070" y="296613"/>
                  </a:lnTo>
                  <a:lnTo>
                    <a:pt x="66248" y="299882"/>
                  </a:lnTo>
                  <a:lnTo>
                    <a:pt x="70528" y="303017"/>
                  </a:lnTo>
                  <a:lnTo>
                    <a:pt x="74905" y="306015"/>
                  </a:lnTo>
                  <a:lnTo>
                    <a:pt x="79375" y="308873"/>
                  </a:lnTo>
                  <a:lnTo>
                    <a:pt x="83934" y="311587"/>
                  </a:lnTo>
                  <a:lnTo>
                    <a:pt x="88576" y="314155"/>
                  </a:lnTo>
                  <a:lnTo>
                    <a:pt x="93297" y="316575"/>
                  </a:lnTo>
                  <a:lnTo>
                    <a:pt x="98093" y="318843"/>
                  </a:lnTo>
                  <a:lnTo>
                    <a:pt x="102959" y="320959"/>
                  </a:lnTo>
                  <a:lnTo>
                    <a:pt x="107889" y="322918"/>
                  </a:lnTo>
                  <a:lnTo>
                    <a:pt x="112879" y="324721"/>
                  </a:lnTo>
                  <a:lnTo>
                    <a:pt x="117923" y="326364"/>
                  </a:lnTo>
                  <a:lnTo>
                    <a:pt x="123017" y="327846"/>
                  </a:lnTo>
                  <a:lnTo>
                    <a:pt x="128156" y="329166"/>
                  </a:lnTo>
                  <a:lnTo>
                    <a:pt x="133334" y="330322"/>
                  </a:lnTo>
                  <a:lnTo>
                    <a:pt x="138546" y="331313"/>
                  </a:lnTo>
                  <a:lnTo>
                    <a:pt x="143786" y="332138"/>
                  </a:lnTo>
                  <a:lnTo>
                    <a:pt x="149051" y="332797"/>
                  </a:lnTo>
                  <a:lnTo>
                    <a:pt x="154333" y="333288"/>
                  </a:lnTo>
                  <a:lnTo>
                    <a:pt x="159629" y="333611"/>
                  </a:lnTo>
                  <a:lnTo>
                    <a:pt x="164932" y="333766"/>
                  </a:lnTo>
                  <a:lnTo>
                    <a:pt x="170237" y="333753"/>
                  </a:lnTo>
                  <a:lnTo>
                    <a:pt x="175539" y="333571"/>
                  </a:lnTo>
                  <a:lnTo>
                    <a:pt x="180833" y="333222"/>
                  </a:lnTo>
                  <a:lnTo>
                    <a:pt x="186113" y="332704"/>
                  </a:lnTo>
                  <a:lnTo>
                    <a:pt x="191374" y="332019"/>
                  </a:lnTo>
                  <a:lnTo>
                    <a:pt x="196611" y="331168"/>
                  </a:lnTo>
                  <a:lnTo>
                    <a:pt x="201818" y="330151"/>
                  </a:lnTo>
                  <a:lnTo>
                    <a:pt x="206990" y="328969"/>
                  </a:lnTo>
                  <a:lnTo>
                    <a:pt x="212122" y="327623"/>
                  </a:lnTo>
                  <a:lnTo>
                    <a:pt x="217208" y="326115"/>
                  </a:lnTo>
                  <a:lnTo>
                    <a:pt x="222245" y="324447"/>
                  </a:lnTo>
                  <a:lnTo>
                    <a:pt x="227225" y="322620"/>
                  </a:lnTo>
                  <a:lnTo>
                    <a:pt x="232146" y="320636"/>
                  </a:lnTo>
                  <a:lnTo>
                    <a:pt x="237000" y="318496"/>
                  </a:lnTo>
                  <a:lnTo>
                    <a:pt x="241785" y="316203"/>
                  </a:lnTo>
                  <a:lnTo>
                    <a:pt x="246494" y="313760"/>
                  </a:lnTo>
                  <a:lnTo>
                    <a:pt x="251124" y="311169"/>
                  </a:lnTo>
                  <a:lnTo>
                    <a:pt x="255668" y="308432"/>
                  </a:lnTo>
                  <a:lnTo>
                    <a:pt x="260124" y="305552"/>
                  </a:lnTo>
                  <a:lnTo>
                    <a:pt x="264486" y="302532"/>
                  </a:lnTo>
                  <a:lnTo>
                    <a:pt x="268750" y="299376"/>
                  </a:lnTo>
                  <a:lnTo>
                    <a:pt x="272912" y="296085"/>
                  </a:lnTo>
                  <a:lnTo>
                    <a:pt x="276967" y="292664"/>
                  </a:lnTo>
                  <a:lnTo>
                    <a:pt x="280912" y="289117"/>
                  </a:lnTo>
                  <a:lnTo>
                    <a:pt x="284742" y="285446"/>
                  </a:lnTo>
                  <a:lnTo>
                    <a:pt x="288454" y="281655"/>
                  </a:lnTo>
                  <a:lnTo>
                    <a:pt x="292043" y="277748"/>
                  </a:lnTo>
                  <a:lnTo>
                    <a:pt x="295507" y="273729"/>
                  </a:lnTo>
                  <a:lnTo>
                    <a:pt x="298841" y="269603"/>
                  </a:lnTo>
                  <a:lnTo>
                    <a:pt x="302043" y="265373"/>
                  </a:lnTo>
                  <a:lnTo>
                    <a:pt x="305109" y="261043"/>
                  </a:lnTo>
                  <a:lnTo>
                    <a:pt x="308036" y="256618"/>
                  </a:lnTo>
                  <a:lnTo>
                    <a:pt x="310821" y="252102"/>
                  </a:lnTo>
                  <a:lnTo>
                    <a:pt x="313462" y="247501"/>
                  </a:lnTo>
                  <a:lnTo>
                    <a:pt x="315955" y="242818"/>
                  </a:lnTo>
                  <a:lnTo>
                    <a:pt x="318298" y="238058"/>
                  </a:lnTo>
                  <a:lnTo>
                    <a:pt x="320489" y="233226"/>
                  </a:lnTo>
                  <a:lnTo>
                    <a:pt x="322526" y="228327"/>
                  </a:lnTo>
                  <a:lnTo>
                    <a:pt x="324406" y="223366"/>
                  </a:lnTo>
                  <a:lnTo>
                    <a:pt x="326127" y="218348"/>
                  </a:lnTo>
                  <a:lnTo>
                    <a:pt x="327689" y="213278"/>
                  </a:lnTo>
                  <a:lnTo>
                    <a:pt x="329089" y="208160"/>
                  </a:lnTo>
                  <a:lnTo>
                    <a:pt x="330326" y="203001"/>
                  </a:lnTo>
                  <a:lnTo>
                    <a:pt x="331398" y="197805"/>
                  </a:lnTo>
                  <a:lnTo>
                    <a:pt x="332305" y="192578"/>
                  </a:lnTo>
                  <a:lnTo>
                    <a:pt x="333046" y="187325"/>
                  </a:lnTo>
                  <a:lnTo>
                    <a:pt x="333620" y="182050"/>
                  </a:lnTo>
                  <a:lnTo>
                    <a:pt x="334026" y="176761"/>
                  </a:lnTo>
                  <a:lnTo>
                    <a:pt x="334264" y="171461"/>
                  </a:lnTo>
                  <a:lnTo>
                    <a:pt x="334333" y="166156"/>
                  </a:lnTo>
                  <a:lnTo>
                    <a:pt x="334235" y="160851"/>
                  </a:lnTo>
                  <a:lnTo>
                    <a:pt x="333968" y="155553"/>
                  </a:lnTo>
                  <a:lnTo>
                    <a:pt x="333533" y="150265"/>
                  </a:lnTo>
                  <a:lnTo>
                    <a:pt x="332930" y="144994"/>
                  </a:lnTo>
                  <a:lnTo>
                    <a:pt x="332160" y="139745"/>
                  </a:lnTo>
                  <a:lnTo>
                    <a:pt x="331225" y="134523"/>
                  </a:lnTo>
                  <a:lnTo>
                    <a:pt x="330124" y="129333"/>
                  </a:lnTo>
                  <a:lnTo>
                    <a:pt x="328859" y="124181"/>
                  </a:lnTo>
                  <a:lnTo>
                    <a:pt x="327431" y="119071"/>
                  </a:lnTo>
                  <a:lnTo>
                    <a:pt x="325841" y="114009"/>
                  </a:lnTo>
                  <a:lnTo>
                    <a:pt x="324092" y="109001"/>
                  </a:lnTo>
                  <a:lnTo>
                    <a:pt x="322185" y="104050"/>
                  </a:lnTo>
                  <a:lnTo>
                    <a:pt x="320122" y="99162"/>
                  </a:lnTo>
                  <a:lnTo>
                    <a:pt x="317904" y="94343"/>
                  </a:lnTo>
                  <a:lnTo>
                    <a:pt x="315535" y="89596"/>
                  </a:lnTo>
                  <a:lnTo>
                    <a:pt x="313016" y="84926"/>
                  </a:lnTo>
                  <a:lnTo>
                    <a:pt x="310350" y="80339"/>
                  </a:lnTo>
                  <a:lnTo>
                    <a:pt x="307541" y="75839"/>
                  </a:lnTo>
                  <a:lnTo>
                    <a:pt x="304589" y="71430"/>
                  </a:lnTo>
                  <a:lnTo>
                    <a:pt x="301500" y="67117"/>
                  </a:lnTo>
                  <a:lnTo>
                    <a:pt x="298275" y="62905"/>
                  </a:lnTo>
                  <a:lnTo>
                    <a:pt x="294918" y="58797"/>
                  </a:lnTo>
                  <a:lnTo>
                    <a:pt x="291432" y="54797"/>
                  </a:lnTo>
                  <a:lnTo>
                    <a:pt x="287821" y="50910"/>
                  </a:lnTo>
                  <a:lnTo>
                    <a:pt x="284089" y="47140"/>
                  </a:lnTo>
                  <a:lnTo>
                    <a:pt x="280239" y="43489"/>
                  </a:lnTo>
                  <a:lnTo>
                    <a:pt x="276275" y="39963"/>
                  </a:lnTo>
                  <a:lnTo>
                    <a:pt x="272201" y="36565"/>
                  </a:lnTo>
                  <a:lnTo>
                    <a:pt x="268021" y="33297"/>
                  </a:lnTo>
                  <a:lnTo>
                    <a:pt x="263740" y="30164"/>
                  </a:lnTo>
                  <a:lnTo>
                    <a:pt x="259361" y="27168"/>
                  </a:lnTo>
                  <a:lnTo>
                    <a:pt x="254890" y="24313"/>
                  </a:lnTo>
                  <a:lnTo>
                    <a:pt x="250330" y="21601"/>
                  </a:lnTo>
                  <a:lnTo>
                    <a:pt x="245686" y="19035"/>
                  </a:lnTo>
                  <a:lnTo>
                    <a:pt x="240964" y="16617"/>
                  </a:lnTo>
                  <a:lnTo>
                    <a:pt x="236167" y="14351"/>
                  </a:lnTo>
                  <a:lnTo>
                    <a:pt x="231300" y="12238"/>
                  </a:lnTo>
                  <a:lnTo>
                    <a:pt x="226369" y="10281"/>
                  </a:lnTo>
                  <a:lnTo>
                    <a:pt x="221379" y="8481"/>
                  </a:lnTo>
                  <a:lnTo>
                    <a:pt x="216333" y="6840"/>
                  </a:lnTo>
                  <a:lnTo>
                    <a:pt x="211239" y="5361"/>
                  </a:lnTo>
                  <a:lnTo>
                    <a:pt x="206099" y="4043"/>
                  </a:lnTo>
                  <a:lnTo>
                    <a:pt x="200921" y="2890"/>
                  </a:lnTo>
                  <a:lnTo>
                    <a:pt x="195708" y="1901"/>
                  </a:lnTo>
                  <a:lnTo>
                    <a:pt x="167167" y="1666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423235" y="1681503"/>
              <a:ext cx="28541" cy="167167"/>
            </a:xfrm>
            <a:custGeom>
              <a:avLst/>
              <a:pathLst>
                <a:path w="28541" h="167167">
                  <a:moveTo>
                    <a:pt x="28541" y="2454"/>
                  </a:moveTo>
                  <a:lnTo>
                    <a:pt x="21452" y="1382"/>
                  </a:lnTo>
                  <a:lnTo>
                    <a:pt x="14323" y="614"/>
                  </a:lnTo>
                  <a:lnTo>
                    <a:pt x="7168" y="15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853873" y="1322571"/>
              <a:ext cx="167165" cy="318359"/>
            </a:xfrm>
            <a:custGeom>
              <a:avLst/>
              <a:pathLst>
                <a:path w="167165" h="318359">
                  <a:moveTo>
                    <a:pt x="167165" y="0"/>
                  </a:moveTo>
                  <a:lnTo>
                    <a:pt x="161791" y="86"/>
                  </a:lnTo>
                  <a:lnTo>
                    <a:pt x="156423" y="345"/>
                  </a:lnTo>
                  <a:lnTo>
                    <a:pt x="151065" y="777"/>
                  </a:lnTo>
                  <a:lnTo>
                    <a:pt x="145725" y="1380"/>
                  </a:lnTo>
                  <a:lnTo>
                    <a:pt x="140406" y="2155"/>
                  </a:lnTo>
                  <a:lnTo>
                    <a:pt x="135115" y="3101"/>
                  </a:lnTo>
                  <a:lnTo>
                    <a:pt x="129857" y="4216"/>
                  </a:lnTo>
                  <a:lnTo>
                    <a:pt x="124638" y="5499"/>
                  </a:lnTo>
                  <a:lnTo>
                    <a:pt x="119463" y="6950"/>
                  </a:lnTo>
                  <a:lnTo>
                    <a:pt x="114337" y="8566"/>
                  </a:lnTo>
                  <a:lnTo>
                    <a:pt x="109266" y="10347"/>
                  </a:lnTo>
                  <a:lnTo>
                    <a:pt x="104254" y="12289"/>
                  </a:lnTo>
                  <a:lnTo>
                    <a:pt x="99308" y="14391"/>
                  </a:lnTo>
                  <a:lnTo>
                    <a:pt x="94432" y="16652"/>
                  </a:lnTo>
                  <a:lnTo>
                    <a:pt x="89631" y="19068"/>
                  </a:lnTo>
                  <a:lnTo>
                    <a:pt x="84910" y="21637"/>
                  </a:lnTo>
                  <a:lnTo>
                    <a:pt x="80274" y="24356"/>
                  </a:lnTo>
                  <a:lnTo>
                    <a:pt x="75728" y="27224"/>
                  </a:lnTo>
                  <a:lnTo>
                    <a:pt x="71276" y="30235"/>
                  </a:lnTo>
                  <a:lnTo>
                    <a:pt x="66924" y="33389"/>
                  </a:lnTo>
                  <a:lnTo>
                    <a:pt x="62675" y="36680"/>
                  </a:lnTo>
                  <a:lnTo>
                    <a:pt x="58534" y="40107"/>
                  </a:lnTo>
                  <a:lnTo>
                    <a:pt x="54506" y="43665"/>
                  </a:lnTo>
                  <a:lnTo>
                    <a:pt x="50593" y="47350"/>
                  </a:lnTo>
                  <a:lnTo>
                    <a:pt x="46802" y="51160"/>
                  </a:lnTo>
                  <a:lnTo>
                    <a:pt x="43135" y="55089"/>
                  </a:lnTo>
                  <a:lnTo>
                    <a:pt x="39596" y="59134"/>
                  </a:lnTo>
                  <a:lnTo>
                    <a:pt x="36189" y="63291"/>
                  </a:lnTo>
                  <a:lnTo>
                    <a:pt x="32917" y="67555"/>
                  </a:lnTo>
                  <a:lnTo>
                    <a:pt x="29784" y="71923"/>
                  </a:lnTo>
                  <a:lnTo>
                    <a:pt x="26793" y="76388"/>
                  </a:lnTo>
                  <a:lnTo>
                    <a:pt x="23948" y="80948"/>
                  </a:lnTo>
                  <a:lnTo>
                    <a:pt x="21250" y="85596"/>
                  </a:lnTo>
                  <a:lnTo>
                    <a:pt x="18703" y="90329"/>
                  </a:lnTo>
                  <a:lnTo>
                    <a:pt x="16310" y="95142"/>
                  </a:lnTo>
                  <a:lnTo>
                    <a:pt x="14072" y="100029"/>
                  </a:lnTo>
                  <a:lnTo>
                    <a:pt x="11993" y="104985"/>
                  </a:lnTo>
                  <a:lnTo>
                    <a:pt x="10074" y="110005"/>
                  </a:lnTo>
                  <a:lnTo>
                    <a:pt x="8318" y="115085"/>
                  </a:lnTo>
                  <a:lnTo>
                    <a:pt x="6726" y="120218"/>
                  </a:lnTo>
                  <a:lnTo>
                    <a:pt x="5299" y="125400"/>
                  </a:lnTo>
                  <a:lnTo>
                    <a:pt x="4040" y="130626"/>
                  </a:lnTo>
                  <a:lnTo>
                    <a:pt x="2950" y="135889"/>
                  </a:lnTo>
                  <a:lnTo>
                    <a:pt x="2029" y="141184"/>
                  </a:lnTo>
                  <a:lnTo>
                    <a:pt x="1279" y="146506"/>
                  </a:lnTo>
                  <a:lnTo>
                    <a:pt x="701" y="151849"/>
                  </a:lnTo>
                  <a:lnTo>
                    <a:pt x="295" y="157209"/>
                  </a:lnTo>
                  <a:lnTo>
                    <a:pt x="61" y="162578"/>
                  </a:lnTo>
                  <a:lnTo>
                    <a:pt x="0" y="167953"/>
                  </a:lnTo>
                  <a:lnTo>
                    <a:pt x="111" y="173326"/>
                  </a:lnTo>
                  <a:lnTo>
                    <a:pt x="396" y="178693"/>
                  </a:lnTo>
                  <a:lnTo>
                    <a:pt x="852" y="184049"/>
                  </a:lnTo>
                  <a:lnTo>
                    <a:pt x="1481" y="189387"/>
                  </a:lnTo>
                  <a:lnTo>
                    <a:pt x="2281" y="194701"/>
                  </a:lnTo>
                  <a:lnTo>
                    <a:pt x="3251" y="199988"/>
                  </a:lnTo>
                  <a:lnTo>
                    <a:pt x="4391" y="205240"/>
                  </a:lnTo>
                  <a:lnTo>
                    <a:pt x="5699" y="210453"/>
                  </a:lnTo>
                  <a:lnTo>
                    <a:pt x="7174" y="215622"/>
                  </a:lnTo>
                  <a:lnTo>
                    <a:pt x="8815" y="220740"/>
                  </a:lnTo>
                  <a:lnTo>
                    <a:pt x="10619" y="225803"/>
                  </a:lnTo>
                  <a:lnTo>
                    <a:pt x="12585" y="230805"/>
                  </a:lnTo>
                  <a:lnTo>
                    <a:pt x="14710" y="235741"/>
                  </a:lnTo>
                  <a:lnTo>
                    <a:pt x="16994" y="240607"/>
                  </a:lnTo>
                  <a:lnTo>
                    <a:pt x="19432" y="245397"/>
                  </a:lnTo>
                  <a:lnTo>
                    <a:pt x="22023" y="250106"/>
                  </a:lnTo>
                  <a:lnTo>
                    <a:pt x="24765" y="254729"/>
                  </a:lnTo>
                  <a:lnTo>
                    <a:pt x="27653" y="259261"/>
                  </a:lnTo>
                  <a:lnTo>
                    <a:pt x="30686" y="263699"/>
                  </a:lnTo>
                  <a:lnTo>
                    <a:pt x="33860" y="268036"/>
                  </a:lnTo>
                  <a:lnTo>
                    <a:pt x="37171" y="272269"/>
                  </a:lnTo>
                  <a:lnTo>
                    <a:pt x="40617" y="276394"/>
                  </a:lnTo>
                  <a:lnTo>
                    <a:pt x="44194" y="280406"/>
                  </a:lnTo>
                  <a:lnTo>
                    <a:pt x="47898" y="284300"/>
                  </a:lnTo>
                  <a:lnTo>
                    <a:pt x="51725" y="288074"/>
                  </a:lnTo>
                  <a:lnTo>
                    <a:pt x="55672" y="291723"/>
                  </a:lnTo>
                  <a:lnTo>
                    <a:pt x="59733" y="295243"/>
                  </a:lnTo>
                  <a:lnTo>
                    <a:pt x="63906" y="298630"/>
                  </a:lnTo>
                  <a:lnTo>
                    <a:pt x="68186" y="301882"/>
                  </a:lnTo>
                  <a:lnTo>
                    <a:pt x="72568" y="304994"/>
                  </a:lnTo>
                  <a:lnTo>
                    <a:pt x="77047" y="307964"/>
                  </a:lnTo>
                  <a:lnTo>
                    <a:pt x="81620" y="310788"/>
                  </a:lnTo>
                  <a:lnTo>
                    <a:pt x="86281" y="313464"/>
                  </a:lnTo>
                  <a:lnTo>
                    <a:pt x="91026" y="315988"/>
                  </a:lnTo>
                  <a:lnTo>
                    <a:pt x="95850" y="318359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49723" y="1489739"/>
              <a:ext cx="71315" cy="151192"/>
            </a:xfrm>
            <a:custGeom>
              <a:avLst/>
              <a:pathLst>
                <a:path w="71315" h="151192">
                  <a:moveTo>
                    <a:pt x="0" y="151192"/>
                  </a:moveTo>
                  <a:lnTo>
                    <a:pt x="7131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49723" y="1489739"/>
              <a:ext cx="71315" cy="151192"/>
            </a:xfrm>
            <a:custGeom>
              <a:avLst/>
              <a:pathLst>
                <a:path w="71315" h="151192">
                  <a:moveTo>
                    <a:pt x="0" y="151192"/>
                  </a:moveTo>
                  <a:lnTo>
                    <a:pt x="7131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49723" y="1489739"/>
              <a:ext cx="71315" cy="151192"/>
            </a:xfrm>
            <a:custGeom>
              <a:avLst/>
              <a:pathLst>
                <a:path w="71315" h="151192">
                  <a:moveTo>
                    <a:pt x="0" y="151192"/>
                  </a:moveTo>
                  <a:lnTo>
                    <a:pt x="7131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49723" y="1489739"/>
              <a:ext cx="71315" cy="151192"/>
            </a:xfrm>
            <a:custGeom>
              <a:avLst/>
              <a:pathLst>
                <a:path w="71315" h="151192">
                  <a:moveTo>
                    <a:pt x="0" y="151192"/>
                  </a:moveTo>
                  <a:lnTo>
                    <a:pt x="7131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49723" y="1489739"/>
              <a:ext cx="71315" cy="151192"/>
            </a:xfrm>
            <a:custGeom>
              <a:avLst/>
              <a:pathLst>
                <a:path w="71315" h="151192">
                  <a:moveTo>
                    <a:pt x="0" y="151192"/>
                  </a:moveTo>
                  <a:lnTo>
                    <a:pt x="7131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49723" y="1489739"/>
              <a:ext cx="71315" cy="151192"/>
            </a:xfrm>
            <a:custGeom>
              <a:avLst/>
              <a:pathLst>
                <a:path w="71315" h="151192">
                  <a:moveTo>
                    <a:pt x="0" y="151192"/>
                  </a:moveTo>
                  <a:lnTo>
                    <a:pt x="7131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49723" y="1489739"/>
              <a:ext cx="71315" cy="151192"/>
            </a:xfrm>
            <a:custGeom>
              <a:avLst/>
              <a:pathLst>
                <a:path w="71315" h="151192">
                  <a:moveTo>
                    <a:pt x="0" y="151192"/>
                  </a:moveTo>
                  <a:lnTo>
                    <a:pt x="7131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49723" y="1489739"/>
              <a:ext cx="71315" cy="151192"/>
            </a:xfrm>
            <a:custGeom>
              <a:avLst/>
              <a:pathLst>
                <a:path w="71315" h="151192">
                  <a:moveTo>
                    <a:pt x="0" y="151192"/>
                  </a:moveTo>
                  <a:lnTo>
                    <a:pt x="7131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49723" y="1489739"/>
              <a:ext cx="71315" cy="151192"/>
            </a:xfrm>
            <a:custGeom>
              <a:avLst/>
              <a:pathLst>
                <a:path w="71315" h="151192">
                  <a:moveTo>
                    <a:pt x="0" y="151192"/>
                  </a:moveTo>
                  <a:lnTo>
                    <a:pt x="7131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49723" y="1489739"/>
              <a:ext cx="71315" cy="151192"/>
            </a:xfrm>
            <a:custGeom>
              <a:avLst/>
              <a:pathLst>
                <a:path w="71315" h="151192">
                  <a:moveTo>
                    <a:pt x="0" y="151192"/>
                  </a:moveTo>
                  <a:lnTo>
                    <a:pt x="7131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49723" y="1489739"/>
              <a:ext cx="71315" cy="151192"/>
            </a:xfrm>
            <a:custGeom>
              <a:avLst/>
              <a:pathLst>
                <a:path w="71315" h="151192">
                  <a:moveTo>
                    <a:pt x="0" y="151192"/>
                  </a:moveTo>
                  <a:lnTo>
                    <a:pt x="7131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49723" y="1489739"/>
              <a:ext cx="71315" cy="151192"/>
            </a:xfrm>
            <a:custGeom>
              <a:avLst/>
              <a:pathLst>
                <a:path w="71315" h="151192">
                  <a:moveTo>
                    <a:pt x="0" y="151192"/>
                  </a:moveTo>
                  <a:lnTo>
                    <a:pt x="7131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49723" y="1489739"/>
              <a:ext cx="71315" cy="151192"/>
            </a:xfrm>
            <a:custGeom>
              <a:avLst/>
              <a:pathLst>
                <a:path w="71315" h="151192">
                  <a:moveTo>
                    <a:pt x="0" y="151192"/>
                  </a:moveTo>
                  <a:lnTo>
                    <a:pt x="7131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49723" y="1489739"/>
              <a:ext cx="71315" cy="151192"/>
            </a:xfrm>
            <a:custGeom>
              <a:avLst/>
              <a:pathLst>
                <a:path w="71315" h="151192">
                  <a:moveTo>
                    <a:pt x="0" y="151192"/>
                  </a:moveTo>
                  <a:lnTo>
                    <a:pt x="7131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49723" y="1489739"/>
              <a:ext cx="71315" cy="151192"/>
            </a:xfrm>
            <a:custGeom>
              <a:avLst/>
              <a:pathLst>
                <a:path w="71315" h="151192">
                  <a:moveTo>
                    <a:pt x="0" y="151192"/>
                  </a:moveTo>
                  <a:lnTo>
                    <a:pt x="7131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49723" y="1489739"/>
              <a:ext cx="71315" cy="151192"/>
            </a:xfrm>
            <a:custGeom>
              <a:avLst/>
              <a:pathLst>
                <a:path w="71315" h="151192">
                  <a:moveTo>
                    <a:pt x="0" y="151192"/>
                  </a:moveTo>
                  <a:lnTo>
                    <a:pt x="7131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49723" y="1489739"/>
              <a:ext cx="71315" cy="151192"/>
            </a:xfrm>
            <a:custGeom>
              <a:avLst/>
              <a:pathLst>
                <a:path w="71315" h="151192">
                  <a:moveTo>
                    <a:pt x="0" y="151192"/>
                  </a:moveTo>
                  <a:lnTo>
                    <a:pt x="7131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49723" y="1489739"/>
              <a:ext cx="71315" cy="151192"/>
            </a:xfrm>
            <a:custGeom>
              <a:avLst/>
              <a:pathLst>
                <a:path w="71315" h="151192">
                  <a:moveTo>
                    <a:pt x="0" y="151192"/>
                  </a:moveTo>
                  <a:lnTo>
                    <a:pt x="7131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49723" y="1489739"/>
              <a:ext cx="71315" cy="151192"/>
            </a:xfrm>
            <a:custGeom>
              <a:avLst/>
              <a:pathLst>
                <a:path w="71315" h="151192">
                  <a:moveTo>
                    <a:pt x="0" y="151192"/>
                  </a:moveTo>
                  <a:lnTo>
                    <a:pt x="7131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49723" y="1489739"/>
              <a:ext cx="71315" cy="151192"/>
            </a:xfrm>
            <a:custGeom>
              <a:avLst/>
              <a:pathLst>
                <a:path w="71315" h="151192">
                  <a:moveTo>
                    <a:pt x="0" y="151192"/>
                  </a:moveTo>
                  <a:lnTo>
                    <a:pt x="7131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49723" y="1489739"/>
              <a:ext cx="71315" cy="151192"/>
            </a:xfrm>
            <a:custGeom>
              <a:avLst/>
              <a:pathLst>
                <a:path w="71315" h="151192">
                  <a:moveTo>
                    <a:pt x="0" y="151192"/>
                  </a:moveTo>
                  <a:lnTo>
                    <a:pt x="7131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949723" y="1345230"/>
              <a:ext cx="238479" cy="311674"/>
            </a:xfrm>
            <a:custGeom>
              <a:avLst/>
              <a:pathLst>
                <a:path w="238479" h="311674">
                  <a:moveTo>
                    <a:pt x="0" y="295701"/>
                  </a:moveTo>
                  <a:lnTo>
                    <a:pt x="4847" y="297894"/>
                  </a:lnTo>
                  <a:lnTo>
                    <a:pt x="9762" y="299931"/>
                  </a:lnTo>
                  <a:lnTo>
                    <a:pt x="14739" y="301811"/>
                  </a:lnTo>
                  <a:lnTo>
                    <a:pt x="19774" y="303532"/>
                  </a:lnTo>
                  <a:lnTo>
                    <a:pt x="24861" y="305092"/>
                  </a:lnTo>
                  <a:lnTo>
                    <a:pt x="29995" y="306489"/>
                  </a:lnTo>
                  <a:lnTo>
                    <a:pt x="35171" y="307722"/>
                  </a:lnTo>
                  <a:lnTo>
                    <a:pt x="40383" y="308789"/>
                  </a:lnTo>
                  <a:lnTo>
                    <a:pt x="45627" y="309691"/>
                  </a:lnTo>
                  <a:lnTo>
                    <a:pt x="50896" y="310424"/>
                  </a:lnTo>
                  <a:lnTo>
                    <a:pt x="56187" y="310990"/>
                  </a:lnTo>
                  <a:lnTo>
                    <a:pt x="61493" y="311387"/>
                  </a:lnTo>
                  <a:lnTo>
                    <a:pt x="66808" y="311615"/>
                  </a:lnTo>
                  <a:lnTo>
                    <a:pt x="72129" y="311674"/>
                  </a:lnTo>
                  <a:lnTo>
                    <a:pt x="77448" y="311563"/>
                  </a:lnTo>
                  <a:lnTo>
                    <a:pt x="82761" y="311284"/>
                  </a:lnTo>
                  <a:lnTo>
                    <a:pt x="88063" y="310835"/>
                  </a:lnTo>
                  <a:lnTo>
                    <a:pt x="93348" y="310218"/>
                  </a:lnTo>
                  <a:lnTo>
                    <a:pt x="98610" y="309433"/>
                  </a:lnTo>
                  <a:lnTo>
                    <a:pt x="103845" y="308480"/>
                  </a:lnTo>
                  <a:lnTo>
                    <a:pt x="109046" y="307362"/>
                  </a:lnTo>
                  <a:lnTo>
                    <a:pt x="114210" y="306079"/>
                  </a:lnTo>
                  <a:lnTo>
                    <a:pt x="119330" y="304632"/>
                  </a:lnTo>
                  <a:lnTo>
                    <a:pt x="124401" y="303023"/>
                  </a:lnTo>
                  <a:lnTo>
                    <a:pt x="129419" y="301253"/>
                  </a:lnTo>
                  <a:lnTo>
                    <a:pt x="134378" y="299325"/>
                  </a:lnTo>
                  <a:lnTo>
                    <a:pt x="139273" y="297239"/>
                  </a:lnTo>
                  <a:lnTo>
                    <a:pt x="144099" y="294999"/>
                  </a:lnTo>
                  <a:lnTo>
                    <a:pt x="148851" y="292607"/>
                  </a:lnTo>
                  <a:lnTo>
                    <a:pt x="153525" y="290064"/>
                  </a:lnTo>
                  <a:lnTo>
                    <a:pt x="158115" y="287374"/>
                  </a:lnTo>
                  <a:lnTo>
                    <a:pt x="162618" y="284540"/>
                  </a:lnTo>
                  <a:lnTo>
                    <a:pt x="167028" y="281563"/>
                  </a:lnTo>
                  <a:lnTo>
                    <a:pt x="171341" y="278448"/>
                  </a:lnTo>
                  <a:lnTo>
                    <a:pt x="175553" y="275197"/>
                  </a:lnTo>
                  <a:lnTo>
                    <a:pt x="179659" y="271813"/>
                  </a:lnTo>
                  <a:lnTo>
                    <a:pt x="183656" y="268301"/>
                  </a:lnTo>
                  <a:lnTo>
                    <a:pt x="187538" y="264663"/>
                  </a:lnTo>
                  <a:lnTo>
                    <a:pt x="191303" y="260903"/>
                  </a:lnTo>
                  <a:lnTo>
                    <a:pt x="194946" y="257026"/>
                  </a:lnTo>
                  <a:lnTo>
                    <a:pt x="198465" y="253034"/>
                  </a:lnTo>
                  <a:lnTo>
                    <a:pt x="201854" y="248933"/>
                  </a:lnTo>
                  <a:lnTo>
                    <a:pt x="205111" y="244726"/>
                  </a:lnTo>
                  <a:lnTo>
                    <a:pt x="208232" y="240417"/>
                  </a:lnTo>
                  <a:lnTo>
                    <a:pt x="211215" y="236011"/>
                  </a:lnTo>
                  <a:lnTo>
                    <a:pt x="214056" y="231513"/>
                  </a:lnTo>
                  <a:lnTo>
                    <a:pt x="216753" y="226926"/>
                  </a:lnTo>
                  <a:lnTo>
                    <a:pt x="219302" y="222256"/>
                  </a:lnTo>
                  <a:lnTo>
                    <a:pt x="221701" y="217507"/>
                  </a:lnTo>
                  <a:lnTo>
                    <a:pt x="223948" y="212684"/>
                  </a:lnTo>
                  <a:lnTo>
                    <a:pt x="226041" y="207792"/>
                  </a:lnTo>
                  <a:lnTo>
                    <a:pt x="227976" y="202836"/>
                  </a:lnTo>
                  <a:lnTo>
                    <a:pt x="229753" y="197821"/>
                  </a:lnTo>
                  <a:lnTo>
                    <a:pt x="231369" y="192752"/>
                  </a:lnTo>
                  <a:lnTo>
                    <a:pt x="232824" y="187634"/>
                  </a:lnTo>
                  <a:lnTo>
                    <a:pt x="234114" y="182472"/>
                  </a:lnTo>
                  <a:lnTo>
                    <a:pt x="235240" y="177272"/>
                  </a:lnTo>
                  <a:lnTo>
                    <a:pt x="236200" y="172039"/>
                  </a:lnTo>
                  <a:lnTo>
                    <a:pt x="236992" y="166778"/>
                  </a:lnTo>
                  <a:lnTo>
                    <a:pt x="237617" y="161494"/>
                  </a:lnTo>
                  <a:lnTo>
                    <a:pt x="238073" y="156193"/>
                  </a:lnTo>
                  <a:lnTo>
                    <a:pt x="238361" y="150880"/>
                  </a:lnTo>
                  <a:lnTo>
                    <a:pt x="238479" y="145561"/>
                  </a:lnTo>
                  <a:lnTo>
                    <a:pt x="238428" y="140241"/>
                  </a:lnTo>
                  <a:lnTo>
                    <a:pt x="238207" y="134925"/>
                  </a:lnTo>
                  <a:lnTo>
                    <a:pt x="237818" y="129618"/>
                  </a:lnTo>
                  <a:lnTo>
                    <a:pt x="237259" y="124327"/>
                  </a:lnTo>
                  <a:lnTo>
                    <a:pt x="236533" y="119056"/>
                  </a:lnTo>
                  <a:lnTo>
                    <a:pt x="235640" y="113811"/>
                  </a:lnTo>
                  <a:lnTo>
                    <a:pt x="234579" y="108597"/>
                  </a:lnTo>
                  <a:lnTo>
                    <a:pt x="233354" y="103420"/>
                  </a:lnTo>
                  <a:lnTo>
                    <a:pt x="231964" y="98284"/>
                  </a:lnTo>
                  <a:lnTo>
                    <a:pt x="230412" y="93195"/>
                  </a:lnTo>
                  <a:lnTo>
                    <a:pt x="228698" y="88158"/>
                  </a:lnTo>
                  <a:lnTo>
                    <a:pt x="226825" y="83178"/>
                  </a:lnTo>
                  <a:lnTo>
                    <a:pt x="224795" y="78260"/>
                  </a:lnTo>
                  <a:lnTo>
                    <a:pt x="222609" y="73409"/>
                  </a:lnTo>
                  <a:lnTo>
                    <a:pt x="220269" y="68630"/>
                  </a:lnTo>
                  <a:lnTo>
                    <a:pt x="217779" y="63929"/>
                  </a:lnTo>
                  <a:lnTo>
                    <a:pt x="215141" y="59308"/>
                  </a:lnTo>
                  <a:lnTo>
                    <a:pt x="212356" y="54774"/>
                  </a:lnTo>
                  <a:lnTo>
                    <a:pt x="209429" y="50331"/>
                  </a:lnTo>
                  <a:lnTo>
                    <a:pt x="206362" y="45984"/>
                  </a:lnTo>
                  <a:lnTo>
                    <a:pt x="203158" y="41736"/>
                  </a:lnTo>
                  <a:lnTo>
                    <a:pt x="199821" y="37592"/>
                  </a:lnTo>
                  <a:lnTo>
                    <a:pt x="196353" y="33557"/>
                  </a:lnTo>
                  <a:lnTo>
                    <a:pt x="192759" y="29634"/>
                  </a:lnTo>
                  <a:lnTo>
                    <a:pt x="189042" y="25827"/>
                  </a:lnTo>
                  <a:lnTo>
                    <a:pt x="185205" y="22141"/>
                  </a:lnTo>
                  <a:lnTo>
                    <a:pt x="181253" y="18578"/>
                  </a:lnTo>
                  <a:lnTo>
                    <a:pt x="177190" y="15143"/>
                  </a:lnTo>
                  <a:lnTo>
                    <a:pt x="173020" y="11839"/>
                  </a:lnTo>
                  <a:lnTo>
                    <a:pt x="168746" y="8670"/>
                  </a:lnTo>
                  <a:lnTo>
                    <a:pt x="164374" y="5638"/>
                  </a:lnTo>
                  <a:lnTo>
                    <a:pt x="159907" y="2747"/>
                  </a:lnTo>
                  <a:lnTo>
                    <a:pt x="155351" y="0"/>
                  </a:lnTo>
                  <a:lnTo>
                    <a:pt x="71315" y="1445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021039" y="1322571"/>
              <a:ext cx="84036" cy="167167"/>
            </a:xfrm>
            <a:custGeom>
              <a:avLst/>
              <a:pathLst>
                <a:path w="84036" h="167167">
                  <a:moveTo>
                    <a:pt x="84036" y="22658"/>
                  </a:moveTo>
                  <a:lnTo>
                    <a:pt x="78910" y="19797"/>
                  </a:lnTo>
                  <a:lnTo>
                    <a:pt x="73688" y="17117"/>
                  </a:lnTo>
                  <a:lnTo>
                    <a:pt x="68375" y="14623"/>
                  </a:lnTo>
                  <a:lnTo>
                    <a:pt x="62977" y="12316"/>
                  </a:lnTo>
                  <a:lnTo>
                    <a:pt x="57502" y="10201"/>
                  </a:lnTo>
                  <a:lnTo>
                    <a:pt x="51955" y="8278"/>
                  </a:lnTo>
                  <a:lnTo>
                    <a:pt x="46345" y="6552"/>
                  </a:lnTo>
                  <a:lnTo>
                    <a:pt x="40678" y="5024"/>
                  </a:lnTo>
                  <a:lnTo>
                    <a:pt x="34960" y="3696"/>
                  </a:lnTo>
                  <a:lnTo>
                    <a:pt x="29199" y="2570"/>
                  </a:lnTo>
                  <a:lnTo>
                    <a:pt x="23403" y="1646"/>
                  </a:lnTo>
                  <a:lnTo>
                    <a:pt x="17577" y="926"/>
                  </a:lnTo>
                  <a:lnTo>
                    <a:pt x="11730" y="412"/>
                  </a:lnTo>
                  <a:lnTo>
                    <a:pt x="5868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378091" y="1071028"/>
              <a:ext cx="167166" cy="267746"/>
            </a:xfrm>
            <a:custGeom>
              <a:avLst/>
              <a:pathLst>
                <a:path w="167166" h="267746">
                  <a:moveTo>
                    <a:pt x="167166" y="0"/>
                  </a:moveTo>
                  <a:lnTo>
                    <a:pt x="161797" y="86"/>
                  </a:lnTo>
                  <a:lnTo>
                    <a:pt x="156434" y="344"/>
                  </a:lnTo>
                  <a:lnTo>
                    <a:pt x="151082" y="775"/>
                  </a:lnTo>
                  <a:lnTo>
                    <a:pt x="145747" y="1377"/>
                  </a:lnTo>
                  <a:lnTo>
                    <a:pt x="140433" y="2151"/>
                  </a:lnTo>
                  <a:lnTo>
                    <a:pt x="135147" y="3095"/>
                  </a:lnTo>
                  <a:lnTo>
                    <a:pt x="129894" y="4208"/>
                  </a:lnTo>
                  <a:lnTo>
                    <a:pt x="124680" y="5489"/>
                  </a:lnTo>
                  <a:lnTo>
                    <a:pt x="119509" y="6936"/>
                  </a:lnTo>
                  <a:lnTo>
                    <a:pt x="114388" y="8550"/>
                  </a:lnTo>
                  <a:lnTo>
                    <a:pt x="109321" y="10327"/>
                  </a:lnTo>
                  <a:lnTo>
                    <a:pt x="104314" y="12265"/>
                  </a:lnTo>
                  <a:lnTo>
                    <a:pt x="99372" y="14364"/>
                  </a:lnTo>
                  <a:lnTo>
                    <a:pt x="94499" y="16620"/>
                  </a:lnTo>
                  <a:lnTo>
                    <a:pt x="89702" y="19031"/>
                  </a:lnTo>
                  <a:lnTo>
                    <a:pt x="84984" y="21595"/>
                  </a:lnTo>
                  <a:lnTo>
                    <a:pt x="80351" y="24310"/>
                  </a:lnTo>
                  <a:lnTo>
                    <a:pt x="75808" y="27172"/>
                  </a:lnTo>
                  <a:lnTo>
                    <a:pt x="71359" y="30178"/>
                  </a:lnTo>
                  <a:lnTo>
                    <a:pt x="67009" y="33326"/>
                  </a:lnTo>
                  <a:lnTo>
                    <a:pt x="62762" y="36611"/>
                  </a:lnTo>
                  <a:lnTo>
                    <a:pt x="58623" y="40032"/>
                  </a:lnTo>
                  <a:lnTo>
                    <a:pt x="54596" y="43583"/>
                  </a:lnTo>
                  <a:lnTo>
                    <a:pt x="50685" y="47262"/>
                  </a:lnTo>
                  <a:lnTo>
                    <a:pt x="46894" y="51065"/>
                  </a:lnTo>
                  <a:lnTo>
                    <a:pt x="43228" y="54987"/>
                  </a:lnTo>
                  <a:lnTo>
                    <a:pt x="39689" y="59026"/>
                  </a:lnTo>
                  <a:lnTo>
                    <a:pt x="36282" y="63176"/>
                  </a:lnTo>
                  <a:lnTo>
                    <a:pt x="33009" y="67433"/>
                  </a:lnTo>
                  <a:lnTo>
                    <a:pt x="29876" y="71793"/>
                  </a:lnTo>
                  <a:lnTo>
                    <a:pt x="26883" y="76251"/>
                  </a:lnTo>
                  <a:lnTo>
                    <a:pt x="24036" y="80803"/>
                  </a:lnTo>
                  <a:lnTo>
                    <a:pt x="21336" y="85445"/>
                  </a:lnTo>
                  <a:lnTo>
                    <a:pt x="18787" y="90170"/>
                  </a:lnTo>
                  <a:lnTo>
                    <a:pt x="16390" y="94975"/>
                  </a:lnTo>
                  <a:lnTo>
                    <a:pt x="14150" y="99855"/>
                  </a:lnTo>
                  <a:lnTo>
                    <a:pt x="12067" y="104804"/>
                  </a:lnTo>
                  <a:lnTo>
                    <a:pt x="10144" y="109817"/>
                  </a:lnTo>
                  <a:lnTo>
                    <a:pt x="8383" y="114890"/>
                  </a:lnTo>
                  <a:lnTo>
                    <a:pt x="6786" y="120016"/>
                  </a:lnTo>
                  <a:lnTo>
                    <a:pt x="5355" y="125191"/>
                  </a:lnTo>
                  <a:lnTo>
                    <a:pt x="4090" y="130410"/>
                  </a:lnTo>
                  <a:lnTo>
                    <a:pt x="2994" y="135666"/>
                  </a:lnTo>
                  <a:lnTo>
                    <a:pt x="2067" y="140955"/>
                  </a:lnTo>
                  <a:lnTo>
                    <a:pt x="1310" y="146271"/>
                  </a:lnTo>
                  <a:lnTo>
                    <a:pt x="724" y="151608"/>
                  </a:lnTo>
                  <a:lnTo>
                    <a:pt x="310" y="156961"/>
                  </a:lnTo>
                  <a:lnTo>
                    <a:pt x="69" y="162325"/>
                  </a:lnTo>
                  <a:lnTo>
                    <a:pt x="0" y="167694"/>
                  </a:lnTo>
                  <a:lnTo>
                    <a:pt x="103" y="173063"/>
                  </a:lnTo>
                  <a:lnTo>
                    <a:pt x="378" y="178425"/>
                  </a:lnTo>
                  <a:lnTo>
                    <a:pt x="826" y="183776"/>
                  </a:lnTo>
                  <a:lnTo>
                    <a:pt x="1445" y="189110"/>
                  </a:lnTo>
                  <a:lnTo>
                    <a:pt x="2235" y="194421"/>
                  </a:lnTo>
                  <a:lnTo>
                    <a:pt x="3196" y="199703"/>
                  </a:lnTo>
                  <a:lnTo>
                    <a:pt x="4325" y="204953"/>
                  </a:lnTo>
                  <a:lnTo>
                    <a:pt x="5623" y="210163"/>
                  </a:lnTo>
                  <a:lnTo>
                    <a:pt x="7087" y="215329"/>
                  </a:lnTo>
                  <a:lnTo>
                    <a:pt x="8716" y="220445"/>
                  </a:lnTo>
                  <a:lnTo>
                    <a:pt x="10509" y="225506"/>
                  </a:lnTo>
                  <a:lnTo>
                    <a:pt x="12463" y="230508"/>
                  </a:lnTo>
                  <a:lnTo>
                    <a:pt x="14577" y="235443"/>
                  </a:lnTo>
                  <a:lnTo>
                    <a:pt x="16849" y="240309"/>
                  </a:lnTo>
                  <a:lnTo>
                    <a:pt x="19275" y="245098"/>
                  </a:lnTo>
                  <a:lnTo>
                    <a:pt x="21855" y="249808"/>
                  </a:lnTo>
                  <a:lnTo>
                    <a:pt x="24584" y="254432"/>
                  </a:lnTo>
                  <a:lnTo>
                    <a:pt x="27460" y="258966"/>
                  </a:lnTo>
                  <a:lnTo>
                    <a:pt x="30480" y="263406"/>
                  </a:lnTo>
                  <a:lnTo>
                    <a:pt x="33641" y="267746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11733" y="1238196"/>
              <a:ext cx="133524" cy="100578"/>
            </a:xfrm>
            <a:custGeom>
              <a:avLst/>
              <a:pathLst>
                <a:path w="133524" h="100578">
                  <a:moveTo>
                    <a:pt x="0" y="100578"/>
                  </a:moveTo>
                  <a:lnTo>
                    <a:pt x="13352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11733" y="1238196"/>
              <a:ext cx="133524" cy="100578"/>
            </a:xfrm>
            <a:custGeom>
              <a:avLst/>
              <a:pathLst>
                <a:path w="133524" h="100578">
                  <a:moveTo>
                    <a:pt x="0" y="100578"/>
                  </a:moveTo>
                  <a:lnTo>
                    <a:pt x="13352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11733" y="1238196"/>
              <a:ext cx="133524" cy="100578"/>
            </a:xfrm>
            <a:custGeom>
              <a:avLst/>
              <a:pathLst>
                <a:path w="133524" h="100578">
                  <a:moveTo>
                    <a:pt x="0" y="100578"/>
                  </a:moveTo>
                  <a:lnTo>
                    <a:pt x="13352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11733" y="1238196"/>
              <a:ext cx="133524" cy="100578"/>
            </a:xfrm>
            <a:custGeom>
              <a:avLst/>
              <a:pathLst>
                <a:path w="133524" h="100578">
                  <a:moveTo>
                    <a:pt x="0" y="100578"/>
                  </a:moveTo>
                  <a:lnTo>
                    <a:pt x="13352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11733" y="1238196"/>
              <a:ext cx="133524" cy="100578"/>
            </a:xfrm>
            <a:custGeom>
              <a:avLst/>
              <a:pathLst>
                <a:path w="133524" h="100578">
                  <a:moveTo>
                    <a:pt x="0" y="100578"/>
                  </a:moveTo>
                  <a:lnTo>
                    <a:pt x="13352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11733" y="1238196"/>
              <a:ext cx="133524" cy="100578"/>
            </a:xfrm>
            <a:custGeom>
              <a:avLst/>
              <a:pathLst>
                <a:path w="133524" h="100578">
                  <a:moveTo>
                    <a:pt x="0" y="100578"/>
                  </a:moveTo>
                  <a:lnTo>
                    <a:pt x="13352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11733" y="1238196"/>
              <a:ext cx="133524" cy="100578"/>
            </a:xfrm>
            <a:custGeom>
              <a:avLst/>
              <a:pathLst>
                <a:path w="133524" h="100578">
                  <a:moveTo>
                    <a:pt x="0" y="100578"/>
                  </a:moveTo>
                  <a:lnTo>
                    <a:pt x="13352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11733" y="1238196"/>
              <a:ext cx="133524" cy="100578"/>
            </a:xfrm>
            <a:custGeom>
              <a:avLst/>
              <a:pathLst>
                <a:path w="133524" h="100578">
                  <a:moveTo>
                    <a:pt x="0" y="100578"/>
                  </a:moveTo>
                  <a:lnTo>
                    <a:pt x="13352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11733" y="1238196"/>
              <a:ext cx="133524" cy="100578"/>
            </a:xfrm>
            <a:custGeom>
              <a:avLst/>
              <a:pathLst>
                <a:path w="133524" h="100578">
                  <a:moveTo>
                    <a:pt x="0" y="100578"/>
                  </a:moveTo>
                  <a:lnTo>
                    <a:pt x="13352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11733" y="1238196"/>
              <a:ext cx="133524" cy="100578"/>
            </a:xfrm>
            <a:custGeom>
              <a:avLst/>
              <a:pathLst>
                <a:path w="133524" h="100578">
                  <a:moveTo>
                    <a:pt x="0" y="100578"/>
                  </a:moveTo>
                  <a:lnTo>
                    <a:pt x="13352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11733" y="1238196"/>
              <a:ext cx="133524" cy="100578"/>
            </a:xfrm>
            <a:custGeom>
              <a:avLst/>
              <a:pathLst>
                <a:path w="133524" h="100578">
                  <a:moveTo>
                    <a:pt x="0" y="100578"/>
                  </a:moveTo>
                  <a:lnTo>
                    <a:pt x="133524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11733" y="1238196"/>
              <a:ext cx="133524" cy="100578"/>
            </a:xfrm>
            <a:custGeom>
              <a:avLst/>
              <a:pathLst>
                <a:path w="133524" h="100578">
                  <a:moveTo>
                    <a:pt x="0" y="100578"/>
                  </a:moveTo>
                  <a:lnTo>
                    <a:pt x="13352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11733" y="1238196"/>
              <a:ext cx="133524" cy="100578"/>
            </a:xfrm>
            <a:custGeom>
              <a:avLst/>
              <a:pathLst>
                <a:path w="133524" h="100578">
                  <a:moveTo>
                    <a:pt x="0" y="100578"/>
                  </a:moveTo>
                  <a:lnTo>
                    <a:pt x="13352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11733" y="1238196"/>
              <a:ext cx="133524" cy="100578"/>
            </a:xfrm>
            <a:custGeom>
              <a:avLst/>
              <a:pathLst>
                <a:path w="133524" h="100578">
                  <a:moveTo>
                    <a:pt x="0" y="100578"/>
                  </a:moveTo>
                  <a:lnTo>
                    <a:pt x="13352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11733" y="1238196"/>
              <a:ext cx="133524" cy="100578"/>
            </a:xfrm>
            <a:custGeom>
              <a:avLst/>
              <a:pathLst>
                <a:path w="133524" h="100578">
                  <a:moveTo>
                    <a:pt x="0" y="100578"/>
                  </a:moveTo>
                  <a:lnTo>
                    <a:pt x="13352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11733" y="1238196"/>
              <a:ext cx="133524" cy="100578"/>
            </a:xfrm>
            <a:custGeom>
              <a:avLst/>
              <a:pathLst>
                <a:path w="133524" h="100578">
                  <a:moveTo>
                    <a:pt x="0" y="100578"/>
                  </a:moveTo>
                  <a:lnTo>
                    <a:pt x="13352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11733" y="1238196"/>
              <a:ext cx="133524" cy="100578"/>
            </a:xfrm>
            <a:custGeom>
              <a:avLst/>
              <a:pathLst>
                <a:path w="133524" h="100578">
                  <a:moveTo>
                    <a:pt x="0" y="100578"/>
                  </a:moveTo>
                  <a:lnTo>
                    <a:pt x="13352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11733" y="1238196"/>
              <a:ext cx="133524" cy="100578"/>
            </a:xfrm>
            <a:custGeom>
              <a:avLst/>
              <a:pathLst>
                <a:path w="133524" h="100578">
                  <a:moveTo>
                    <a:pt x="0" y="100578"/>
                  </a:moveTo>
                  <a:lnTo>
                    <a:pt x="13352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11733" y="1238196"/>
              <a:ext cx="133524" cy="100578"/>
            </a:xfrm>
            <a:custGeom>
              <a:avLst/>
              <a:pathLst>
                <a:path w="133524" h="100578">
                  <a:moveTo>
                    <a:pt x="0" y="100578"/>
                  </a:moveTo>
                  <a:lnTo>
                    <a:pt x="13352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411733" y="1238196"/>
              <a:ext cx="133524" cy="100578"/>
            </a:xfrm>
            <a:custGeom>
              <a:avLst/>
              <a:pathLst>
                <a:path w="133524" h="100578">
                  <a:moveTo>
                    <a:pt x="0" y="100578"/>
                  </a:moveTo>
                  <a:lnTo>
                    <a:pt x="13352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411733" y="1179413"/>
              <a:ext cx="300688" cy="225948"/>
            </a:xfrm>
            <a:custGeom>
              <a:avLst/>
              <a:pathLst>
                <a:path w="300688" h="225948">
                  <a:moveTo>
                    <a:pt x="0" y="159361"/>
                  </a:moveTo>
                  <a:lnTo>
                    <a:pt x="3294" y="163593"/>
                  </a:lnTo>
                  <a:lnTo>
                    <a:pt x="6723" y="167716"/>
                  </a:lnTo>
                  <a:lnTo>
                    <a:pt x="10283" y="171727"/>
                  </a:lnTo>
                  <a:lnTo>
                    <a:pt x="13969" y="175623"/>
                  </a:lnTo>
                  <a:lnTo>
                    <a:pt x="17779" y="179397"/>
                  </a:lnTo>
                  <a:lnTo>
                    <a:pt x="21707" y="183048"/>
                  </a:lnTo>
                  <a:lnTo>
                    <a:pt x="25751" y="186571"/>
                  </a:lnTo>
                  <a:lnTo>
                    <a:pt x="29905" y="189962"/>
                  </a:lnTo>
                  <a:lnTo>
                    <a:pt x="34166" y="193218"/>
                  </a:lnTo>
                  <a:lnTo>
                    <a:pt x="38530" y="196336"/>
                  </a:lnTo>
                  <a:lnTo>
                    <a:pt x="42991" y="199313"/>
                  </a:lnTo>
                  <a:lnTo>
                    <a:pt x="47545" y="202144"/>
                  </a:lnTo>
                  <a:lnTo>
                    <a:pt x="52188" y="204828"/>
                  </a:lnTo>
                  <a:lnTo>
                    <a:pt x="56915" y="207362"/>
                  </a:lnTo>
                  <a:lnTo>
                    <a:pt x="61720" y="209743"/>
                  </a:lnTo>
                  <a:lnTo>
                    <a:pt x="66599" y="211969"/>
                  </a:lnTo>
                  <a:lnTo>
                    <a:pt x="71548" y="214037"/>
                  </a:lnTo>
                  <a:lnTo>
                    <a:pt x="76560" y="215945"/>
                  </a:lnTo>
                  <a:lnTo>
                    <a:pt x="81630" y="217691"/>
                  </a:lnTo>
                  <a:lnTo>
                    <a:pt x="86754" y="219274"/>
                  </a:lnTo>
                  <a:lnTo>
                    <a:pt x="91926" y="220692"/>
                  </a:lnTo>
                  <a:lnTo>
                    <a:pt x="97141" y="221943"/>
                  </a:lnTo>
                  <a:lnTo>
                    <a:pt x="102394" y="223026"/>
                  </a:lnTo>
                  <a:lnTo>
                    <a:pt x="107678" y="223940"/>
                  </a:lnTo>
                  <a:lnTo>
                    <a:pt x="112989" y="224684"/>
                  </a:lnTo>
                  <a:lnTo>
                    <a:pt x="118321" y="225257"/>
                  </a:lnTo>
                  <a:lnTo>
                    <a:pt x="123669" y="225659"/>
                  </a:lnTo>
                  <a:lnTo>
                    <a:pt x="129027" y="225889"/>
                  </a:lnTo>
                  <a:lnTo>
                    <a:pt x="134390" y="225948"/>
                  </a:lnTo>
                  <a:lnTo>
                    <a:pt x="139751" y="225834"/>
                  </a:lnTo>
                  <a:lnTo>
                    <a:pt x="145107" y="225548"/>
                  </a:lnTo>
                  <a:lnTo>
                    <a:pt x="150450" y="225091"/>
                  </a:lnTo>
                  <a:lnTo>
                    <a:pt x="155776" y="224462"/>
                  </a:lnTo>
                  <a:lnTo>
                    <a:pt x="161079" y="223663"/>
                  </a:lnTo>
                  <a:lnTo>
                    <a:pt x="166354" y="222695"/>
                  </a:lnTo>
                  <a:lnTo>
                    <a:pt x="171595" y="221557"/>
                  </a:lnTo>
                  <a:lnTo>
                    <a:pt x="176796" y="220252"/>
                  </a:lnTo>
                  <a:lnTo>
                    <a:pt x="181953" y="218781"/>
                  </a:lnTo>
                  <a:lnTo>
                    <a:pt x="187061" y="217145"/>
                  </a:lnTo>
                  <a:lnTo>
                    <a:pt x="192113" y="215347"/>
                  </a:lnTo>
                  <a:lnTo>
                    <a:pt x="197105" y="213387"/>
                  </a:lnTo>
                  <a:lnTo>
                    <a:pt x="202031" y="211268"/>
                  </a:lnTo>
                  <a:lnTo>
                    <a:pt x="206887" y="208992"/>
                  </a:lnTo>
                  <a:lnTo>
                    <a:pt x="211668" y="206561"/>
                  </a:lnTo>
                  <a:lnTo>
                    <a:pt x="216368" y="203978"/>
                  </a:lnTo>
                  <a:lnTo>
                    <a:pt x="220983" y="201246"/>
                  </a:lnTo>
                  <a:lnTo>
                    <a:pt x="225508" y="198368"/>
                  </a:lnTo>
                  <a:lnTo>
                    <a:pt x="229938" y="195345"/>
                  </a:lnTo>
                  <a:lnTo>
                    <a:pt x="234269" y="192182"/>
                  </a:lnTo>
                  <a:lnTo>
                    <a:pt x="238496" y="188882"/>
                  </a:lnTo>
                  <a:lnTo>
                    <a:pt x="242615" y="185448"/>
                  </a:lnTo>
                  <a:lnTo>
                    <a:pt x="246622" y="181884"/>
                  </a:lnTo>
                  <a:lnTo>
                    <a:pt x="250512" y="178192"/>
                  </a:lnTo>
                  <a:lnTo>
                    <a:pt x="254282" y="174378"/>
                  </a:lnTo>
                  <a:lnTo>
                    <a:pt x="257928" y="170445"/>
                  </a:lnTo>
                  <a:lnTo>
                    <a:pt x="261446" y="166397"/>
                  </a:lnTo>
                  <a:lnTo>
                    <a:pt x="264832" y="162239"/>
                  </a:lnTo>
                  <a:lnTo>
                    <a:pt x="268083" y="157973"/>
                  </a:lnTo>
                  <a:lnTo>
                    <a:pt x="271196" y="153606"/>
                  </a:lnTo>
                  <a:lnTo>
                    <a:pt x="274166" y="149141"/>
                  </a:lnTo>
                  <a:lnTo>
                    <a:pt x="276993" y="144583"/>
                  </a:lnTo>
                  <a:lnTo>
                    <a:pt x="279671" y="139937"/>
                  </a:lnTo>
                  <a:lnTo>
                    <a:pt x="282199" y="135208"/>
                  </a:lnTo>
                  <a:lnTo>
                    <a:pt x="284574" y="130399"/>
                  </a:lnTo>
                  <a:lnTo>
                    <a:pt x="286793" y="125517"/>
                  </a:lnTo>
                  <a:lnTo>
                    <a:pt x="288855" y="120566"/>
                  </a:lnTo>
                  <a:lnTo>
                    <a:pt x="290757" y="115552"/>
                  </a:lnTo>
                  <a:lnTo>
                    <a:pt x="292497" y="110479"/>
                  </a:lnTo>
                  <a:lnTo>
                    <a:pt x="294074" y="105353"/>
                  </a:lnTo>
                  <a:lnTo>
                    <a:pt x="295485" y="100179"/>
                  </a:lnTo>
                  <a:lnTo>
                    <a:pt x="296729" y="94963"/>
                  </a:lnTo>
                  <a:lnTo>
                    <a:pt x="297806" y="89709"/>
                  </a:lnTo>
                  <a:lnTo>
                    <a:pt x="298713" y="84424"/>
                  </a:lnTo>
                  <a:lnTo>
                    <a:pt x="299451" y="79112"/>
                  </a:lnTo>
                  <a:lnTo>
                    <a:pt x="300018" y="73779"/>
                  </a:lnTo>
                  <a:lnTo>
                    <a:pt x="300413" y="68431"/>
                  </a:lnTo>
                  <a:lnTo>
                    <a:pt x="300637" y="63072"/>
                  </a:lnTo>
                  <a:lnTo>
                    <a:pt x="300688" y="57710"/>
                  </a:lnTo>
                  <a:lnTo>
                    <a:pt x="300568" y="52348"/>
                  </a:lnTo>
                  <a:lnTo>
                    <a:pt x="300275" y="46993"/>
                  </a:lnTo>
                  <a:lnTo>
                    <a:pt x="299811" y="41650"/>
                  </a:lnTo>
                  <a:lnTo>
                    <a:pt x="299176" y="36325"/>
                  </a:lnTo>
                  <a:lnTo>
                    <a:pt x="298371" y="31023"/>
                  </a:lnTo>
                  <a:lnTo>
                    <a:pt x="297395" y="25750"/>
                  </a:lnTo>
                  <a:lnTo>
                    <a:pt x="296252" y="20510"/>
                  </a:lnTo>
                  <a:lnTo>
                    <a:pt x="294940" y="15310"/>
                  </a:lnTo>
                  <a:lnTo>
                    <a:pt x="293463" y="10155"/>
                  </a:lnTo>
                  <a:lnTo>
                    <a:pt x="291820" y="5050"/>
                  </a:lnTo>
                  <a:lnTo>
                    <a:pt x="290015" y="0"/>
                  </a:lnTo>
                  <a:lnTo>
                    <a:pt x="133524" y="587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545258" y="1071028"/>
              <a:ext cx="156491" cy="167167"/>
            </a:xfrm>
            <a:custGeom>
              <a:avLst/>
              <a:pathLst>
                <a:path w="156491" h="167167">
                  <a:moveTo>
                    <a:pt x="156491" y="108384"/>
                  </a:moveTo>
                  <a:lnTo>
                    <a:pt x="154483" y="103292"/>
                  </a:lnTo>
                  <a:lnTo>
                    <a:pt x="152309" y="98269"/>
                  </a:lnTo>
                  <a:lnTo>
                    <a:pt x="149972" y="93320"/>
                  </a:lnTo>
                  <a:lnTo>
                    <a:pt x="147474" y="88450"/>
                  </a:lnTo>
                  <a:lnTo>
                    <a:pt x="144818" y="83665"/>
                  </a:lnTo>
                  <a:lnTo>
                    <a:pt x="142007" y="78969"/>
                  </a:lnTo>
                  <a:lnTo>
                    <a:pt x="139043" y="74367"/>
                  </a:lnTo>
                  <a:lnTo>
                    <a:pt x="135931" y="69865"/>
                  </a:lnTo>
                  <a:lnTo>
                    <a:pt x="132672" y="65467"/>
                  </a:lnTo>
                  <a:lnTo>
                    <a:pt x="129272" y="61178"/>
                  </a:lnTo>
                  <a:lnTo>
                    <a:pt x="125733" y="57003"/>
                  </a:lnTo>
                  <a:lnTo>
                    <a:pt x="122059" y="52946"/>
                  </a:lnTo>
                  <a:lnTo>
                    <a:pt x="118255" y="49012"/>
                  </a:lnTo>
                  <a:lnTo>
                    <a:pt x="114323" y="45204"/>
                  </a:lnTo>
                  <a:lnTo>
                    <a:pt x="110269" y="41526"/>
                  </a:lnTo>
                  <a:lnTo>
                    <a:pt x="106097" y="37984"/>
                  </a:lnTo>
                  <a:lnTo>
                    <a:pt x="101811" y="34580"/>
                  </a:lnTo>
                  <a:lnTo>
                    <a:pt x="97416" y="31318"/>
                  </a:lnTo>
                  <a:lnTo>
                    <a:pt x="92917" y="28202"/>
                  </a:lnTo>
                  <a:lnTo>
                    <a:pt x="88318" y="25234"/>
                  </a:lnTo>
                  <a:lnTo>
                    <a:pt x="83624" y="22419"/>
                  </a:lnTo>
                  <a:lnTo>
                    <a:pt x="78841" y="19759"/>
                  </a:lnTo>
                  <a:lnTo>
                    <a:pt x="73973" y="17257"/>
                  </a:lnTo>
                  <a:lnTo>
                    <a:pt x="69025" y="14916"/>
                  </a:lnTo>
                  <a:lnTo>
                    <a:pt x="64004" y="12738"/>
                  </a:lnTo>
                  <a:lnTo>
                    <a:pt x="58914" y="10725"/>
                  </a:lnTo>
                  <a:lnTo>
                    <a:pt x="53762" y="8880"/>
                  </a:lnTo>
                  <a:lnTo>
                    <a:pt x="48551" y="7205"/>
                  </a:lnTo>
                  <a:lnTo>
                    <a:pt x="43288" y="5702"/>
                  </a:lnTo>
                  <a:lnTo>
                    <a:pt x="37979" y="4371"/>
                  </a:lnTo>
                  <a:lnTo>
                    <a:pt x="32630" y="3215"/>
                  </a:lnTo>
                  <a:lnTo>
                    <a:pt x="27245" y="2235"/>
                  </a:lnTo>
                  <a:lnTo>
                    <a:pt x="21831" y="1431"/>
                  </a:lnTo>
                  <a:lnTo>
                    <a:pt x="16394" y="805"/>
                  </a:lnTo>
                  <a:lnTo>
                    <a:pt x="10939" y="358"/>
                  </a:lnTo>
                  <a:lnTo>
                    <a:pt x="5472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7218" y="941493"/>
              <a:ext cx="86325" cy="167167"/>
            </a:xfrm>
            <a:custGeom>
              <a:avLst/>
              <a:pathLst>
                <a:path w="86325" h="167167">
                  <a:moveTo>
                    <a:pt x="86325" y="0"/>
                  </a:moveTo>
                  <a:lnTo>
                    <a:pt x="80657" y="96"/>
                  </a:lnTo>
                  <a:lnTo>
                    <a:pt x="74995" y="384"/>
                  </a:lnTo>
                  <a:lnTo>
                    <a:pt x="69346" y="864"/>
                  </a:lnTo>
                  <a:lnTo>
                    <a:pt x="63717" y="1535"/>
                  </a:lnTo>
                  <a:lnTo>
                    <a:pt x="58113" y="2397"/>
                  </a:lnTo>
                  <a:lnTo>
                    <a:pt x="52542" y="3449"/>
                  </a:lnTo>
                  <a:lnTo>
                    <a:pt x="47010" y="4688"/>
                  </a:lnTo>
                  <a:lnTo>
                    <a:pt x="41524" y="6115"/>
                  </a:lnTo>
                  <a:lnTo>
                    <a:pt x="36088" y="7727"/>
                  </a:lnTo>
                  <a:lnTo>
                    <a:pt x="30711" y="9522"/>
                  </a:lnTo>
                  <a:lnTo>
                    <a:pt x="25397" y="11498"/>
                  </a:lnTo>
                  <a:lnTo>
                    <a:pt x="20154" y="13654"/>
                  </a:lnTo>
                  <a:lnTo>
                    <a:pt x="14986" y="15986"/>
                  </a:lnTo>
                  <a:lnTo>
                    <a:pt x="9901" y="18492"/>
                  </a:lnTo>
                  <a:lnTo>
                    <a:pt x="4903" y="21169"/>
                  </a:lnTo>
                  <a:lnTo>
                    <a:pt x="0" y="24014"/>
                  </a:lnTo>
                  <a:lnTo>
                    <a:pt x="8632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7218" y="965507"/>
              <a:ext cx="86325" cy="143152"/>
            </a:xfrm>
            <a:custGeom>
              <a:avLst/>
              <a:pathLst>
                <a:path w="86325" h="143152">
                  <a:moveTo>
                    <a:pt x="0" y="0"/>
                  </a:moveTo>
                  <a:lnTo>
                    <a:pt x="86325" y="1431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7218" y="965507"/>
              <a:ext cx="86325" cy="143152"/>
            </a:xfrm>
            <a:custGeom>
              <a:avLst/>
              <a:pathLst>
                <a:path w="86325" h="143152">
                  <a:moveTo>
                    <a:pt x="0" y="0"/>
                  </a:moveTo>
                  <a:lnTo>
                    <a:pt x="86325" y="1431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7218" y="965507"/>
              <a:ext cx="86325" cy="143152"/>
            </a:xfrm>
            <a:custGeom>
              <a:avLst/>
              <a:pathLst>
                <a:path w="86325" h="143152">
                  <a:moveTo>
                    <a:pt x="0" y="0"/>
                  </a:moveTo>
                  <a:lnTo>
                    <a:pt x="86325" y="1431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7218" y="965507"/>
              <a:ext cx="86325" cy="143152"/>
            </a:xfrm>
            <a:custGeom>
              <a:avLst/>
              <a:pathLst>
                <a:path w="86325" h="143152">
                  <a:moveTo>
                    <a:pt x="0" y="0"/>
                  </a:moveTo>
                  <a:lnTo>
                    <a:pt x="86325" y="1431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7218" y="965507"/>
              <a:ext cx="86325" cy="143152"/>
            </a:xfrm>
            <a:custGeom>
              <a:avLst/>
              <a:pathLst>
                <a:path w="86325" h="143152">
                  <a:moveTo>
                    <a:pt x="0" y="0"/>
                  </a:moveTo>
                  <a:lnTo>
                    <a:pt x="86325" y="1431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7218" y="965507"/>
              <a:ext cx="86325" cy="143152"/>
            </a:xfrm>
            <a:custGeom>
              <a:avLst/>
              <a:pathLst>
                <a:path w="86325" h="143152">
                  <a:moveTo>
                    <a:pt x="0" y="0"/>
                  </a:moveTo>
                  <a:lnTo>
                    <a:pt x="86325" y="1431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7218" y="965507"/>
              <a:ext cx="86325" cy="143152"/>
            </a:xfrm>
            <a:custGeom>
              <a:avLst/>
              <a:pathLst>
                <a:path w="86325" h="143152">
                  <a:moveTo>
                    <a:pt x="0" y="0"/>
                  </a:moveTo>
                  <a:lnTo>
                    <a:pt x="86325" y="1431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7218" y="965507"/>
              <a:ext cx="86325" cy="143152"/>
            </a:xfrm>
            <a:custGeom>
              <a:avLst/>
              <a:pathLst>
                <a:path w="86325" h="143152">
                  <a:moveTo>
                    <a:pt x="0" y="0"/>
                  </a:moveTo>
                  <a:lnTo>
                    <a:pt x="86325" y="1431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7218" y="965507"/>
              <a:ext cx="86325" cy="143152"/>
            </a:xfrm>
            <a:custGeom>
              <a:avLst/>
              <a:pathLst>
                <a:path w="86325" h="143152">
                  <a:moveTo>
                    <a:pt x="0" y="0"/>
                  </a:moveTo>
                  <a:lnTo>
                    <a:pt x="86325" y="1431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7218" y="965507"/>
              <a:ext cx="86325" cy="143152"/>
            </a:xfrm>
            <a:custGeom>
              <a:avLst/>
              <a:pathLst>
                <a:path w="86325" h="143152">
                  <a:moveTo>
                    <a:pt x="0" y="0"/>
                  </a:moveTo>
                  <a:lnTo>
                    <a:pt x="86325" y="1431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7218" y="965507"/>
              <a:ext cx="86325" cy="143152"/>
            </a:xfrm>
            <a:custGeom>
              <a:avLst/>
              <a:pathLst>
                <a:path w="86325" h="143152">
                  <a:moveTo>
                    <a:pt x="0" y="0"/>
                  </a:moveTo>
                  <a:lnTo>
                    <a:pt x="86325" y="1431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37218" y="965507"/>
              <a:ext cx="86325" cy="143152"/>
            </a:xfrm>
            <a:custGeom>
              <a:avLst/>
              <a:pathLst>
                <a:path w="86325" h="143152">
                  <a:moveTo>
                    <a:pt x="0" y="0"/>
                  </a:moveTo>
                  <a:lnTo>
                    <a:pt x="86325" y="1431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37218" y="965507"/>
              <a:ext cx="86325" cy="143152"/>
            </a:xfrm>
            <a:custGeom>
              <a:avLst/>
              <a:pathLst>
                <a:path w="86325" h="143152">
                  <a:moveTo>
                    <a:pt x="0" y="0"/>
                  </a:moveTo>
                  <a:lnTo>
                    <a:pt x="86325" y="1431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37218" y="965507"/>
              <a:ext cx="86325" cy="143152"/>
            </a:xfrm>
            <a:custGeom>
              <a:avLst/>
              <a:pathLst>
                <a:path w="86325" h="143152">
                  <a:moveTo>
                    <a:pt x="0" y="0"/>
                  </a:moveTo>
                  <a:lnTo>
                    <a:pt x="86325" y="143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37218" y="965507"/>
              <a:ext cx="86325" cy="143152"/>
            </a:xfrm>
            <a:custGeom>
              <a:avLst/>
              <a:pathLst>
                <a:path w="86325" h="143152">
                  <a:moveTo>
                    <a:pt x="0" y="0"/>
                  </a:moveTo>
                  <a:lnTo>
                    <a:pt x="86325" y="143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37218" y="965507"/>
              <a:ext cx="86325" cy="143152"/>
            </a:xfrm>
            <a:custGeom>
              <a:avLst/>
              <a:pathLst>
                <a:path w="86325" h="143152">
                  <a:moveTo>
                    <a:pt x="0" y="0"/>
                  </a:moveTo>
                  <a:lnTo>
                    <a:pt x="86325" y="143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37218" y="965507"/>
              <a:ext cx="86325" cy="143152"/>
            </a:xfrm>
            <a:custGeom>
              <a:avLst/>
              <a:pathLst>
                <a:path w="86325" h="143152">
                  <a:moveTo>
                    <a:pt x="0" y="0"/>
                  </a:moveTo>
                  <a:lnTo>
                    <a:pt x="86325" y="143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37218" y="965507"/>
              <a:ext cx="86325" cy="143152"/>
            </a:xfrm>
            <a:custGeom>
              <a:avLst/>
              <a:pathLst>
                <a:path w="86325" h="143152">
                  <a:moveTo>
                    <a:pt x="0" y="0"/>
                  </a:moveTo>
                  <a:lnTo>
                    <a:pt x="86325" y="1431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937218" y="965507"/>
              <a:ext cx="86325" cy="143152"/>
            </a:xfrm>
            <a:custGeom>
              <a:avLst/>
              <a:pathLst>
                <a:path w="86325" h="143152">
                  <a:moveTo>
                    <a:pt x="0" y="0"/>
                  </a:moveTo>
                  <a:lnTo>
                    <a:pt x="86325" y="1431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856389" y="946641"/>
              <a:ext cx="334311" cy="329185"/>
            </a:xfrm>
            <a:custGeom>
              <a:avLst/>
              <a:pathLst>
                <a:path w="334311" h="329185">
                  <a:moveTo>
                    <a:pt x="80828" y="18866"/>
                  </a:moveTo>
                  <a:lnTo>
                    <a:pt x="76328" y="21678"/>
                  </a:lnTo>
                  <a:lnTo>
                    <a:pt x="71920" y="24631"/>
                  </a:lnTo>
                  <a:lnTo>
                    <a:pt x="67607" y="27723"/>
                  </a:lnTo>
                  <a:lnTo>
                    <a:pt x="63395" y="30950"/>
                  </a:lnTo>
                  <a:lnTo>
                    <a:pt x="59287" y="34309"/>
                  </a:lnTo>
                  <a:lnTo>
                    <a:pt x="55288" y="37797"/>
                  </a:lnTo>
                  <a:lnTo>
                    <a:pt x="51402" y="41410"/>
                  </a:lnTo>
                  <a:lnTo>
                    <a:pt x="47632" y="45145"/>
                  </a:lnTo>
                  <a:lnTo>
                    <a:pt x="43983" y="48997"/>
                  </a:lnTo>
                  <a:lnTo>
                    <a:pt x="40458" y="52964"/>
                  </a:lnTo>
                  <a:lnTo>
                    <a:pt x="37061" y="57040"/>
                  </a:lnTo>
                  <a:lnTo>
                    <a:pt x="33794" y="61222"/>
                  </a:lnTo>
                  <a:lnTo>
                    <a:pt x="30662" y="65505"/>
                  </a:lnTo>
                  <a:lnTo>
                    <a:pt x="27668" y="69886"/>
                  </a:lnTo>
                  <a:lnTo>
                    <a:pt x="24814" y="74359"/>
                  </a:lnTo>
                  <a:lnTo>
                    <a:pt x="22103" y="78921"/>
                  </a:lnTo>
                  <a:lnTo>
                    <a:pt x="19539" y="83567"/>
                  </a:lnTo>
                  <a:lnTo>
                    <a:pt x="17124" y="88291"/>
                  </a:lnTo>
                  <a:lnTo>
                    <a:pt x="14859" y="93090"/>
                  </a:lnTo>
                  <a:lnTo>
                    <a:pt x="12748" y="97959"/>
                  </a:lnTo>
                  <a:lnTo>
                    <a:pt x="10793" y="102892"/>
                  </a:lnTo>
                  <a:lnTo>
                    <a:pt x="8995" y="107884"/>
                  </a:lnTo>
                  <a:lnTo>
                    <a:pt x="7356" y="112931"/>
                  </a:lnTo>
                  <a:lnTo>
                    <a:pt x="5879" y="118028"/>
                  </a:lnTo>
                  <a:lnTo>
                    <a:pt x="4564" y="123168"/>
                  </a:lnTo>
                  <a:lnTo>
                    <a:pt x="3413" y="128348"/>
                  </a:lnTo>
                  <a:lnTo>
                    <a:pt x="2427" y="133562"/>
                  </a:lnTo>
                  <a:lnTo>
                    <a:pt x="1606" y="138805"/>
                  </a:lnTo>
                  <a:lnTo>
                    <a:pt x="953" y="144071"/>
                  </a:lnTo>
                  <a:lnTo>
                    <a:pt x="467" y="149355"/>
                  </a:lnTo>
                  <a:lnTo>
                    <a:pt x="149" y="154652"/>
                  </a:lnTo>
                  <a:lnTo>
                    <a:pt x="0" y="159956"/>
                  </a:lnTo>
                  <a:lnTo>
                    <a:pt x="18" y="165262"/>
                  </a:lnTo>
                  <a:lnTo>
                    <a:pt x="205" y="170565"/>
                  </a:lnTo>
                  <a:lnTo>
                    <a:pt x="561" y="175860"/>
                  </a:lnTo>
                  <a:lnTo>
                    <a:pt x="1084" y="181140"/>
                  </a:lnTo>
                  <a:lnTo>
                    <a:pt x="1775" y="186401"/>
                  </a:lnTo>
                  <a:lnTo>
                    <a:pt x="2632" y="191638"/>
                  </a:lnTo>
                  <a:lnTo>
                    <a:pt x="3655" y="196845"/>
                  </a:lnTo>
                  <a:lnTo>
                    <a:pt x="4842" y="202017"/>
                  </a:lnTo>
                  <a:lnTo>
                    <a:pt x="6194" y="207148"/>
                  </a:lnTo>
                  <a:lnTo>
                    <a:pt x="7707" y="212234"/>
                  </a:lnTo>
                  <a:lnTo>
                    <a:pt x="9381" y="217269"/>
                  </a:lnTo>
                  <a:lnTo>
                    <a:pt x="11214" y="222249"/>
                  </a:lnTo>
                  <a:lnTo>
                    <a:pt x="13204" y="227168"/>
                  </a:lnTo>
                  <a:lnTo>
                    <a:pt x="15350" y="232021"/>
                  </a:lnTo>
                  <a:lnTo>
                    <a:pt x="17648" y="236804"/>
                  </a:lnTo>
                  <a:lnTo>
                    <a:pt x="20097" y="241512"/>
                  </a:lnTo>
                  <a:lnTo>
                    <a:pt x="22694" y="246139"/>
                  </a:lnTo>
                  <a:lnTo>
                    <a:pt x="25437" y="250682"/>
                  </a:lnTo>
                  <a:lnTo>
                    <a:pt x="28322" y="255135"/>
                  </a:lnTo>
                  <a:lnTo>
                    <a:pt x="31347" y="259494"/>
                  </a:lnTo>
                  <a:lnTo>
                    <a:pt x="34510" y="263756"/>
                  </a:lnTo>
                  <a:lnTo>
                    <a:pt x="37805" y="267914"/>
                  </a:lnTo>
                  <a:lnTo>
                    <a:pt x="41232" y="271966"/>
                  </a:lnTo>
                  <a:lnTo>
                    <a:pt x="44785" y="275907"/>
                  </a:lnTo>
                  <a:lnTo>
                    <a:pt x="48461" y="279734"/>
                  </a:lnTo>
                  <a:lnTo>
                    <a:pt x="52257" y="283442"/>
                  </a:lnTo>
                  <a:lnTo>
                    <a:pt x="56169" y="287027"/>
                  </a:lnTo>
                  <a:lnTo>
                    <a:pt x="60192" y="290487"/>
                  </a:lnTo>
                  <a:lnTo>
                    <a:pt x="64323" y="293817"/>
                  </a:lnTo>
                  <a:lnTo>
                    <a:pt x="68558" y="297014"/>
                  </a:lnTo>
                  <a:lnTo>
                    <a:pt x="72893" y="300076"/>
                  </a:lnTo>
                  <a:lnTo>
                    <a:pt x="77322" y="302998"/>
                  </a:lnTo>
                  <a:lnTo>
                    <a:pt x="81842" y="305778"/>
                  </a:lnTo>
                  <a:lnTo>
                    <a:pt x="86447" y="308413"/>
                  </a:lnTo>
                  <a:lnTo>
                    <a:pt x="91134" y="310901"/>
                  </a:lnTo>
                  <a:lnTo>
                    <a:pt x="95898" y="313239"/>
                  </a:lnTo>
                  <a:lnTo>
                    <a:pt x="100733" y="315424"/>
                  </a:lnTo>
                  <a:lnTo>
                    <a:pt x="105636" y="317455"/>
                  </a:lnTo>
                  <a:lnTo>
                    <a:pt x="110600" y="319329"/>
                  </a:lnTo>
                  <a:lnTo>
                    <a:pt x="115621" y="321045"/>
                  </a:lnTo>
                  <a:lnTo>
                    <a:pt x="120695" y="322600"/>
                  </a:lnTo>
                  <a:lnTo>
                    <a:pt x="125815" y="323994"/>
                  </a:lnTo>
                  <a:lnTo>
                    <a:pt x="130976" y="325225"/>
                  </a:lnTo>
                  <a:lnTo>
                    <a:pt x="136175" y="326291"/>
                  </a:lnTo>
                  <a:lnTo>
                    <a:pt x="141404" y="327191"/>
                  </a:lnTo>
                  <a:lnTo>
                    <a:pt x="146659" y="327925"/>
                  </a:lnTo>
                  <a:lnTo>
                    <a:pt x="151935" y="328492"/>
                  </a:lnTo>
                  <a:lnTo>
                    <a:pt x="157227" y="328891"/>
                  </a:lnTo>
                  <a:lnTo>
                    <a:pt x="162528" y="329122"/>
                  </a:lnTo>
                  <a:lnTo>
                    <a:pt x="167834" y="329185"/>
                  </a:lnTo>
                  <a:lnTo>
                    <a:pt x="173139" y="329079"/>
                  </a:lnTo>
                  <a:lnTo>
                    <a:pt x="178438" y="328805"/>
                  </a:lnTo>
                  <a:lnTo>
                    <a:pt x="183726" y="328363"/>
                  </a:lnTo>
                  <a:lnTo>
                    <a:pt x="188997" y="327753"/>
                  </a:lnTo>
                  <a:lnTo>
                    <a:pt x="194247" y="326976"/>
                  </a:lnTo>
                  <a:lnTo>
                    <a:pt x="199469" y="326033"/>
                  </a:lnTo>
                  <a:lnTo>
                    <a:pt x="204658" y="324925"/>
                  </a:lnTo>
                  <a:lnTo>
                    <a:pt x="209809" y="323653"/>
                  </a:lnTo>
                  <a:lnTo>
                    <a:pt x="214918" y="322217"/>
                  </a:lnTo>
                  <a:lnTo>
                    <a:pt x="219978" y="320621"/>
                  </a:lnTo>
                  <a:lnTo>
                    <a:pt x="224986" y="318864"/>
                  </a:lnTo>
                  <a:lnTo>
                    <a:pt x="229935" y="316950"/>
                  </a:lnTo>
                  <a:lnTo>
                    <a:pt x="234820" y="314879"/>
                  </a:lnTo>
                  <a:lnTo>
                    <a:pt x="239638" y="312654"/>
                  </a:lnTo>
                  <a:lnTo>
                    <a:pt x="244382" y="310278"/>
                  </a:lnTo>
                  <a:lnTo>
                    <a:pt x="249049" y="307752"/>
                  </a:lnTo>
                  <a:lnTo>
                    <a:pt x="253633" y="305080"/>
                  </a:lnTo>
                  <a:lnTo>
                    <a:pt x="258130" y="302263"/>
                  </a:lnTo>
                  <a:lnTo>
                    <a:pt x="262535" y="299305"/>
                  </a:lnTo>
                  <a:lnTo>
                    <a:pt x="266844" y="296208"/>
                  </a:lnTo>
                  <a:lnTo>
                    <a:pt x="271053" y="292977"/>
                  </a:lnTo>
                  <a:lnTo>
                    <a:pt x="275157" y="289613"/>
                  </a:lnTo>
                  <a:lnTo>
                    <a:pt x="279153" y="286121"/>
                  </a:lnTo>
                  <a:lnTo>
                    <a:pt x="283035" y="282504"/>
                  </a:lnTo>
                  <a:lnTo>
                    <a:pt x="286801" y="278765"/>
                  </a:lnTo>
                  <a:lnTo>
                    <a:pt x="290446" y="274909"/>
                  </a:lnTo>
                  <a:lnTo>
                    <a:pt x="293967" y="270939"/>
                  </a:lnTo>
                  <a:lnTo>
                    <a:pt x="297360" y="266859"/>
                  </a:lnTo>
                  <a:lnTo>
                    <a:pt x="300622" y="262674"/>
                  </a:lnTo>
                  <a:lnTo>
                    <a:pt x="303749" y="258387"/>
                  </a:lnTo>
                  <a:lnTo>
                    <a:pt x="306739" y="254003"/>
                  </a:lnTo>
                  <a:lnTo>
                    <a:pt x="309588" y="249526"/>
                  </a:lnTo>
                  <a:lnTo>
                    <a:pt x="312294" y="244962"/>
                  </a:lnTo>
                  <a:lnTo>
                    <a:pt x="314853" y="240313"/>
                  </a:lnTo>
                  <a:lnTo>
                    <a:pt x="317264" y="235586"/>
                  </a:lnTo>
                  <a:lnTo>
                    <a:pt x="319523" y="230785"/>
                  </a:lnTo>
                  <a:lnTo>
                    <a:pt x="321629" y="225914"/>
                  </a:lnTo>
                  <a:lnTo>
                    <a:pt x="323579" y="220979"/>
                  </a:lnTo>
                  <a:lnTo>
                    <a:pt x="325371" y="215985"/>
                  </a:lnTo>
                  <a:lnTo>
                    <a:pt x="327004" y="210936"/>
                  </a:lnTo>
                  <a:lnTo>
                    <a:pt x="328476" y="205838"/>
                  </a:lnTo>
                  <a:lnTo>
                    <a:pt x="329786" y="200696"/>
                  </a:lnTo>
                  <a:lnTo>
                    <a:pt x="330931" y="195514"/>
                  </a:lnTo>
                  <a:lnTo>
                    <a:pt x="331912" y="190299"/>
                  </a:lnTo>
                  <a:lnTo>
                    <a:pt x="332727" y="185056"/>
                  </a:lnTo>
                  <a:lnTo>
                    <a:pt x="333374" y="179789"/>
                  </a:lnTo>
                  <a:lnTo>
                    <a:pt x="333855" y="174505"/>
                  </a:lnTo>
                  <a:lnTo>
                    <a:pt x="334167" y="169208"/>
                  </a:lnTo>
                  <a:lnTo>
                    <a:pt x="334311" y="163903"/>
                  </a:lnTo>
                  <a:lnTo>
                    <a:pt x="334287" y="158597"/>
                  </a:lnTo>
                  <a:lnTo>
                    <a:pt x="334094" y="153294"/>
                  </a:lnTo>
                  <a:lnTo>
                    <a:pt x="333733" y="148000"/>
                  </a:lnTo>
                  <a:lnTo>
                    <a:pt x="333204" y="142720"/>
                  </a:lnTo>
                  <a:lnTo>
                    <a:pt x="332508" y="137460"/>
                  </a:lnTo>
                  <a:lnTo>
                    <a:pt x="331645" y="132224"/>
                  </a:lnTo>
                  <a:lnTo>
                    <a:pt x="330616" y="127018"/>
                  </a:lnTo>
                  <a:lnTo>
                    <a:pt x="329423" y="121848"/>
                  </a:lnTo>
                  <a:lnTo>
                    <a:pt x="328067" y="116718"/>
                  </a:lnTo>
                  <a:lnTo>
                    <a:pt x="326548" y="111633"/>
                  </a:lnTo>
                  <a:lnTo>
                    <a:pt x="324868" y="106600"/>
                  </a:lnTo>
                  <a:lnTo>
                    <a:pt x="323030" y="101622"/>
                  </a:lnTo>
                  <a:lnTo>
                    <a:pt x="321034" y="96705"/>
                  </a:lnTo>
                  <a:lnTo>
                    <a:pt x="318884" y="91854"/>
                  </a:lnTo>
                  <a:lnTo>
                    <a:pt x="316580" y="87074"/>
                  </a:lnTo>
                  <a:lnTo>
                    <a:pt x="314127" y="82369"/>
                  </a:lnTo>
                  <a:lnTo>
                    <a:pt x="311525" y="77744"/>
                  </a:lnTo>
                  <a:lnTo>
                    <a:pt x="308777" y="73205"/>
                  </a:lnTo>
                  <a:lnTo>
                    <a:pt x="305887" y="68755"/>
                  </a:lnTo>
                  <a:lnTo>
                    <a:pt x="302857" y="64398"/>
                  </a:lnTo>
                  <a:lnTo>
                    <a:pt x="299690" y="60141"/>
                  </a:lnTo>
                  <a:lnTo>
                    <a:pt x="296390" y="55985"/>
                  </a:lnTo>
                  <a:lnTo>
                    <a:pt x="292959" y="51937"/>
                  </a:lnTo>
                  <a:lnTo>
                    <a:pt x="289402" y="48000"/>
                  </a:lnTo>
                  <a:lnTo>
                    <a:pt x="285722" y="44177"/>
                  </a:lnTo>
                  <a:lnTo>
                    <a:pt x="281922" y="40473"/>
                  </a:lnTo>
                  <a:lnTo>
                    <a:pt x="278006" y="36892"/>
                  </a:lnTo>
                  <a:lnTo>
                    <a:pt x="273979" y="33437"/>
                  </a:lnTo>
                  <a:lnTo>
                    <a:pt x="269844" y="30111"/>
                  </a:lnTo>
                  <a:lnTo>
                    <a:pt x="265606" y="26918"/>
                  </a:lnTo>
                  <a:lnTo>
                    <a:pt x="261268" y="23861"/>
                  </a:lnTo>
                  <a:lnTo>
                    <a:pt x="256836" y="20944"/>
                  </a:lnTo>
                  <a:lnTo>
                    <a:pt x="252313" y="18169"/>
                  </a:lnTo>
                  <a:lnTo>
                    <a:pt x="247705" y="15538"/>
                  </a:lnTo>
                  <a:lnTo>
                    <a:pt x="243015" y="13056"/>
                  </a:lnTo>
                  <a:lnTo>
                    <a:pt x="238249" y="10723"/>
                  </a:lnTo>
                  <a:lnTo>
                    <a:pt x="233411" y="8543"/>
                  </a:lnTo>
                  <a:lnTo>
                    <a:pt x="228507" y="6517"/>
                  </a:lnTo>
                  <a:lnTo>
                    <a:pt x="223540" y="4648"/>
                  </a:lnTo>
                  <a:lnTo>
                    <a:pt x="218517" y="2938"/>
                  </a:lnTo>
                  <a:lnTo>
                    <a:pt x="213442" y="1388"/>
                  </a:lnTo>
                  <a:lnTo>
                    <a:pt x="208321" y="0"/>
                  </a:lnTo>
                  <a:lnTo>
                    <a:pt x="167154" y="1620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023544" y="941493"/>
              <a:ext cx="41166" cy="167167"/>
            </a:xfrm>
            <a:custGeom>
              <a:avLst/>
              <a:pathLst>
                <a:path w="41166" h="167167">
                  <a:moveTo>
                    <a:pt x="41166" y="5148"/>
                  </a:moveTo>
                  <a:lnTo>
                    <a:pt x="34414" y="3580"/>
                  </a:lnTo>
                  <a:lnTo>
                    <a:pt x="27602" y="2294"/>
                  </a:lnTo>
                  <a:lnTo>
                    <a:pt x="20743" y="1292"/>
                  </a:lnTo>
                  <a:lnTo>
                    <a:pt x="13848" y="574"/>
                  </a:lnTo>
                  <a:lnTo>
                    <a:pt x="6930" y="14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9502" y="941493"/>
              <a:ext cx="46713" cy="167167"/>
            </a:xfrm>
            <a:custGeom>
              <a:avLst/>
              <a:pathLst>
                <a:path w="46713" h="167167">
                  <a:moveTo>
                    <a:pt x="46713" y="0"/>
                  </a:moveTo>
                  <a:lnTo>
                    <a:pt x="40797" y="104"/>
                  </a:lnTo>
                  <a:lnTo>
                    <a:pt x="34887" y="418"/>
                  </a:lnTo>
                  <a:lnTo>
                    <a:pt x="28993" y="941"/>
                  </a:lnTo>
                  <a:lnTo>
                    <a:pt x="23120" y="1673"/>
                  </a:lnTo>
                  <a:lnTo>
                    <a:pt x="17277" y="2612"/>
                  </a:lnTo>
                  <a:lnTo>
                    <a:pt x="11472" y="3756"/>
                  </a:lnTo>
                  <a:lnTo>
                    <a:pt x="5710" y="5106"/>
                  </a:lnTo>
                  <a:lnTo>
                    <a:pt x="0" y="6659"/>
                  </a:lnTo>
                  <a:lnTo>
                    <a:pt x="4671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9502" y="948152"/>
              <a:ext cx="46713" cy="160507"/>
            </a:xfrm>
            <a:custGeom>
              <a:avLst/>
              <a:pathLst>
                <a:path w="46713" h="160507">
                  <a:moveTo>
                    <a:pt x="0" y="0"/>
                  </a:moveTo>
                  <a:lnTo>
                    <a:pt x="46713" y="16050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9502" y="948152"/>
              <a:ext cx="46713" cy="160507"/>
            </a:xfrm>
            <a:custGeom>
              <a:avLst/>
              <a:pathLst>
                <a:path w="46713" h="160507">
                  <a:moveTo>
                    <a:pt x="0" y="0"/>
                  </a:moveTo>
                  <a:lnTo>
                    <a:pt x="46713" y="16050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9502" y="948152"/>
              <a:ext cx="46713" cy="160507"/>
            </a:xfrm>
            <a:custGeom>
              <a:avLst/>
              <a:pathLst>
                <a:path w="46713" h="160507">
                  <a:moveTo>
                    <a:pt x="0" y="0"/>
                  </a:moveTo>
                  <a:lnTo>
                    <a:pt x="46713" y="16050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9502" y="948152"/>
              <a:ext cx="46713" cy="160507"/>
            </a:xfrm>
            <a:custGeom>
              <a:avLst/>
              <a:pathLst>
                <a:path w="46713" h="160507">
                  <a:moveTo>
                    <a:pt x="0" y="0"/>
                  </a:moveTo>
                  <a:lnTo>
                    <a:pt x="46713" y="16050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9502" y="948152"/>
              <a:ext cx="46713" cy="160507"/>
            </a:xfrm>
            <a:custGeom>
              <a:avLst/>
              <a:pathLst>
                <a:path w="46713" h="160507">
                  <a:moveTo>
                    <a:pt x="0" y="0"/>
                  </a:moveTo>
                  <a:lnTo>
                    <a:pt x="46713" y="1605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9502" y="948152"/>
              <a:ext cx="46713" cy="160507"/>
            </a:xfrm>
            <a:custGeom>
              <a:avLst/>
              <a:pathLst>
                <a:path w="46713" h="160507">
                  <a:moveTo>
                    <a:pt x="0" y="0"/>
                  </a:moveTo>
                  <a:lnTo>
                    <a:pt x="46713" y="1605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9502" y="948152"/>
              <a:ext cx="46713" cy="160507"/>
            </a:xfrm>
            <a:custGeom>
              <a:avLst/>
              <a:pathLst>
                <a:path w="46713" h="160507">
                  <a:moveTo>
                    <a:pt x="0" y="0"/>
                  </a:moveTo>
                  <a:lnTo>
                    <a:pt x="46713" y="1605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9502" y="948152"/>
              <a:ext cx="46713" cy="160507"/>
            </a:xfrm>
            <a:custGeom>
              <a:avLst/>
              <a:pathLst>
                <a:path w="46713" h="160507">
                  <a:moveTo>
                    <a:pt x="0" y="0"/>
                  </a:moveTo>
                  <a:lnTo>
                    <a:pt x="46713" y="1605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39502" y="948152"/>
              <a:ext cx="46713" cy="160507"/>
            </a:xfrm>
            <a:custGeom>
              <a:avLst/>
              <a:pathLst>
                <a:path w="46713" h="160507">
                  <a:moveTo>
                    <a:pt x="0" y="0"/>
                  </a:moveTo>
                  <a:lnTo>
                    <a:pt x="46713" y="16050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39502" y="948152"/>
              <a:ext cx="46713" cy="160507"/>
            </a:xfrm>
            <a:custGeom>
              <a:avLst/>
              <a:pathLst>
                <a:path w="46713" h="160507">
                  <a:moveTo>
                    <a:pt x="0" y="0"/>
                  </a:moveTo>
                  <a:lnTo>
                    <a:pt x="46713" y="1605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39502" y="948152"/>
              <a:ext cx="46713" cy="160507"/>
            </a:xfrm>
            <a:custGeom>
              <a:avLst/>
              <a:pathLst>
                <a:path w="46713" h="160507">
                  <a:moveTo>
                    <a:pt x="0" y="0"/>
                  </a:moveTo>
                  <a:lnTo>
                    <a:pt x="46713" y="1605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39502" y="948152"/>
              <a:ext cx="46713" cy="160507"/>
            </a:xfrm>
            <a:custGeom>
              <a:avLst/>
              <a:pathLst>
                <a:path w="46713" h="160507">
                  <a:moveTo>
                    <a:pt x="0" y="0"/>
                  </a:moveTo>
                  <a:lnTo>
                    <a:pt x="46713" y="16050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39502" y="948152"/>
              <a:ext cx="46713" cy="160507"/>
            </a:xfrm>
            <a:custGeom>
              <a:avLst/>
              <a:pathLst>
                <a:path w="46713" h="160507">
                  <a:moveTo>
                    <a:pt x="0" y="0"/>
                  </a:moveTo>
                  <a:lnTo>
                    <a:pt x="46713" y="1605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439502" y="948152"/>
              <a:ext cx="46713" cy="160507"/>
            </a:xfrm>
            <a:custGeom>
              <a:avLst/>
              <a:pathLst>
                <a:path w="46713" h="160507">
                  <a:moveTo>
                    <a:pt x="0" y="0"/>
                  </a:moveTo>
                  <a:lnTo>
                    <a:pt x="46713" y="1605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439502" y="948152"/>
              <a:ext cx="46713" cy="160507"/>
            </a:xfrm>
            <a:custGeom>
              <a:avLst/>
              <a:pathLst>
                <a:path w="46713" h="160507">
                  <a:moveTo>
                    <a:pt x="0" y="0"/>
                  </a:moveTo>
                  <a:lnTo>
                    <a:pt x="46713" y="1605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439502" y="948152"/>
              <a:ext cx="46713" cy="160507"/>
            </a:xfrm>
            <a:custGeom>
              <a:avLst/>
              <a:pathLst>
                <a:path w="46713" h="160507">
                  <a:moveTo>
                    <a:pt x="0" y="0"/>
                  </a:moveTo>
                  <a:lnTo>
                    <a:pt x="46713" y="1605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439502" y="948152"/>
              <a:ext cx="46713" cy="160507"/>
            </a:xfrm>
            <a:custGeom>
              <a:avLst/>
              <a:pathLst>
                <a:path w="46713" h="160507">
                  <a:moveTo>
                    <a:pt x="0" y="0"/>
                  </a:moveTo>
                  <a:lnTo>
                    <a:pt x="46713" y="1605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439502" y="948152"/>
              <a:ext cx="46713" cy="160507"/>
            </a:xfrm>
            <a:custGeom>
              <a:avLst/>
              <a:pathLst>
                <a:path w="46713" h="160507">
                  <a:moveTo>
                    <a:pt x="0" y="0"/>
                  </a:moveTo>
                  <a:lnTo>
                    <a:pt x="46713" y="1605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319049" y="948152"/>
              <a:ext cx="167166" cy="327581"/>
            </a:xfrm>
            <a:custGeom>
              <a:avLst/>
              <a:pathLst>
                <a:path w="167166" h="327581">
                  <a:moveTo>
                    <a:pt x="120452" y="0"/>
                  </a:moveTo>
                  <a:lnTo>
                    <a:pt x="115325" y="1581"/>
                  </a:lnTo>
                  <a:lnTo>
                    <a:pt x="110251" y="3327"/>
                  </a:lnTo>
                  <a:lnTo>
                    <a:pt x="105235" y="5235"/>
                  </a:lnTo>
                  <a:lnTo>
                    <a:pt x="100284" y="7303"/>
                  </a:lnTo>
                  <a:lnTo>
                    <a:pt x="95401" y="9528"/>
                  </a:lnTo>
                  <a:lnTo>
                    <a:pt x="90592" y="11909"/>
                  </a:lnTo>
                  <a:lnTo>
                    <a:pt x="85862" y="14443"/>
                  </a:lnTo>
                  <a:lnTo>
                    <a:pt x="81216" y="17128"/>
                  </a:lnTo>
                  <a:lnTo>
                    <a:pt x="76659" y="19961"/>
                  </a:lnTo>
                  <a:lnTo>
                    <a:pt x="72194" y="22938"/>
                  </a:lnTo>
                  <a:lnTo>
                    <a:pt x="67828" y="26057"/>
                  </a:lnTo>
                  <a:lnTo>
                    <a:pt x="63564" y="29314"/>
                  </a:lnTo>
                  <a:lnTo>
                    <a:pt x="59407" y="32707"/>
                  </a:lnTo>
                  <a:lnTo>
                    <a:pt x="55360" y="36232"/>
                  </a:lnTo>
                  <a:lnTo>
                    <a:pt x="51429" y="39884"/>
                  </a:lnTo>
                  <a:lnTo>
                    <a:pt x="47618" y="43661"/>
                  </a:lnTo>
                  <a:lnTo>
                    <a:pt x="43929" y="47558"/>
                  </a:lnTo>
                  <a:lnTo>
                    <a:pt x="40367" y="51571"/>
                  </a:lnTo>
                  <a:lnTo>
                    <a:pt x="36936" y="55697"/>
                  </a:lnTo>
                  <a:lnTo>
                    <a:pt x="33639" y="59931"/>
                  </a:lnTo>
                  <a:lnTo>
                    <a:pt x="30480" y="64268"/>
                  </a:lnTo>
                  <a:lnTo>
                    <a:pt x="27462" y="68705"/>
                  </a:lnTo>
                  <a:lnTo>
                    <a:pt x="24587" y="73236"/>
                  </a:lnTo>
                  <a:lnTo>
                    <a:pt x="21860" y="77857"/>
                  </a:lnTo>
                  <a:lnTo>
                    <a:pt x="19282" y="82563"/>
                  </a:lnTo>
                  <a:lnTo>
                    <a:pt x="16856" y="87350"/>
                  </a:lnTo>
                  <a:lnTo>
                    <a:pt x="14586" y="92212"/>
                  </a:lnTo>
                  <a:lnTo>
                    <a:pt x="12473" y="97144"/>
                  </a:lnTo>
                  <a:lnTo>
                    <a:pt x="10519" y="102142"/>
                  </a:lnTo>
                  <a:lnTo>
                    <a:pt x="8726" y="107199"/>
                  </a:lnTo>
                  <a:lnTo>
                    <a:pt x="7097" y="112312"/>
                  </a:lnTo>
                  <a:lnTo>
                    <a:pt x="5632" y="117474"/>
                  </a:lnTo>
                  <a:lnTo>
                    <a:pt x="4334" y="122681"/>
                  </a:lnTo>
                  <a:lnTo>
                    <a:pt x="3204" y="127926"/>
                  </a:lnTo>
                  <a:lnTo>
                    <a:pt x="2243" y="133206"/>
                  </a:lnTo>
                  <a:lnTo>
                    <a:pt x="1452" y="138513"/>
                  </a:lnTo>
                  <a:lnTo>
                    <a:pt x="831" y="143843"/>
                  </a:lnTo>
                  <a:lnTo>
                    <a:pt x="382" y="149190"/>
                  </a:lnTo>
                  <a:lnTo>
                    <a:pt x="105" y="154549"/>
                  </a:lnTo>
                  <a:lnTo>
                    <a:pt x="0" y="159914"/>
                  </a:lnTo>
                  <a:lnTo>
                    <a:pt x="67" y="165279"/>
                  </a:lnTo>
                  <a:lnTo>
                    <a:pt x="306" y="170640"/>
                  </a:lnTo>
                  <a:lnTo>
                    <a:pt x="717" y="175990"/>
                  </a:lnTo>
                  <a:lnTo>
                    <a:pt x="1300" y="181324"/>
                  </a:lnTo>
                  <a:lnTo>
                    <a:pt x="2053" y="186637"/>
                  </a:lnTo>
                  <a:lnTo>
                    <a:pt x="2977" y="191923"/>
                  </a:lnTo>
                  <a:lnTo>
                    <a:pt x="4070" y="197177"/>
                  </a:lnTo>
                  <a:lnTo>
                    <a:pt x="5331" y="202392"/>
                  </a:lnTo>
                  <a:lnTo>
                    <a:pt x="6758" y="207565"/>
                  </a:lnTo>
                  <a:lnTo>
                    <a:pt x="8351" y="212689"/>
                  </a:lnTo>
                  <a:lnTo>
                    <a:pt x="10108" y="217759"/>
                  </a:lnTo>
                  <a:lnTo>
                    <a:pt x="12026" y="222771"/>
                  </a:lnTo>
                  <a:lnTo>
                    <a:pt x="14105" y="227718"/>
                  </a:lnTo>
                  <a:lnTo>
                    <a:pt x="16341" y="232596"/>
                  </a:lnTo>
                  <a:lnTo>
                    <a:pt x="18732" y="237399"/>
                  </a:lnTo>
                  <a:lnTo>
                    <a:pt x="21276" y="242124"/>
                  </a:lnTo>
                  <a:lnTo>
                    <a:pt x="23971" y="246764"/>
                  </a:lnTo>
                  <a:lnTo>
                    <a:pt x="26813" y="251315"/>
                  </a:lnTo>
                  <a:lnTo>
                    <a:pt x="29800" y="255773"/>
                  </a:lnTo>
                  <a:lnTo>
                    <a:pt x="32928" y="260133"/>
                  </a:lnTo>
                  <a:lnTo>
                    <a:pt x="36195" y="264390"/>
                  </a:lnTo>
                  <a:lnTo>
                    <a:pt x="39597" y="268540"/>
                  </a:lnTo>
                  <a:lnTo>
                    <a:pt x="43130" y="272579"/>
                  </a:lnTo>
                  <a:lnTo>
                    <a:pt x="46791" y="276502"/>
                  </a:lnTo>
                  <a:lnTo>
                    <a:pt x="50576" y="280306"/>
                  </a:lnTo>
                  <a:lnTo>
                    <a:pt x="54481" y="283986"/>
                  </a:lnTo>
                  <a:lnTo>
                    <a:pt x="58502" y="287539"/>
                  </a:lnTo>
                  <a:lnTo>
                    <a:pt x="62635" y="290961"/>
                  </a:lnTo>
                  <a:lnTo>
                    <a:pt x="66876" y="294249"/>
                  </a:lnTo>
                  <a:lnTo>
                    <a:pt x="71220" y="297399"/>
                  </a:lnTo>
                  <a:lnTo>
                    <a:pt x="75663" y="300408"/>
                  </a:lnTo>
                  <a:lnTo>
                    <a:pt x="80200" y="303273"/>
                  </a:lnTo>
                  <a:lnTo>
                    <a:pt x="84827" y="305990"/>
                  </a:lnTo>
                  <a:lnTo>
                    <a:pt x="89539" y="308558"/>
                  </a:lnTo>
                  <a:lnTo>
                    <a:pt x="94330" y="310973"/>
                  </a:lnTo>
                  <a:lnTo>
                    <a:pt x="99197" y="313233"/>
                  </a:lnTo>
                  <a:lnTo>
                    <a:pt x="104134" y="315336"/>
                  </a:lnTo>
                  <a:lnTo>
                    <a:pt x="109136" y="317279"/>
                  </a:lnTo>
                  <a:lnTo>
                    <a:pt x="114197" y="319061"/>
                  </a:lnTo>
                  <a:lnTo>
                    <a:pt x="119313" y="320679"/>
                  </a:lnTo>
                  <a:lnTo>
                    <a:pt x="124479" y="322133"/>
                  </a:lnTo>
                  <a:lnTo>
                    <a:pt x="129688" y="323420"/>
                  </a:lnTo>
                  <a:lnTo>
                    <a:pt x="134936" y="324538"/>
                  </a:lnTo>
                  <a:lnTo>
                    <a:pt x="140217" y="325488"/>
                  </a:lnTo>
                  <a:lnTo>
                    <a:pt x="145526" y="326268"/>
                  </a:lnTo>
                  <a:lnTo>
                    <a:pt x="150858" y="326877"/>
                  </a:lnTo>
                  <a:lnTo>
                    <a:pt x="156206" y="327315"/>
                  </a:lnTo>
                  <a:lnTo>
                    <a:pt x="161565" y="327581"/>
                  </a:lnTo>
                  <a:lnTo>
                    <a:pt x="167166" y="1605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480615" y="941493"/>
              <a:ext cx="172749" cy="334334"/>
            </a:xfrm>
            <a:custGeom>
              <a:avLst/>
              <a:pathLst>
                <a:path w="172749" h="334334">
                  <a:moveTo>
                    <a:pt x="0" y="334241"/>
                  </a:moveTo>
                  <a:lnTo>
                    <a:pt x="5306" y="334334"/>
                  </a:lnTo>
                  <a:lnTo>
                    <a:pt x="10613" y="334259"/>
                  </a:lnTo>
                  <a:lnTo>
                    <a:pt x="15915" y="334016"/>
                  </a:lnTo>
                  <a:lnTo>
                    <a:pt x="21207" y="333604"/>
                  </a:lnTo>
                  <a:lnTo>
                    <a:pt x="26482" y="333025"/>
                  </a:lnTo>
                  <a:lnTo>
                    <a:pt x="31737" y="332278"/>
                  </a:lnTo>
                  <a:lnTo>
                    <a:pt x="36966" y="331366"/>
                  </a:lnTo>
                  <a:lnTo>
                    <a:pt x="42162" y="330287"/>
                  </a:lnTo>
                  <a:lnTo>
                    <a:pt x="47322" y="329044"/>
                  </a:lnTo>
                  <a:lnTo>
                    <a:pt x="52440" y="327638"/>
                  </a:lnTo>
                  <a:lnTo>
                    <a:pt x="57511" y="326070"/>
                  </a:lnTo>
                  <a:lnTo>
                    <a:pt x="62529" y="324342"/>
                  </a:lnTo>
                  <a:lnTo>
                    <a:pt x="67490" y="322456"/>
                  </a:lnTo>
                  <a:lnTo>
                    <a:pt x="72389" y="320413"/>
                  </a:lnTo>
                  <a:lnTo>
                    <a:pt x="77220" y="318215"/>
                  </a:lnTo>
                  <a:lnTo>
                    <a:pt x="81979" y="315865"/>
                  </a:lnTo>
                  <a:lnTo>
                    <a:pt x="86661" y="313366"/>
                  </a:lnTo>
                  <a:lnTo>
                    <a:pt x="91261" y="310719"/>
                  </a:lnTo>
                  <a:lnTo>
                    <a:pt x="95775" y="307927"/>
                  </a:lnTo>
                  <a:lnTo>
                    <a:pt x="100198" y="304993"/>
                  </a:lnTo>
                  <a:lnTo>
                    <a:pt x="104526" y="301921"/>
                  </a:lnTo>
                  <a:lnTo>
                    <a:pt x="108754" y="298713"/>
                  </a:lnTo>
                  <a:lnTo>
                    <a:pt x="112878" y="295372"/>
                  </a:lnTo>
                  <a:lnTo>
                    <a:pt x="116894" y="291901"/>
                  </a:lnTo>
                  <a:lnTo>
                    <a:pt x="120798" y="288305"/>
                  </a:lnTo>
                  <a:lnTo>
                    <a:pt x="124585" y="284587"/>
                  </a:lnTo>
                  <a:lnTo>
                    <a:pt x="128253" y="280751"/>
                  </a:lnTo>
                  <a:lnTo>
                    <a:pt x="131797" y="276800"/>
                  </a:lnTo>
                  <a:lnTo>
                    <a:pt x="135214" y="272738"/>
                  </a:lnTo>
                  <a:lnTo>
                    <a:pt x="138500" y="268571"/>
                  </a:lnTo>
                  <a:lnTo>
                    <a:pt x="141652" y="264300"/>
                  </a:lnTo>
                  <a:lnTo>
                    <a:pt x="144667" y="259932"/>
                  </a:lnTo>
                  <a:lnTo>
                    <a:pt x="147542" y="255471"/>
                  </a:lnTo>
                  <a:lnTo>
                    <a:pt x="150273" y="250920"/>
                  </a:lnTo>
                  <a:lnTo>
                    <a:pt x="152859" y="246285"/>
                  </a:lnTo>
                  <a:lnTo>
                    <a:pt x="155297" y="241571"/>
                  </a:lnTo>
                  <a:lnTo>
                    <a:pt x="157583" y="236781"/>
                  </a:lnTo>
                  <a:lnTo>
                    <a:pt x="159717" y="231921"/>
                  </a:lnTo>
                  <a:lnTo>
                    <a:pt x="161695" y="226996"/>
                  </a:lnTo>
                  <a:lnTo>
                    <a:pt x="163515" y="222010"/>
                  </a:lnTo>
                  <a:lnTo>
                    <a:pt x="165177" y="216970"/>
                  </a:lnTo>
                  <a:lnTo>
                    <a:pt x="166677" y="211879"/>
                  </a:lnTo>
                  <a:lnTo>
                    <a:pt x="168015" y="206743"/>
                  </a:lnTo>
                  <a:lnTo>
                    <a:pt x="169190" y="201567"/>
                  </a:lnTo>
                  <a:lnTo>
                    <a:pt x="170200" y="196356"/>
                  </a:lnTo>
                  <a:lnTo>
                    <a:pt x="171043" y="191116"/>
                  </a:lnTo>
                  <a:lnTo>
                    <a:pt x="171720" y="185852"/>
                  </a:lnTo>
                  <a:lnTo>
                    <a:pt x="172230" y="180569"/>
                  </a:lnTo>
                  <a:lnTo>
                    <a:pt x="172571" y="175272"/>
                  </a:lnTo>
                  <a:lnTo>
                    <a:pt x="172744" y="169968"/>
                  </a:lnTo>
                  <a:lnTo>
                    <a:pt x="172749" y="164660"/>
                  </a:lnTo>
                  <a:lnTo>
                    <a:pt x="172585" y="159355"/>
                  </a:lnTo>
                  <a:lnTo>
                    <a:pt x="172253" y="154058"/>
                  </a:lnTo>
                  <a:lnTo>
                    <a:pt x="171753" y="148774"/>
                  </a:lnTo>
                  <a:lnTo>
                    <a:pt x="171085" y="143509"/>
                  </a:lnTo>
                  <a:lnTo>
                    <a:pt x="170251" y="138267"/>
                  </a:lnTo>
                  <a:lnTo>
                    <a:pt x="169250" y="133055"/>
                  </a:lnTo>
                  <a:lnTo>
                    <a:pt x="168085" y="127877"/>
                  </a:lnTo>
                  <a:lnTo>
                    <a:pt x="166756" y="122739"/>
                  </a:lnTo>
                  <a:lnTo>
                    <a:pt x="165264" y="117645"/>
                  </a:lnTo>
                  <a:lnTo>
                    <a:pt x="163611" y="112601"/>
                  </a:lnTo>
                  <a:lnTo>
                    <a:pt x="161800" y="107613"/>
                  </a:lnTo>
                  <a:lnTo>
                    <a:pt x="159830" y="102684"/>
                  </a:lnTo>
                  <a:lnTo>
                    <a:pt x="157705" y="97820"/>
                  </a:lnTo>
                  <a:lnTo>
                    <a:pt x="155427" y="93027"/>
                  </a:lnTo>
                  <a:lnTo>
                    <a:pt x="152998" y="88308"/>
                  </a:lnTo>
                  <a:lnTo>
                    <a:pt x="150420" y="83668"/>
                  </a:lnTo>
                  <a:lnTo>
                    <a:pt x="147697" y="79113"/>
                  </a:lnTo>
                  <a:lnTo>
                    <a:pt x="144830" y="74646"/>
                  </a:lnTo>
                  <a:lnTo>
                    <a:pt x="141822" y="70273"/>
                  </a:lnTo>
                  <a:lnTo>
                    <a:pt x="138678" y="65997"/>
                  </a:lnTo>
                  <a:lnTo>
                    <a:pt x="135399" y="61824"/>
                  </a:lnTo>
                  <a:lnTo>
                    <a:pt x="131989" y="57756"/>
                  </a:lnTo>
                  <a:lnTo>
                    <a:pt x="128452" y="53799"/>
                  </a:lnTo>
                  <a:lnTo>
                    <a:pt x="124792" y="49956"/>
                  </a:lnTo>
                  <a:lnTo>
                    <a:pt x="121011" y="46231"/>
                  </a:lnTo>
                  <a:lnTo>
                    <a:pt x="117113" y="42629"/>
                  </a:lnTo>
                  <a:lnTo>
                    <a:pt x="113103" y="39151"/>
                  </a:lnTo>
                  <a:lnTo>
                    <a:pt x="108985" y="35803"/>
                  </a:lnTo>
                  <a:lnTo>
                    <a:pt x="104763" y="32587"/>
                  </a:lnTo>
                  <a:lnTo>
                    <a:pt x="100441" y="29507"/>
                  </a:lnTo>
                  <a:lnTo>
                    <a:pt x="96023" y="26566"/>
                  </a:lnTo>
                  <a:lnTo>
                    <a:pt x="91514" y="23766"/>
                  </a:lnTo>
                  <a:lnTo>
                    <a:pt x="86918" y="21111"/>
                  </a:lnTo>
                  <a:lnTo>
                    <a:pt x="82240" y="18603"/>
                  </a:lnTo>
                  <a:lnTo>
                    <a:pt x="77486" y="16245"/>
                  </a:lnTo>
                  <a:lnTo>
                    <a:pt x="72658" y="14039"/>
                  </a:lnTo>
                  <a:lnTo>
                    <a:pt x="67763" y="11987"/>
                  </a:lnTo>
                  <a:lnTo>
                    <a:pt x="62806" y="10092"/>
                  </a:lnTo>
                  <a:lnTo>
                    <a:pt x="57790" y="8355"/>
                  </a:lnTo>
                  <a:lnTo>
                    <a:pt x="52722" y="6778"/>
                  </a:lnTo>
                  <a:lnTo>
                    <a:pt x="47607" y="5363"/>
                  </a:lnTo>
                  <a:lnTo>
                    <a:pt x="42449" y="4111"/>
                  </a:lnTo>
                  <a:lnTo>
                    <a:pt x="37254" y="3024"/>
                  </a:lnTo>
                  <a:lnTo>
                    <a:pt x="32028" y="2102"/>
                  </a:lnTo>
                  <a:lnTo>
                    <a:pt x="26774" y="1346"/>
                  </a:lnTo>
                  <a:lnTo>
                    <a:pt x="21499" y="757"/>
                  </a:lnTo>
                  <a:lnTo>
                    <a:pt x="16209" y="336"/>
                  </a:lnTo>
                  <a:lnTo>
                    <a:pt x="10907" y="84"/>
                  </a:lnTo>
                  <a:lnTo>
                    <a:pt x="5600" y="0"/>
                  </a:lnTo>
                  <a:lnTo>
                    <a:pt x="560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335" y="1071028"/>
              <a:ext cx="167165" cy="167167"/>
            </a:xfrm>
            <a:custGeom>
              <a:avLst/>
              <a:pathLst>
                <a:path w="167165" h="167167">
                  <a:moveTo>
                    <a:pt x="167165" y="0"/>
                  </a:moveTo>
                  <a:lnTo>
                    <a:pt x="161712" y="88"/>
                  </a:lnTo>
                  <a:lnTo>
                    <a:pt x="156265" y="355"/>
                  </a:lnTo>
                  <a:lnTo>
                    <a:pt x="150829" y="800"/>
                  </a:lnTo>
                  <a:lnTo>
                    <a:pt x="145411" y="1421"/>
                  </a:lnTo>
                  <a:lnTo>
                    <a:pt x="140016" y="2219"/>
                  </a:lnTo>
                  <a:lnTo>
                    <a:pt x="134650" y="3192"/>
                  </a:lnTo>
                  <a:lnTo>
                    <a:pt x="129318" y="4340"/>
                  </a:lnTo>
                  <a:lnTo>
                    <a:pt x="124027" y="5661"/>
                  </a:lnTo>
                  <a:lnTo>
                    <a:pt x="118782" y="7154"/>
                  </a:lnTo>
                  <a:lnTo>
                    <a:pt x="113588" y="8818"/>
                  </a:lnTo>
                  <a:lnTo>
                    <a:pt x="108451" y="10650"/>
                  </a:lnTo>
                  <a:lnTo>
                    <a:pt x="103377" y="12648"/>
                  </a:lnTo>
                  <a:lnTo>
                    <a:pt x="98370" y="14811"/>
                  </a:lnTo>
                  <a:lnTo>
                    <a:pt x="93437" y="17136"/>
                  </a:lnTo>
                  <a:lnTo>
                    <a:pt x="88583" y="19621"/>
                  </a:lnTo>
                  <a:lnTo>
                    <a:pt x="83811" y="22263"/>
                  </a:lnTo>
                  <a:lnTo>
                    <a:pt x="79129" y="25059"/>
                  </a:lnTo>
                  <a:lnTo>
                    <a:pt x="74540" y="28007"/>
                  </a:lnTo>
                  <a:lnTo>
                    <a:pt x="70050" y="31102"/>
                  </a:lnTo>
                  <a:lnTo>
                    <a:pt x="65664" y="34342"/>
                  </a:lnTo>
                  <a:lnTo>
                    <a:pt x="61385" y="37724"/>
                  </a:lnTo>
                  <a:lnTo>
                    <a:pt x="57219" y="41243"/>
                  </a:lnTo>
                  <a:lnTo>
                    <a:pt x="53170" y="44897"/>
                  </a:lnTo>
                  <a:lnTo>
                    <a:pt x="49242" y="48680"/>
                  </a:lnTo>
                  <a:lnTo>
                    <a:pt x="45440" y="52590"/>
                  </a:lnTo>
                  <a:lnTo>
                    <a:pt x="41767" y="56622"/>
                  </a:lnTo>
                  <a:lnTo>
                    <a:pt x="38228" y="60771"/>
                  </a:lnTo>
                  <a:lnTo>
                    <a:pt x="34826" y="65034"/>
                  </a:lnTo>
                  <a:lnTo>
                    <a:pt x="31564" y="69405"/>
                  </a:lnTo>
                  <a:lnTo>
                    <a:pt x="28448" y="73880"/>
                  </a:lnTo>
                  <a:lnTo>
                    <a:pt x="25478" y="78455"/>
                  </a:lnTo>
                  <a:lnTo>
                    <a:pt x="22660" y="83124"/>
                  </a:lnTo>
                  <a:lnTo>
                    <a:pt x="19996" y="87882"/>
                  </a:lnTo>
                  <a:lnTo>
                    <a:pt x="17488" y="92725"/>
                  </a:lnTo>
                  <a:lnTo>
                    <a:pt x="15139" y="97647"/>
                  </a:lnTo>
                  <a:lnTo>
                    <a:pt x="12952" y="102643"/>
                  </a:lnTo>
                  <a:lnTo>
                    <a:pt x="10929" y="107708"/>
                  </a:lnTo>
                  <a:lnTo>
                    <a:pt x="9073" y="112836"/>
                  </a:lnTo>
                  <a:lnTo>
                    <a:pt x="7385" y="118022"/>
                  </a:lnTo>
                  <a:lnTo>
                    <a:pt x="5867" y="123260"/>
                  </a:lnTo>
                  <a:lnTo>
                    <a:pt x="4520" y="128545"/>
                  </a:lnTo>
                  <a:lnTo>
                    <a:pt x="3347" y="133871"/>
                  </a:lnTo>
                  <a:lnTo>
                    <a:pt x="2348" y="139232"/>
                  </a:lnTo>
                  <a:lnTo>
                    <a:pt x="1525" y="144623"/>
                  </a:lnTo>
                  <a:lnTo>
                    <a:pt x="877" y="150038"/>
                  </a:lnTo>
                  <a:lnTo>
                    <a:pt x="407" y="155472"/>
                  </a:lnTo>
                  <a:lnTo>
                    <a:pt x="114" y="160918"/>
                  </a:lnTo>
                  <a:lnTo>
                    <a:pt x="0" y="16637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335" y="1237399"/>
              <a:ext cx="167165" cy="796"/>
            </a:xfrm>
            <a:custGeom>
              <a:avLst/>
              <a:pathLst>
                <a:path w="167165" h="796">
                  <a:moveTo>
                    <a:pt x="0" y="0"/>
                  </a:moveTo>
                  <a:lnTo>
                    <a:pt x="167165" y="7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335" y="1237399"/>
              <a:ext cx="167165" cy="796"/>
            </a:xfrm>
            <a:custGeom>
              <a:avLst/>
              <a:pathLst>
                <a:path w="167165" h="796">
                  <a:moveTo>
                    <a:pt x="0" y="0"/>
                  </a:moveTo>
                  <a:lnTo>
                    <a:pt x="167165" y="7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335" y="1237399"/>
              <a:ext cx="167165" cy="796"/>
            </a:xfrm>
            <a:custGeom>
              <a:avLst/>
              <a:pathLst>
                <a:path w="167165" h="796">
                  <a:moveTo>
                    <a:pt x="0" y="0"/>
                  </a:moveTo>
                  <a:lnTo>
                    <a:pt x="167165" y="7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335" y="1237399"/>
              <a:ext cx="167165" cy="796"/>
            </a:xfrm>
            <a:custGeom>
              <a:avLst/>
              <a:pathLst>
                <a:path w="167165" h="796">
                  <a:moveTo>
                    <a:pt x="0" y="0"/>
                  </a:moveTo>
                  <a:lnTo>
                    <a:pt x="167165" y="7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335" y="1237399"/>
              <a:ext cx="167165" cy="796"/>
            </a:xfrm>
            <a:custGeom>
              <a:avLst/>
              <a:pathLst>
                <a:path w="167165" h="796">
                  <a:moveTo>
                    <a:pt x="0" y="0"/>
                  </a:moveTo>
                  <a:lnTo>
                    <a:pt x="167165" y="7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335" y="1237399"/>
              <a:ext cx="167165" cy="796"/>
            </a:xfrm>
            <a:custGeom>
              <a:avLst/>
              <a:pathLst>
                <a:path w="167165" h="796">
                  <a:moveTo>
                    <a:pt x="0" y="0"/>
                  </a:moveTo>
                  <a:lnTo>
                    <a:pt x="167165" y="7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335" y="1237399"/>
              <a:ext cx="167165" cy="796"/>
            </a:xfrm>
            <a:custGeom>
              <a:avLst/>
              <a:pathLst>
                <a:path w="167165" h="796">
                  <a:moveTo>
                    <a:pt x="0" y="0"/>
                  </a:moveTo>
                  <a:lnTo>
                    <a:pt x="167165" y="7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335" y="1237399"/>
              <a:ext cx="167165" cy="796"/>
            </a:xfrm>
            <a:custGeom>
              <a:avLst/>
              <a:pathLst>
                <a:path w="167165" h="796">
                  <a:moveTo>
                    <a:pt x="0" y="0"/>
                  </a:moveTo>
                  <a:lnTo>
                    <a:pt x="167165" y="7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335" y="1237399"/>
              <a:ext cx="167165" cy="796"/>
            </a:xfrm>
            <a:custGeom>
              <a:avLst/>
              <a:pathLst>
                <a:path w="167165" h="796">
                  <a:moveTo>
                    <a:pt x="0" y="0"/>
                  </a:moveTo>
                  <a:lnTo>
                    <a:pt x="167165" y="7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7335" y="1237399"/>
              <a:ext cx="167165" cy="796"/>
            </a:xfrm>
            <a:custGeom>
              <a:avLst/>
              <a:pathLst>
                <a:path w="167165" h="796">
                  <a:moveTo>
                    <a:pt x="0" y="0"/>
                  </a:moveTo>
                  <a:lnTo>
                    <a:pt x="167165" y="7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7335" y="1237399"/>
              <a:ext cx="167165" cy="796"/>
            </a:xfrm>
            <a:custGeom>
              <a:avLst/>
              <a:pathLst>
                <a:path w="167165" h="796">
                  <a:moveTo>
                    <a:pt x="0" y="0"/>
                  </a:moveTo>
                  <a:lnTo>
                    <a:pt x="167165" y="7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797335" y="1237399"/>
              <a:ext cx="167165" cy="796"/>
            </a:xfrm>
            <a:custGeom>
              <a:avLst/>
              <a:pathLst>
                <a:path w="167165" h="796">
                  <a:moveTo>
                    <a:pt x="0" y="0"/>
                  </a:moveTo>
                  <a:lnTo>
                    <a:pt x="167165" y="7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797335" y="1237399"/>
              <a:ext cx="167165" cy="796"/>
            </a:xfrm>
            <a:custGeom>
              <a:avLst/>
              <a:pathLst>
                <a:path w="167165" h="796">
                  <a:moveTo>
                    <a:pt x="0" y="0"/>
                  </a:moveTo>
                  <a:lnTo>
                    <a:pt x="167165" y="7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797335" y="1237399"/>
              <a:ext cx="167165" cy="796"/>
            </a:xfrm>
            <a:custGeom>
              <a:avLst/>
              <a:pathLst>
                <a:path w="167165" h="796">
                  <a:moveTo>
                    <a:pt x="0" y="0"/>
                  </a:moveTo>
                  <a:lnTo>
                    <a:pt x="167165" y="7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797335" y="1237399"/>
              <a:ext cx="167165" cy="796"/>
            </a:xfrm>
            <a:custGeom>
              <a:avLst/>
              <a:pathLst>
                <a:path w="167165" h="796">
                  <a:moveTo>
                    <a:pt x="0" y="0"/>
                  </a:moveTo>
                  <a:lnTo>
                    <a:pt x="167165" y="7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797335" y="1237399"/>
              <a:ext cx="167165" cy="796"/>
            </a:xfrm>
            <a:custGeom>
              <a:avLst/>
              <a:pathLst>
                <a:path w="167165" h="796">
                  <a:moveTo>
                    <a:pt x="0" y="0"/>
                  </a:moveTo>
                  <a:lnTo>
                    <a:pt x="167165" y="7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797335" y="1237399"/>
              <a:ext cx="167165" cy="796"/>
            </a:xfrm>
            <a:custGeom>
              <a:avLst/>
              <a:pathLst>
                <a:path w="167165" h="796">
                  <a:moveTo>
                    <a:pt x="0" y="0"/>
                  </a:moveTo>
                  <a:lnTo>
                    <a:pt x="167165" y="7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797335" y="1073677"/>
              <a:ext cx="334331" cy="331674"/>
            </a:xfrm>
            <a:custGeom>
              <a:avLst/>
              <a:pathLst>
                <a:path w="334331" h="331674">
                  <a:moveTo>
                    <a:pt x="0" y="163721"/>
                  </a:moveTo>
                  <a:lnTo>
                    <a:pt x="58" y="169027"/>
                  </a:lnTo>
                  <a:lnTo>
                    <a:pt x="286" y="174327"/>
                  </a:lnTo>
                  <a:lnTo>
                    <a:pt x="681" y="179619"/>
                  </a:lnTo>
                  <a:lnTo>
                    <a:pt x="1244" y="184894"/>
                  </a:lnTo>
                  <a:lnTo>
                    <a:pt x="1974" y="190150"/>
                  </a:lnTo>
                  <a:lnTo>
                    <a:pt x="2871" y="195379"/>
                  </a:lnTo>
                  <a:lnTo>
                    <a:pt x="3933" y="200577"/>
                  </a:lnTo>
                  <a:lnTo>
                    <a:pt x="5160" y="205739"/>
                  </a:lnTo>
                  <a:lnTo>
                    <a:pt x="6549" y="210860"/>
                  </a:lnTo>
                  <a:lnTo>
                    <a:pt x="8101" y="215934"/>
                  </a:lnTo>
                  <a:lnTo>
                    <a:pt x="9813" y="220956"/>
                  </a:lnTo>
                  <a:lnTo>
                    <a:pt x="11683" y="225921"/>
                  </a:lnTo>
                  <a:lnTo>
                    <a:pt x="13710" y="230824"/>
                  </a:lnTo>
                  <a:lnTo>
                    <a:pt x="15892" y="235661"/>
                  </a:lnTo>
                  <a:lnTo>
                    <a:pt x="18226" y="240426"/>
                  </a:lnTo>
                  <a:lnTo>
                    <a:pt x="20710" y="245114"/>
                  </a:lnTo>
                  <a:lnTo>
                    <a:pt x="23341" y="249721"/>
                  </a:lnTo>
                  <a:lnTo>
                    <a:pt x="26117" y="254243"/>
                  </a:lnTo>
                  <a:lnTo>
                    <a:pt x="29036" y="258674"/>
                  </a:lnTo>
                  <a:lnTo>
                    <a:pt x="32094" y="263010"/>
                  </a:lnTo>
                  <a:lnTo>
                    <a:pt x="35287" y="267247"/>
                  </a:lnTo>
                  <a:lnTo>
                    <a:pt x="38614" y="271380"/>
                  </a:lnTo>
                  <a:lnTo>
                    <a:pt x="42070" y="275406"/>
                  </a:lnTo>
                  <a:lnTo>
                    <a:pt x="45652" y="279320"/>
                  </a:lnTo>
                  <a:lnTo>
                    <a:pt x="49356" y="283118"/>
                  </a:lnTo>
                  <a:lnTo>
                    <a:pt x="53179" y="286797"/>
                  </a:lnTo>
                  <a:lnTo>
                    <a:pt x="57117" y="290353"/>
                  </a:lnTo>
                  <a:lnTo>
                    <a:pt x="61166" y="293782"/>
                  </a:lnTo>
                  <a:lnTo>
                    <a:pt x="65322" y="297081"/>
                  </a:lnTo>
                  <a:lnTo>
                    <a:pt x="69580" y="300246"/>
                  </a:lnTo>
                  <a:lnTo>
                    <a:pt x="73937" y="303275"/>
                  </a:lnTo>
                  <a:lnTo>
                    <a:pt x="78387" y="306163"/>
                  </a:lnTo>
                  <a:lnTo>
                    <a:pt x="82927" y="308909"/>
                  </a:lnTo>
                  <a:lnTo>
                    <a:pt x="87552" y="311510"/>
                  </a:lnTo>
                  <a:lnTo>
                    <a:pt x="92256" y="313962"/>
                  </a:lnTo>
                  <a:lnTo>
                    <a:pt x="97037" y="316264"/>
                  </a:lnTo>
                  <a:lnTo>
                    <a:pt x="101888" y="318413"/>
                  </a:lnTo>
                  <a:lnTo>
                    <a:pt x="106805" y="320408"/>
                  </a:lnTo>
                  <a:lnTo>
                    <a:pt x="111782" y="322245"/>
                  </a:lnTo>
                  <a:lnTo>
                    <a:pt x="116816" y="323923"/>
                  </a:lnTo>
                  <a:lnTo>
                    <a:pt x="121900" y="325440"/>
                  </a:lnTo>
                  <a:lnTo>
                    <a:pt x="127029" y="326796"/>
                  </a:lnTo>
                  <a:lnTo>
                    <a:pt x="132200" y="327988"/>
                  </a:lnTo>
                  <a:lnTo>
                    <a:pt x="137405" y="329015"/>
                  </a:lnTo>
                  <a:lnTo>
                    <a:pt x="142640" y="329877"/>
                  </a:lnTo>
                  <a:lnTo>
                    <a:pt x="147900" y="330572"/>
                  </a:lnTo>
                  <a:lnTo>
                    <a:pt x="153180" y="331099"/>
                  </a:lnTo>
                  <a:lnTo>
                    <a:pt x="158473" y="331459"/>
                  </a:lnTo>
                  <a:lnTo>
                    <a:pt x="163776" y="331651"/>
                  </a:lnTo>
                  <a:lnTo>
                    <a:pt x="169081" y="331674"/>
                  </a:lnTo>
                  <a:lnTo>
                    <a:pt x="174385" y="331529"/>
                  </a:lnTo>
                  <a:lnTo>
                    <a:pt x="179682" y="331216"/>
                  </a:lnTo>
                  <a:lnTo>
                    <a:pt x="184965" y="330735"/>
                  </a:lnTo>
                  <a:lnTo>
                    <a:pt x="190231" y="330086"/>
                  </a:lnTo>
                  <a:lnTo>
                    <a:pt x="195474" y="329271"/>
                  </a:lnTo>
                  <a:lnTo>
                    <a:pt x="200688" y="328290"/>
                  </a:lnTo>
                  <a:lnTo>
                    <a:pt x="205869" y="327143"/>
                  </a:lnTo>
                  <a:lnTo>
                    <a:pt x="211010" y="325833"/>
                  </a:lnTo>
                  <a:lnTo>
                    <a:pt x="216108" y="324360"/>
                  </a:lnTo>
                  <a:lnTo>
                    <a:pt x="221155" y="322727"/>
                  </a:lnTo>
                  <a:lnTo>
                    <a:pt x="226149" y="320934"/>
                  </a:lnTo>
                  <a:lnTo>
                    <a:pt x="231083" y="318983"/>
                  </a:lnTo>
                  <a:lnTo>
                    <a:pt x="235953" y="316877"/>
                  </a:lnTo>
                  <a:lnTo>
                    <a:pt x="240754" y="314617"/>
                  </a:lnTo>
                  <a:lnTo>
                    <a:pt x="245480" y="312206"/>
                  </a:lnTo>
                  <a:lnTo>
                    <a:pt x="250127" y="309646"/>
                  </a:lnTo>
                  <a:lnTo>
                    <a:pt x="254691" y="306940"/>
                  </a:lnTo>
                  <a:lnTo>
                    <a:pt x="259167" y="304091"/>
                  </a:lnTo>
                  <a:lnTo>
                    <a:pt x="263550" y="301101"/>
                  </a:lnTo>
                  <a:lnTo>
                    <a:pt x="267836" y="297973"/>
                  </a:lnTo>
                  <a:lnTo>
                    <a:pt x="272020" y="294711"/>
                  </a:lnTo>
                  <a:lnTo>
                    <a:pt x="276099" y="291318"/>
                  </a:lnTo>
                  <a:lnTo>
                    <a:pt x="280068" y="287797"/>
                  </a:lnTo>
                  <a:lnTo>
                    <a:pt x="283924" y="284152"/>
                  </a:lnTo>
                  <a:lnTo>
                    <a:pt x="287662" y="280386"/>
                  </a:lnTo>
                  <a:lnTo>
                    <a:pt x="291278" y="276504"/>
                  </a:lnTo>
                  <a:lnTo>
                    <a:pt x="294769" y="272509"/>
                  </a:lnTo>
                  <a:lnTo>
                    <a:pt x="298132" y="268405"/>
                  </a:lnTo>
                  <a:lnTo>
                    <a:pt x="301363" y="264196"/>
                  </a:lnTo>
                  <a:lnTo>
                    <a:pt x="304459" y="259887"/>
                  </a:lnTo>
                  <a:lnTo>
                    <a:pt x="307416" y="255482"/>
                  </a:lnTo>
                  <a:lnTo>
                    <a:pt x="310233" y="250986"/>
                  </a:lnTo>
                  <a:lnTo>
                    <a:pt x="312905" y="246402"/>
                  </a:lnTo>
                  <a:lnTo>
                    <a:pt x="315430" y="241735"/>
                  </a:lnTo>
                  <a:lnTo>
                    <a:pt x="317806" y="236991"/>
                  </a:lnTo>
                  <a:lnTo>
                    <a:pt x="320030" y="232174"/>
                  </a:lnTo>
                  <a:lnTo>
                    <a:pt x="322100" y="227289"/>
                  </a:lnTo>
                  <a:lnTo>
                    <a:pt x="324014" y="222340"/>
                  </a:lnTo>
                  <a:lnTo>
                    <a:pt x="325770" y="217334"/>
                  </a:lnTo>
                  <a:lnTo>
                    <a:pt x="327366" y="212274"/>
                  </a:lnTo>
                  <a:lnTo>
                    <a:pt x="328801" y="207166"/>
                  </a:lnTo>
                  <a:lnTo>
                    <a:pt x="330073" y="202015"/>
                  </a:lnTo>
                  <a:lnTo>
                    <a:pt x="331181" y="196826"/>
                  </a:lnTo>
                  <a:lnTo>
                    <a:pt x="332123" y="191605"/>
                  </a:lnTo>
                  <a:lnTo>
                    <a:pt x="332900" y="186356"/>
                  </a:lnTo>
                  <a:lnTo>
                    <a:pt x="333509" y="181085"/>
                  </a:lnTo>
                  <a:lnTo>
                    <a:pt x="333951" y="175798"/>
                  </a:lnTo>
                  <a:lnTo>
                    <a:pt x="334225" y="170499"/>
                  </a:lnTo>
                  <a:lnTo>
                    <a:pt x="334331" y="165195"/>
                  </a:lnTo>
                  <a:lnTo>
                    <a:pt x="334268" y="159889"/>
                  </a:lnTo>
                  <a:lnTo>
                    <a:pt x="334037" y="154588"/>
                  </a:lnTo>
                  <a:lnTo>
                    <a:pt x="333638" y="149298"/>
                  </a:lnTo>
                  <a:lnTo>
                    <a:pt x="333071" y="144022"/>
                  </a:lnTo>
                  <a:lnTo>
                    <a:pt x="332337" y="138768"/>
                  </a:lnTo>
                  <a:lnTo>
                    <a:pt x="331437" y="133539"/>
                  </a:lnTo>
                  <a:lnTo>
                    <a:pt x="330371" y="128341"/>
                  </a:lnTo>
                  <a:lnTo>
                    <a:pt x="329141" y="123180"/>
                  </a:lnTo>
                  <a:lnTo>
                    <a:pt x="327747" y="118061"/>
                  </a:lnTo>
                  <a:lnTo>
                    <a:pt x="326192" y="112988"/>
                  </a:lnTo>
                  <a:lnTo>
                    <a:pt x="324477" y="107967"/>
                  </a:lnTo>
                  <a:lnTo>
                    <a:pt x="322603" y="103003"/>
                  </a:lnTo>
                  <a:lnTo>
                    <a:pt x="320572" y="98101"/>
                  </a:lnTo>
                  <a:lnTo>
                    <a:pt x="318387" y="93266"/>
                  </a:lnTo>
                  <a:lnTo>
                    <a:pt x="316050" y="88503"/>
                  </a:lnTo>
                  <a:lnTo>
                    <a:pt x="313563" y="83817"/>
                  </a:lnTo>
                  <a:lnTo>
                    <a:pt x="310928" y="79211"/>
                  </a:lnTo>
                  <a:lnTo>
                    <a:pt x="308148" y="74692"/>
                  </a:lnTo>
                  <a:lnTo>
                    <a:pt x="305227" y="70263"/>
                  </a:lnTo>
                  <a:lnTo>
                    <a:pt x="302166" y="65929"/>
                  </a:lnTo>
                  <a:lnTo>
                    <a:pt x="298969" y="61695"/>
                  </a:lnTo>
                  <a:lnTo>
                    <a:pt x="295640" y="57563"/>
                  </a:lnTo>
                  <a:lnTo>
                    <a:pt x="292181" y="53540"/>
                  </a:lnTo>
                  <a:lnTo>
                    <a:pt x="288596" y="49629"/>
                  </a:lnTo>
                  <a:lnTo>
                    <a:pt x="284889" y="45833"/>
                  </a:lnTo>
                  <a:lnTo>
                    <a:pt x="281063" y="42157"/>
                  </a:lnTo>
                  <a:lnTo>
                    <a:pt x="277122" y="38604"/>
                  </a:lnTo>
                  <a:lnTo>
                    <a:pt x="273071" y="35178"/>
                  </a:lnTo>
                  <a:lnTo>
                    <a:pt x="268913" y="31882"/>
                  </a:lnTo>
                  <a:lnTo>
                    <a:pt x="264653" y="28720"/>
                  </a:lnTo>
                  <a:lnTo>
                    <a:pt x="260294" y="25694"/>
                  </a:lnTo>
                  <a:lnTo>
                    <a:pt x="255841" y="22809"/>
                  </a:lnTo>
                  <a:lnTo>
                    <a:pt x="251300" y="20066"/>
                  </a:lnTo>
                  <a:lnTo>
                    <a:pt x="246673" y="17469"/>
                  </a:lnTo>
                  <a:lnTo>
                    <a:pt x="241966" y="15020"/>
                  </a:lnTo>
                  <a:lnTo>
                    <a:pt x="237184" y="12721"/>
                  </a:lnTo>
                  <a:lnTo>
                    <a:pt x="232332" y="10576"/>
                  </a:lnTo>
                  <a:lnTo>
                    <a:pt x="227413" y="8585"/>
                  </a:lnTo>
                  <a:lnTo>
                    <a:pt x="222435" y="6752"/>
                  </a:lnTo>
                  <a:lnTo>
                    <a:pt x="217400" y="5077"/>
                  </a:lnTo>
                  <a:lnTo>
                    <a:pt x="212315" y="3563"/>
                  </a:lnTo>
                  <a:lnTo>
                    <a:pt x="207184" y="2211"/>
                  </a:lnTo>
                  <a:lnTo>
                    <a:pt x="202013" y="1023"/>
                  </a:lnTo>
                  <a:lnTo>
                    <a:pt x="196807" y="0"/>
                  </a:lnTo>
                  <a:lnTo>
                    <a:pt x="167165" y="1645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964501" y="1071028"/>
              <a:ext cx="29641" cy="167167"/>
            </a:xfrm>
            <a:custGeom>
              <a:avLst/>
              <a:pathLst>
                <a:path w="29641" h="167167">
                  <a:moveTo>
                    <a:pt x="29641" y="2649"/>
                  </a:moveTo>
                  <a:lnTo>
                    <a:pt x="22283" y="1491"/>
                  </a:lnTo>
                  <a:lnTo>
                    <a:pt x="14880" y="663"/>
                  </a:lnTo>
                  <a:lnTo>
                    <a:pt x="7447" y="16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5486" y="1322571"/>
              <a:ext cx="53234" cy="167167"/>
            </a:xfrm>
            <a:custGeom>
              <a:avLst/>
              <a:pathLst>
                <a:path w="53234" h="167167">
                  <a:moveTo>
                    <a:pt x="53234" y="0"/>
                  </a:moveTo>
                  <a:lnTo>
                    <a:pt x="47216" y="108"/>
                  </a:lnTo>
                  <a:lnTo>
                    <a:pt x="41205" y="433"/>
                  </a:lnTo>
                  <a:lnTo>
                    <a:pt x="35210" y="974"/>
                  </a:lnTo>
                  <a:lnTo>
                    <a:pt x="29238" y="1731"/>
                  </a:lnTo>
                  <a:lnTo>
                    <a:pt x="23298" y="2702"/>
                  </a:lnTo>
                  <a:lnTo>
                    <a:pt x="17396" y="3886"/>
                  </a:lnTo>
                  <a:lnTo>
                    <a:pt x="11540" y="5282"/>
                  </a:lnTo>
                  <a:lnTo>
                    <a:pt x="5739" y="6888"/>
                  </a:lnTo>
                  <a:lnTo>
                    <a:pt x="0" y="8702"/>
                  </a:lnTo>
                  <a:lnTo>
                    <a:pt x="5323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5486" y="1331274"/>
              <a:ext cx="53234" cy="158464"/>
            </a:xfrm>
            <a:custGeom>
              <a:avLst/>
              <a:pathLst>
                <a:path w="53234" h="158464">
                  <a:moveTo>
                    <a:pt x="0" y="0"/>
                  </a:moveTo>
                  <a:lnTo>
                    <a:pt x="53234" y="1584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5486" y="1331274"/>
              <a:ext cx="53234" cy="158464"/>
            </a:xfrm>
            <a:custGeom>
              <a:avLst/>
              <a:pathLst>
                <a:path w="53234" h="158464">
                  <a:moveTo>
                    <a:pt x="0" y="0"/>
                  </a:moveTo>
                  <a:lnTo>
                    <a:pt x="53234" y="1584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5486" y="1331274"/>
              <a:ext cx="53234" cy="158464"/>
            </a:xfrm>
            <a:custGeom>
              <a:avLst/>
              <a:pathLst>
                <a:path w="53234" h="158464">
                  <a:moveTo>
                    <a:pt x="0" y="0"/>
                  </a:moveTo>
                  <a:lnTo>
                    <a:pt x="53234" y="1584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5486" y="1331274"/>
              <a:ext cx="53234" cy="158464"/>
            </a:xfrm>
            <a:custGeom>
              <a:avLst/>
              <a:pathLst>
                <a:path w="53234" h="158464">
                  <a:moveTo>
                    <a:pt x="0" y="0"/>
                  </a:moveTo>
                  <a:lnTo>
                    <a:pt x="53234" y="1584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35486" y="1331274"/>
              <a:ext cx="53234" cy="158464"/>
            </a:xfrm>
            <a:custGeom>
              <a:avLst/>
              <a:pathLst>
                <a:path w="53234" h="158464">
                  <a:moveTo>
                    <a:pt x="0" y="0"/>
                  </a:moveTo>
                  <a:lnTo>
                    <a:pt x="53234" y="1584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35486" y="1331274"/>
              <a:ext cx="53234" cy="158464"/>
            </a:xfrm>
            <a:custGeom>
              <a:avLst/>
              <a:pathLst>
                <a:path w="53234" h="158464">
                  <a:moveTo>
                    <a:pt x="0" y="0"/>
                  </a:moveTo>
                  <a:lnTo>
                    <a:pt x="53234" y="1584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35486" y="1331274"/>
              <a:ext cx="53234" cy="158464"/>
            </a:xfrm>
            <a:custGeom>
              <a:avLst/>
              <a:pathLst>
                <a:path w="53234" h="158464">
                  <a:moveTo>
                    <a:pt x="0" y="0"/>
                  </a:moveTo>
                  <a:lnTo>
                    <a:pt x="53234" y="1584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35486" y="1331274"/>
              <a:ext cx="53234" cy="158464"/>
            </a:xfrm>
            <a:custGeom>
              <a:avLst/>
              <a:pathLst>
                <a:path w="53234" h="158464">
                  <a:moveTo>
                    <a:pt x="0" y="0"/>
                  </a:moveTo>
                  <a:lnTo>
                    <a:pt x="53234" y="1584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35486" y="1331274"/>
              <a:ext cx="53234" cy="158464"/>
            </a:xfrm>
            <a:custGeom>
              <a:avLst/>
              <a:pathLst>
                <a:path w="53234" h="158464">
                  <a:moveTo>
                    <a:pt x="0" y="0"/>
                  </a:moveTo>
                  <a:lnTo>
                    <a:pt x="53234" y="1584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35486" y="1331274"/>
              <a:ext cx="53234" cy="158464"/>
            </a:xfrm>
            <a:custGeom>
              <a:avLst/>
              <a:pathLst>
                <a:path w="53234" h="158464">
                  <a:moveTo>
                    <a:pt x="0" y="0"/>
                  </a:moveTo>
                  <a:lnTo>
                    <a:pt x="53234" y="1584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35486" y="1331274"/>
              <a:ext cx="53234" cy="158464"/>
            </a:xfrm>
            <a:custGeom>
              <a:avLst/>
              <a:pathLst>
                <a:path w="53234" h="158464">
                  <a:moveTo>
                    <a:pt x="0" y="0"/>
                  </a:moveTo>
                  <a:lnTo>
                    <a:pt x="53234" y="158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35486" y="1331274"/>
              <a:ext cx="53234" cy="158464"/>
            </a:xfrm>
            <a:custGeom>
              <a:avLst/>
              <a:pathLst>
                <a:path w="53234" h="158464">
                  <a:moveTo>
                    <a:pt x="0" y="0"/>
                  </a:moveTo>
                  <a:lnTo>
                    <a:pt x="53234" y="158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35486" y="1331274"/>
              <a:ext cx="53234" cy="158464"/>
            </a:xfrm>
            <a:custGeom>
              <a:avLst/>
              <a:pathLst>
                <a:path w="53234" h="158464">
                  <a:moveTo>
                    <a:pt x="0" y="0"/>
                  </a:moveTo>
                  <a:lnTo>
                    <a:pt x="53234" y="158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35486" y="1331274"/>
              <a:ext cx="53234" cy="158464"/>
            </a:xfrm>
            <a:custGeom>
              <a:avLst/>
              <a:pathLst>
                <a:path w="53234" h="158464">
                  <a:moveTo>
                    <a:pt x="0" y="0"/>
                  </a:moveTo>
                  <a:lnTo>
                    <a:pt x="53234" y="158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35486" y="1331274"/>
              <a:ext cx="53234" cy="158464"/>
            </a:xfrm>
            <a:custGeom>
              <a:avLst/>
              <a:pathLst>
                <a:path w="53234" h="158464">
                  <a:moveTo>
                    <a:pt x="0" y="0"/>
                  </a:moveTo>
                  <a:lnTo>
                    <a:pt x="53234" y="1584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35486" y="1331274"/>
              <a:ext cx="53234" cy="158464"/>
            </a:xfrm>
            <a:custGeom>
              <a:avLst/>
              <a:pathLst>
                <a:path w="53234" h="158464">
                  <a:moveTo>
                    <a:pt x="0" y="0"/>
                  </a:moveTo>
                  <a:lnTo>
                    <a:pt x="53234" y="1584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321558" y="1331274"/>
              <a:ext cx="334329" cy="325622"/>
            </a:xfrm>
            <a:custGeom>
              <a:avLst/>
              <a:pathLst>
                <a:path w="334329" h="325622">
                  <a:moveTo>
                    <a:pt x="113928" y="0"/>
                  </a:moveTo>
                  <a:lnTo>
                    <a:pt x="108920" y="1771"/>
                  </a:lnTo>
                  <a:lnTo>
                    <a:pt x="103972" y="3700"/>
                  </a:lnTo>
                  <a:lnTo>
                    <a:pt x="99087" y="5786"/>
                  </a:lnTo>
                  <a:lnTo>
                    <a:pt x="94270" y="8026"/>
                  </a:lnTo>
                  <a:lnTo>
                    <a:pt x="89528" y="10417"/>
                  </a:lnTo>
                  <a:lnTo>
                    <a:pt x="84864" y="12959"/>
                  </a:lnTo>
                  <a:lnTo>
                    <a:pt x="80282" y="15647"/>
                  </a:lnTo>
                  <a:lnTo>
                    <a:pt x="75789" y="18479"/>
                  </a:lnTo>
                  <a:lnTo>
                    <a:pt x="71388" y="21452"/>
                  </a:lnTo>
                  <a:lnTo>
                    <a:pt x="67083" y="24564"/>
                  </a:lnTo>
                  <a:lnTo>
                    <a:pt x="62880" y="27811"/>
                  </a:lnTo>
                  <a:lnTo>
                    <a:pt x="58782" y="31190"/>
                  </a:lnTo>
                  <a:lnTo>
                    <a:pt x="54793" y="34698"/>
                  </a:lnTo>
                  <a:lnTo>
                    <a:pt x="50918" y="38330"/>
                  </a:lnTo>
                  <a:lnTo>
                    <a:pt x="47160" y="42084"/>
                  </a:lnTo>
                  <a:lnTo>
                    <a:pt x="43523" y="45955"/>
                  </a:lnTo>
                  <a:lnTo>
                    <a:pt x="40011" y="49940"/>
                  </a:lnTo>
                  <a:lnTo>
                    <a:pt x="36627" y="54034"/>
                  </a:lnTo>
                  <a:lnTo>
                    <a:pt x="33376" y="58234"/>
                  </a:lnTo>
                  <a:lnTo>
                    <a:pt x="30259" y="62535"/>
                  </a:lnTo>
                  <a:lnTo>
                    <a:pt x="27280" y="66933"/>
                  </a:lnTo>
                  <a:lnTo>
                    <a:pt x="24443" y="71423"/>
                  </a:lnTo>
                  <a:lnTo>
                    <a:pt x="21750" y="76001"/>
                  </a:lnTo>
                  <a:lnTo>
                    <a:pt x="19203" y="80662"/>
                  </a:lnTo>
                  <a:lnTo>
                    <a:pt x="16806" y="85402"/>
                  </a:lnTo>
                  <a:lnTo>
                    <a:pt x="14561" y="90216"/>
                  </a:lnTo>
                  <a:lnTo>
                    <a:pt x="12470" y="95099"/>
                  </a:lnTo>
                  <a:lnTo>
                    <a:pt x="10535" y="100045"/>
                  </a:lnTo>
                  <a:lnTo>
                    <a:pt x="8758" y="105051"/>
                  </a:lnTo>
                  <a:lnTo>
                    <a:pt x="7141" y="110110"/>
                  </a:lnTo>
                  <a:lnTo>
                    <a:pt x="5685" y="115218"/>
                  </a:lnTo>
                  <a:lnTo>
                    <a:pt x="4393" y="120370"/>
                  </a:lnTo>
                  <a:lnTo>
                    <a:pt x="3265" y="125561"/>
                  </a:lnTo>
                  <a:lnTo>
                    <a:pt x="2302" y="130784"/>
                  </a:lnTo>
                  <a:lnTo>
                    <a:pt x="1506" y="136036"/>
                  </a:lnTo>
                  <a:lnTo>
                    <a:pt x="877" y="141310"/>
                  </a:lnTo>
                  <a:lnTo>
                    <a:pt x="416" y="146601"/>
                  </a:lnTo>
                  <a:lnTo>
                    <a:pt x="124" y="151905"/>
                  </a:lnTo>
                  <a:lnTo>
                    <a:pt x="0" y="157215"/>
                  </a:lnTo>
                  <a:lnTo>
                    <a:pt x="44" y="162526"/>
                  </a:lnTo>
                  <a:lnTo>
                    <a:pt x="258" y="167834"/>
                  </a:lnTo>
                  <a:lnTo>
                    <a:pt x="640" y="173131"/>
                  </a:lnTo>
                  <a:lnTo>
                    <a:pt x="1190" y="178414"/>
                  </a:lnTo>
                  <a:lnTo>
                    <a:pt x="1907" y="183677"/>
                  </a:lnTo>
                  <a:lnTo>
                    <a:pt x="2792" y="188915"/>
                  </a:lnTo>
                  <a:lnTo>
                    <a:pt x="3842" y="194121"/>
                  </a:lnTo>
                  <a:lnTo>
                    <a:pt x="5057" y="199292"/>
                  </a:lnTo>
                  <a:lnTo>
                    <a:pt x="6436" y="204421"/>
                  </a:lnTo>
                  <a:lnTo>
                    <a:pt x="7977" y="209504"/>
                  </a:lnTo>
                  <a:lnTo>
                    <a:pt x="9679" y="214536"/>
                  </a:lnTo>
                  <a:lnTo>
                    <a:pt x="11540" y="219511"/>
                  </a:lnTo>
                  <a:lnTo>
                    <a:pt x="13558" y="224424"/>
                  </a:lnTo>
                  <a:lnTo>
                    <a:pt x="15731" y="229271"/>
                  </a:lnTo>
                  <a:lnTo>
                    <a:pt x="18057" y="234046"/>
                  </a:lnTo>
                  <a:lnTo>
                    <a:pt x="20534" y="238745"/>
                  </a:lnTo>
                  <a:lnTo>
                    <a:pt x="23158" y="243363"/>
                  </a:lnTo>
                  <a:lnTo>
                    <a:pt x="25928" y="247895"/>
                  </a:lnTo>
                  <a:lnTo>
                    <a:pt x="28840" y="252336"/>
                  </a:lnTo>
                  <a:lnTo>
                    <a:pt x="31893" y="256684"/>
                  </a:lnTo>
                  <a:lnTo>
                    <a:pt x="35081" y="260931"/>
                  </a:lnTo>
                  <a:lnTo>
                    <a:pt x="38403" y="265076"/>
                  </a:lnTo>
                  <a:lnTo>
                    <a:pt x="41855" y="269113"/>
                  </a:lnTo>
                  <a:lnTo>
                    <a:pt x="45434" y="273038"/>
                  </a:lnTo>
                  <a:lnTo>
                    <a:pt x="49135" y="276847"/>
                  </a:lnTo>
                  <a:lnTo>
                    <a:pt x="52956" y="280537"/>
                  </a:lnTo>
                  <a:lnTo>
                    <a:pt x="56892" y="284104"/>
                  </a:lnTo>
                  <a:lnTo>
                    <a:pt x="60939" y="287544"/>
                  </a:lnTo>
                  <a:lnTo>
                    <a:pt x="65093" y="290853"/>
                  </a:lnTo>
                  <a:lnTo>
                    <a:pt x="69351" y="294029"/>
                  </a:lnTo>
                  <a:lnTo>
                    <a:pt x="73707" y="297068"/>
                  </a:lnTo>
                  <a:lnTo>
                    <a:pt x="78158" y="299967"/>
                  </a:lnTo>
                  <a:lnTo>
                    <a:pt x="82698" y="302724"/>
                  </a:lnTo>
                  <a:lnTo>
                    <a:pt x="87324" y="305334"/>
                  </a:lnTo>
                  <a:lnTo>
                    <a:pt x="92030" y="307796"/>
                  </a:lnTo>
                  <a:lnTo>
                    <a:pt x="96812" y="310108"/>
                  </a:lnTo>
                  <a:lnTo>
                    <a:pt x="101666" y="312266"/>
                  </a:lnTo>
                  <a:lnTo>
                    <a:pt x="106585" y="314270"/>
                  </a:lnTo>
                  <a:lnTo>
                    <a:pt x="111565" y="316115"/>
                  </a:lnTo>
                  <a:lnTo>
                    <a:pt x="116602" y="317802"/>
                  </a:lnTo>
                  <a:lnTo>
                    <a:pt x="121690" y="319328"/>
                  </a:lnTo>
                  <a:lnTo>
                    <a:pt x="126823" y="320691"/>
                  </a:lnTo>
                  <a:lnTo>
                    <a:pt x="131998" y="321891"/>
                  </a:lnTo>
                  <a:lnTo>
                    <a:pt x="137207" y="322926"/>
                  </a:lnTo>
                  <a:lnTo>
                    <a:pt x="142447" y="323794"/>
                  </a:lnTo>
                  <a:lnTo>
                    <a:pt x="147712" y="324496"/>
                  </a:lnTo>
                  <a:lnTo>
                    <a:pt x="152997" y="325030"/>
                  </a:lnTo>
                  <a:lnTo>
                    <a:pt x="158296" y="325396"/>
                  </a:lnTo>
                  <a:lnTo>
                    <a:pt x="163604" y="325594"/>
                  </a:lnTo>
                  <a:lnTo>
                    <a:pt x="168915" y="325622"/>
                  </a:lnTo>
                  <a:lnTo>
                    <a:pt x="174225" y="325482"/>
                  </a:lnTo>
                  <a:lnTo>
                    <a:pt x="179527" y="325174"/>
                  </a:lnTo>
                  <a:lnTo>
                    <a:pt x="184818" y="324697"/>
                  </a:lnTo>
                  <a:lnTo>
                    <a:pt x="190090" y="324052"/>
                  </a:lnTo>
                  <a:lnTo>
                    <a:pt x="195339" y="323240"/>
                  </a:lnTo>
                  <a:lnTo>
                    <a:pt x="200560" y="322261"/>
                  </a:lnTo>
                  <a:lnTo>
                    <a:pt x="205746" y="321118"/>
                  </a:lnTo>
                  <a:lnTo>
                    <a:pt x="210894" y="319810"/>
                  </a:lnTo>
                  <a:lnTo>
                    <a:pt x="215998" y="318339"/>
                  </a:lnTo>
                  <a:lnTo>
                    <a:pt x="221053" y="316707"/>
                  </a:lnTo>
                  <a:lnTo>
                    <a:pt x="226053" y="314915"/>
                  </a:lnTo>
                  <a:lnTo>
                    <a:pt x="230994" y="312965"/>
                  </a:lnTo>
                  <a:lnTo>
                    <a:pt x="235870" y="310859"/>
                  </a:lnTo>
                  <a:lnTo>
                    <a:pt x="240677" y="308599"/>
                  </a:lnTo>
                  <a:lnTo>
                    <a:pt x="245409" y="306188"/>
                  </a:lnTo>
                  <a:lnTo>
                    <a:pt x="250063" y="303628"/>
                  </a:lnTo>
                  <a:lnTo>
                    <a:pt x="254633" y="300921"/>
                  </a:lnTo>
                  <a:lnTo>
                    <a:pt x="259115" y="298070"/>
                  </a:lnTo>
                  <a:lnTo>
                    <a:pt x="263503" y="295078"/>
                  </a:lnTo>
                  <a:lnTo>
                    <a:pt x="267795" y="291948"/>
                  </a:lnTo>
                  <a:lnTo>
                    <a:pt x="271985" y="288684"/>
                  </a:lnTo>
                  <a:lnTo>
                    <a:pt x="276069" y="285288"/>
                  </a:lnTo>
                  <a:lnTo>
                    <a:pt x="280043" y="281764"/>
                  </a:lnTo>
                  <a:lnTo>
                    <a:pt x="283904" y="278115"/>
                  </a:lnTo>
                  <a:lnTo>
                    <a:pt x="287646" y="274346"/>
                  </a:lnTo>
                  <a:lnTo>
                    <a:pt x="291267" y="270460"/>
                  </a:lnTo>
                  <a:lnTo>
                    <a:pt x="294762" y="266461"/>
                  </a:lnTo>
                  <a:lnTo>
                    <a:pt x="298129" y="262352"/>
                  </a:lnTo>
                  <a:lnTo>
                    <a:pt x="301363" y="258139"/>
                  </a:lnTo>
                  <a:lnTo>
                    <a:pt x="304462" y="253825"/>
                  </a:lnTo>
                  <a:lnTo>
                    <a:pt x="307422" y="249415"/>
                  </a:lnTo>
                  <a:lnTo>
                    <a:pt x="310241" y="244913"/>
                  </a:lnTo>
                  <a:lnTo>
                    <a:pt x="312915" y="240324"/>
                  </a:lnTo>
                  <a:lnTo>
                    <a:pt x="315442" y="235652"/>
                  </a:lnTo>
                  <a:lnTo>
                    <a:pt x="317820" y="230902"/>
                  </a:lnTo>
                  <a:lnTo>
                    <a:pt x="320045" y="226079"/>
                  </a:lnTo>
                  <a:lnTo>
                    <a:pt x="322116" y="221188"/>
                  </a:lnTo>
                  <a:lnTo>
                    <a:pt x="324030" y="216234"/>
                  </a:lnTo>
                  <a:lnTo>
                    <a:pt x="325787" y="211221"/>
                  </a:lnTo>
                  <a:lnTo>
                    <a:pt x="327383" y="206155"/>
                  </a:lnTo>
                  <a:lnTo>
                    <a:pt x="328817" y="201041"/>
                  </a:lnTo>
                  <a:lnTo>
                    <a:pt x="330088" y="195883"/>
                  </a:lnTo>
                  <a:lnTo>
                    <a:pt x="331194" y="190688"/>
                  </a:lnTo>
                  <a:lnTo>
                    <a:pt x="332135" y="185461"/>
                  </a:lnTo>
                  <a:lnTo>
                    <a:pt x="332910" y="180206"/>
                  </a:lnTo>
                  <a:lnTo>
                    <a:pt x="333517" y="174929"/>
                  </a:lnTo>
                  <a:lnTo>
                    <a:pt x="333956" y="169636"/>
                  </a:lnTo>
                  <a:lnTo>
                    <a:pt x="334227" y="164331"/>
                  </a:lnTo>
                  <a:lnTo>
                    <a:pt x="334329" y="159021"/>
                  </a:lnTo>
                  <a:lnTo>
                    <a:pt x="334262" y="153710"/>
                  </a:lnTo>
                  <a:lnTo>
                    <a:pt x="334027" y="148403"/>
                  </a:lnTo>
                  <a:lnTo>
                    <a:pt x="333623" y="143107"/>
                  </a:lnTo>
                  <a:lnTo>
                    <a:pt x="333051" y="137827"/>
                  </a:lnTo>
                  <a:lnTo>
                    <a:pt x="332312" y="132567"/>
                  </a:lnTo>
                  <a:lnTo>
                    <a:pt x="331405" y="127333"/>
                  </a:lnTo>
                  <a:lnTo>
                    <a:pt x="330333" y="122131"/>
                  </a:lnTo>
                  <a:lnTo>
                    <a:pt x="329097" y="116965"/>
                  </a:lnTo>
                  <a:lnTo>
                    <a:pt x="327697" y="111842"/>
                  </a:lnTo>
                  <a:lnTo>
                    <a:pt x="326134" y="106765"/>
                  </a:lnTo>
                  <a:lnTo>
                    <a:pt x="324412" y="101741"/>
                  </a:lnTo>
                  <a:lnTo>
                    <a:pt x="322530" y="96773"/>
                  </a:lnTo>
                  <a:lnTo>
                    <a:pt x="320492" y="91869"/>
                  </a:lnTo>
                  <a:lnTo>
                    <a:pt x="318299" y="87031"/>
                  </a:lnTo>
                  <a:lnTo>
                    <a:pt x="315953" y="82265"/>
                  </a:lnTo>
                  <a:lnTo>
                    <a:pt x="313457" y="77577"/>
                  </a:lnTo>
                  <a:lnTo>
                    <a:pt x="310814" y="72970"/>
                  </a:lnTo>
                  <a:lnTo>
                    <a:pt x="308025" y="68449"/>
                  </a:lnTo>
                  <a:lnTo>
                    <a:pt x="305094" y="64020"/>
                  </a:lnTo>
                  <a:lnTo>
                    <a:pt x="302024" y="59685"/>
                  </a:lnTo>
                  <a:lnTo>
                    <a:pt x="298818" y="55450"/>
                  </a:lnTo>
                  <a:lnTo>
                    <a:pt x="295478" y="51320"/>
                  </a:lnTo>
                  <a:lnTo>
                    <a:pt x="292010" y="47297"/>
                  </a:lnTo>
                  <a:lnTo>
                    <a:pt x="288415" y="43387"/>
                  </a:lnTo>
                  <a:lnTo>
                    <a:pt x="284698" y="39593"/>
                  </a:lnTo>
                  <a:lnTo>
                    <a:pt x="280862" y="35919"/>
                  </a:lnTo>
                  <a:lnTo>
                    <a:pt x="276911" y="32369"/>
                  </a:lnTo>
                  <a:lnTo>
                    <a:pt x="272850" y="28946"/>
                  </a:lnTo>
                  <a:lnTo>
                    <a:pt x="268682" y="25653"/>
                  </a:lnTo>
                  <a:lnTo>
                    <a:pt x="264411" y="22495"/>
                  </a:lnTo>
                  <a:lnTo>
                    <a:pt x="260042" y="19474"/>
                  </a:lnTo>
                  <a:lnTo>
                    <a:pt x="255580" y="16593"/>
                  </a:lnTo>
                  <a:lnTo>
                    <a:pt x="251028" y="13856"/>
                  </a:lnTo>
                  <a:lnTo>
                    <a:pt x="167162" y="1584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488720" y="1322571"/>
              <a:ext cx="83865" cy="167167"/>
            </a:xfrm>
            <a:custGeom>
              <a:avLst/>
              <a:pathLst>
                <a:path w="83865" h="167167">
                  <a:moveTo>
                    <a:pt x="83865" y="22559"/>
                  </a:moveTo>
                  <a:lnTo>
                    <a:pt x="78748" y="19710"/>
                  </a:lnTo>
                  <a:lnTo>
                    <a:pt x="73535" y="17042"/>
                  </a:lnTo>
                  <a:lnTo>
                    <a:pt x="68231" y="14558"/>
                  </a:lnTo>
                  <a:lnTo>
                    <a:pt x="62843" y="12262"/>
                  </a:lnTo>
                  <a:lnTo>
                    <a:pt x="57378" y="10155"/>
                  </a:lnTo>
                  <a:lnTo>
                    <a:pt x="51843" y="8242"/>
                  </a:lnTo>
                  <a:lnTo>
                    <a:pt x="46244" y="6523"/>
                  </a:lnTo>
                  <a:lnTo>
                    <a:pt x="40588" y="5002"/>
                  </a:lnTo>
                  <a:lnTo>
                    <a:pt x="34883" y="3680"/>
                  </a:lnTo>
                  <a:lnTo>
                    <a:pt x="29135" y="2558"/>
                  </a:lnTo>
                  <a:lnTo>
                    <a:pt x="23351" y="1638"/>
                  </a:lnTo>
                  <a:lnTo>
                    <a:pt x="17538" y="922"/>
                  </a:lnTo>
                  <a:lnTo>
                    <a:pt x="11704" y="410"/>
                  </a:lnTo>
                  <a:lnTo>
                    <a:pt x="5855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67542" y="1681503"/>
              <a:ext cx="18982" cy="167167"/>
            </a:xfrm>
            <a:custGeom>
              <a:avLst/>
              <a:pathLst>
                <a:path w="18982" h="167167">
                  <a:moveTo>
                    <a:pt x="18982" y="0"/>
                  </a:moveTo>
                  <a:lnTo>
                    <a:pt x="9475" y="270"/>
                  </a:lnTo>
                  <a:lnTo>
                    <a:pt x="0" y="1081"/>
                  </a:lnTo>
                  <a:lnTo>
                    <a:pt x="1898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67542" y="1682584"/>
              <a:ext cx="18982" cy="166086"/>
            </a:xfrm>
            <a:custGeom>
              <a:avLst/>
              <a:pathLst>
                <a:path w="18982" h="166086">
                  <a:moveTo>
                    <a:pt x="0" y="0"/>
                  </a:moveTo>
                  <a:lnTo>
                    <a:pt x="18982" y="1660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67542" y="1682584"/>
              <a:ext cx="18982" cy="166086"/>
            </a:xfrm>
            <a:custGeom>
              <a:avLst/>
              <a:pathLst>
                <a:path w="18982" h="166086">
                  <a:moveTo>
                    <a:pt x="0" y="0"/>
                  </a:moveTo>
                  <a:lnTo>
                    <a:pt x="18982" y="1660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67542" y="1682584"/>
              <a:ext cx="18982" cy="166086"/>
            </a:xfrm>
            <a:custGeom>
              <a:avLst/>
              <a:pathLst>
                <a:path w="18982" h="166086">
                  <a:moveTo>
                    <a:pt x="0" y="0"/>
                  </a:moveTo>
                  <a:lnTo>
                    <a:pt x="18982" y="1660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67542" y="1682584"/>
              <a:ext cx="18982" cy="166086"/>
            </a:xfrm>
            <a:custGeom>
              <a:avLst/>
              <a:pathLst>
                <a:path w="18982" h="166086">
                  <a:moveTo>
                    <a:pt x="0" y="0"/>
                  </a:moveTo>
                  <a:lnTo>
                    <a:pt x="18982" y="1660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67542" y="1682584"/>
              <a:ext cx="18982" cy="166086"/>
            </a:xfrm>
            <a:custGeom>
              <a:avLst/>
              <a:pathLst>
                <a:path w="18982" h="166086">
                  <a:moveTo>
                    <a:pt x="0" y="0"/>
                  </a:moveTo>
                  <a:lnTo>
                    <a:pt x="18982" y="1660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67542" y="1682584"/>
              <a:ext cx="18982" cy="166086"/>
            </a:xfrm>
            <a:custGeom>
              <a:avLst/>
              <a:pathLst>
                <a:path w="18982" h="166086">
                  <a:moveTo>
                    <a:pt x="0" y="0"/>
                  </a:moveTo>
                  <a:lnTo>
                    <a:pt x="18982" y="16608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67542" y="1682584"/>
              <a:ext cx="18982" cy="166086"/>
            </a:xfrm>
            <a:custGeom>
              <a:avLst/>
              <a:pathLst>
                <a:path w="18982" h="166086">
                  <a:moveTo>
                    <a:pt x="0" y="0"/>
                  </a:moveTo>
                  <a:lnTo>
                    <a:pt x="18982" y="1660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67542" y="1682584"/>
              <a:ext cx="18982" cy="166086"/>
            </a:xfrm>
            <a:custGeom>
              <a:avLst/>
              <a:pathLst>
                <a:path w="18982" h="166086">
                  <a:moveTo>
                    <a:pt x="0" y="0"/>
                  </a:moveTo>
                  <a:lnTo>
                    <a:pt x="18982" y="1660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67542" y="1682584"/>
              <a:ext cx="18982" cy="166086"/>
            </a:xfrm>
            <a:custGeom>
              <a:avLst/>
              <a:pathLst>
                <a:path w="18982" h="166086">
                  <a:moveTo>
                    <a:pt x="0" y="0"/>
                  </a:moveTo>
                  <a:lnTo>
                    <a:pt x="18982" y="16608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67542" y="1682584"/>
              <a:ext cx="18982" cy="166086"/>
            </a:xfrm>
            <a:custGeom>
              <a:avLst/>
              <a:pathLst>
                <a:path w="18982" h="166086">
                  <a:moveTo>
                    <a:pt x="0" y="0"/>
                  </a:moveTo>
                  <a:lnTo>
                    <a:pt x="18982" y="1660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67542" y="1682584"/>
              <a:ext cx="18982" cy="166086"/>
            </a:xfrm>
            <a:custGeom>
              <a:avLst/>
              <a:pathLst>
                <a:path w="18982" h="166086">
                  <a:moveTo>
                    <a:pt x="0" y="0"/>
                  </a:moveTo>
                  <a:lnTo>
                    <a:pt x="18982" y="1660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67542" y="1682584"/>
              <a:ext cx="18982" cy="166086"/>
            </a:xfrm>
            <a:custGeom>
              <a:avLst/>
              <a:pathLst>
                <a:path w="18982" h="166086">
                  <a:moveTo>
                    <a:pt x="0" y="0"/>
                  </a:moveTo>
                  <a:lnTo>
                    <a:pt x="18982" y="1660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67542" y="1682584"/>
              <a:ext cx="18982" cy="166086"/>
            </a:xfrm>
            <a:custGeom>
              <a:avLst/>
              <a:pathLst>
                <a:path w="18982" h="166086">
                  <a:moveTo>
                    <a:pt x="0" y="0"/>
                  </a:moveTo>
                  <a:lnTo>
                    <a:pt x="18982" y="1660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067542" y="1682584"/>
              <a:ext cx="18982" cy="166086"/>
            </a:xfrm>
            <a:custGeom>
              <a:avLst/>
              <a:pathLst>
                <a:path w="18982" h="166086">
                  <a:moveTo>
                    <a:pt x="0" y="0"/>
                  </a:moveTo>
                  <a:lnTo>
                    <a:pt x="18982" y="1660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067542" y="1682584"/>
              <a:ext cx="18982" cy="166086"/>
            </a:xfrm>
            <a:custGeom>
              <a:avLst/>
              <a:pathLst>
                <a:path w="18982" h="166086">
                  <a:moveTo>
                    <a:pt x="0" y="0"/>
                  </a:moveTo>
                  <a:lnTo>
                    <a:pt x="18982" y="1660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982021" y="1682584"/>
              <a:ext cx="104503" cy="166086"/>
            </a:xfrm>
            <a:custGeom>
              <a:avLst/>
              <a:pathLst>
                <a:path w="104503" h="166086">
                  <a:moveTo>
                    <a:pt x="85521" y="0"/>
                  </a:moveTo>
                  <a:lnTo>
                    <a:pt x="79705" y="768"/>
                  </a:lnTo>
                  <a:lnTo>
                    <a:pt x="73919" y="1740"/>
                  </a:lnTo>
                  <a:lnTo>
                    <a:pt x="68172" y="2914"/>
                  </a:lnTo>
                  <a:lnTo>
                    <a:pt x="62469" y="4289"/>
                  </a:lnTo>
                  <a:lnTo>
                    <a:pt x="56818" y="5864"/>
                  </a:lnTo>
                  <a:lnTo>
                    <a:pt x="51225" y="7635"/>
                  </a:lnTo>
                  <a:lnTo>
                    <a:pt x="45698" y="9602"/>
                  </a:lnTo>
                  <a:lnTo>
                    <a:pt x="40244" y="11762"/>
                  </a:lnTo>
                  <a:lnTo>
                    <a:pt x="34869" y="14112"/>
                  </a:lnTo>
                  <a:lnTo>
                    <a:pt x="29579" y="16649"/>
                  </a:lnTo>
                  <a:lnTo>
                    <a:pt x="24382" y="19370"/>
                  </a:lnTo>
                  <a:lnTo>
                    <a:pt x="19283" y="22271"/>
                  </a:lnTo>
                  <a:lnTo>
                    <a:pt x="14290" y="25350"/>
                  </a:lnTo>
                  <a:lnTo>
                    <a:pt x="9407" y="28602"/>
                  </a:lnTo>
                  <a:lnTo>
                    <a:pt x="4642" y="32023"/>
                  </a:lnTo>
                  <a:lnTo>
                    <a:pt x="0" y="35609"/>
                  </a:lnTo>
                  <a:lnTo>
                    <a:pt x="104503" y="16608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919363" y="1681503"/>
              <a:ext cx="334314" cy="334332"/>
            </a:xfrm>
            <a:custGeom>
              <a:avLst/>
              <a:pathLst>
                <a:path w="334314" h="334332">
                  <a:moveTo>
                    <a:pt x="62658" y="36691"/>
                  </a:moveTo>
                  <a:lnTo>
                    <a:pt x="58577" y="40067"/>
                  </a:lnTo>
                  <a:lnTo>
                    <a:pt x="54606" y="43570"/>
                  </a:lnTo>
                  <a:lnTo>
                    <a:pt x="50747" y="47198"/>
                  </a:lnTo>
                  <a:lnTo>
                    <a:pt x="47005" y="50945"/>
                  </a:lnTo>
                  <a:lnTo>
                    <a:pt x="43384" y="54810"/>
                  </a:lnTo>
                  <a:lnTo>
                    <a:pt x="39886" y="58787"/>
                  </a:lnTo>
                  <a:lnTo>
                    <a:pt x="36517" y="62874"/>
                  </a:lnTo>
                  <a:lnTo>
                    <a:pt x="33279" y="67064"/>
                  </a:lnTo>
                  <a:lnTo>
                    <a:pt x="30175" y="71356"/>
                  </a:lnTo>
                  <a:lnTo>
                    <a:pt x="27209" y="75743"/>
                  </a:lnTo>
                  <a:lnTo>
                    <a:pt x="24383" y="80222"/>
                  </a:lnTo>
                  <a:lnTo>
                    <a:pt x="21700" y="84789"/>
                  </a:lnTo>
                  <a:lnTo>
                    <a:pt x="19164" y="89438"/>
                  </a:lnTo>
                  <a:lnTo>
                    <a:pt x="16776" y="94165"/>
                  </a:lnTo>
                  <a:lnTo>
                    <a:pt x="14539" y="98966"/>
                  </a:lnTo>
                  <a:lnTo>
                    <a:pt x="12455" y="103835"/>
                  </a:lnTo>
                  <a:lnTo>
                    <a:pt x="10526" y="108767"/>
                  </a:lnTo>
                  <a:lnTo>
                    <a:pt x="8755" y="113758"/>
                  </a:lnTo>
                  <a:lnTo>
                    <a:pt x="7143" y="118803"/>
                  </a:lnTo>
                  <a:lnTo>
                    <a:pt x="5691" y="123896"/>
                  </a:lnTo>
                  <a:lnTo>
                    <a:pt x="4401" y="129033"/>
                  </a:lnTo>
                  <a:lnTo>
                    <a:pt x="3275" y="134208"/>
                  </a:lnTo>
                  <a:lnTo>
                    <a:pt x="2313" y="139416"/>
                  </a:lnTo>
                  <a:lnTo>
                    <a:pt x="1517" y="144652"/>
                  </a:lnTo>
                  <a:lnTo>
                    <a:pt x="887" y="149911"/>
                  </a:lnTo>
                  <a:lnTo>
                    <a:pt x="424" y="155186"/>
                  </a:lnTo>
                  <a:lnTo>
                    <a:pt x="128" y="160474"/>
                  </a:lnTo>
                  <a:lnTo>
                    <a:pt x="0" y="165769"/>
                  </a:lnTo>
                  <a:lnTo>
                    <a:pt x="39" y="171065"/>
                  </a:lnTo>
                  <a:lnTo>
                    <a:pt x="246" y="176357"/>
                  </a:lnTo>
                  <a:lnTo>
                    <a:pt x="621" y="181640"/>
                  </a:lnTo>
                  <a:lnTo>
                    <a:pt x="1163" y="186908"/>
                  </a:lnTo>
                  <a:lnTo>
                    <a:pt x="1872" y="192157"/>
                  </a:lnTo>
                  <a:lnTo>
                    <a:pt x="2747" y="197380"/>
                  </a:lnTo>
                  <a:lnTo>
                    <a:pt x="3786" y="202573"/>
                  </a:lnTo>
                  <a:lnTo>
                    <a:pt x="4990" y="207731"/>
                  </a:lnTo>
                  <a:lnTo>
                    <a:pt x="6356" y="212847"/>
                  </a:lnTo>
                  <a:lnTo>
                    <a:pt x="7884" y="217918"/>
                  </a:lnTo>
                  <a:lnTo>
                    <a:pt x="9571" y="222938"/>
                  </a:lnTo>
                  <a:lnTo>
                    <a:pt x="11417" y="227903"/>
                  </a:lnTo>
                  <a:lnTo>
                    <a:pt x="13419" y="232806"/>
                  </a:lnTo>
                  <a:lnTo>
                    <a:pt x="15576" y="237643"/>
                  </a:lnTo>
                  <a:lnTo>
                    <a:pt x="17884" y="242409"/>
                  </a:lnTo>
                  <a:lnTo>
                    <a:pt x="20343" y="247100"/>
                  </a:lnTo>
                  <a:lnTo>
                    <a:pt x="22949" y="251711"/>
                  </a:lnTo>
                  <a:lnTo>
                    <a:pt x="25699" y="256237"/>
                  </a:lnTo>
                  <a:lnTo>
                    <a:pt x="28592" y="260673"/>
                  </a:lnTo>
                  <a:lnTo>
                    <a:pt x="31623" y="265016"/>
                  </a:lnTo>
                  <a:lnTo>
                    <a:pt x="34791" y="269260"/>
                  </a:lnTo>
                  <a:lnTo>
                    <a:pt x="38091" y="273402"/>
                  </a:lnTo>
                  <a:lnTo>
                    <a:pt x="41521" y="277438"/>
                  </a:lnTo>
                  <a:lnTo>
                    <a:pt x="45078" y="281362"/>
                  </a:lnTo>
                  <a:lnTo>
                    <a:pt x="48756" y="285172"/>
                  </a:lnTo>
                  <a:lnTo>
                    <a:pt x="52554" y="288864"/>
                  </a:lnTo>
                  <a:lnTo>
                    <a:pt x="56466" y="292433"/>
                  </a:lnTo>
                  <a:lnTo>
                    <a:pt x="60490" y="295877"/>
                  </a:lnTo>
                  <a:lnTo>
                    <a:pt x="64621" y="299191"/>
                  </a:lnTo>
                  <a:lnTo>
                    <a:pt x="68855" y="302373"/>
                  </a:lnTo>
                  <a:lnTo>
                    <a:pt x="73187" y="305420"/>
                  </a:lnTo>
                  <a:lnTo>
                    <a:pt x="77614" y="308327"/>
                  </a:lnTo>
                  <a:lnTo>
                    <a:pt x="82130" y="311093"/>
                  </a:lnTo>
                  <a:lnTo>
                    <a:pt x="86732" y="313714"/>
                  </a:lnTo>
                  <a:lnTo>
                    <a:pt x="91415" y="316189"/>
                  </a:lnTo>
                  <a:lnTo>
                    <a:pt x="96173" y="318513"/>
                  </a:lnTo>
                  <a:lnTo>
                    <a:pt x="101003" y="320686"/>
                  </a:lnTo>
                  <a:lnTo>
                    <a:pt x="105900" y="322705"/>
                  </a:lnTo>
                  <a:lnTo>
                    <a:pt x="110857" y="324567"/>
                  </a:lnTo>
                  <a:lnTo>
                    <a:pt x="115872" y="326272"/>
                  </a:lnTo>
                  <a:lnTo>
                    <a:pt x="120938" y="327817"/>
                  </a:lnTo>
                  <a:lnTo>
                    <a:pt x="126050" y="329200"/>
                  </a:lnTo>
                  <a:lnTo>
                    <a:pt x="131203" y="330421"/>
                  </a:lnTo>
                  <a:lnTo>
                    <a:pt x="136393" y="331478"/>
                  </a:lnTo>
                  <a:lnTo>
                    <a:pt x="141613" y="332371"/>
                  </a:lnTo>
                  <a:lnTo>
                    <a:pt x="146859" y="333097"/>
                  </a:lnTo>
                  <a:lnTo>
                    <a:pt x="152126" y="333657"/>
                  </a:lnTo>
                  <a:lnTo>
                    <a:pt x="157407" y="334050"/>
                  </a:lnTo>
                  <a:lnTo>
                    <a:pt x="162699" y="334275"/>
                  </a:lnTo>
                  <a:lnTo>
                    <a:pt x="167994" y="334332"/>
                  </a:lnTo>
                  <a:lnTo>
                    <a:pt x="173289" y="334222"/>
                  </a:lnTo>
                  <a:lnTo>
                    <a:pt x="178578" y="333944"/>
                  </a:lnTo>
                  <a:lnTo>
                    <a:pt x="183856" y="333499"/>
                  </a:lnTo>
                  <a:lnTo>
                    <a:pt x="189116" y="332886"/>
                  </a:lnTo>
                  <a:lnTo>
                    <a:pt x="194355" y="332108"/>
                  </a:lnTo>
                  <a:lnTo>
                    <a:pt x="199566" y="331163"/>
                  </a:lnTo>
                  <a:lnTo>
                    <a:pt x="204745" y="330055"/>
                  </a:lnTo>
                  <a:lnTo>
                    <a:pt x="209886" y="328782"/>
                  </a:lnTo>
                  <a:lnTo>
                    <a:pt x="214984" y="327348"/>
                  </a:lnTo>
                  <a:lnTo>
                    <a:pt x="220034" y="325753"/>
                  </a:lnTo>
                  <a:lnTo>
                    <a:pt x="225031" y="323998"/>
                  </a:lnTo>
                  <a:lnTo>
                    <a:pt x="229970" y="322086"/>
                  </a:lnTo>
                  <a:lnTo>
                    <a:pt x="234846" y="320019"/>
                  </a:lnTo>
                  <a:lnTo>
                    <a:pt x="239654" y="317798"/>
                  </a:lnTo>
                  <a:lnTo>
                    <a:pt x="244389" y="315426"/>
                  </a:lnTo>
                  <a:lnTo>
                    <a:pt x="249047" y="312905"/>
                  </a:lnTo>
                  <a:lnTo>
                    <a:pt x="253623" y="310238"/>
                  </a:lnTo>
                  <a:lnTo>
                    <a:pt x="258111" y="307427"/>
                  </a:lnTo>
                  <a:lnTo>
                    <a:pt x="262509" y="304476"/>
                  </a:lnTo>
                  <a:lnTo>
                    <a:pt x="266811" y="301387"/>
                  </a:lnTo>
                  <a:lnTo>
                    <a:pt x="271012" y="298163"/>
                  </a:lnTo>
                  <a:lnTo>
                    <a:pt x="275110" y="294807"/>
                  </a:lnTo>
                  <a:lnTo>
                    <a:pt x="279099" y="291323"/>
                  </a:lnTo>
                  <a:lnTo>
                    <a:pt x="282976" y="287715"/>
                  </a:lnTo>
                  <a:lnTo>
                    <a:pt x="286736" y="283986"/>
                  </a:lnTo>
                  <a:lnTo>
                    <a:pt x="290377" y="280139"/>
                  </a:lnTo>
                  <a:lnTo>
                    <a:pt x="293894" y="276180"/>
                  </a:lnTo>
                  <a:lnTo>
                    <a:pt x="297284" y="272110"/>
                  </a:lnTo>
                  <a:lnTo>
                    <a:pt x="300543" y="267936"/>
                  </a:lnTo>
                  <a:lnTo>
                    <a:pt x="303668" y="263660"/>
                  </a:lnTo>
                  <a:lnTo>
                    <a:pt x="306656" y="259287"/>
                  </a:lnTo>
                  <a:lnTo>
                    <a:pt x="309504" y="254822"/>
                  </a:lnTo>
                  <a:lnTo>
                    <a:pt x="312209" y="250269"/>
                  </a:lnTo>
                  <a:lnTo>
                    <a:pt x="314769" y="245633"/>
                  </a:lnTo>
                  <a:lnTo>
                    <a:pt x="317181" y="240917"/>
                  </a:lnTo>
                  <a:lnTo>
                    <a:pt x="319441" y="236128"/>
                  </a:lnTo>
                  <a:lnTo>
                    <a:pt x="321550" y="231270"/>
                  </a:lnTo>
                  <a:lnTo>
                    <a:pt x="323503" y="226347"/>
                  </a:lnTo>
                  <a:lnTo>
                    <a:pt x="325299" y="221365"/>
                  </a:lnTo>
                  <a:lnTo>
                    <a:pt x="326936" y="216328"/>
                  </a:lnTo>
                  <a:lnTo>
                    <a:pt x="328414" y="211242"/>
                  </a:lnTo>
                  <a:lnTo>
                    <a:pt x="329729" y="206112"/>
                  </a:lnTo>
                  <a:lnTo>
                    <a:pt x="330881" y="200942"/>
                  </a:lnTo>
                  <a:lnTo>
                    <a:pt x="331869" y="195739"/>
                  </a:lnTo>
                  <a:lnTo>
                    <a:pt x="332691" y="190507"/>
                  </a:lnTo>
                  <a:lnTo>
                    <a:pt x="333347" y="185252"/>
                  </a:lnTo>
                  <a:lnTo>
                    <a:pt x="333837" y="179979"/>
                  </a:lnTo>
                  <a:lnTo>
                    <a:pt x="334159" y="174692"/>
                  </a:lnTo>
                  <a:lnTo>
                    <a:pt x="334314" y="169398"/>
                  </a:lnTo>
                  <a:lnTo>
                    <a:pt x="334300" y="164102"/>
                  </a:lnTo>
                  <a:lnTo>
                    <a:pt x="334119" y="158809"/>
                  </a:lnTo>
                  <a:lnTo>
                    <a:pt x="333771" y="153525"/>
                  </a:lnTo>
                  <a:lnTo>
                    <a:pt x="333255" y="148254"/>
                  </a:lnTo>
                  <a:lnTo>
                    <a:pt x="332573" y="143002"/>
                  </a:lnTo>
                  <a:lnTo>
                    <a:pt x="331724" y="137774"/>
                  </a:lnTo>
                  <a:lnTo>
                    <a:pt x="330710" y="132576"/>
                  </a:lnTo>
                  <a:lnTo>
                    <a:pt x="329533" y="127412"/>
                  </a:lnTo>
                  <a:lnTo>
                    <a:pt x="328192" y="122289"/>
                  </a:lnTo>
                  <a:lnTo>
                    <a:pt x="326689" y="117210"/>
                  </a:lnTo>
                  <a:lnTo>
                    <a:pt x="325027" y="112182"/>
                  </a:lnTo>
                  <a:lnTo>
                    <a:pt x="323206" y="107208"/>
                  </a:lnTo>
                  <a:lnTo>
                    <a:pt x="321228" y="102295"/>
                  </a:lnTo>
                  <a:lnTo>
                    <a:pt x="319096" y="97448"/>
                  </a:lnTo>
                  <a:lnTo>
                    <a:pt x="316811" y="92670"/>
                  </a:lnTo>
                  <a:lnTo>
                    <a:pt x="314376" y="87966"/>
                  </a:lnTo>
                  <a:lnTo>
                    <a:pt x="311793" y="83343"/>
                  </a:lnTo>
                  <a:lnTo>
                    <a:pt x="309065" y="78803"/>
                  </a:lnTo>
                  <a:lnTo>
                    <a:pt x="306195" y="74352"/>
                  </a:lnTo>
                  <a:lnTo>
                    <a:pt x="303185" y="69995"/>
                  </a:lnTo>
                  <a:lnTo>
                    <a:pt x="300039" y="65735"/>
                  </a:lnTo>
                  <a:lnTo>
                    <a:pt x="296759" y="61576"/>
                  </a:lnTo>
                  <a:lnTo>
                    <a:pt x="293349" y="57524"/>
                  </a:lnTo>
                  <a:lnTo>
                    <a:pt x="289812" y="53582"/>
                  </a:lnTo>
                  <a:lnTo>
                    <a:pt x="286153" y="49753"/>
                  </a:lnTo>
                  <a:lnTo>
                    <a:pt x="282374" y="46043"/>
                  </a:lnTo>
                  <a:lnTo>
                    <a:pt x="278479" y="42454"/>
                  </a:lnTo>
                  <a:lnTo>
                    <a:pt x="274472" y="38990"/>
                  </a:lnTo>
                  <a:lnTo>
                    <a:pt x="270358" y="35655"/>
                  </a:lnTo>
                  <a:lnTo>
                    <a:pt x="266140" y="32452"/>
                  </a:lnTo>
                  <a:lnTo>
                    <a:pt x="261823" y="29384"/>
                  </a:lnTo>
                  <a:lnTo>
                    <a:pt x="257411" y="26455"/>
                  </a:lnTo>
                  <a:lnTo>
                    <a:pt x="252908" y="23667"/>
                  </a:lnTo>
                  <a:lnTo>
                    <a:pt x="248320" y="21022"/>
                  </a:lnTo>
                  <a:lnTo>
                    <a:pt x="243649" y="18525"/>
                  </a:lnTo>
                  <a:lnTo>
                    <a:pt x="238902" y="16176"/>
                  </a:lnTo>
                  <a:lnTo>
                    <a:pt x="234083" y="13980"/>
                  </a:lnTo>
                  <a:lnTo>
                    <a:pt x="229197" y="11937"/>
                  </a:lnTo>
                  <a:lnTo>
                    <a:pt x="224249" y="10049"/>
                  </a:lnTo>
                  <a:lnTo>
                    <a:pt x="219243" y="8320"/>
                  </a:lnTo>
                  <a:lnTo>
                    <a:pt x="214185" y="6750"/>
                  </a:lnTo>
                  <a:lnTo>
                    <a:pt x="209080" y="5341"/>
                  </a:lnTo>
                  <a:lnTo>
                    <a:pt x="203932" y="4094"/>
                  </a:lnTo>
                  <a:lnTo>
                    <a:pt x="198748" y="3011"/>
                  </a:lnTo>
                  <a:lnTo>
                    <a:pt x="193532" y="2093"/>
                  </a:lnTo>
                  <a:lnTo>
                    <a:pt x="188290" y="1340"/>
                  </a:lnTo>
                  <a:lnTo>
                    <a:pt x="183026" y="754"/>
                  </a:lnTo>
                  <a:lnTo>
                    <a:pt x="177747" y="335"/>
                  </a:lnTo>
                  <a:lnTo>
                    <a:pt x="172457" y="83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48579" y="2126963"/>
              <a:ext cx="32708" cy="167167"/>
            </a:xfrm>
            <a:custGeom>
              <a:avLst/>
              <a:pathLst>
                <a:path w="32708" h="167167">
                  <a:moveTo>
                    <a:pt x="32708" y="0"/>
                  </a:moveTo>
                  <a:lnTo>
                    <a:pt x="26125" y="129"/>
                  </a:lnTo>
                  <a:lnTo>
                    <a:pt x="19553" y="518"/>
                  </a:lnTo>
                  <a:lnTo>
                    <a:pt x="13001" y="1165"/>
                  </a:lnTo>
                  <a:lnTo>
                    <a:pt x="6480" y="2070"/>
                  </a:lnTo>
                  <a:lnTo>
                    <a:pt x="0" y="3231"/>
                  </a:lnTo>
                  <a:lnTo>
                    <a:pt x="3270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48579" y="2130194"/>
              <a:ext cx="32708" cy="163936"/>
            </a:xfrm>
            <a:custGeom>
              <a:avLst/>
              <a:pathLst>
                <a:path w="32708" h="163936">
                  <a:moveTo>
                    <a:pt x="0" y="0"/>
                  </a:moveTo>
                  <a:lnTo>
                    <a:pt x="32708" y="1639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48579" y="2130194"/>
              <a:ext cx="32708" cy="163936"/>
            </a:xfrm>
            <a:custGeom>
              <a:avLst/>
              <a:pathLst>
                <a:path w="32708" h="163936">
                  <a:moveTo>
                    <a:pt x="0" y="0"/>
                  </a:moveTo>
                  <a:lnTo>
                    <a:pt x="32708" y="1639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48579" y="2130194"/>
              <a:ext cx="32708" cy="163936"/>
            </a:xfrm>
            <a:custGeom>
              <a:avLst/>
              <a:pathLst>
                <a:path w="32708" h="163936">
                  <a:moveTo>
                    <a:pt x="0" y="0"/>
                  </a:moveTo>
                  <a:lnTo>
                    <a:pt x="32708" y="1639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48579" y="2130194"/>
              <a:ext cx="32708" cy="163936"/>
            </a:xfrm>
            <a:custGeom>
              <a:avLst/>
              <a:pathLst>
                <a:path w="32708" h="163936">
                  <a:moveTo>
                    <a:pt x="0" y="0"/>
                  </a:moveTo>
                  <a:lnTo>
                    <a:pt x="32708" y="1639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48579" y="2130194"/>
              <a:ext cx="32708" cy="163936"/>
            </a:xfrm>
            <a:custGeom>
              <a:avLst/>
              <a:pathLst>
                <a:path w="32708" h="163936">
                  <a:moveTo>
                    <a:pt x="0" y="0"/>
                  </a:moveTo>
                  <a:lnTo>
                    <a:pt x="32708" y="16393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48579" y="2130194"/>
              <a:ext cx="32708" cy="163936"/>
            </a:xfrm>
            <a:custGeom>
              <a:avLst/>
              <a:pathLst>
                <a:path w="32708" h="163936">
                  <a:moveTo>
                    <a:pt x="0" y="0"/>
                  </a:moveTo>
                  <a:lnTo>
                    <a:pt x="32708" y="1639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48579" y="2130194"/>
              <a:ext cx="32708" cy="163936"/>
            </a:xfrm>
            <a:custGeom>
              <a:avLst/>
              <a:pathLst>
                <a:path w="32708" h="163936">
                  <a:moveTo>
                    <a:pt x="0" y="0"/>
                  </a:moveTo>
                  <a:lnTo>
                    <a:pt x="32708" y="1639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48579" y="2130194"/>
              <a:ext cx="32708" cy="163936"/>
            </a:xfrm>
            <a:custGeom>
              <a:avLst/>
              <a:pathLst>
                <a:path w="32708" h="163936">
                  <a:moveTo>
                    <a:pt x="0" y="0"/>
                  </a:moveTo>
                  <a:lnTo>
                    <a:pt x="32708" y="16393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48579" y="2130194"/>
              <a:ext cx="32708" cy="163936"/>
            </a:xfrm>
            <a:custGeom>
              <a:avLst/>
              <a:pathLst>
                <a:path w="32708" h="163936">
                  <a:moveTo>
                    <a:pt x="0" y="0"/>
                  </a:moveTo>
                  <a:lnTo>
                    <a:pt x="32708" y="1639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48579" y="2130194"/>
              <a:ext cx="32708" cy="163936"/>
            </a:xfrm>
            <a:custGeom>
              <a:avLst/>
              <a:pathLst>
                <a:path w="32708" h="163936">
                  <a:moveTo>
                    <a:pt x="0" y="0"/>
                  </a:moveTo>
                  <a:lnTo>
                    <a:pt x="32708" y="1639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48579" y="2130194"/>
              <a:ext cx="32708" cy="163936"/>
            </a:xfrm>
            <a:custGeom>
              <a:avLst/>
              <a:pathLst>
                <a:path w="32708" h="163936">
                  <a:moveTo>
                    <a:pt x="0" y="0"/>
                  </a:moveTo>
                  <a:lnTo>
                    <a:pt x="32708" y="1639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48579" y="2130194"/>
              <a:ext cx="32708" cy="163936"/>
            </a:xfrm>
            <a:custGeom>
              <a:avLst/>
              <a:pathLst>
                <a:path w="32708" h="163936">
                  <a:moveTo>
                    <a:pt x="0" y="0"/>
                  </a:moveTo>
                  <a:lnTo>
                    <a:pt x="32708" y="1639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48579" y="2130194"/>
              <a:ext cx="32708" cy="163936"/>
            </a:xfrm>
            <a:custGeom>
              <a:avLst/>
              <a:pathLst>
                <a:path w="32708" h="163936">
                  <a:moveTo>
                    <a:pt x="0" y="0"/>
                  </a:moveTo>
                  <a:lnTo>
                    <a:pt x="32708" y="16393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748579" y="2130194"/>
              <a:ext cx="32708" cy="163936"/>
            </a:xfrm>
            <a:custGeom>
              <a:avLst/>
              <a:pathLst>
                <a:path w="32708" h="163936">
                  <a:moveTo>
                    <a:pt x="0" y="0"/>
                  </a:moveTo>
                  <a:lnTo>
                    <a:pt x="32708" y="1639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614131" y="2127760"/>
              <a:ext cx="334303" cy="333537"/>
            </a:xfrm>
            <a:custGeom>
              <a:avLst/>
              <a:pathLst>
                <a:path w="334303" h="333537">
                  <a:moveTo>
                    <a:pt x="134448" y="2434"/>
                  </a:moveTo>
                  <a:lnTo>
                    <a:pt x="129271" y="3552"/>
                  </a:lnTo>
                  <a:lnTo>
                    <a:pt x="124131" y="4834"/>
                  </a:lnTo>
                  <a:lnTo>
                    <a:pt x="119036" y="6278"/>
                  </a:lnTo>
                  <a:lnTo>
                    <a:pt x="113988" y="7883"/>
                  </a:lnTo>
                  <a:lnTo>
                    <a:pt x="108994" y="9647"/>
                  </a:lnTo>
                  <a:lnTo>
                    <a:pt x="104058" y="11568"/>
                  </a:lnTo>
                  <a:lnTo>
                    <a:pt x="99185" y="13645"/>
                  </a:lnTo>
                  <a:lnTo>
                    <a:pt x="94381" y="15875"/>
                  </a:lnTo>
                  <a:lnTo>
                    <a:pt x="89650" y="18256"/>
                  </a:lnTo>
                  <a:lnTo>
                    <a:pt x="84997" y="20786"/>
                  </a:lnTo>
                  <a:lnTo>
                    <a:pt x="80426" y="23462"/>
                  </a:lnTo>
                  <a:lnTo>
                    <a:pt x="75942" y="26281"/>
                  </a:lnTo>
                  <a:lnTo>
                    <a:pt x="71550" y="29241"/>
                  </a:lnTo>
                  <a:lnTo>
                    <a:pt x="67253" y="32339"/>
                  </a:lnTo>
                  <a:lnTo>
                    <a:pt x="63057" y="35571"/>
                  </a:lnTo>
                  <a:lnTo>
                    <a:pt x="58966" y="38935"/>
                  </a:lnTo>
                  <a:lnTo>
                    <a:pt x="54983" y="42426"/>
                  </a:lnTo>
                  <a:lnTo>
                    <a:pt x="51113" y="46042"/>
                  </a:lnTo>
                  <a:lnTo>
                    <a:pt x="47359" y="49779"/>
                  </a:lnTo>
                  <a:lnTo>
                    <a:pt x="43725" y="53632"/>
                  </a:lnTo>
                  <a:lnTo>
                    <a:pt x="40216" y="57599"/>
                  </a:lnTo>
                  <a:lnTo>
                    <a:pt x="36834" y="61675"/>
                  </a:lnTo>
                  <a:lnTo>
                    <a:pt x="33582" y="65857"/>
                  </a:lnTo>
                  <a:lnTo>
                    <a:pt x="30465" y="70139"/>
                  </a:lnTo>
                  <a:lnTo>
                    <a:pt x="27485" y="74517"/>
                  </a:lnTo>
                  <a:lnTo>
                    <a:pt x="24645" y="78988"/>
                  </a:lnTo>
                  <a:lnTo>
                    <a:pt x="21948" y="83547"/>
                  </a:lnTo>
                  <a:lnTo>
                    <a:pt x="19397" y="88189"/>
                  </a:lnTo>
                  <a:lnTo>
                    <a:pt x="16995" y="92909"/>
                  </a:lnTo>
                  <a:lnTo>
                    <a:pt x="14743" y="97703"/>
                  </a:lnTo>
                  <a:lnTo>
                    <a:pt x="12644" y="102566"/>
                  </a:lnTo>
                  <a:lnTo>
                    <a:pt x="10700" y="107493"/>
                  </a:lnTo>
                  <a:lnTo>
                    <a:pt x="8914" y="112479"/>
                  </a:lnTo>
                  <a:lnTo>
                    <a:pt x="7286" y="117519"/>
                  </a:lnTo>
                  <a:lnTo>
                    <a:pt x="5818" y="122609"/>
                  </a:lnTo>
                  <a:lnTo>
                    <a:pt x="4513" y="127742"/>
                  </a:lnTo>
                  <a:lnTo>
                    <a:pt x="3371" y="132914"/>
                  </a:lnTo>
                  <a:lnTo>
                    <a:pt x="2393" y="138119"/>
                  </a:lnTo>
                  <a:lnTo>
                    <a:pt x="1581" y="143353"/>
                  </a:lnTo>
                  <a:lnTo>
                    <a:pt x="935" y="148610"/>
                  </a:lnTo>
                  <a:lnTo>
                    <a:pt x="456" y="153885"/>
                  </a:lnTo>
                  <a:lnTo>
                    <a:pt x="144" y="159172"/>
                  </a:lnTo>
                  <a:lnTo>
                    <a:pt x="0" y="164467"/>
                  </a:lnTo>
                  <a:lnTo>
                    <a:pt x="23" y="169764"/>
                  </a:lnTo>
                  <a:lnTo>
                    <a:pt x="215" y="175057"/>
                  </a:lnTo>
                  <a:lnTo>
                    <a:pt x="574" y="180341"/>
                  </a:lnTo>
                  <a:lnTo>
                    <a:pt x="1100" y="185611"/>
                  </a:lnTo>
                  <a:lnTo>
                    <a:pt x="1793" y="190863"/>
                  </a:lnTo>
                  <a:lnTo>
                    <a:pt x="2652" y="196089"/>
                  </a:lnTo>
                  <a:lnTo>
                    <a:pt x="3676" y="201286"/>
                  </a:lnTo>
                  <a:lnTo>
                    <a:pt x="4864" y="206447"/>
                  </a:lnTo>
                  <a:lnTo>
                    <a:pt x="6215" y="211569"/>
                  </a:lnTo>
                  <a:lnTo>
                    <a:pt x="7728" y="216645"/>
                  </a:lnTo>
                  <a:lnTo>
                    <a:pt x="9400" y="221670"/>
                  </a:lnTo>
                  <a:lnTo>
                    <a:pt x="11231" y="226640"/>
                  </a:lnTo>
                  <a:lnTo>
                    <a:pt x="13219" y="231549"/>
                  </a:lnTo>
                  <a:lnTo>
                    <a:pt x="15361" y="236394"/>
                  </a:lnTo>
                  <a:lnTo>
                    <a:pt x="17656" y="241167"/>
                  </a:lnTo>
                  <a:lnTo>
                    <a:pt x="20100" y="245866"/>
                  </a:lnTo>
                  <a:lnTo>
                    <a:pt x="22693" y="250485"/>
                  </a:lnTo>
                  <a:lnTo>
                    <a:pt x="25430" y="255019"/>
                  </a:lnTo>
                  <a:lnTo>
                    <a:pt x="28310" y="259465"/>
                  </a:lnTo>
                  <a:lnTo>
                    <a:pt x="31329" y="263817"/>
                  </a:lnTo>
                  <a:lnTo>
                    <a:pt x="34484" y="268071"/>
                  </a:lnTo>
                  <a:lnTo>
                    <a:pt x="37772" y="272223"/>
                  </a:lnTo>
                  <a:lnTo>
                    <a:pt x="41191" y="276269"/>
                  </a:lnTo>
                  <a:lnTo>
                    <a:pt x="44736" y="280204"/>
                  </a:lnTo>
                  <a:lnTo>
                    <a:pt x="48403" y="284025"/>
                  </a:lnTo>
                  <a:lnTo>
                    <a:pt x="52190" y="287728"/>
                  </a:lnTo>
                  <a:lnTo>
                    <a:pt x="56093" y="291309"/>
                  </a:lnTo>
                  <a:lnTo>
                    <a:pt x="60107" y="294765"/>
                  </a:lnTo>
                  <a:lnTo>
                    <a:pt x="64228" y="298092"/>
                  </a:lnTo>
                  <a:lnTo>
                    <a:pt x="68452" y="301287"/>
                  </a:lnTo>
                  <a:lnTo>
                    <a:pt x="72776" y="304346"/>
                  </a:lnTo>
                  <a:lnTo>
                    <a:pt x="77195" y="307267"/>
                  </a:lnTo>
                  <a:lnTo>
                    <a:pt x="81704" y="310046"/>
                  </a:lnTo>
                  <a:lnTo>
                    <a:pt x="86298" y="312681"/>
                  </a:lnTo>
                  <a:lnTo>
                    <a:pt x="90974" y="315169"/>
                  </a:lnTo>
                  <a:lnTo>
                    <a:pt x="95726" y="317508"/>
                  </a:lnTo>
                  <a:lnTo>
                    <a:pt x="100550" y="319695"/>
                  </a:lnTo>
                  <a:lnTo>
                    <a:pt x="105441" y="321728"/>
                  </a:lnTo>
                  <a:lnTo>
                    <a:pt x="110394" y="323605"/>
                  </a:lnTo>
                  <a:lnTo>
                    <a:pt x="115403" y="325325"/>
                  </a:lnTo>
                  <a:lnTo>
                    <a:pt x="120465" y="326885"/>
                  </a:lnTo>
                  <a:lnTo>
                    <a:pt x="125574" y="328283"/>
                  </a:lnTo>
                  <a:lnTo>
                    <a:pt x="130724" y="329519"/>
                  </a:lnTo>
                  <a:lnTo>
                    <a:pt x="135911" y="330592"/>
                  </a:lnTo>
                  <a:lnTo>
                    <a:pt x="141129" y="331499"/>
                  </a:lnTo>
                  <a:lnTo>
                    <a:pt x="146374" y="332241"/>
                  </a:lnTo>
                  <a:lnTo>
                    <a:pt x="151639" y="332816"/>
                  </a:lnTo>
                  <a:lnTo>
                    <a:pt x="156920" y="333224"/>
                  </a:lnTo>
                  <a:lnTo>
                    <a:pt x="162211" y="333464"/>
                  </a:lnTo>
                  <a:lnTo>
                    <a:pt x="167507" y="333537"/>
                  </a:lnTo>
                  <a:lnTo>
                    <a:pt x="172803" y="333442"/>
                  </a:lnTo>
                  <a:lnTo>
                    <a:pt x="178093" y="333179"/>
                  </a:lnTo>
                  <a:lnTo>
                    <a:pt x="183372" y="332749"/>
                  </a:lnTo>
                  <a:lnTo>
                    <a:pt x="188634" y="332152"/>
                  </a:lnTo>
                  <a:lnTo>
                    <a:pt x="193876" y="331388"/>
                  </a:lnTo>
                  <a:lnTo>
                    <a:pt x="199090" y="330459"/>
                  </a:lnTo>
                  <a:lnTo>
                    <a:pt x="204272" y="329365"/>
                  </a:lnTo>
                  <a:lnTo>
                    <a:pt x="209418" y="328107"/>
                  </a:lnTo>
                  <a:lnTo>
                    <a:pt x="214520" y="326687"/>
                  </a:lnTo>
                  <a:lnTo>
                    <a:pt x="219575" y="325106"/>
                  </a:lnTo>
                  <a:lnTo>
                    <a:pt x="224578" y="323366"/>
                  </a:lnTo>
                  <a:lnTo>
                    <a:pt x="229523" y="321468"/>
                  </a:lnTo>
                  <a:lnTo>
                    <a:pt x="234405" y="319414"/>
                  </a:lnTo>
                  <a:lnTo>
                    <a:pt x="239220" y="317207"/>
                  </a:lnTo>
                  <a:lnTo>
                    <a:pt x="243962" y="314848"/>
                  </a:lnTo>
                  <a:lnTo>
                    <a:pt x="248627" y="312341"/>
                  </a:lnTo>
                  <a:lnTo>
                    <a:pt x="253211" y="309686"/>
                  </a:lnTo>
                  <a:lnTo>
                    <a:pt x="257708" y="306888"/>
                  </a:lnTo>
                  <a:lnTo>
                    <a:pt x="262114" y="303949"/>
                  </a:lnTo>
                  <a:lnTo>
                    <a:pt x="266425" y="300872"/>
                  </a:lnTo>
                  <a:lnTo>
                    <a:pt x="270636" y="297659"/>
                  </a:lnTo>
                  <a:lnTo>
                    <a:pt x="274744" y="294315"/>
                  </a:lnTo>
                  <a:lnTo>
                    <a:pt x="278743" y="290842"/>
                  </a:lnTo>
                  <a:lnTo>
                    <a:pt x="282630" y="287245"/>
                  </a:lnTo>
                  <a:lnTo>
                    <a:pt x="286402" y="283526"/>
                  </a:lnTo>
                  <a:lnTo>
                    <a:pt x="290053" y="279689"/>
                  </a:lnTo>
                  <a:lnTo>
                    <a:pt x="293581" y="275739"/>
                  </a:lnTo>
                  <a:lnTo>
                    <a:pt x="296983" y="271679"/>
                  </a:lnTo>
                  <a:lnTo>
                    <a:pt x="300254" y="267513"/>
                  </a:lnTo>
                  <a:lnTo>
                    <a:pt x="303391" y="263246"/>
                  </a:lnTo>
                  <a:lnTo>
                    <a:pt x="306392" y="258881"/>
                  </a:lnTo>
                  <a:lnTo>
                    <a:pt x="309253" y="254424"/>
                  </a:lnTo>
                  <a:lnTo>
                    <a:pt x="311971" y="249878"/>
                  </a:lnTo>
                  <a:lnTo>
                    <a:pt x="314544" y="245248"/>
                  </a:lnTo>
                  <a:lnTo>
                    <a:pt x="316969" y="240539"/>
                  </a:lnTo>
                  <a:lnTo>
                    <a:pt x="319243" y="235756"/>
                  </a:lnTo>
                  <a:lnTo>
                    <a:pt x="321365" y="230903"/>
                  </a:lnTo>
                  <a:lnTo>
                    <a:pt x="323332" y="225985"/>
                  </a:lnTo>
                  <a:lnTo>
                    <a:pt x="325142" y="221008"/>
                  </a:lnTo>
                  <a:lnTo>
                    <a:pt x="326794" y="215975"/>
                  </a:lnTo>
                  <a:lnTo>
                    <a:pt x="328285" y="210893"/>
                  </a:lnTo>
                  <a:lnTo>
                    <a:pt x="329615" y="205766"/>
                  </a:lnTo>
                  <a:lnTo>
                    <a:pt x="330782" y="200599"/>
                  </a:lnTo>
                  <a:lnTo>
                    <a:pt x="331784" y="195398"/>
                  </a:lnTo>
                  <a:lnTo>
                    <a:pt x="332621" y="190168"/>
                  </a:lnTo>
                  <a:lnTo>
                    <a:pt x="333292" y="184915"/>
                  </a:lnTo>
                  <a:lnTo>
                    <a:pt x="333796" y="179642"/>
                  </a:lnTo>
                  <a:lnTo>
                    <a:pt x="334133" y="174356"/>
                  </a:lnTo>
                  <a:lnTo>
                    <a:pt x="334302" y="169062"/>
                  </a:lnTo>
                  <a:lnTo>
                    <a:pt x="334303" y="163766"/>
                  </a:lnTo>
                  <a:lnTo>
                    <a:pt x="334137" y="158472"/>
                  </a:lnTo>
                  <a:lnTo>
                    <a:pt x="333803" y="153186"/>
                  </a:lnTo>
                  <a:lnTo>
                    <a:pt x="333301" y="147913"/>
                  </a:lnTo>
                  <a:lnTo>
                    <a:pt x="332633" y="142659"/>
                  </a:lnTo>
                  <a:lnTo>
                    <a:pt x="331799" y="137428"/>
                  </a:lnTo>
                  <a:lnTo>
                    <a:pt x="330800" y="132227"/>
                  </a:lnTo>
                  <a:lnTo>
                    <a:pt x="329636" y="127060"/>
                  </a:lnTo>
                  <a:lnTo>
                    <a:pt x="328309" y="121932"/>
                  </a:lnTo>
                  <a:lnTo>
                    <a:pt x="326820" y="116849"/>
                  </a:lnTo>
                  <a:lnTo>
                    <a:pt x="325171" y="111816"/>
                  </a:lnTo>
                  <a:lnTo>
                    <a:pt x="323364" y="106837"/>
                  </a:lnTo>
                  <a:lnTo>
                    <a:pt x="321399" y="101918"/>
                  </a:lnTo>
                  <a:lnTo>
                    <a:pt x="319280" y="97064"/>
                  </a:lnTo>
                  <a:lnTo>
                    <a:pt x="317008" y="92280"/>
                  </a:lnTo>
                  <a:lnTo>
                    <a:pt x="314585" y="87569"/>
                  </a:lnTo>
                  <a:lnTo>
                    <a:pt x="312015" y="82938"/>
                  </a:lnTo>
                  <a:lnTo>
                    <a:pt x="309299" y="78391"/>
                  </a:lnTo>
                  <a:lnTo>
                    <a:pt x="306441" y="73932"/>
                  </a:lnTo>
                  <a:lnTo>
                    <a:pt x="303442" y="69566"/>
                  </a:lnTo>
                  <a:lnTo>
                    <a:pt x="300307" y="65297"/>
                  </a:lnTo>
                  <a:lnTo>
                    <a:pt x="297038" y="61129"/>
                  </a:lnTo>
                  <a:lnTo>
                    <a:pt x="293639" y="57068"/>
                  </a:lnTo>
                  <a:lnTo>
                    <a:pt x="290113" y="53115"/>
                  </a:lnTo>
                  <a:lnTo>
                    <a:pt x="286463" y="49277"/>
                  </a:lnTo>
                  <a:lnTo>
                    <a:pt x="282694" y="45556"/>
                  </a:lnTo>
                  <a:lnTo>
                    <a:pt x="278808" y="41956"/>
                  </a:lnTo>
                  <a:lnTo>
                    <a:pt x="274811" y="38482"/>
                  </a:lnTo>
                  <a:lnTo>
                    <a:pt x="270705" y="35135"/>
                  </a:lnTo>
                  <a:lnTo>
                    <a:pt x="266496" y="31921"/>
                  </a:lnTo>
                  <a:lnTo>
                    <a:pt x="262186" y="28841"/>
                  </a:lnTo>
                  <a:lnTo>
                    <a:pt x="257782" y="25900"/>
                  </a:lnTo>
                  <a:lnTo>
                    <a:pt x="253286" y="23099"/>
                  </a:lnTo>
                  <a:lnTo>
                    <a:pt x="248704" y="20442"/>
                  </a:lnTo>
                  <a:lnTo>
                    <a:pt x="244040" y="17932"/>
                  </a:lnTo>
                  <a:lnTo>
                    <a:pt x="239299" y="15571"/>
                  </a:lnTo>
                  <a:lnTo>
                    <a:pt x="234485" y="13361"/>
                  </a:lnTo>
                  <a:lnTo>
                    <a:pt x="229604" y="11305"/>
                  </a:lnTo>
                  <a:lnTo>
                    <a:pt x="224660" y="9404"/>
                  </a:lnTo>
                  <a:lnTo>
                    <a:pt x="219659" y="7661"/>
                  </a:lnTo>
                  <a:lnTo>
                    <a:pt x="214604" y="6078"/>
                  </a:lnTo>
                  <a:lnTo>
                    <a:pt x="209503" y="4655"/>
                  </a:lnTo>
                  <a:lnTo>
                    <a:pt x="204358" y="3395"/>
                  </a:lnTo>
                  <a:lnTo>
                    <a:pt x="199176" y="2298"/>
                  </a:lnTo>
                  <a:lnTo>
                    <a:pt x="193962" y="1366"/>
                  </a:lnTo>
                  <a:lnTo>
                    <a:pt x="188722" y="599"/>
                  </a:lnTo>
                  <a:lnTo>
                    <a:pt x="183459" y="0"/>
                  </a:lnTo>
                  <a:lnTo>
                    <a:pt x="167156" y="1663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781287" y="2126963"/>
              <a:ext cx="16303" cy="167167"/>
            </a:xfrm>
            <a:custGeom>
              <a:avLst/>
              <a:pathLst>
                <a:path w="16303" h="167167">
                  <a:moveTo>
                    <a:pt x="16303" y="796"/>
                  </a:moveTo>
                  <a:lnTo>
                    <a:pt x="8161" y="1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2505" y="2633064"/>
              <a:ext cx="8243" cy="167167"/>
            </a:xfrm>
            <a:custGeom>
              <a:avLst/>
              <a:pathLst>
                <a:path w="8243" h="167167">
                  <a:moveTo>
                    <a:pt x="8243" y="0"/>
                  </a:moveTo>
                  <a:lnTo>
                    <a:pt x="0" y="203"/>
                  </a:lnTo>
                  <a:lnTo>
                    <a:pt x="824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2505" y="2633267"/>
              <a:ext cx="8243" cy="166964"/>
            </a:xfrm>
            <a:custGeom>
              <a:avLst/>
              <a:pathLst>
                <a:path w="8243" h="166964">
                  <a:moveTo>
                    <a:pt x="0" y="0"/>
                  </a:moveTo>
                  <a:lnTo>
                    <a:pt x="8243" y="1669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2505" y="2633267"/>
              <a:ext cx="8243" cy="166964"/>
            </a:xfrm>
            <a:custGeom>
              <a:avLst/>
              <a:pathLst>
                <a:path w="8243" h="166964">
                  <a:moveTo>
                    <a:pt x="0" y="0"/>
                  </a:moveTo>
                  <a:lnTo>
                    <a:pt x="8243" y="1669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2505" y="2633267"/>
              <a:ext cx="8243" cy="166964"/>
            </a:xfrm>
            <a:custGeom>
              <a:avLst/>
              <a:pathLst>
                <a:path w="8243" h="166964">
                  <a:moveTo>
                    <a:pt x="0" y="0"/>
                  </a:moveTo>
                  <a:lnTo>
                    <a:pt x="8243" y="1669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2505" y="2633267"/>
              <a:ext cx="8243" cy="166964"/>
            </a:xfrm>
            <a:custGeom>
              <a:avLst/>
              <a:pathLst>
                <a:path w="8243" h="166964">
                  <a:moveTo>
                    <a:pt x="0" y="0"/>
                  </a:moveTo>
                  <a:lnTo>
                    <a:pt x="8243" y="1669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2505" y="2633267"/>
              <a:ext cx="8243" cy="166964"/>
            </a:xfrm>
            <a:custGeom>
              <a:avLst/>
              <a:pathLst>
                <a:path w="8243" h="166964">
                  <a:moveTo>
                    <a:pt x="0" y="0"/>
                  </a:moveTo>
                  <a:lnTo>
                    <a:pt x="8243" y="1669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2505" y="2633267"/>
              <a:ext cx="8243" cy="166964"/>
            </a:xfrm>
            <a:custGeom>
              <a:avLst/>
              <a:pathLst>
                <a:path w="8243" h="166964">
                  <a:moveTo>
                    <a:pt x="0" y="0"/>
                  </a:moveTo>
                  <a:lnTo>
                    <a:pt x="8243" y="1669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2505" y="2633267"/>
              <a:ext cx="8243" cy="166964"/>
            </a:xfrm>
            <a:custGeom>
              <a:avLst/>
              <a:pathLst>
                <a:path w="8243" h="166964">
                  <a:moveTo>
                    <a:pt x="0" y="0"/>
                  </a:moveTo>
                  <a:lnTo>
                    <a:pt x="8243" y="1669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2505" y="2633267"/>
              <a:ext cx="8243" cy="166964"/>
            </a:xfrm>
            <a:custGeom>
              <a:avLst/>
              <a:pathLst>
                <a:path w="8243" h="166964">
                  <a:moveTo>
                    <a:pt x="0" y="0"/>
                  </a:moveTo>
                  <a:lnTo>
                    <a:pt x="8243" y="1669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2505" y="2633267"/>
              <a:ext cx="8243" cy="166964"/>
            </a:xfrm>
            <a:custGeom>
              <a:avLst/>
              <a:pathLst>
                <a:path w="8243" h="166964">
                  <a:moveTo>
                    <a:pt x="0" y="0"/>
                  </a:moveTo>
                  <a:lnTo>
                    <a:pt x="8243" y="1669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2505" y="2633267"/>
              <a:ext cx="8243" cy="166964"/>
            </a:xfrm>
            <a:custGeom>
              <a:avLst/>
              <a:pathLst>
                <a:path w="8243" h="166964">
                  <a:moveTo>
                    <a:pt x="0" y="0"/>
                  </a:moveTo>
                  <a:lnTo>
                    <a:pt x="8243" y="1669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2505" y="2633267"/>
              <a:ext cx="8243" cy="166964"/>
            </a:xfrm>
            <a:custGeom>
              <a:avLst/>
              <a:pathLst>
                <a:path w="8243" h="166964">
                  <a:moveTo>
                    <a:pt x="0" y="0"/>
                  </a:moveTo>
                  <a:lnTo>
                    <a:pt x="8243" y="1669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82505" y="2633267"/>
              <a:ext cx="8243" cy="166964"/>
            </a:xfrm>
            <a:custGeom>
              <a:avLst/>
              <a:pathLst>
                <a:path w="8243" h="166964">
                  <a:moveTo>
                    <a:pt x="0" y="0"/>
                  </a:moveTo>
                  <a:lnTo>
                    <a:pt x="8243" y="1669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82505" y="2633267"/>
              <a:ext cx="8243" cy="166964"/>
            </a:xfrm>
            <a:custGeom>
              <a:avLst/>
              <a:pathLst>
                <a:path w="8243" h="166964">
                  <a:moveTo>
                    <a:pt x="0" y="0"/>
                  </a:moveTo>
                  <a:lnTo>
                    <a:pt x="8243" y="1669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423582" y="2633267"/>
              <a:ext cx="334316" cy="334129"/>
            </a:xfrm>
            <a:custGeom>
              <a:avLst/>
              <a:pathLst>
                <a:path w="334316" h="334129">
                  <a:moveTo>
                    <a:pt x="158922" y="0"/>
                  </a:moveTo>
                  <a:lnTo>
                    <a:pt x="153651" y="343"/>
                  </a:lnTo>
                  <a:lnTo>
                    <a:pt x="148393" y="854"/>
                  </a:lnTo>
                  <a:lnTo>
                    <a:pt x="143154" y="1530"/>
                  </a:lnTo>
                  <a:lnTo>
                    <a:pt x="137938" y="2371"/>
                  </a:lnTo>
                  <a:lnTo>
                    <a:pt x="132752" y="3377"/>
                  </a:lnTo>
                  <a:lnTo>
                    <a:pt x="127601" y="4546"/>
                  </a:lnTo>
                  <a:lnTo>
                    <a:pt x="122489" y="5877"/>
                  </a:lnTo>
                  <a:lnTo>
                    <a:pt x="117421" y="7369"/>
                  </a:lnTo>
                  <a:lnTo>
                    <a:pt x="112404" y="9020"/>
                  </a:lnTo>
                  <a:lnTo>
                    <a:pt x="107440" y="10829"/>
                  </a:lnTo>
                  <a:lnTo>
                    <a:pt x="102537" y="12794"/>
                  </a:lnTo>
                  <a:lnTo>
                    <a:pt x="97698" y="14913"/>
                  </a:lnTo>
                  <a:lnTo>
                    <a:pt x="92928" y="17184"/>
                  </a:lnTo>
                  <a:lnTo>
                    <a:pt x="88233" y="19605"/>
                  </a:lnTo>
                  <a:lnTo>
                    <a:pt x="83616" y="22172"/>
                  </a:lnTo>
                  <a:lnTo>
                    <a:pt x="79083" y="24884"/>
                  </a:lnTo>
                  <a:lnTo>
                    <a:pt x="74638" y="27738"/>
                  </a:lnTo>
                  <a:lnTo>
                    <a:pt x="70285" y="30731"/>
                  </a:lnTo>
                  <a:lnTo>
                    <a:pt x="66029" y="33860"/>
                  </a:lnTo>
                  <a:lnTo>
                    <a:pt x="61874" y="37122"/>
                  </a:lnTo>
                  <a:lnTo>
                    <a:pt x="57824" y="40514"/>
                  </a:lnTo>
                  <a:lnTo>
                    <a:pt x="53883" y="44032"/>
                  </a:lnTo>
                  <a:lnTo>
                    <a:pt x="50056" y="47673"/>
                  </a:lnTo>
                  <a:lnTo>
                    <a:pt x="46345" y="51433"/>
                  </a:lnTo>
                  <a:lnTo>
                    <a:pt x="42755" y="55308"/>
                  </a:lnTo>
                  <a:lnTo>
                    <a:pt x="39289" y="59294"/>
                  </a:lnTo>
                  <a:lnTo>
                    <a:pt x="35951" y="63389"/>
                  </a:lnTo>
                  <a:lnTo>
                    <a:pt x="32744" y="67586"/>
                  </a:lnTo>
                  <a:lnTo>
                    <a:pt x="29671" y="71883"/>
                  </a:lnTo>
                  <a:lnTo>
                    <a:pt x="26735" y="76275"/>
                  </a:lnTo>
                  <a:lnTo>
                    <a:pt x="23940" y="80757"/>
                  </a:lnTo>
                  <a:lnTo>
                    <a:pt x="21288" y="85326"/>
                  </a:lnTo>
                  <a:lnTo>
                    <a:pt x="18781" y="89976"/>
                  </a:lnTo>
                  <a:lnTo>
                    <a:pt x="16423" y="94702"/>
                  </a:lnTo>
                  <a:lnTo>
                    <a:pt x="14215" y="99501"/>
                  </a:lnTo>
                  <a:lnTo>
                    <a:pt x="12160" y="104368"/>
                  </a:lnTo>
                  <a:lnTo>
                    <a:pt x="10259" y="109297"/>
                  </a:lnTo>
                  <a:lnTo>
                    <a:pt x="8515" y="114283"/>
                  </a:lnTo>
                  <a:lnTo>
                    <a:pt x="6930" y="119322"/>
                  </a:lnTo>
                  <a:lnTo>
                    <a:pt x="5505" y="124409"/>
                  </a:lnTo>
                  <a:lnTo>
                    <a:pt x="4241" y="129538"/>
                  </a:lnTo>
                  <a:lnTo>
                    <a:pt x="3140" y="134705"/>
                  </a:lnTo>
                  <a:lnTo>
                    <a:pt x="2202" y="139903"/>
                  </a:lnTo>
                  <a:lnTo>
                    <a:pt x="1430" y="145129"/>
                  </a:lnTo>
                  <a:lnTo>
                    <a:pt x="823" y="150377"/>
                  </a:lnTo>
                  <a:lnTo>
                    <a:pt x="382" y="155641"/>
                  </a:lnTo>
                  <a:lnTo>
                    <a:pt x="107" y="160916"/>
                  </a:lnTo>
                  <a:lnTo>
                    <a:pt x="0" y="166198"/>
                  </a:lnTo>
                  <a:lnTo>
                    <a:pt x="59" y="171480"/>
                  </a:lnTo>
                  <a:lnTo>
                    <a:pt x="285" y="176758"/>
                  </a:lnTo>
                  <a:lnTo>
                    <a:pt x="678" y="182025"/>
                  </a:lnTo>
                  <a:lnTo>
                    <a:pt x="1237" y="187278"/>
                  </a:lnTo>
                  <a:lnTo>
                    <a:pt x="1961" y="192511"/>
                  </a:lnTo>
                  <a:lnTo>
                    <a:pt x="2851" y="197718"/>
                  </a:lnTo>
                  <a:lnTo>
                    <a:pt x="3905" y="202894"/>
                  </a:lnTo>
                  <a:lnTo>
                    <a:pt x="5122" y="208035"/>
                  </a:lnTo>
                  <a:lnTo>
                    <a:pt x="6500" y="213134"/>
                  </a:lnTo>
                  <a:lnTo>
                    <a:pt x="8039" y="218188"/>
                  </a:lnTo>
                  <a:lnTo>
                    <a:pt x="9737" y="223190"/>
                  </a:lnTo>
                  <a:lnTo>
                    <a:pt x="11592" y="228136"/>
                  </a:lnTo>
                  <a:lnTo>
                    <a:pt x="13603" y="233021"/>
                  </a:lnTo>
                  <a:lnTo>
                    <a:pt x="15767" y="237840"/>
                  </a:lnTo>
                  <a:lnTo>
                    <a:pt x="18082" y="242588"/>
                  </a:lnTo>
                  <a:lnTo>
                    <a:pt x="20546" y="247261"/>
                  </a:lnTo>
                  <a:lnTo>
                    <a:pt x="23156" y="251854"/>
                  </a:lnTo>
                  <a:lnTo>
                    <a:pt x="25910" y="256362"/>
                  </a:lnTo>
                  <a:lnTo>
                    <a:pt x="28805" y="260780"/>
                  </a:lnTo>
                  <a:lnTo>
                    <a:pt x="31839" y="265105"/>
                  </a:lnTo>
                  <a:lnTo>
                    <a:pt x="35007" y="269332"/>
                  </a:lnTo>
                  <a:lnTo>
                    <a:pt x="38308" y="273456"/>
                  </a:lnTo>
                  <a:lnTo>
                    <a:pt x="41737" y="277475"/>
                  </a:lnTo>
                  <a:lnTo>
                    <a:pt x="45291" y="281383"/>
                  </a:lnTo>
                  <a:lnTo>
                    <a:pt x="48967" y="285176"/>
                  </a:lnTo>
                  <a:lnTo>
                    <a:pt x="52761" y="288852"/>
                  </a:lnTo>
                  <a:lnTo>
                    <a:pt x="56670" y="292406"/>
                  </a:lnTo>
                  <a:lnTo>
                    <a:pt x="60689" y="295834"/>
                  </a:lnTo>
                  <a:lnTo>
                    <a:pt x="64814" y="299134"/>
                  </a:lnTo>
                  <a:lnTo>
                    <a:pt x="69041" y="302302"/>
                  </a:lnTo>
                  <a:lnTo>
                    <a:pt x="73366" y="305335"/>
                  </a:lnTo>
                  <a:lnTo>
                    <a:pt x="77785" y="308230"/>
                  </a:lnTo>
                  <a:lnTo>
                    <a:pt x="82293" y="310983"/>
                  </a:lnTo>
                  <a:lnTo>
                    <a:pt x="86886" y="313593"/>
                  </a:lnTo>
                  <a:lnTo>
                    <a:pt x="91559" y="316056"/>
                  </a:lnTo>
                  <a:lnTo>
                    <a:pt x="96308" y="318371"/>
                  </a:lnTo>
                  <a:lnTo>
                    <a:pt x="101127" y="320534"/>
                  </a:lnTo>
                  <a:lnTo>
                    <a:pt x="106012" y="322544"/>
                  </a:lnTo>
                  <a:lnTo>
                    <a:pt x="110958" y="324398"/>
                  </a:lnTo>
                  <a:lnTo>
                    <a:pt x="115961" y="326096"/>
                  </a:lnTo>
                  <a:lnTo>
                    <a:pt x="121014" y="327634"/>
                  </a:lnTo>
                  <a:lnTo>
                    <a:pt x="126114" y="329012"/>
                  </a:lnTo>
                  <a:lnTo>
                    <a:pt x="131255" y="330228"/>
                  </a:lnTo>
                  <a:lnTo>
                    <a:pt x="136431" y="331281"/>
                  </a:lnTo>
                  <a:lnTo>
                    <a:pt x="141638" y="332171"/>
                  </a:lnTo>
                  <a:lnTo>
                    <a:pt x="146871" y="332895"/>
                  </a:lnTo>
                  <a:lnTo>
                    <a:pt x="152124" y="333453"/>
                  </a:lnTo>
                  <a:lnTo>
                    <a:pt x="157392" y="333845"/>
                  </a:lnTo>
                  <a:lnTo>
                    <a:pt x="162670" y="334071"/>
                  </a:lnTo>
                  <a:lnTo>
                    <a:pt x="167952" y="334129"/>
                  </a:lnTo>
                  <a:lnTo>
                    <a:pt x="173234" y="334021"/>
                  </a:lnTo>
                  <a:lnTo>
                    <a:pt x="178509" y="333746"/>
                  </a:lnTo>
                  <a:lnTo>
                    <a:pt x="183773" y="333304"/>
                  </a:lnTo>
                  <a:lnTo>
                    <a:pt x="189020" y="332696"/>
                  </a:lnTo>
                  <a:lnTo>
                    <a:pt x="194246" y="331923"/>
                  </a:lnTo>
                  <a:lnTo>
                    <a:pt x="199445" y="330985"/>
                  </a:lnTo>
                  <a:lnTo>
                    <a:pt x="204611" y="329883"/>
                  </a:lnTo>
                  <a:lnTo>
                    <a:pt x="209740" y="328619"/>
                  </a:lnTo>
                  <a:lnTo>
                    <a:pt x="214827" y="327193"/>
                  </a:lnTo>
                  <a:lnTo>
                    <a:pt x="219865" y="325607"/>
                  </a:lnTo>
                  <a:lnTo>
                    <a:pt x="224852" y="323862"/>
                  </a:lnTo>
                  <a:lnTo>
                    <a:pt x="229780" y="321961"/>
                  </a:lnTo>
                  <a:lnTo>
                    <a:pt x="234646" y="319905"/>
                  </a:lnTo>
                  <a:lnTo>
                    <a:pt x="239445" y="317697"/>
                  </a:lnTo>
                  <a:lnTo>
                    <a:pt x="244172" y="315338"/>
                  </a:lnTo>
                  <a:lnTo>
                    <a:pt x="248821" y="312831"/>
                  </a:lnTo>
                  <a:lnTo>
                    <a:pt x="253390" y="310178"/>
                  </a:lnTo>
                  <a:lnTo>
                    <a:pt x="257872" y="307382"/>
                  </a:lnTo>
                  <a:lnTo>
                    <a:pt x="262263" y="304446"/>
                  </a:lnTo>
                  <a:lnTo>
                    <a:pt x="266559" y="301372"/>
                  </a:lnTo>
                  <a:lnTo>
                    <a:pt x="270757" y="298165"/>
                  </a:lnTo>
                  <a:lnTo>
                    <a:pt x="274850" y="294826"/>
                  </a:lnTo>
                  <a:lnTo>
                    <a:pt x="278837" y="291360"/>
                  </a:lnTo>
                  <a:lnTo>
                    <a:pt x="282711" y="287769"/>
                  </a:lnTo>
                  <a:lnTo>
                    <a:pt x="286471" y="284058"/>
                  </a:lnTo>
                  <a:lnTo>
                    <a:pt x="290111" y="280230"/>
                  </a:lnTo>
                  <a:lnTo>
                    <a:pt x="293628" y="276289"/>
                  </a:lnTo>
                  <a:lnTo>
                    <a:pt x="297020" y="272238"/>
                  </a:lnTo>
                  <a:lnTo>
                    <a:pt x="300281" y="268083"/>
                  </a:lnTo>
                  <a:lnTo>
                    <a:pt x="303410" y="263827"/>
                  </a:lnTo>
                  <a:lnTo>
                    <a:pt x="306402" y="259473"/>
                  </a:lnTo>
                  <a:lnTo>
                    <a:pt x="309256" y="255028"/>
                  </a:lnTo>
                  <a:lnTo>
                    <a:pt x="311967" y="250494"/>
                  </a:lnTo>
                  <a:lnTo>
                    <a:pt x="314534" y="245877"/>
                  </a:lnTo>
                  <a:lnTo>
                    <a:pt x="316954" y="241182"/>
                  </a:lnTo>
                  <a:lnTo>
                    <a:pt x="319224" y="236412"/>
                  </a:lnTo>
                  <a:lnTo>
                    <a:pt x="321342" y="231572"/>
                  </a:lnTo>
                  <a:lnTo>
                    <a:pt x="323307" y="226669"/>
                  </a:lnTo>
                  <a:lnTo>
                    <a:pt x="325115" y="221705"/>
                  </a:lnTo>
                  <a:lnTo>
                    <a:pt x="326766" y="216687"/>
                  </a:lnTo>
                  <a:lnTo>
                    <a:pt x="328258" y="211620"/>
                  </a:lnTo>
                  <a:lnTo>
                    <a:pt x="329588" y="206508"/>
                  </a:lnTo>
                  <a:lnTo>
                    <a:pt x="330757" y="201356"/>
                  </a:lnTo>
                  <a:lnTo>
                    <a:pt x="331762" y="196170"/>
                  </a:lnTo>
                  <a:lnTo>
                    <a:pt x="332602" y="190954"/>
                  </a:lnTo>
                  <a:lnTo>
                    <a:pt x="333278" y="185715"/>
                  </a:lnTo>
                  <a:lnTo>
                    <a:pt x="333787" y="180457"/>
                  </a:lnTo>
                  <a:lnTo>
                    <a:pt x="334130" y="175186"/>
                  </a:lnTo>
                  <a:lnTo>
                    <a:pt x="334307" y="169906"/>
                  </a:lnTo>
                  <a:lnTo>
                    <a:pt x="334316" y="164624"/>
                  </a:lnTo>
                  <a:lnTo>
                    <a:pt x="334159" y="159344"/>
                  </a:lnTo>
                  <a:lnTo>
                    <a:pt x="333835" y="154071"/>
                  </a:lnTo>
                  <a:lnTo>
                    <a:pt x="333344" y="148811"/>
                  </a:lnTo>
                  <a:lnTo>
                    <a:pt x="332688" y="143570"/>
                  </a:lnTo>
                  <a:lnTo>
                    <a:pt x="331866" y="138351"/>
                  </a:lnTo>
                  <a:lnTo>
                    <a:pt x="330880" y="133162"/>
                  </a:lnTo>
                  <a:lnTo>
                    <a:pt x="329730" y="128006"/>
                  </a:lnTo>
                  <a:lnTo>
                    <a:pt x="328418" y="122889"/>
                  </a:lnTo>
                  <a:lnTo>
                    <a:pt x="326945" y="117816"/>
                  </a:lnTo>
                  <a:lnTo>
                    <a:pt x="325312" y="112792"/>
                  </a:lnTo>
                  <a:lnTo>
                    <a:pt x="323521" y="107822"/>
                  </a:lnTo>
                  <a:lnTo>
                    <a:pt x="321575" y="102911"/>
                  </a:lnTo>
                  <a:lnTo>
                    <a:pt x="319474" y="98064"/>
                  </a:lnTo>
                  <a:lnTo>
                    <a:pt x="317221" y="93286"/>
                  </a:lnTo>
                  <a:lnTo>
                    <a:pt x="314818" y="88582"/>
                  </a:lnTo>
                  <a:lnTo>
                    <a:pt x="312267" y="83956"/>
                  </a:lnTo>
                  <a:lnTo>
                    <a:pt x="309572" y="79413"/>
                  </a:lnTo>
                  <a:lnTo>
                    <a:pt x="306735" y="74957"/>
                  </a:lnTo>
                  <a:lnTo>
                    <a:pt x="303758" y="70593"/>
                  </a:lnTo>
                  <a:lnTo>
                    <a:pt x="300645" y="66325"/>
                  </a:lnTo>
                  <a:lnTo>
                    <a:pt x="297398" y="62158"/>
                  </a:lnTo>
                  <a:lnTo>
                    <a:pt x="294022" y="58095"/>
                  </a:lnTo>
                  <a:lnTo>
                    <a:pt x="290519" y="54141"/>
                  </a:lnTo>
                  <a:lnTo>
                    <a:pt x="286892" y="50300"/>
                  </a:lnTo>
                  <a:lnTo>
                    <a:pt x="283146" y="46575"/>
                  </a:lnTo>
                  <a:lnTo>
                    <a:pt x="279285" y="42971"/>
                  </a:lnTo>
                  <a:lnTo>
                    <a:pt x="275311" y="39490"/>
                  </a:lnTo>
                  <a:lnTo>
                    <a:pt x="271229" y="36137"/>
                  </a:lnTo>
                  <a:lnTo>
                    <a:pt x="267044" y="32914"/>
                  </a:lnTo>
                  <a:lnTo>
                    <a:pt x="262758" y="29825"/>
                  </a:lnTo>
                  <a:lnTo>
                    <a:pt x="258377" y="26873"/>
                  </a:lnTo>
                  <a:lnTo>
                    <a:pt x="253906" y="24061"/>
                  </a:lnTo>
                  <a:lnTo>
                    <a:pt x="249347" y="21392"/>
                  </a:lnTo>
                  <a:lnTo>
                    <a:pt x="244706" y="18868"/>
                  </a:lnTo>
                  <a:lnTo>
                    <a:pt x="239988" y="16492"/>
                  </a:lnTo>
                  <a:lnTo>
                    <a:pt x="235198" y="14266"/>
                  </a:lnTo>
                  <a:lnTo>
                    <a:pt x="230339" y="12193"/>
                  </a:lnTo>
                  <a:lnTo>
                    <a:pt x="225417" y="10274"/>
                  </a:lnTo>
                  <a:lnTo>
                    <a:pt x="167165" y="1669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90748" y="2633064"/>
              <a:ext cx="58252" cy="167167"/>
            </a:xfrm>
            <a:custGeom>
              <a:avLst/>
              <a:pathLst>
                <a:path w="58252" h="167167">
                  <a:moveTo>
                    <a:pt x="58252" y="10477"/>
                  </a:moveTo>
                  <a:lnTo>
                    <a:pt x="52639" y="8504"/>
                  </a:lnTo>
                  <a:lnTo>
                    <a:pt x="46959" y="6731"/>
                  </a:lnTo>
                  <a:lnTo>
                    <a:pt x="41220" y="5161"/>
                  </a:lnTo>
                  <a:lnTo>
                    <a:pt x="35429" y="3797"/>
                  </a:lnTo>
                  <a:lnTo>
                    <a:pt x="29593" y="2640"/>
                  </a:lnTo>
                  <a:lnTo>
                    <a:pt x="23719" y="1691"/>
                  </a:lnTo>
                  <a:lnTo>
                    <a:pt x="17816" y="952"/>
                  </a:lnTo>
                  <a:lnTo>
                    <a:pt x="11890" y="423"/>
                  </a:lnTo>
                  <a:lnTo>
                    <a:pt x="5948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499188" y="3170392"/>
              <a:ext cx="26792" cy="167167"/>
            </a:xfrm>
            <a:custGeom>
              <a:avLst/>
              <a:pathLst>
                <a:path w="26792" h="167167">
                  <a:moveTo>
                    <a:pt x="26792" y="0"/>
                  </a:moveTo>
                  <a:lnTo>
                    <a:pt x="20066" y="135"/>
                  </a:lnTo>
                  <a:lnTo>
                    <a:pt x="13352" y="541"/>
                  </a:lnTo>
                  <a:lnTo>
                    <a:pt x="6660" y="1216"/>
                  </a:lnTo>
                  <a:lnTo>
                    <a:pt x="0" y="2160"/>
                  </a:lnTo>
                  <a:lnTo>
                    <a:pt x="2679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499188" y="3172553"/>
              <a:ext cx="26792" cy="165006"/>
            </a:xfrm>
            <a:custGeom>
              <a:avLst/>
              <a:pathLst>
                <a:path w="26792" h="165006">
                  <a:moveTo>
                    <a:pt x="0" y="0"/>
                  </a:moveTo>
                  <a:lnTo>
                    <a:pt x="26792" y="1650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499188" y="3172553"/>
              <a:ext cx="26792" cy="165006"/>
            </a:xfrm>
            <a:custGeom>
              <a:avLst/>
              <a:pathLst>
                <a:path w="26792" h="165006">
                  <a:moveTo>
                    <a:pt x="0" y="0"/>
                  </a:moveTo>
                  <a:lnTo>
                    <a:pt x="26792" y="1650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499188" y="3172553"/>
              <a:ext cx="26792" cy="165006"/>
            </a:xfrm>
            <a:custGeom>
              <a:avLst/>
              <a:pathLst>
                <a:path w="26792" h="165006">
                  <a:moveTo>
                    <a:pt x="0" y="0"/>
                  </a:moveTo>
                  <a:lnTo>
                    <a:pt x="26792" y="16500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499188" y="3172553"/>
              <a:ext cx="26792" cy="165006"/>
            </a:xfrm>
            <a:custGeom>
              <a:avLst/>
              <a:pathLst>
                <a:path w="26792" h="165006">
                  <a:moveTo>
                    <a:pt x="0" y="0"/>
                  </a:moveTo>
                  <a:lnTo>
                    <a:pt x="26792" y="1650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499188" y="3172553"/>
              <a:ext cx="26792" cy="165006"/>
            </a:xfrm>
            <a:custGeom>
              <a:avLst/>
              <a:pathLst>
                <a:path w="26792" h="165006">
                  <a:moveTo>
                    <a:pt x="0" y="0"/>
                  </a:moveTo>
                  <a:lnTo>
                    <a:pt x="26792" y="1650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499188" y="3172553"/>
              <a:ext cx="26792" cy="165006"/>
            </a:xfrm>
            <a:custGeom>
              <a:avLst/>
              <a:pathLst>
                <a:path w="26792" h="165006">
                  <a:moveTo>
                    <a:pt x="0" y="0"/>
                  </a:moveTo>
                  <a:lnTo>
                    <a:pt x="26792" y="16500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499188" y="3172553"/>
              <a:ext cx="26792" cy="165006"/>
            </a:xfrm>
            <a:custGeom>
              <a:avLst/>
              <a:pathLst>
                <a:path w="26792" h="165006">
                  <a:moveTo>
                    <a:pt x="0" y="0"/>
                  </a:moveTo>
                  <a:lnTo>
                    <a:pt x="26792" y="1650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499188" y="3172553"/>
              <a:ext cx="26792" cy="165006"/>
            </a:xfrm>
            <a:custGeom>
              <a:avLst/>
              <a:pathLst>
                <a:path w="26792" h="165006">
                  <a:moveTo>
                    <a:pt x="0" y="0"/>
                  </a:moveTo>
                  <a:lnTo>
                    <a:pt x="26792" y="1650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499188" y="3172553"/>
              <a:ext cx="26792" cy="165006"/>
            </a:xfrm>
            <a:custGeom>
              <a:avLst/>
              <a:pathLst>
                <a:path w="26792" h="165006">
                  <a:moveTo>
                    <a:pt x="0" y="0"/>
                  </a:moveTo>
                  <a:lnTo>
                    <a:pt x="26792" y="1650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499188" y="3172553"/>
              <a:ext cx="26792" cy="165006"/>
            </a:xfrm>
            <a:custGeom>
              <a:avLst/>
              <a:pathLst>
                <a:path w="26792" h="165006">
                  <a:moveTo>
                    <a:pt x="0" y="0"/>
                  </a:moveTo>
                  <a:lnTo>
                    <a:pt x="26792" y="1650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499188" y="3172553"/>
              <a:ext cx="26792" cy="165006"/>
            </a:xfrm>
            <a:custGeom>
              <a:avLst/>
              <a:pathLst>
                <a:path w="26792" h="165006">
                  <a:moveTo>
                    <a:pt x="0" y="0"/>
                  </a:moveTo>
                  <a:lnTo>
                    <a:pt x="26792" y="16500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499188" y="3172553"/>
              <a:ext cx="26792" cy="165006"/>
            </a:xfrm>
            <a:custGeom>
              <a:avLst/>
              <a:pathLst>
                <a:path w="26792" h="165006">
                  <a:moveTo>
                    <a:pt x="0" y="0"/>
                  </a:moveTo>
                  <a:lnTo>
                    <a:pt x="26792" y="16500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358825" y="3172553"/>
              <a:ext cx="334322" cy="332164"/>
            </a:xfrm>
            <a:custGeom>
              <a:avLst/>
              <a:pathLst>
                <a:path w="334322" h="332164">
                  <a:moveTo>
                    <a:pt x="140363" y="0"/>
                  </a:moveTo>
                  <a:lnTo>
                    <a:pt x="135163" y="928"/>
                  </a:lnTo>
                  <a:lnTo>
                    <a:pt x="129996" y="2021"/>
                  </a:lnTo>
                  <a:lnTo>
                    <a:pt x="124865" y="3276"/>
                  </a:lnTo>
                  <a:lnTo>
                    <a:pt x="119777" y="4693"/>
                  </a:lnTo>
                  <a:lnTo>
                    <a:pt x="114736" y="6270"/>
                  </a:lnTo>
                  <a:lnTo>
                    <a:pt x="109748" y="8005"/>
                  </a:lnTo>
                  <a:lnTo>
                    <a:pt x="104816" y="9897"/>
                  </a:lnTo>
                  <a:lnTo>
                    <a:pt x="99947" y="11944"/>
                  </a:lnTo>
                  <a:lnTo>
                    <a:pt x="95145" y="14143"/>
                  </a:lnTo>
                  <a:lnTo>
                    <a:pt x="90415" y="16493"/>
                  </a:lnTo>
                  <a:lnTo>
                    <a:pt x="85762" y="18992"/>
                  </a:lnTo>
                  <a:lnTo>
                    <a:pt x="81190" y="21636"/>
                  </a:lnTo>
                  <a:lnTo>
                    <a:pt x="76703" y="24423"/>
                  </a:lnTo>
                  <a:lnTo>
                    <a:pt x="72307" y="27351"/>
                  </a:lnTo>
                  <a:lnTo>
                    <a:pt x="68006" y="30416"/>
                  </a:lnTo>
                  <a:lnTo>
                    <a:pt x="63804" y="33615"/>
                  </a:lnTo>
                  <a:lnTo>
                    <a:pt x="59704" y="36946"/>
                  </a:lnTo>
                  <a:lnTo>
                    <a:pt x="55712" y="40404"/>
                  </a:lnTo>
                  <a:lnTo>
                    <a:pt x="51832" y="43987"/>
                  </a:lnTo>
                  <a:lnTo>
                    <a:pt x="48066" y="47691"/>
                  </a:lnTo>
                  <a:lnTo>
                    <a:pt x="44419" y="51512"/>
                  </a:lnTo>
                  <a:lnTo>
                    <a:pt x="40895" y="55446"/>
                  </a:lnTo>
                  <a:lnTo>
                    <a:pt x="37497" y="59489"/>
                  </a:lnTo>
                  <a:lnTo>
                    <a:pt x="34228" y="63638"/>
                  </a:lnTo>
                  <a:lnTo>
                    <a:pt x="31092" y="67888"/>
                  </a:lnTo>
                  <a:lnTo>
                    <a:pt x="28092" y="72235"/>
                  </a:lnTo>
                  <a:lnTo>
                    <a:pt x="25231" y="76674"/>
                  </a:lnTo>
                  <a:lnTo>
                    <a:pt x="22511" y="81202"/>
                  </a:lnTo>
                  <a:lnTo>
                    <a:pt x="19936" y="85813"/>
                  </a:lnTo>
                  <a:lnTo>
                    <a:pt x="17507" y="90504"/>
                  </a:lnTo>
                  <a:lnTo>
                    <a:pt x="15228" y="95268"/>
                  </a:lnTo>
                  <a:lnTo>
                    <a:pt x="13101" y="100103"/>
                  </a:lnTo>
                  <a:lnTo>
                    <a:pt x="11128" y="105002"/>
                  </a:lnTo>
                  <a:lnTo>
                    <a:pt x="9310" y="109961"/>
                  </a:lnTo>
                  <a:lnTo>
                    <a:pt x="7650" y="114975"/>
                  </a:lnTo>
                  <a:lnTo>
                    <a:pt x="6149" y="120039"/>
                  </a:lnTo>
                  <a:lnTo>
                    <a:pt x="4809" y="125148"/>
                  </a:lnTo>
                  <a:lnTo>
                    <a:pt x="3630" y="130297"/>
                  </a:lnTo>
                  <a:lnTo>
                    <a:pt x="2616" y="135480"/>
                  </a:lnTo>
                  <a:lnTo>
                    <a:pt x="1765" y="140693"/>
                  </a:lnTo>
                  <a:lnTo>
                    <a:pt x="1079" y="145930"/>
                  </a:lnTo>
                  <a:lnTo>
                    <a:pt x="560" y="151186"/>
                  </a:lnTo>
                  <a:lnTo>
                    <a:pt x="206" y="156456"/>
                  </a:lnTo>
                  <a:lnTo>
                    <a:pt x="19" y="161734"/>
                  </a:lnTo>
                  <a:lnTo>
                    <a:pt x="0" y="167016"/>
                  </a:lnTo>
                  <a:lnTo>
                    <a:pt x="146" y="172296"/>
                  </a:lnTo>
                  <a:lnTo>
                    <a:pt x="460" y="177568"/>
                  </a:lnTo>
                  <a:lnTo>
                    <a:pt x="940" y="182828"/>
                  </a:lnTo>
                  <a:lnTo>
                    <a:pt x="1586" y="188070"/>
                  </a:lnTo>
                  <a:lnTo>
                    <a:pt x="2397" y="193289"/>
                  </a:lnTo>
                  <a:lnTo>
                    <a:pt x="3373" y="198480"/>
                  </a:lnTo>
                  <a:lnTo>
                    <a:pt x="4512" y="203637"/>
                  </a:lnTo>
                  <a:lnTo>
                    <a:pt x="5814" y="208756"/>
                  </a:lnTo>
                  <a:lnTo>
                    <a:pt x="7277" y="213831"/>
                  </a:lnTo>
                  <a:lnTo>
                    <a:pt x="8899" y="218858"/>
                  </a:lnTo>
                  <a:lnTo>
                    <a:pt x="10679" y="223830"/>
                  </a:lnTo>
                  <a:lnTo>
                    <a:pt x="12616" y="228744"/>
                  </a:lnTo>
                  <a:lnTo>
                    <a:pt x="14706" y="233594"/>
                  </a:lnTo>
                  <a:lnTo>
                    <a:pt x="16949" y="238376"/>
                  </a:lnTo>
                  <a:lnTo>
                    <a:pt x="19342" y="243085"/>
                  </a:lnTo>
                  <a:lnTo>
                    <a:pt x="21882" y="247716"/>
                  </a:lnTo>
                  <a:lnTo>
                    <a:pt x="24568" y="252264"/>
                  </a:lnTo>
                  <a:lnTo>
                    <a:pt x="27396" y="256725"/>
                  </a:lnTo>
                  <a:lnTo>
                    <a:pt x="30363" y="261094"/>
                  </a:lnTo>
                  <a:lnTo>
                    <a:pt x="33467" y="265368"/>
                  </a:lnTo>
                  <a:lnTo>
                    <a:pt x="36704" y="269541"/>
                  </a:lnTo>
                  <a:lnTo>
                    <a:pt x="40072" y="273610"/>
                  </a:lnTo>
                  <a:lnTo>
                    <a:pt x="43566" y="277570"/>
                  </a:lnTo>
                  <a:lnTo>
                    <a:pt x="47184" y="281419"/>
                  </a:lnTo>
                  <a:lnTo>
                    <a:pt x="50921" y="285151"/>
                  </a:lnTo>
                  <a:lnTo>
                    <a:pt x="54775" y="288763"/>
                  </a:lnTo>
                  <a:lnTo>
                    <a:pt x="58741" y="292251"/>
                  </a:lnTo>
                  <a:lnTo>
                    <a:pt x="62815" y="295612"/>
                  </a:lnTo>
                  <a:lnTo>
                    <a:pt x="66993" y="298844"/>
                  </a:lnTo>
                  <a:lnTo>
                    <a:pt x="71271" y="301941"/>
                  </a:lnTo>
                  <a:lnTo>
                    <a:pt x="75645" y="304902"/>
                  </a:lnTo>
                  <a:lnTo>
                    <a:pt x="80110" y="307723"/>
                  </a:lnTo>
                  <a:lnTo>
                    <a:pt x="84662" y="310402"/>
                  </a:lnTo>
                  <a:lnTo>
                    <a:pt x="89296" y="312935"/>
                  </a:lnTo>
                  <a:lnTo>
                    <a:pt x="94009" y="315321"/>
                  </a:lnTo>
                  <a:lnTo>
                    <a:pt x="98794" y="317557"/>
                  </a:lnTo>
                  <a:lnTo>
                    <a:pt x="103647" y="319640"/>
                  </a:lnTo>
                  <a:lnTo>
                    <a:pt x="108564" y="321569"/>
                  </a:lnTo>
                  <a:lnTo>
                    <a:pt x="113539" y="323342"/>
                  </a:lnTo>
                  <a:lnTo>
                    <a:pt x="118568" y="324957"/>
                  </a:lnTo>
                  <a:lnTo>
                    <a:pt x="123646" y="326412"/>
                  </a:lnTo>
                  <a:lnTo>
                    <a:pt x="128766" y="327706"/>
                  </a:lnTo>
                  <a:lnTo>
                    <a:pt x="133925" y="328837"/>
                  </a:lnTo>
                  <a:lnTo>
                    <a:pt x="139118" y="329805"/>
                  </a:lnTo>
                  <a:lnTo>
                    <a:pt x="144338" y="330609"/>
                  </a:lnTo>
                  <a:lnTo>
                    <a:pt x="149581" y="331247"/>
                  </a:lnTo>
                  <a:lnTo>
                    <a:pt x="154842" y="331719"/>
                  </a:lnTo>
                  <a:lnTo>
                    <a:pt x="160114" y="332025"/>
                  </a:lnTo>
                  <a:lnTo>
                    <a:pt x="165394" y="332164"/>
                  </a:lnTo>
                  <a:lnTo>
                    <a:pt x="170676" y="332136"/>
                  </a:lnTo>
                  <a:lnTo>
                    <a:pt x="175954" y="331942"/>
                  </a:lnTo>
                  <a:lnTo>
                    <a:pt x="181223" y="331580"/>
                  </a:lnTo>
                  <a:lnTo>
                    <a:pt x="186479" y="331053"/>
                  </a:lnTo>
                  <a:lnTo>
                    <a:pt x="191715" y="330359"/>
                  </a:lnTo>
                  <a:lnTo>
                    <a:pt x="196926" y="329501"/>
                  </a:lnTo>
                  <a:lnTo>
                    <a:pt x="202108" y="328478"/>
                  </a:lnTo>
                  <a:lnTo>
                    <a:pt x="207255" y="327293"/>
                  </a:lnTo>
                  <a:lnTo>
                    <a:pt x="212362" y="325945"/>
                  </a:lnTo>
                  <a:lnTo>
                    <a:pt x="217424" y="324436"/>
                  </a:lnTo>
                  <a:lnTo>
                    <a:pt x="222435" y="322769"/>
                  </a:lnTo>
                  <a:lnTo>
                    <a:pt x="227391" y="320943"/>
                  </a:lnTo>
                  <a:lnTo>
                    <a:pt x="232288" y="318963"/>
                  </a:lnTo>
                  <a:lnTo>
                    <a:pt x="237119" y="316828"/>
                  </a:lnTo>
                  <a:lnTo>
                    <a:pt x="241880" y="314542"/>
                  </a:lnTo>
                  <a:lnTo>
                    <a:pt x="246567" y="312107"/>
                  </a:lnTo>
                  <a:lnTo>
                    <a:pt x="251175" y="309525"/>
                  </a:lnTo>
                  <a:lnTo>
                    <a:pt x="255698" y="306798"/>
                  </a:lnTo>
                  <a:lnTo>
                    <a:pt x="260133" y="303930"/>
                  </a:lnTo>
                  <a:lnTo>
                    <a:pt x="264476" y="300924"/>
                  </a:lnTo>
                  <a:lnTo>
                    <a:pt x="268721" y="297781"/>
                  </a:lnTo>
                  <a:lnTo>
                    <a:pt x="272865" y="294506"/>
                  </a:lnTo>
                  <a:lnTo>
                    <a:pt x="276903" y="291102"/>
                  </a:lnTo>
                  <a:lnTo>
                    <a:pt x="280832" y="287572"/>
                  </a:lnTo>
                  <a:lnTo>
                    <a:pt x="284647" y="283920"/>
                  </a:lnTo>
                  <a:lnTo>
                    <a:pt x="288345" y="280149"/>
                  </a:lnTo>
                  <a:lnTo>
                    <a:pt x="291922" y="276262"/>
                  </a:lnTo>
                  <a:lnTo>
                    <a:pt x="295375" y="272265"/>
                  </a:lnTo>
                  <a:lnTo>
                    <a:pt x="298699" y="268161"/>
                  </a:lnTo>
                  <a:lnTo>
                    <a:pt x="301893" y="263954"/>
                  </a:lnTo>
                  <a:lnTo>
                    <a:pt x="304951" y="259648"/>
                  </a:lnTo>
                  <a:lnTo>
                    <a:pt x="307872" y="255248"/>
                  </a:lnTo>
                  <a:lnTo>
                    <a:pt x="310653" y="250757"/>
                  </a:lnTo>
                  <a:lnTo>
                    <a:pt x="313290" y="246181"/>
                  </a:lnTo>
                  <a:lnTo>
                    <a:pt x="315782" y="241524"/>
                  </a:lnTo>
                  <a:lnTo>
                    <a:pt x="318125" y="236790"/>
                  </a:lnTo>
                  <a:lnTo>
                    <a:pt x="320317" y="231985"/>
                  </a:lnTo>
                  <a:lnTo>
                    <a:pt x="322357" y="227113"/>
                  </a:lnTo>
                  <a:lnTo>
                    <a:pt x="324241" y="222179"/>
                  </a:lnTo>
                  <a:lnTo>
                    <a:pt x="325969" y="217188"/>
                  </a:lnTo>
                  <a:lnTo>
                    <a:pt x="327538" y="212145"/>
                  </a:lnTo>
                  <a:lnTo>
                    <a:pt x="328948" y="207054"/>
                  </a:lnTo>
                  <a:lnTo>
                    <a:pt x="330195" y="201922"/>
                  </a:lnTo>
                  <a:lnTo>
                    <a:pt x="331280" y="196753"/>
                  </a:lnTo>
                  <a:lnTo>
                    <a:pt x="332201" y="191552"/>
                  </a:lnTo>
                  <a:lnTo>
                    <a:pt x="332957" y="186325"/>
                  </a:lnTo>
                  <a:lnTo>
                    <a:pt x="333548" y="181076"/>
                  </a:lnTo>
                  <a:lnTo>
                    <a:pt x="333973" y="175812"/>
                  </a:lnTo>
                  <a:lnTo>
                    <a:pt x="334231" y="170536"/>
                  </a:lnTo>
                  <a:lnTo>
                    <a:pt x="334322" y="165255"/>
                  </a:lnTo>
                  <a:lnTo>
                    <a:pt x="334247" y="159974"/>
                  </a:lnTo>
                  <a:lnTo>
                    <a:pt x="334004" y="154698"/>
                  </a:lnTo>
                  <a:lnTo>
                    <a:pt x="333595" y="149432"/>
                  </a:lnTo>
                  <a:lnTo>
                    <a:pt x="333020" y="144182"/>
                  </a:lnTo>
                  <a:lnTo>
                    <a:pt x="332280" y="138952"/>
                  </a:lnTo>
                  <a:lnTo>
                    <a:pt x="331374" y="133749"/>
                  </a:lnTo>
                  <a:lnTo>
                    <a:pt x="330305" y="128576"/>
                  </a:lnTo>
                  <a:lnTo>
                    <a:pt x="329072" y="123440"/>
                  </a:lnTo>
                  <a:lnTo>
                    <a:pt x="327678" y="118346"/>
                  </a:lnTo>
                  <a:lnTo>
                    <a:pt x="326124" y="113298"/>
                  </a:lnTo>
                  <a:lnTo>
                    <a:pt x="324411" y="108302"/>
                  </a:lnTo>
                  <a:lnTo>
                    <a:pt x="322541" y="103362"/>
                  </a:lnTo>
                  <a:lnTo>
                    <a:pt x="320516" y="98484"/>
                  </a:lnTo>
                  <a:lnTo>
                    <a:pt x="318338" y="93672"/>
                  </a:lnTo>
                  <a:lnTo>
                    <a:pt x="316009" y="88932"/>
                  </a:lnTo>
                  <a:lnTo>
                    <a:pt x="313532" y="84267"/>
                  </a:lnTo>
                  <a:lnTo>
                    <a:pt x="310908" y="79683"/>
                  </a:lnTo>
                  <a:lnTo>
                    <a:pt x="308141" y="75184"/>
                  </a:lnTo>
                  <a:lnTo>
                    <a:pt x="305233" y="70775"/>
                  </a:lnTo>
                  <a:lnTo>
                    <a:pt x="302187" y="66460"/>
                  </a:lnTo>
                  <a:lnTo>
                    <a:pt x="299006" y="62243"/>
                  </a:lnTo>
                  <a:lnTo>
                    <a:pt x="295694" y="58129"/>
                  </a:lnTo>
                  <a:lnTo>
                    <a:pt x="292254" y="54122"/>
                  </a:lnTo>
                  <a:lnTo>
                    <a:pt x="288688" y="50225"/>
                  </a:lnTo>
                  <a:lnTo>
                    <a:pt x="285001" y="46443"/>
                  </a:lnTo>
                  <a:lnTo>
                    <a:pt x="281197" y="42779"/>
                  </a:lnTo>
                  <a:lnTo>
                    <a:pt x="277279" y="39238"/>
                  </a:lnTo>
                  <a:lnTo>
                    <a:pt x="273251" y="35821"/>
                  </a:lnTo>
                  <a:lnTo>
                    <a:pt x="269117" y="32534"/>
                  </a:lnTo>
                  <a:lnTo>
                    <a:pt x="264881" y="29379"/>
                  </a:lnTo>
                  <a:lnTo>
                    <a:pt x="260547" y="26360"/>
                  </a:lnTo>
                  <a:lnTo>
                    <a:pt x="256121" y="23478"/>
                  </a:lnTo>
                  <a:lnTo>
                    <a:pt x="251605" y="20738"/>
                  </a:lnTo>
                  <a:lnTo>
                    <a:pt x="247005" y="18143"/>
                  </a:lnTo>
                  <a:lnTo>
                    <a:pt x="242326" y="15693"/>
                  </a:lnTo>
                  <a:lnTo>
                    <a:pt x="237571" y="13393"/>
                  </a:lnTo>
                  <a:lnTo>
                    <a:pt x="232746" y="11244"/>
                  </a:lnTo>
                  <a:lnTo>
                    <a:pt x="227856" y="9249"/>
                  </a:lnTo>
                  <a:lnTo>
                    <a:pt x="222905" y="7409"/>
                  </a:lnTo>
                  <a:lnTo>
                    <a:pt x="167155" y="1650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25980" y="3170392"/>
              <a:ext cx="55750" cy="167167"/>
            </a:xfrm>
            <a:custGeom>
              <a:avLst/>
              <a:pathLst>
                <a:path w="55750" h="167167">
                  <a:moveTo>
                    <a:pt x="55750" y="9570"/>
                  </a:moveTo>
                  <a:lnTo>
                    <a:pt x="49758" y="7577"/>
                  </a:lnTo>
                  <a:lnTo>
                    <a:pt x="43694" y="5811"/>
                  </a:lnTo>
                  <a:lnTo>
                    <a:pt x="37569" y="4276"/>
                  </a:lnTo>
                  <a:lnTo>
                    <a:pt x="31389" y="2973"/>
                  </a:lnTo>
                  <a:lnTo>
                    <a:pt x="25165" y="1905"/>
                  </a:lnTo>
                  <a:lnTo>
                    <a:pt x="18905" y="1072"/>
                  </a:lnTo>
                  <a:lnTo>
                    <a:pt x="12618" y="476"/>
                  </a:lnTo>
                  <a:lnTo>
                    <a:pt x="6313" y="1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2045" y="3707720"/>
              <a:ext cx="8702" cy="167167"/>
            </a:xfrm>
            <a:custGeom>
              <a:avLst/>
              <a:pathLst>
                <a:path w="8702" h="167167">
                  <a:moveTo>
                    <a:pt x="8702" y="0"/>
                  </a:moveTo>
                  <a:lnTo>
                    <a:pt x="0" y="226"/>
                  </a:lnTo>
                  <a:lnTo>
                    <a:pt x="870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2045" y="3707947"/>
              <a:ext cx="8702" cy="166940"/>
            </a:xfrm>
            <a:custGeom>
              <a:avLst/>
              <a:pathLst>
                <a:path w="8702" h="166940">
                  <a:moveTo>
                    <a:pt x="0" y="0"/>
                  </a:moveTo>
                  <a:lnTo>
                    <a:pt x="8702" y="1669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2045" y="3707947"/>
              <a:ext cx="8702" cy="166940"/>
            </a:xfrm>
            <a:custGeom>
              <a:avLst/>
              <a:pathLst>
                <a:path w="8702" h="166940">
                  <a:moveTo>
                    <a:pt x="0" y="0"/>
                  </a:moveTo>
                  <a:lnTo>
                    <a:pt x="8702" y="1669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2045" y="3707947"/>
              <a:ext cx="8702" cy="166940"/>
            </a:xfrm>
            <a:custGeom>
              <a:avLst/>
              <a:pathLst>
                <a:path w="8702" h="166940">
                  <a:moveTo>
                    <a:pt x="0" y="0"/>
                  </a:moveTo>
                  <a:lnTo>
                    <a:pt x="8702" y="1669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2045" y="3707947"/>
              <a:ext cx="8702" cy="166940"/>
            </a:xfrm>
            <a:custGeom>
              <a:avLst/>
              <a:pathLst>
                <a:path w="8702" h="166940">
                  <a:moveTo>
                    <a:pt x="0" y="0"/>
                  </a:moveTo>
                  <a:lnTo>
                    <a:pt x="8702" y="1669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2045" y="3707947"/>
              <a:ext cx="8702" cy="166940"/>
            </a:xfrm>
            <a:custGeom>
              <a:avLst/>
              <a:pathLst>
                <a:path w="8702" h="166940">
                  <a:moveTo>
                    <a:pt x="0" y="0"/>
                  </a:moveTo>
                  <a:lnTo>
                    <a:pt x="8702" y="1669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2045" y="3707947"/>
              <a:ext cx="8702" cy="166940"/>
            </a:xfrm>
            <a:custGeom>
              <a:avLst/>
              <a:pathLst>
                <a:path w="8702" h="166940">
                  <a:moveTo>
                    <a:pt x="0" y="0"/>
                  </a:moveTo>
                  <a:lnTo>
                    <a:pt x="8702" y="1669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2045" y="3707947"/>
              <a:ext cx="8702" cy="166940"/>
            </a:xfrm>
            <a:custGeom>
              <a:avLst/>
              <a:pathLst>
                <a:path w="8702" h="166940">
                  <a:moveTo>
                    <a:pt x="0" y="0"/>
                  </a:moveTo>
                  <a:lnTo>
                    <a:pt x="8702" y="1669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2045" y="3707947"/>
              <a:ext cx="8702" cy="166940"/>
            </a:xfrm>
            <a:custGeom>
              <a:avLst/>
              <a:pathLst>
                <a:path w="8702" h="166940">
                  <a:moveTo>
                    <a:pt x="0" y="0"/>
                  </a:moveTo>
                  <a:lnTo>
                    <a:pt x="8702" y="1669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2045" y="3707947"/>
              <a:ext cx="8702" cy="166940"/>
            </a:xfrm>
            <a:custGeom>
              <a:avLst/>
              <a:pathLst>
                <a:path w="8702" h="166940">
                  <a:moveTo>
                    <a:pt x="0" y="0"/>
                  </a:moveTo>
                  <a:lnTo>
                    <a:pt x="8702" y="1669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82045" y="3707947"/>
              <a:ext cx="8702" cy="166940"/>
            </a:xfrm>
            <a:custGeom>
              <a:avLst/>
              <a:pathLst>
                <a:path w="8702" h="166940">
                  <a:moveTo>
                    <a:pt x="0" y="0"/>
                  </a:moveTo>
                  <a:lnTo>
                    <a:pt x="8702" y="1669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82045" y="3707947"/>
              <a:ext cx="8702" cy="166940"/>
            </a:xfrm>
            <a:custGeom>
              <a:avLst/>
              <a:pathLst>
                <a:path w="8702" h="166940">
                  <a:moveTo>
                    <a:pt x="0" y="0"/>
                  </a:moveTo>
                  <a:lnTo>
                    <a:pt x="8702" y="1669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423581" y="3707720"/>
              <a:ext cx="334325" cy="334326"/>
            </a:xfrm>
            <a:custGeom>
              <a:avLst/>
              <a:pathLst>
                <a:path w="334325" h="334326">
                  <a:moveTo>
                    <a:pt x="158464" y="226"/>
                  </a:moveTo>
                  <a:lnTo>
                    <a:pt x="153189" y="585"/>
                  </a:lnTo>
                  <a:lnTo>
                    <a:pt x="147928" y="1110"/>
                  </a:lnTo>
                  <a:lnTo>
                    <a:pt x="142686" y="1802"/>
                  </a:lnTo>
                  <a:lnTo>
                    <a:pt x="137469" y="2659"/>
                  </a:lnTo>
                  <a:lnTo>
                    <a:pt x="132281" y="3680"/>
                  </a:lnTo>
                  <a:lnTo>
                    <a:pt x="127128" y="4865"/>
                  </a:lnTo>
                  <a:lnTo>
                    <a:pt x="122016" y="6213"/>
                  </a:lnTo>
                  <a:lnTo>
                    <a:pt x="116948" y="7721"/>
                  </a:lnTo>
                  <a:lnTo>
                    <a:pt x="111931" y="9389"/>
                  </a:lnTo>
                  <a:lnTo>
                    <a:pt x="106969" y="11215"/>
                  </a:lnTo>
                  <a:lnTo>
                    <a:pt x="102067" y="13196"/>
                  </a:lnTo>
                  <a:lnTo>
                    <a:pt x="97230" y="15332"/>
                  </a:lnTo>
                  <a:lnTo>
                    <a:pt x="92463" y="17620"/>
                  </a:lnTo>
                  <a:lnTo>
                    <a:pt x="87771" y="20057"/>
                  </a:lnTo>
                  <a:lnTo>
                    <a:pt x="83159" y="22642"/>
                  </a:lnTo>
                  <a:lnTo>
                    <a:pt x="78630" y="25371"/>
                  </a:lnTo>
                  <a:lnTo>
                    <a:pt x="74190" y="28241"/>
                  </a:lnTo>
                  <a:lnTo>
                    <a:pt x="69843" y="31251"/>
                  </a:lnTo>
                  <a:lnTo>
                    <a:pt x="65594" y="34397"/>
                  </a:lnTo>
                  <a:lnTo>
                    <a:pt x="61446" y="37676"/>
                  </a:lnTo>
                  <a:lnTo>
                    <a:pt x="57403" y="41084"/>
                  </a:lnTo>
                  <a:lnTo>
                    <a:pt x="53471" y="44618"/>
                  </a:lnTo>
                  <a:lnTo>
                    <a:pt x="49652" y="48275"/>
                  </a:lnTo>
                  <a:lnTo>
                    <a:pt x="45951" y="52051"/>
                  </a:lnTo>
                  <a:lnTo>
                    <a:pt x="42371" y="55942"/>
                  </a:lnTo>
                  <a:lnTo>
                    <a:pt x="38916" y="59944"/>
                  </a:lnTo>
                  <a:lnTo>
                    <a:pt x="35590" y="64054"/>
                  </a:lnTo>
                  <a:lnTo>
                    <a:pt x="32394" y="68266"/>
                  </a:lnTo>
                  <a:lnTo>
                    <a:pt x="29334" y="72578"/>
                  </a:lnTo>
                  <a:lnTo>
                    <a:pt x="26412" y="76984"/>
                  </a:lnTo>
                  <a:lnTo>
                    <a:pt x="23630" y="81481"/>
                  </a:lnTo>
                  <a:lnTo>
                    <a:pt x="20992" y="86063"/>
                  </a:lnTo>
                  <a:lnTo>
                    <a:pt x="18500" y="90726"/>
                  </a:lnTo>
                  <a:lnTo>
                    <a:pt x="16157" y="95466"/>
                  </a:lnTo>
                  <a:lnTo>
                    <a:pt x="13965" y="100277"/>
                  </a:lnTo>
                  <a:lnTo>
                    <a:pt x="11927" y="105156"/>
                  </a:lnTo>
                  <a:lnTo>
                    <a:pt x="10043" y="110096"/>
                  </a:lnTo>
                  <a:lnTo>
                    <a:pt x="8317" y="115094"/>
                  </a:lnTo>
                  <a:lnTo>
                    <a:pt x="6750" y="120143"/>
                  </a:lnTo>
                  <a:lnTo>
                    <a:pt x="5343" y="125240"/>
                  </a:lnTo>
                  <a:lnTo>
                    <a:pt x="4098" y="130379"/>
                  </a:lnTo>
                  <a:lnTo>
                    <a:pt x="3016" y="135554"/>
                  </a:lnTo>
                  <a:lnTo>
                    <a:pt x="2098" y="140761"/>
                  </a:lnTo>
                  <a:lnTo>
                    <a:pt x="1346" y="145995"/>
                  </a:lnTo>
                  <a:lnTo>
                    <a:pt x="759" y="151249"/>
                  </a:lnTo>
                  <a:lnTo>
                    <a:pt x="339" y="156520"/>
                  </a:lnTo>
                  <a:lnTo>
                    <a:pt x="86" y="161801"/>
                  </a:lnTo>
                  <a:lnTo>
                    <a:pt x="0" y="167088"/>
                  </a:lnTo>
                  <a:lnTo>
                    <a:pt x="81" y="172374"/>
                  </a:lnTo>
                  <a:lnTo>
                    <a:pt x="329" y="177656"/>
                  </a:lnTo>
                  <a:lnTo>
                    <a:pt x="744" y="182927"/>
                  </a:lnTo>
                  <a:lnTo>
                    <a:pt x="1326" y="188182"/>
                  </a:lnTo>
                  <a:lnTo>
                    <a:pt x="2073" y="193416"/>
                  </a:lnTo>
                  <a:lnTo>
                    <a:pt x="2986" y="198624"/>
                  </a:lnTo>
                  <a:lnTo>
                    <a:pt x="4063" y="203800"/>
                  </a:lnTo>
                  <a:lnTo>
                    <a:pt x="5303" y="208940"/>
                  </a:lnTo>
                  <a:lnTo>
                    <a:pt x="6705" y="214038"/>
                  </a:lnTo>
                  <a:lnTo>
                    <a:pt x="8267" y="219089"/>
                  </a:lnTo>
                  <a:lnTo>
                    <a:pt x="9989" y="224088"/>
                  </a:lnTo>
                  <a:lnTo>
                    <a:pt x="11868" y="229031"/>
                  </a:lnTo>
                  <a:lnTo>
                    <a:pt x="13902" y="233911"/>
                  </a:lnTo>
                  <a:lnTo>
                    <a:pt x="16089" y="238725"/>
                  </a:lnTo>
                  <a:lnTo>
                    <a:pt x="18428" y="243467"/>
                  </a:lnTo>
                  <a:lnTo>
                    <a:pt x="20915" y="248132"/>
                  </a:lnTo>
                  <a:lnTo>
                    <a:pt x="23549" y="252717"/>
                  </a:lnTo>
                  <a:lnTo>
                    <a:pt x="26326" y="257216"/>
                  </a:lnTo>
                  <a:lnTo>
                    <a:pt x="29244" y="261625"/>
                  </a:lnTo>
                  <a:lnTo>
                    <a:pt x="32301" y="265939"/>
                  </a:lnTo>
                  <a:lnTo>
                    <a:pt x="35492" y="270155"/>
                  </a:lnTo>
                  <a:lnTo>
                    <a:pt x="38814" y="274268"/>
                  </a:lnTo>
                  <a:lnTo>
                    <a:pt x="42266" y="278273"/>
                  </a:lnTo>
                  <a:lnTo>
                    <a:pt x="45842" y="282168"/>
                  </a:lnTo>
                  <a:lnTo>
                    <a:pt x="49539" y="285947"/>
                  </a:lnTo>
                  <a:lnTo>
                    <a:pt x="53355" y="289608"/>
                  </a:lnTo>
                  <a:lnTo>
                    <a:pt x="57284" y="293146"/>
                  </a:lnTo>
                  <a:lnTo>
                    <a:pt x="61323" y="296558"/>
                  </a:lnTo>
                  <a:lnTo>
                    <a:pt x="65468" y="299840"/>
                  </a:lnTo>
                  <a:lnTo>
                    <a:pt x="69714" y="302990"/>
                  </a:lnTo>
                  <a:lnTo>
                    <a:pt x="74058" y="306004"/>
                  </a:lnTo>
                  <a:lnTo>
                    <a:pt x="78496" y="308879"/>
                  </a:lnTo>
                  <a:lnTo>
                    <a:pt x="83022" y="311612"/>
                  </a:lnTo>
                  <a:lnTo>
                    <a:pt x="87632" y="314201"/>
                  </a:lnTo>
                  <a:lnTo>
                    <a:pt x="92321" y="316643"/>
                  </a:lnTo>
                  <a:lnTo>
                    <a:pt x="97086" y="318935"/>
                  </a:lnTo>
                  <a:lnTo>
                    <a:pt x="101921" y="321076"/>
                  </a:lnTo>
                  <a:lnTo>
                    <a:pt x="106821" y="323062"/>
                  </a:lnTo>
                  <a:lnTo>
                    <a:pt x="111781" y="324892"/>
                  </a:lnTo>
                  <a:lnTo>
                    <a:pt x="116797" y="326565"/>
                  </a:lnTo>
                  <a:lnTo>
                    <a:pt x="121863" y="328078"/>
                  </a:lnTo>
                  <a:lnTo>
                    <a:pt x="126974" y="329431"/>
                  </a:lnTo>
                  <a:lnTo>
                    <a:pt x="132126" y="330621"/>
                  </a:lnTo>
                  <a:lnTo>
                    <a:pt x="137312" y="331647"/>
                  </a:lnTo>
                  <a:lnTo>
                    <a:pt x="142529" y="332509"/>
                  </a:lnTo>
                  <a:lnTo>
                    <a:pt x="147770" y="333205"/>
                  </a:lnTo>
                  <a:lnTo>
                    <a:pt x="153031" y="333736"/>
                  </a:lnTo>
                  <a:lnTo>
                    <a:pt x="158306" y="334099"/>
                  </a:lnTo>
                  <a:lnTo>
                    <a:pt x="163589" y="334296"/>
                  </a:lnTo>
                  <a:lnTo>
                    <a:pt x="168876" y="334326"/>
                  </a:lnTo>
                  <a:lnTo>
                    <a:pt x="174162" y="334188"/>
                  </a:lnTo>
                  <a:lnTo>
                    <a:pt x="179440" y="333883"/>
                  </a:lnTo>
                  <a:lnTo>
                    <a:pt x="184707" y="333412"/>
                  </a:lnTo>
                  <a:lnTo>
                    <a:pt x="189955" y="332774"/>
                  </a:lnTo>
                  <a:lnTo>
                    <a:pt x="195181" y="331970"/>
                  </a:lnTo>
                  <a:lnTo>
                    <a:pt x="200379" y="331002"/>
                  </a:lnTo>
                  <a:lnTo>
                    <a:pt x="205544" y="329870"/>
                  </a:lnTo>
                  <a:lnTo>
                    <a:pt x="210670" y="328575"/>
                  </a:lnTo>
                  <a:lnTo>
                    <a:pt x="215753" y="327118"/>
                  </a:lnTo>
                  <a:lnTo>
                    <a:pt x="220787" y="325502"/>
                  </a:lnTo>
                  <a:lnTo>
                    <a:pt x="225767" y="323727"/>
                  </a:lnTo>
                  <a:lnTo>
                    <a:pt x="230689" y="321795"/>
                  </a:lnTo>
                  <a:lnTo>
                    <a:pt x="235547" y="319709"/>
                  </a:lnTo>
                  <a:lnTo>
                    <a:pt x="240337" y="317470"/>
                  </a:lnTo>
                  <a:lnTo>
                    <a:pt x="245054" y="315081"/>
                  </a:lnTo>
                  <a:lnTo>
                    <a:pt x="249693" y="312544"/>
                  </a:lnTo>
                  <a:lnTo>
                    <a:pt x="254249" y="309861"/>
                  </a:lnTo>
                  <a:lnTo>
                    <a:pt x="258718" y="307036"/>
                  </a:lnTo>
                  <a:lnTo>
                    <a:pt x="263095" y="304071"/>
                  </a:lnTo>
                  <a:lnTo>
                    <a:pt x="267377" y="300969"/>
                  </a:lnTo>
                  <a:lnTo>
                    <a:pt x="271558" y="297733"/>
                  </a:lnTo>
                  <a:lnTo>
                    <a:pt x="275635" y="294366"/>
                  </a:lnTo>
                  <a:lnTo>
                    <a:pt x="279604" y="290872"/>
                  </a:lnTo>
                  <a:lnTo>
                    <a:pt x="283460" y="287254"/>
                  </a:lnTo>
                  <a:lnTo>
                    <a:pt x="287199" y="283517"/>
                  </a:lnTo>
                  <a:lnTo>
                    <a:pt x="290819" y="279662"/>
                  </a:lnTo>
                  <a:lnTo>
                    <a:pt x="294314" y="275696"/>
                  </a:lnTo>
                  <a:lnTo>
                    <a:pt x="297683" y="271620"/>
                  </a:lnTo>
                  <a:lnTo>
                    <a:pt x="300921" y="267441"/>
                  </a:lnTo>
                  <a:lnTo>
                    <a:pt x="304025" y="263161"/>
                  </a:lnTo>
                  <a:lnTo>
                    <a:pt x="306992" y="258784"/>
                  </a:lnTo>
                  <a:lnTo>
                    <a:pt x="309820" y="254317"/>
                  </a:lnTo>
                  <a:lnTo>
                    <a:pt x="312505" y="249762"/>
                  </a:lnTo>
                  <a:lnTo>
                    <a:pt x="315044" y="245124"/>
                  </a:lnTo>
                  <a:lnTo>
                    <a:pt x="317435" y="240409"/>
                  </a:lnTo>
                  <a:lnTo>
                    <a:pt x="319676" y="235620"/>
                  </a:lnTo>
                  <a:lnTo>
                    <a:pt x="321765" y="230762"/>
                  </a:lnTo>
                  <a:lnTo>
                    <a:pt x="323699" y="225842"/>
                  </a:lnTo>
                  <a:lnTo>
                    <a:pt x="325476" y="220862"/>
                  </a:lnTo>
                  <a:lnTo>
                    <a:pt x="327095" y="215829"/>
                  </a:lnTo>
                  <a:lnTo>
                    <a:pt x="328554" y="210747"/>
                  </a:lnTo>
                  <a:lnTo>
                    <a:pt x="329851" y="205621"/>
                  </a:lnTo>
                  <a:lnTo>
                    <a:pt x="330986" y="200457"/>
                  </a:lnTo>
                  <a:lnTo>
                    <a:pt x="331957" y="195259"/>
                  </a:lnTo>
                  <a:lnTo>
                    <a:pt x="332763" y="190034"/>
                  </a:lnTo>
                  <a:lnTo>
                    <a:pt x="333403" y="184786"/>
                  </a:lnTo>
                  <a:lnTo>
                    <a:pt x="333877" y="179520"/>
                  </a:lnTo>
                  <a:lnTo>
                    <a:pt x="334185" y="174241"/>
                  </a:lnTo>
                  <a:lnTo>
                    <a:pt x="334325" y="168956"/>
                  </a:lnTo>
                  <a:lnTo>
                    <a:pt x="334298" y="163669"/>
                  </a:lnTo>
                  <a:lnTo>
                    <a:pt x="334104" y="158385"/>
                  </a:lnTo>
                  <a:lnTo>
                    <a:pt x="333742" y="153110"/>
                  </a:lnTo>
                  <a:lnTo>
                    <a:pt x="333214" y="147849"/>
                  </a:lnTo>
                  <a:lnTo>
                    <a:pt x="332520" y="142608"/>
                  </a:lnTo>
                  <a:lnTo>
                    <a:pt x="331661" y="137391"/>
                  </a:lnTo>
                  <a:lnTo>
                    <a:pt x="330637" y="132203"/>
                  </a:lnTo>
                  <a:lnTo>
                    <a:pt x="329450" y="127051"/>
                  </a:lnTo>
                  <a:lnTo>
                    <a:pt x="328100" y="121939"/>
                  </a:lnTo>
                  <a:lnTo>
                    <a:pt x="326589" y="116872"/>
                  </a:lnTo>
                  <a:lnTo>
                    <a:pt x="324919" y="111856"/>
                  </a:lnTo>
                  <a:lnTo>
                    <a:pt x="323091" y="106895"/>
                  </a:lnTo>
                  <a:lnTo>
                    <a:pt x="321107" y="101994"/>
                  </a:lnTo>
                  <a:lnTo>
                    <a:pt x="318968" y="97158"/>
                  </a:lnTo>
                  <a:lnTo>
                    <a:pt x="316679" y="92392"/>
                  </a:lnTo>
                  <a:lnTo>
                    <a:pt x="314239" y="87702"/>
                  </a:lnTo>
                  <a:lnTo>
                    <a:pt x="311652" y="83090"/>
                  </a:lnTo>
                  <a:lnTo>
                    <a:pt x="308921" y="78563"/>
                  </a:lnTo>
                  <a:lnTo>
                    <a:pt x="306048" y="74124"/>
                  </a:lnTo>
                  <a:lnTo>
                    <a:pt x="303036" y="69779"/>
                  </a:lnTo>
                  <a:lnTo>
                    <a:pt x="299889" y="65531"/>
                  </a:lnTo>
                  <a:lnTo>
                    <a:pt x="296608" y="61384"/>
                  </a:lnTo>
                  <a:lnTo>
                    <a:pt x="293198" y="57344"/>
                  </a:lnTo>
                  <a:lnTo>
                    <a:pt x="289662" y="53413"/>
                  </a:lnTo>
                  <a:lnTo>
                    <a:pt x="286003" y="49596"/>
                  </a:lnTo>
                  <a:lnTo>
                    <a:pt x="282225" y="45897"/>
                  </a:lnTo>
                  <a:lnTo>
                    <a:pt x="278333" y="42319"/>
                  </a:lnTo>
                  <a:lnTo>
                    <a:pt x="274329" y="38865"/>
                  </a:lnTo>
                  <a:lnTo>
                    <a:pt x="270218" y="35541"/>
                  </a:lnTo>
                  <a:lnTo>
                    <a:pt x="266004" y="32347"/>
                  </a:lnTo>
                  <a:lnTo>
                    <a:pt x="261690" y="29289"/>
                  </a:lnTo>
                  <a:lnTo>
                    <a:pt x="257283" y="26369"/>
                  </a:lnTo>
                  <a:lnTo>
                    <a:pt x="252785" y="23589"/>
                  </a:lnTo>
                  <a:lnTo>
                    <a:pt x="248202" y="20954"/>
                  </a:lnTo>
                  <a:lnTo>
                    <a:pt x="243537" y="18464"/>
                  </a:lnTo>
                  <a:lnTo>
                    <a:pt x="238796" y="16123"/>
                  </a:lnTo>
                  <a:lnTo>
                    <a:pt x="233984" y="13934"/>
                  </a:lnTo>
                  <a:lnTo>
                    <a:pt x="229104" y="11897"/>
                  </a:lnTo>
                  <a:lnTo>
                    <a:pt x="224163" y="10016"/>
                  </a:lnTo>
                  <a:lnTo>
                    <a:pt x="219165" y="8292"/>
                  </a:lnTo>
                  <a:lnTo>
                    <a:pt x="214114" y="6727"/>
                  </a:lnTo>
                  <a:lnTo>
                    <a:pt x="209017" y="5323"/>
                  </a:lnTo>
                  <a:lnTo>
                    <a:pt x="203878" y="4080"/>
                  </a:lnTo>
                  <a:lnTo>
                    <a:pt x="198702" y="3001"/>
                  </a:lnTo>
                  <a:lnTo>
                    <a:pt x="193494" y="2086"/>
                  </a:lnTo>
                  <a:lnTo>
                    <a:pt x="188261" y="1336"/>
                  </a:lnTo>
                  <a:lnTo>
                    <a:pt x="183006" y="752"/>
                  </a:lnTo>
                  <a:lnTo>
                    <a:pt x="177735" y="334"/>
                  </a:lnTo>
                  <a:lnTo>
                    <a:pt x="172454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2585" y="4213821"/>
              <a:ext cx="8702" cy="167167"/>
            </a:xfrm>
            <a:custGeom>
              <a:avLst/>
              <a:pathLst>
                <a:path w="8702" h="167167">
                  <a:moveTo>
                    <a:pt x="8702" y="0"/>
                  </a:moveTo>
                  <a:lnTo>
                    <a:pt x="0" y="226"/>
                  </a:lnTo>
                  <a:lnTo>
                    <a:pt x="870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2585" y="4214048"/>
              <a:ext cx="8702" cy="166940"/>
            </a:xfrm>
            <a:custGeom>
              <a:avLst/>
              <a:pathLst>
                <a:path w="8702" h="166940">
                  <a:moveTo>
                    <a:pt x="0" y="0"/>
                  </a:moveTo>
                  <a:lnTo>
                    <a:pt x="8702" y="1669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2585" y="4214048"/>
              <a:ext cx="8702" cy="166940"/>
            </a:xfrm>
            <a:custGeom>
              <a:avLst/>
              <a:pathLst>
                <a:path w="8702" h="166940">
                  <a:moveTo>
                    <a:pt x="0" y="0"/>
                  </a:moveTo>
                  <a:lnTo>
                    <a:pt x="8702" y="1669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2585" y="4214048"/>
              <a:ext cx="8702" cy="166940"/>
            </a:xfrm>
            <a:custGeom>
              <a:avLst/>
              <a:pathLst>
                <a:path w="8702" h="166940">
                  <a:moveTo>
                    <a:pt x="0" y="0"/>
                  </a:moveTo>
                  <a:lnTo>
                    <a:pt x="8702" y="1669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2585" y="4214048"/>
              <a:ext cx="8702" cy="166940"/>
            </a:xfrm>
            <a:custGeom>
              <a:avLst/>
              <a:pathLst>
                <a:path w="8702" h="166940">
                  <a:moveTo>
                    <a:pt x="0" y="0"/>
                  </a:moveTo>
                  <a:lnTo>
                    <a:pt x="8702" y="1669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2585" y="4214048"/>
              <a:ext cx="8702" cy="166940"/>
            </a:xfrm>
            <a:custGeom>
              <a:avLst/>
              <a:pathLst>
                <a:path w="8702" h="166940">
                  <a:moveTo>
                    <a:pt x="0" y="0"/>
                  </a:moveTo>
                  <a:lnTo>
                    <a:pt x="8702" y="1669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2585" y="4214048"/>
              <a:ext cx="8702" cy="166940"/>
            </a:xfrm>
            <a:custGeom>
              <a:avLst/>
              <a:pathLst>
                <a:path w="8702" h="166940">
                  <a:moveTo>
                    <a:pt x="0" y="0"/>
                  </a:moveTo>
                  <a:lnTo>
                    <a:pt x="8702" y="1669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2585" y="4214048"/>
              <a:ext cx="8702" cy="166940"/>
            </a:xfrm>
            <a:custGeom>
              <a:avLst/>
              <a:pathLst>
                <a:path w="8702" h="166940">
                  <a:moveTo>
                    <a:pt x="0" y="0"/>
                  </a:moveTo>
                  <a:lnTo>
                    <a:pt x="8702" y="1669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2585" y="4214048"/>
              <a:ext cx="8702" cy="166940"/>
            </a:xfrm>
            <a:custGeom>
              <a:avLst/>
              <a:pathLst>
                <a:path w="8702" h="166940">
                  <a:moveTo>
                    <a:pt x="0" y="0"/>
                  </a:moveTo>
                  <a:lnTo>
                    <a:pt x="8702" y="1669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72585" y="4214048"/>
              <a:ext cx="8702" cy="166940"/>
            </a:xfrm>
            <a:custGeom>
              <a:avLst/>
              <a:pathLst>
                <a:path w="8702" h="166940">
                  <a:moveTo>
                    <a:pt x="0" y="0"/>
                  </a:moveTo>
                  <a:lnTo>
                    <a:pt x="8702" y="1669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72585" y="4214048"/>
              <a:ext cx="8702" cy="166940"/>
            </a:xfrm>
            <a:custGeom>
              <a:avLst/>
              <a:pathLst>
                <a:path w="8702" h="166940">
                  <a:moveTo>
                    <a:pt x="0" y="0"/>
                  </a:moveTo>
                  <a:lnTo>
                    <a:pt x="8702" y="1669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614120" y="4213821"/>
              <a:ext cx="334322" cy="334327"/>
            </a:xfrm>
            <a:custGeom>
              <a:avLst/>
              <a:pathLst>
                <a:path w="334322" h="334327">
                  <a:moveTo>
                    <a:pt x="158464" y="226"/>
                  </a:moveTo>
                  <a:lnTo>
                    <a:pt x="153191" y="585"/>
                  </a:lnTo>
                  <a:lnTo>
                    <a:pt x="147931" y="1110"/>
                  </a:lnTo>
                  <a:lnTo>
                    <a:pt x="142691" y="1801"/>
                  </a:lnTo>
                  <a:lnTo>
                    <a:pt x="137475" y="2657"/>
                  </a:lnTo>
                  <a:lnTo>
                    <a:pt x="132288" y="3678"/>
                  </a:lnTo>
                  <a:lnTo>
                    <a:pt x="127137" y="4863"/>
                  </a:lnTo>
                  <a:lnTo>
                    <a:pt x="122026" y="6209"/>
                  </a:lnTo>
                  <a:lnTo>
                    <a:pt x="116960" y="7717"/>
                  </a:lnTo>
                  <a:lnTo>
                    <a:pt x="111943" y="9384"/>
                  </a:lnTo>
                  <a:lnTo>
                    <a:pt x="106983" y="11209"/>
                  </a:lnTo>
                  <a:lnTo>
                    <a:pt x="102082" y="13190"/>
                  </a:lnTo>
                  <a:lnTo>
                    <a:pt x="97247" y="15324"/>
                  </a:lnTo>
                  <a:lnTo>
                    <a:pt x="92481" y="17611"/>
                  </a:lnTo>
                  <a:lnTo>
                    <a:pt x="87790" y="20047"/>
                  </a:lnTo>
                  <a:lnTo>
                    <a:pt x="83178" y="22630"/>
                  </a:lnTo>
                  <a:lnTo>
                    <a:pt x="78651" y="25358"/>
                  </a:lnTo>
                  <a:lnTo>
                    <a:pt x="74211" y="28227"/>
                  </a:lnTo>
                  <a:lnTo>
                    <a:pt x="69865" y="31235"/>
                  </a:lnTo>
                  <a:lnTo>
                    <a:pt x="65616" y="34379"/>
                  </a:lnTo>
                  <a:lnTo>
                    <a:pt x="61469" y="37656"/>
                  </a:lnTo>
                  <a:lnTo>
                    <a:pt x="57427" y="41063"/>
                  </a:lnTo>
                  <a:lnTo>
                    <a:pt x="53495" y="44595"/>
                  </a:lnTo>
                  <a:lnTo>
                    <a:pt x="49677" y="48251"/>
                  </a:lnTo>
                  <a:lnTo>
                    <a:pt x="45976" y="52025"/>
                  </a:lnTo>
                  <a:lnTo>
                    <a:pt x="42396" y="55914"/>
                  </a:lnTo>
                  <a:lnTo>
                    <a:pt x="38941" y="59914"/>
                  </a:lnTo>
                  <a:lnTo>
                    <a:pt x="35615" y="64021"/>
                  </a:lnTo>
                  <a:lnTo>
                    <a:pt x="32419" y="68232"/>
                  </a:lnTo>
                  <a:lnTo>
                    <a:pt x="29359" y="72542"/>
                  </a:lnTo>
                  <a:lnTo>
                    <a:pt x="26436" y="76946"/>
                  </a:lnTo>
                  <a:lnTo>
                    <a:pt x="23654" y="81440"/>
                  </a:lnTo>
                  <a:lnTo>
                    <a:pt x="21015" y="86021"/>
                  </a:lnTo>
                  <a:lnTo>
                    <a:pt x="18523" y="90682"/>
                  </a:lnTo>
                  <a:lnTo>
                    <a:pt x="16179" y="95419"/>
                  </a:lnTo>
                  <a:lnTo>
                    <a:pt x="13986" y="100229"/>
                  </a:lnTo>
                  <a:lnTo>
                    <a:pt x="11947" y="105105"/>
                  </a:lnTo>
                  <a:lnTo>
                    <a:pt x="10062" y="110044"/>
                  </a:lnTo>
                  <a:lnTo>
                    <a:pt x="8335" y="115039"/>
                  </a:lnTo>
                  <a:lnTo>
                    <a:pt x="6766" y="120087"/>
                  </a:lnTo>
                  <a:lnTo>
                    <a:pt x="5358" y="125182"/>
                  </a:lnTo>
                  <a:lnTo>
                    <a:pt x="4111" y="130318"/>
                  </a:lnTo>
                  <a:lnTo>
                    <a:pt x="3028" y="135492"/>
                  </a:lnTo>
                  <a:lnTo>
                    <a:pt x="2108" y="140697"/>
                  </a:lnTo>
                  <a:lnTo>
                    <a:pt x="1354" y="145929"/>
                  </a:lnTo>
                  <a:lnTo>
                    <a:pt x="765" y="151182"/>
                  </a:lnTo>
                  <a:lnTo>
                    <a:pt x="343" y="156451"/>
                  </a:lnTo>
                  <a:lnTo>
                    <a:pt x="88" y="161730"/>
                  </a:lnTo>
                  <a:lnTo>
                    <a:pt x="0" y="167015"/>
                  </a:lnTo>
                  <a:lnTo>
                    <a:pt x="78" y="172300"/>
                  </a:lnTo>
                  <a:lnTo>
                    <a:pt x="324" y="177580"/>
                  </a:lnTo>
                  <a:lnTo>
                    <a:pt x="737" y="182850"/>
                  </a:lnTo>
                  <a:lnTo>
                    <a:pt x="1316" y="188104"/>
                  </a:lnTo>
                  <a:lnTo>
                    <a:pt x="2061" y="193337"/>
                  </a:lnTo>
                  <a:lnTo>
                    <a:pt x="2971" y="198544"/>
                  </a:lnTo>
                  <a:lnTo>
                    <a:pt x="4045" y="203719"/>
                  </a:lnTo>
                  <a:lnTo>
                    <a:pt x="5282" y="208858"/>
                  </a:lnTo>
                  <a:lnTo>
                    <a:pt x="6681" y="213956"/>
                  </a:lnTo>
                  <a:lnTo>
                    <a:pt x="8240" y="219006"/>
                  </a:lnTo>
                  <a:lnTo>
                    <a:pt x="9959" y="224005"/>
                  </a:lnTo>
                  <a:lnTo>
                    <a:pt x="11834" y="228947"/>
                  </a:lnTo>
                  <a:lnTo>
                    <a:pt x="13865" y="233827"/>
                  </a:lnTo>
                  <a:lnTo>
                    <a:pt x="16049" y="238640"/>
                  </a:lnTo>
                  <a:lnTo>
                    <a:pt x="18385" y="243382"/>
                  </a:lnTo>
                  <a:lnTo>
                    <a:pt x="20869" y="248048"/>
                  </a:lnTo>
                  <a:lnTo>
                    <a:pt x="23499" y="252633"/>
                  </a:lnTo>
                  <a:lnTo>
                    <a:pt x="26273" y="257132"/>
                  </a:lnTo>
                  <a:lnTo>
                    <a:pt x="29187" y="261542"/>
                  </a:lnTo>
                  <a:lnTo>
                    <a:pt x="32240" y="265857"/>
                  </a:lnTo>
                  <a:lnTo>
                    <a:pt x="35428" y="270073"/>
                  </a:lnTo>
                  <a:lnTo>
                    <a:pt x="38747" y="274187"/>
                  </a:lnTo>
                  <a:lnTo>
                    <a:pt x="42195" y="278193"/>
                  </a:lnTo>
                  <a:lnTo>
                    <a:pt x="45768" y="282089"/>
                  </a:lnTo>
                  <a:lnTo>
                    <a:pt x="49462" y="285870"/>
                  </a:lnTo>
                  <a:lnTo>
                    <a:pt x="53273" y="289532"/>
                  </a:lnTo>
                  <a:lnTo>
                    <a:pt x="57199" y="293071"/>
                  </a:lnTo>
                  <a:lnTo>
                    <a:pt x="61234" y="296485"/>
                  </a:lnTo>
                  <a:lnTo>
                    <a:pt x="65376" y="299770"/>
                  </a:lnTo>
                  <a:lnTo>
                    <a:pt x="69619" y="302922"/>
                  </a:lnTo>
                  <a:lnTo>
                    <a:pt x="73960" y="305938"/>
                  </a:lnTo>
                  <a:lnTo>
                    <a:pt x="78394" y="308815"/>
                  </a:lnTo>
                  <a:lnTo>
                    <a:pt x="82916" y="311551"/>
                  </a:lnTo>
                  <a:lnTo>
                    <a:pt x="87523" y="314142"/>
                  </a:lnTo>
                  <a:lnTo>
                    <a:pt x="92210" y="316587"/>
                  </a:lnTo>
                  <a:lnTo>
                    <a:pt x="96971" y="318882"/>
                  </a:lnTo>
                  <a:lnTo>
                    <a:pt x="101803" y="321025"/>
                  </a:lnTo>
                  <a:lnTo>
                    <a:pt x="106700" y="323015"/>
                  </a:lnTo>
                  <a:lnTo>
                    <a:pt x="111658" y="324849"/>
                  </a:lnTo>
                  <a:lnTo>
                    <a:pt x="116671" y="326525"/>
                  </a:lnTo>
                  <a:lnTo>
                    <a:pt x="121734" y="328042"/>
                  </a:lnTo>
                  <a:lnTo>
                    <a:pt x="126843" y="329398"/>
                  </a:lnTo>
                  <a:lnTo>
                    <a:pt x="131992" y="330592"/>
                  </a:lnTo>
                  <a:lnTo>
                    <a:pt x="137177" y="331622"/>
                  </a:lnTo>
                  <a:lnTo>
                    <a:pt x="142391" y="332488"/>
                  </a:lnTo>
                  <a:lnTo>
                    <a:pt x="147630" y="333189"/>
                  </a:lnTo>
                  <a:lnTo>
                    <a:pt x="152889" y="333723"/>
                  </a:lnTo>
                  <a:lnTo>
                    <a:pt x="158162" y="334091"/>
                  </a:lnTo>
                  <a:lnTo>
                    <a:pt x="163444" y="334293"/>
                  </a:lnTo>
                  <a:lnTo>
                    <a:pt x="168729" y="334327"/>
                  </a:lnTo>
                  <a:lnTo>
                    <a:pt x="174013" y="334194"/>
                  </a:lnTo>
                  <a:lnTo>
                    <a:pt x="179291" y="333894"/>
                  </a:lnTo>
                  <a:lnTo>
                    <a:pt x="184556" y="333427"/>
                  </a:lnTo>
                  <a:lnTo>
                    <a:pt x="189804" y="332794"/>
                  </a:lnTo>
                  <a:lnTo>
                    <a:pt x="195029" y="331996"/>
                  </a:lnTo>
                  <a:lnTo>
                    <a:pt x="200226" y="331033"/>
                  </a:lnTo>
                  <a:lnTo>
                    <a:pt x="205390" y="329906"/>
                  </a:lnTo>
                  <a:lnTo>
                    <a:pt x="210516" y="328616"/>
                  </a:lnTo>
                  <a:lnTo>
                    <a:pt x="215599" y="327164"/>
                  </a:lnTo>
                  <a:lnTo>
                    <a:pt x="220633" y="325553"/>
                  </a:lnTo>
                  <a:lnTo>
                    <a:pt x="225614" y="323784"/>
                  </a:lnTo>
                  <a:lnTo>
                    <a:pt x="230536" y="321858"/>
                  </a:lnTo>
                  <a:lnTo>
                    <a:pt x="235395" y="319777"/>
                  </a:lnTo>
                  <a:lnTo>
                    <a:pt x="240186" y="317543"/>
                  </a:lnTo>
                  <a:lnTo>
                    <a:pt x="244904" y="315160"/>
                  </a:lnTo>
                  <a:lnTo>
                    <a:pt x="249544" y="312628"/>
                  </a:lnTo>
                  <a:lnTo>
                    <a:pt x="254101" y="309951"/>
                  </a:lnTo>
                  <a:lnTo>
                    <a:pt x="258572" y="307131"/>
                  </a:lnTo>
                  <a:lnTo>
                    <a:pt x="262952" y="304171"/>
                  </a:lnTo>
                  <a:lnTo>
                    <a:pt x="267235" y="301074"/>
                  </a:lnTo>
                  <a:lnTo>
                    <a:pt x="271419" y="297844"/>
                  </a:lnTo>
                  <a:lnTo>
                    <a:pt x="275498" y="294482"/>
                  </a:lnTo>
                  <a:lnTo>
                    <a:pt x="279469" y="290994"/>
                  </a:lnTo>
                  <a:lnTo>
                    <a:pt x="283328" y="287381"/>
                  </a:lnTo>
                  <a:lnTo>
                    <a:pt x="287070" y="283649"/>
                  </a:lnTo>
                  <a:lnTo>
                    <a:pt x="290693" y="279800"/>
                  </a:lnTo>
                  <a:lnTo>
                    <a:pt x="294192" y="275838"/>
                  </a:lnTo>
                  <a:lnTo>
                    <a:pt x="297565" y="271768"/>
                  </a:lnTo>
                  <a:lnTo>
                    <a:pt x="300806" y="267593"/>
                  </a:lnTo>
                  <a:lnTo>
                    <a:pt x="303915" y="263318"/>
                  </a:lnTo>
                  <a:lnTo>
                    <a:pt x="306886" y="258946"/>
                  </a:lnTo>
                  <a:lnTo>
                    <a:pt x="309718" y="254483"/>
                  </a:lnTo>
                  <a:lnTo>
                    <a:pt x="312407" y="249932"/>
                  </a:lnTo>
                  <a:lnTo>
                    <a:pt x="314951" y="245299"/>
                  </a:lnTo>
                  <a:lnTo>
                    <a:pt x="317348" y="240588"/>
                  </a:lnTo>
                  <a:lnTo>
                    <a:pt x="319594" y="235803"/>
                  </a:lnTo>
                  <a:lnTo>
                    <a:pt x="321688" y="230950"/>
                  </a:lnTo>
                  <a:lnTo>
                    <a:pt x="323627" y="226032"/>
                  </a:lnTo>
                  <a:lnTo>
                    <a:pt x="325410" y="221056"/>
                  </a:lnTo>
                  <a:lnTo>
                    <a:pt x="327035" y="216026"/>
                  </a:lnTo>
                  <a:lnTo>
                    <a:pt x="328499" y="210948"/>
                  </a:lnTo>
                  <a:lnTo>
                    <a:pt x="329803" y="205825"/>
                  </a:lnTo>
                  <a:lnTo>
                    <a:pt x="330944" y="200664"/>
                  </a:lnTo>
                  <a:lnTo>
                    <a:pt x="331921" y="195469"/>
                  </a:lnTo>
                  <a:lnTo>
                    <a:pt x="332733" y="190246"/>
                  </a:lnTo>
                  <a:lnTo>
                    <a:pt x="333380" y="185000"/>
                  </a:lnTo>
                  <a:lnTo>
                    <a:pt x="333861" y="179736"/>
                  </a:lnTo>
                  <a:lnTo>
                    <a:pt x="334175" y="174460"/>
                  </a:lnTo>
                  <a:lnTo>
                    <a:pt x="334322" y="169176"/>
                  </a:lnTo>
                  <a:lnTo>
                    <a:pt x="334302" y="163891"/>
                  </a:lnTo>
                  <a:lnTo>
                    <a:pt x="334115" y="158608"/>
                  </a:lnTo>
                  <a:lnTo>
                    <a:pt x="333761" y="153334"/>
                  </a:lnTo>
                  <a:lnTo>
                    <a:pt x="333240" y="148074"/>
                  </a:lnTo>
                  <a:lnTo>
                    <a:pt x="332554" y="142833"/>
                  </a:lnTo>
                  <a:lnTo>
                    <a:pt x="331702" y="137616"/>
                  </a:lnTo>
                  <a:lnTo>
                    <a:pt x="330685" y="132429"/>
                  </a:lnTo>
                  <a:lnTo>
                    <a:pt x="329505" y="127277"/>
                  </a:lnTo>
                  <a:lnTo>
                    <a:pt x="328163" y="122164"/>
                  </a:lnTo>
                  <a:lnTo>
                    <a:pt x="326660" y="117097"/>
                  </a:lnTo>
                  <a:lnTo>
                    <a:pt x="324997" y="112079"/>
                  </a:lnTo>
                  <a:lnTo>
                    <a:pt x="323176" y="107117"/>
                  </a:lnTo>
                  <a:lnTo>
                    <a:pt x="321200" y="102215"/>
                  </a:lnTo>
                  <a:lnTo>
                    <a:pt x="319069" y="97377"/>
                  </a:lnTo>
                  <a:lnTo>
                    <a:pt x="316787" y="92610"/>
                  </a:lnTo>
                  <a:lnTo>
                    <a:pt x="314355" y="87917"/>
                  </a:lnTo>
                  <a:lnTo>
                    <a:pt x="311776" y="83303"/>
                  </a:lnTo>
                  <a:lnTo>
                    <a:pt x="309052" y="78773"/>
                  </a:lnTo>
                  <a:lnTo>
                    <a:pt x="306187" y="74331"/>
                  </a:lnTo>
                  <a:lnTo>
                    <a:pt x="303182" y="69982"/>
                  </a:lnTo>
                  <a:lnTo>
                    <a:pt x="300042" y="65731"/>
                  </a:lnTo>
                  <a:lnTo>
                    <a:pt x="296768" y="61581"/>
                  </a:lnTo>
                  <a:lnTo>
                    <a:pt x="293365" y="57536"/>
                  </a:lnTo>
                  <a:lnTo>
                    <a:pt x="289836" y="53601"/>
                  </a:lnTo>
                  <a:lnTo>
                    <a:pt x="286184" y="49779"/>
                  </a:lnTo>
                  <a:lnTo>
                    <a:pt x="282414" y="46075"/>
                  </a:lnTo>
                  <a:lnTo>
                    <a:pt x="278528" y="42492"/>
                  </a:lnTo>
                  <a:lnTo>
                    <a:pt x="274530" y="39034"/>
                  </a:lnTo>
                  <a:lnTo>
                    <a:pt x="270426" y="35703"/>
                  </a:lnTo>
                  <a:lnTo>
                    <a:pt x="266218" y="32504"/>
                  </a:lnTo>
                  <a:lnTo>
                    <a:pt x="261911" y="29440"/>
                  </a:lnTo>
                  <a:lnTo>
                    <a:pt x="257509" y="26514"/>
                  </a:lnTo>
                  <a:lnTo>
                    <a:pt x="253017" y="23728"/>
                  </a:lnTo>
                  <a:lnTo>
                    <a:pt x="248439" y="21085"/>
                  </a:lnTo>
                  <a:lnTo>
                    <a:pt x="243780" y="18589"/>
                  </a:lnTo>
                  <a:lnTo>
                    <a:pt x="239044" y="16241"/>
                  </a:lnTo>
                  <a:lnTo>
                    <a:pt x="234237" y="14044"/>
                  </a:lnTo>
                  <a:lnTo>
                    <a:pt x="229362" y="12000"/>
                  </a:lnTo>
                  <a:lnTo>
                    <a:pt x="224425" y="10111"/>
                  </a:lnTo>
                  <a:lnTo>
                    <a:pt x="219431" y="8379"/>
                  </a:lnTo>
                  <a:lnTo>
                    <a:pt x="214385" y="6806"/>
                  </a:lnTo>
                  <a:lnTo>
                    <a:pt x="209292" y="5394"/>
                  </a:lnTo>
                  <a:lnTo>
                    <a:pt x="204156" y="4143"/>
                  </a:lnTo>
                  <a:lnTo>
                    <a:pt x="198983" y="3055"/>
                  </a:lnTo>
                  <a:lnTo>
                    <a:pt x="193779" y="2131"/>
                  </a:lnTo>
                  <a:lnTo>
                    <a:pt x="188548" y="1372"/>
                  </a:lnTo>
                  <a:lnTo>
                    <a:pt x="183295" y="779"/>
                  </a:lnTo>
                  <a:lnTo>
                    <a:pt x="178027" y="352"/>
                  </a:lnTo>
                  <a:lnTo>
                    <a:pt x="172748" y="92"/>
                  </a:lnTo>
                  <a:lnTo>
                    <a:pt x="167463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781287" y="4213821"/>
              <a:ext cx="295" cy="167167"/>
            </a:xfrm>
            <a:custGeom>
              <a:avLst/>
              <a:pathLst>
                <a:path w="295" h="167167">
                  <a:moveTo>
                    <a:pt x="295" y="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4422" y="4659281"/>
              <a:ext cx="2102" cy="167167"/>
            </a:xfrm>
            <a:custGeom>
              <a:avLst/>
              <a:pathLst>
                <a:path w="2102" h="167167">
                  <a:moveTo>
                    <a:pt x="2102" y="0"/>
                  </a:moveTo>
                  <a:lnTo>
                    <a:pt x="0" y="13"/>
                  </a:lnTo>
                  <a:lnTo>
                    <a:pt x="2102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4422" y="4659295"/>
              <a:ext cx="2102" cy="167154"/>
            </a:xfrm>
            <a:custGeom>
              <a:avLst/>
              <a:pathLst>
                <a:path w="2102" h="167154">
                  <a:moveTo>
                    <a:pt x="0" y="0"/>
                  </a:moveTo>
                  <a:lnTo>
                    <a:pt x="2102" y="1671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4422" y="4659295"/>
              <a:ext cx="2102" cy="167154"/>
            </a:xfrm>
            <a:custGeom>
              <a:avLst/>
              <a:pathLst>
                <a:path w="2102" h="167154">
                  <a:moveTo>
                    <a:pt x="0" y="0"/>
                  </a:moveTo>
                  <a:lnTo>
                    <a:pt x="2102" y="1671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4422" y="4659295"/>
              <a:ext cx="2102" cy="167154"/>
            </a:xfrm>
            <a:custGeom>
              <a:avLst/>
              <a:pathLst>
                <a:path w="2102" h="167154">
                  <a:moveTo>
                    <a:pt x="0" y="0"/>
                  </a:moveTo>
                  <a:lnTo>
                    <a:pt x="2102" y="16715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4422" y="4659295"/>
              <a:ext cx="2102" cy="167154"/>
            </a:xfrm>
            <a:custGeom>
              <a:avLst/>
              <a:pathLst>
                <a:path w="2102" h="167154">
                  <a:moveTo>
                    <a:pt x="0" y="0"/>
                  </a:moveTo>
                  <a:lnTo>
                    <a:pt x="2102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4422" y="4659295"/>
              <a:ext cx="2102" cy="167154"/>
            </a:xfrm>
            <a:custGeom>
              <a:avLst/>
              <a:pathLst>
                <a:path w="2102" h="167154">
                  <a:moveTo>
                    <a:pt x="0" y="0"/>
                  </a:moveTo>
                  <a:lnTo>
                    <a:pt x="2102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4422" y="4659295"/>
              <a:ext cx="2102" cy="167154"/>
            </a:xfrm>
            <a:custGeom>
              <a:avLst/>
              <a:pathLst>
                <a:path w="2102" h="167154">
                  <a:moveTo>
                    <a:pt x="0" y="0"/>
                  </a:moveTo>
                  <a:lnTo>
                    <a:pt x="2102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4422" y="4659295"/>
              <a:ext cx="2102" cy="167154"/>
            </a:xfrm>
            <a:custGeom>
              <a:avLst/>
              <a:pathLst>
                <a:path w="2102" h="167154">
                  <a:moveTo>
                    <a:pt x="0" y="0"/>
                  </a:moveTo>
                  <a:lnTo>
                    <a:pt x="2102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084422" y="4659295"/>
              <a:ext cx="2102" cy="167154"/>
            </a:xfrm>
            <a:custGeom>
              <a:avLst/>
              <a:pathLst>
                <a:path w="2102" h="167154">
                  <a:moveTo>
                    <a:pt x="0" y="0"/>
                  </a:moveTo>
                  <a:lnTo>
                    <a:pt x="2102" y="1671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084422" y="4659295"/>
              <a:ext cx="2102" cy="167154"/>
            </a:xfrm>
            <a:custGeom>
              <a:avLst/>
              <a:pathLst>
                <a:path w="2102" h="167154">
                  <a:moveTo>
                    <a:pt x="0" y="0"/>
                  </a:moveTo>
                  <a:lnTo>
                    <a:pt x="2102" y="1671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941543" y="4659295"/>
              <a:ext cx="144981" cy="167154"/>
            </a:xfrm>
            <a:custGeom>
              <a:avLst/>
              <a:pathLst>
                <a:path w="144981" h="167154">
                  <a:moveTo>
                    <a:pt x="142878" y="0"/>
                  </a:moveTo>
                  <a:lnTo>
                    <a:pt x="137463" y="155"/>
                  </a:lnTo>
                  <a:lnTo>
                    <a:pt x="132055" y="487"/>
                  </a:lnTo>
                  <a:lnTo>
                    <a:pt x="126661" y="993"/>
                  </a:lnTo>
                  <a:lnTo>
                    <a:pt x="121286" y="1674"/>
                  </a:lnTo>
                  <a:lnTo>
                    <a:pt x="115936" y="2529"/>
                  </a:lnTo>
                  <a:lnTo>
                    <a:pt x="110617" y="3556"/>
                  </a:lnTo>
                  <a:lnTo>
                    <a:pt x="105334" y="4756"/>
                  </a:lnTo>
                  <a:lnTo>
                    <a:pt x="100092" y="6126"/>
                  </a:lnTo>
                  <a:lnTo>
                    <a:pt x="94898" y="7665"/>
                  </a:lnTo>
                  <a:lnTo>
                    <a:pt x="89756" y="9372"/>
                  </a:lnTo>
                  <a:lnTo>
                    <a:pt x="84672" y="11244"/>
                  </a:lnTo>
                  <a:lnTo>
                    <a:pt x="79651" y="13281"/>
                  </a:lnTo>
                  <a:lnTo>
                    <a:pt x="74699" y="15478"/>
                  </a:lnTo>
                  <a:lnTo>
                    <a:pt x="69821" y="17836"/>
                  </a:lnTo>
                  <a:lnTo>
                    <a:pt x="65022" y="20350"/>
                  </a:lnTo>
                  <a:lnTo>
                    <a:pt x="60307" y="23018"/>
                  </a:lnTo>
                  <a:lnTo>
                    <a:pt x="55680" y="25837"/>
                  </a:lnTo>
                  <a:lnTo>
                    <a:pt x="51148" y="28805"/>
                  </a:lnTo>
                  <a:lnTo>
                    <a:pt x="46714" y="31919"/>
                  </a:lnTo>
                  <a:lnTo>
                    <a:pt x="42383" y="35174"/>
                  </a:lnTo>
                  <a:lnTo>
                    <a:pt x="38160" y="38568"/>
                  </a:lnTo>
                  <a:lnTo>
                    <a:pt x="34050" y="42097"/>
                  </a:lnTo>
                  <a:lnTo>
                    <a:pt x="30056" y="45757"/>
                  </a:lnTo>
                  <a:lnTo>
                    <a:pt x="26182" y="49545"/>
                  </a:lnTo>
                  <a:lnTo>
                    <a:pt x="22433" y="53457"/>
                  </a:lnTo>
                  <a:lnTo>
                    <a:pt x="18813" y="57488"/>
                  </a:lnTo>
                  <a:lnTo>
                    <a:pt x="15326" y="61634"/>
                  </a:lnTo>
                  <a:lnTo>
                    <a:pt x="11975" y="65891"/>
                  </a:lnTo>
                  <a:lnTo>
                    <a:pt x="8763" y="70254"/>
                  </a:lnTo>
                  <a:lnTo>
                    <a:pt x="5695" y="74719"/>
                  </a:lnTo>
                  <a:lnTo>
                    <a:pt x="2772" y="79281"/>
                  </a:lnTo>
                  <a:lnTo>
                    <a:pt x="0" y="83935"/>
                  </a:lnTo>
                  <a:lnTo>
                    <a:pt x="144981" y="1671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919372" y="4659281"/>
              <a:ext cx="334300" cy="334334"/>
            </a:xfrm>
            <a:custGeom>
              <a:avLst/>
              <a:pathLst>
                <a:path w="334300" h="334334">
                  <a:moveTo>
                    <a:pt x="22170" y="83949"/>
                  </a:moveTo>
                  <a:lnTo>
                    <a:pt x="19604" y="88588"/>
                  </a:lnTo>
                  <a:lnTo>
                    <a:pt x="17186" y="93307"/>
                  </a:lnTo>
                  <a:lnTo>
                    <a:pt x="14919" y="98100"/>
                  </a:lnTo>
                  <a:lnTo>
                    <a:pt x="12805" y="102962"/>
                  </a:lnTo>
                  <a:lnTo>
                    <a:pt x="10847" y="107889"/>
                  </a:lnTo>
                  <a:lnTo>
                    <a:pt x="9046" y="112876"/>
                  </a:lnTo>
                  <a:lnTo>
                    <a:pt x="7404" y="117917"/>
                  </a:lnTo>
                  <a:lnTo>
                    <a:pt x="5922" y="123008"/>
                  </a:lnTo>
                  <a:lnTo>
                    <a:pt x="4603" y="128143"/>
                  </a:lnTo>
                  <a:lnTo>
                    <a:pt x="3447" y="133318"/>
                  </a:lnTo>
                  <a:lnTo>
                    <a:pt x="2456" y="138526"/>
                  </a:lnTo>
                  <a:lnTo>
                    <a:pt x="1630" y="143764"/>
                  </a:lnTo>
                  <a:lnTo>
                    <a:pt x="971" y="149024"/>
                  </a:lnTo>
                  <a:lnTo>
                    <a:pt x="480" y="154304"/>
                  </a:lnTo>
                  <a:lnTo>
                    <a:pt x="156" y="159596"/>
                  </a:lnTo>
                  <a:lnTo>
                    <a:pt x="0" y="164895"/>
                  </a:lnTo>
                  <a:lnTo>
                    <a:pt x="12" y="170197"/>
                  </a:lnTo>
                  <a:lnTo>
                    <a:pt x="192" y="175496"/>
                  </a:lnTo>
                  <a:lnTo>
                    <a:pt x="540" y="180787"/>
                  </a:lnTo>
                  <a:lnTo>
                    <a:pt x="1056" y="186064"/>
                  </a:lnTo>
                  <a:lnTo>
                    <a:pt x="1738" y="191322"/>
                  </a:lnTo>
                  <a:lnTo>
                    <a:pt x="2588" y="196555"/>
                  </a:lnTo>
                  <a:lnTo>
                    <a:pt x="3602" y="201759"/>
                  </a:lnTo>
                  <a:lnTo>
                    <a:pt x="4782" y="206928"/>
                  </a:lnTo>
                  <a:lnTo>
                    <a:pt x="6124" y="212057"/>
                  </a:lnTo>
                  <a:lnTo>
                    <a:pt x="7629" y="217141"/>
                  </a:lnTo>
                  <a:lnTo>
                    <a:pt x="9294" y="222175"/>
                  </a:lnTo>
                  <a:lnTo>
                    <a:pt x="11118" y="227154"/>
                  </a:lnTo>
                  <a:lnTo>
                    <a:pt x="13099" y="232072"/>
                  </a:lnTo>
                  <a:lnTo>
                    <a:pt x="15234" y="236924"/>
                  </a:lnTo>
                  <a:lnTo>
                    <a:pt x="17523" y="241707"/>
                  </a:lnTo>
                  <a:lnTo>
                    <a:pt x="19962" y="246415"/>
                  </a:lnTo>
                  <a:lnTo>
                    <a:pt x="22549" y="251043"/>
                  </a:lnTo>
                  <a:lnTo>
                    <a:pt x="25282" y="255586"/>
                  </a:lnTo>
                  <a:lnTo>
                    <a:pt x="28157" y="260041"/>
                  </a:lnTo>
                  <a:lnTo>
                    <a:pt x="31172" y="264402"/>
                  </a:lnTo>
                  <a:lnTo>
                    <a:pt x="34324" y="268665"/>
                  </a:lnTo>
                  <a:lnTo>
                    <a:pt x="37610" y="272827"/>
                  </a:lnTo>
                  <a:lnTo>
                    <a:pt x="41026" y="276881"/>
                  </a:lnTo>
                  <a:lnTo>
                    <a:pt x="44569" y="280826"/>
                  </a:lnTo>
                  <a:lnTo>
                    <a:pt x="48235" y="284656"/>
                  </a:lnTo>
                  <a:lnTo>
                    <a:pt x="52020" y="288368"/>
                  </a:lnTo>
                  <a:lnTo>
                    <a:pt x="55922" y="291959"/>
                  </a:lnTo>
                  <a:lnTo>
                    <a:pt x="59935" y="295423"/>
                  </a:lnTo>
                  <a:lnTo>
                    <a:pt x="64057" y="298759"/>
                  </a:lnTo>
                  <a:lnTo>
                    <a:pt x="68282" y="301962"/>
                  </a:lnTo>
                  <a:lnTo>
                    <a:pt x="72606" y="305030"/>
                  </a:lnTo>
                  <a:lnTo>
                    <a:pt x="77026" y="307959"/>
                  </a:lnTo>
                  <a:lnTo>
                    <a:pt x="81536" y="310746"/>
                  </a:lnTo>
                  <a:lnTo>
                    <a:pt x="86132" y="313389"/>
                  </a:lnTo>
                  <a:lnTo>
                    <a:pt x="90810" y="315885"/>
                  </a:lnTo>
                  <a:lnTo>
                    <a:pt x="95565" y="318231"/>
                  </a:lnTo>
                  <a:lnTo>
                    <a:pt x="100391" y="320425"/>
                  </a:lnTo>
                  <a:lnTo>
                    <a:pt x="105285" y="322465"/>
                  </a:lnTo>
                  <a:lnTo>
                    <a:pt x="110241" y="324349"/>
                  </a:lnTo>
                  <a:lnTo>
                    <a:pt x="115254" y="326075"/>
                  </a:lnTo>
                  <a:lnTo>
                    <a:pt x="120320" y="327640"/>
                  </a:lnTo>
                  <a:lnTo>
                    <a:pt x="125432" y="329045"/>
                  </a:lnTo>
                  <a:lnTo>
                    <a:pt x="130587" y="330287"/>
                  </a:lnTo>
                  <a:lnTo>
                    <a:pt x="135778" y="331364"/>
                  </a:lnTo>
                  <a:lnTo>
                    <a:pt x="141001" y="332276"/>
                  </a:lnTo>
                  <a:lnTo>
                    <a:pt x="146250" y="333023"/>
                  </a:lnTo>
                  <a:lnTo>
                    <a:pt x="151521" y="333602"/>
                  </a:lnTo>
                  <a:lnTo>
                    <a:pt x="156807" y="334014"/>
                  </a:lnTo>
                  <a:lnTo>
                    <a:pt x="162103" y="334258"/>
                  </a:lnTo>
                  <a:lnTo>
                    <a:pt x="167404" y="334334"/>
                  </a:lnTo>
                  <a:lnTo>
                    <a:pt x="172706" y="334242"/>
                  </a:lnTo>
                  <a:lnTo>
                    <a:pt x="178001" y="333982"/>
                  </a:lnTo>
                  <a:lnTo>
                    <a:pt x="183286" y="333554"/>
                  </a:lnTo>
                  <a:lnTo>
                    <a:pt x="188554" y="332959"/>
                  </a:lnTo>
                  <a:lnTo>
                    <a:pt x="193801" y="332196"/>
                  </a:lnTo>
                  <a:lnTo>
                    <a:pt x="199021" y="331268"/>
                  </a:lnTo>
                  <a:lnTo>
                    <a:pt x="204210" y="330175"/>
                  </a:lnTo>
                  <a:lnTo>
                    <a:pt x="209360" y="328918"/>
                  </a:lnTo>
                  <a:lnTo>
                    <a:pt x="214469" y="327498"/>
                  </a:lnTo>
                  <a:lnTo>
                    <a:pt x="219529" y="325917"/>
                  </a:lnTo>
                  <a:lnTo>
                    <a:pt x="224537" y="324176"/>
                  </a:lnTo>
                  <a:lnTo>
                    <a:pt x="229488" y="322277"/>
                  </a:lnTo>
                  <a:lnTo>
                    <a:pt x="234375" y="320222"/>
                  </a:lnTo>
                  <a:lnTo>
                    <a:pt x="239195" y="318013"/>
                  </a:lnTo>
                  <a:lnTo>
                    <a:pt x="243943" y="315653"/>
                  </a:lnTo>
                  <a:lnTo>
                    <a:pt x="248613" y="313143"/>
                  </a:lnTo>
                  <a:lnTo>
                    <a:pt x="253201" y="310486"/>
                  </a:lnTo>
                  <a:lnTo>
                    <a:pt x="257703" y="307685"/>
                  </a:lnTo>
                  <a:lnTo>
                    <a:pt x="262114" y="304743"/>
                  </a:lnTo>
                  <a:lnTo>
                    <a:pt x="266429" y="301662"/>
                  </a:lnTo>
                  <a:lnTo>
                    <a:pt x="270644" y="298446"/>
                  </a:lnTo>
                  <a:lnTo>
                    <a:pt x="274755" y="295098"/>
                  </a:lnTo>
                  <a:lnTo>
                    <a:pt x="278758" y="291621"/>
                  </a:lnTo>
                  <a:lnTo>
                    <a:pt x="282649" y="288019"/>
                  </a:lnTo>
                  <a:lnTo>
                    <a:pt x="286423" y="284296"/>
                  </a:lnTo>
                  <a:lnTo>
                    <a:pt x="290078" y="280455"/>
                  </a:lnTo>
                  <a:lnTo>
                    <a:pt x="293609" y="276499"/>
                  </a:lnTo>
                  <a:lnTo>
                    <a:pt x="297012" y="272434"/>
                  </a:lnTo>
                  <a:lnTo>
                    <a:pt x="300285" y="268263"/>
                  </a:lnTo>
                  <a:lnTo>
                    <a:pt x="303424" y="263990"/>
                  </a:lnTo>
                  <a:lnTo>
                    <a:pt x="306426" y="259620"/>
                  </a:lnTo>
                  <a:lnTo>
                    <a:pt x="309288" y="255156"/>
                  </a:lnTo>
                  <a:lnTo>
                    <a:pt x="312007" y="250605"/>
                  </a:lnTo>
                  <a:lnTo>
                    <a:pt x="314580" y="245969"/>
                  </a:lnTo>
                  <a:lnTo>
                    <a:pt x="317005" y="241254"/>
                  </a:lnTo>
                  <a:lnTo>
                    <a:pt x="319279" y="236464"/>
                  </a:lnTo>
                  <a:lnTo>
                    <a:pt x="321400" y="231605"/>
                  </a:lnTo>
                  <a:lnTo>
                    <a:pt x="323366" y="226681"/>
                  </a:lnTo>
                  <a:lnTo>
                    <a:pt x="325175" y="221697"/>
                  </a:lnTo>
                  <a:lnTo>
                    <a:pt x="326825" y="216658"/>
                  </a:lnTo>
                  <a:lnTo>
                    <a:pt x="328314" y="211570"/>
                  </a:lnTo>
                  <a:lnTo>
                    <a:pt x="329641" y="206437"/>
                  </a:lnTo>
                  <a:lnTo>
                    <a:pt x="330805" y="201264"/>
                  </a:lnTo>
                  <a:lnTo>
                    <a:pt x="331804" y="196057"/>
                  </a:lnTo>
                  <a:lnTo>
                    <a:pt x="332637" y="190821"/>
                  </a:lnTo>
                  <a:lnTo>
                    <a:pt x="333304" y="185561"/>
                  </a:lnTo>
                  <a:lnTo>
                    <a:pt x="333804" y="180282"/>
                  </a:lnTo>
                  <a:lnTo>
                    <a:pt x="334136" y="174991"/>
                  </a:lnTo>
                  <a:lnTo>
                    <a:pt x="334300" y="169691"/>
                  </a:lnTo>
                  <a:lnTo>
                    <a:pt x="334296" y="164389"/>
                  </a:lnTo>
                  <a:lnTo>
                    <a:pt x="334124" y="159090"/>
                  </a:lnTo>
                  <a:lnTo>
                    <a:pt x="333784" y="153799"/>
                  </a:lnTo>
                  <a:lnTo>
                    <a:pt x="333276" y="148522"/>
                  </a:lnTo>
                  <a:lnTo>
                    <a:pt x="332601" y="143263"/>
                  </a:lnTo>
                  <a:lnTo>
                    <a:pt x="331760" y="138028"/>
                  </a:lnTo>
                  <a:lnTo>
                    <a:pt x="330753" y="132822"/>
                  </a:lnTo>
                  <a:lnTo>
                    <a:pt x="329581" y="127651"/>
                  </a:lnTo>
                  <a:lnTo>
                    <a:pt x="328247" y="122520"/>
                  </a:lnTo>
                  <a:lnTo>
                    <a:pt x="326750" y="117434"/>
                  </a:lnTo>
                  <a:lnTo>
                    <a:pt x="325092" y="112398"/>
                  </a:lnTo>
                  <a:lnTo>
                    <a:pt x="323276" y="107416"/>
                  </a:lnTo>
                  <a:lnTo>
                    <a:pt x="321303" y="102495"/>
                  </a:lnTo>
                  <a:lnTo>
                    <a:pt x="319174" y="97639"/>
                  </a:lnTo>
                  <a:lnTo>
                    <a:pt x="316893" y="92853"/>
                  </a:lnTo>
                  <a:lnTo>
                    <a:pt x="314461" y="88142"/>
                  </a:lnTo>
                  <a:lnTo>
                    <a:pt x="311881" y="83510"/>
                  </a:lnTo>
                  <a:lnTo>
                    <a:pt x="309155" y="78963"/>
                  </a:lnTo>
                  <a:lnTo>
                    <a:pt x="306286" y="74504"/>
                  </a:lnTo>
                  <a:lnTo>
                    <a:pt x="303278" y="70138"/>
                  </a:lnTo>
                  <a:lnTo>
                    <a:pt x="300132" y="65870"/>
                  </a:lnTo>
                  <a:lnTo>
                    <a:pt x="296853" y="61704"/>
                  </a:lnTo>
                  <a:lnTo>
                    <a:pt x="293443" y="57643"/>
                  </a:lnTo>
                  <a:lnTo>
                    <a:pt x="289906" y="53693"/>
                  </a:lnTo>
                  <a:lnTo>
                    <a:pt x="286246" y="49858"/>
                  </a:lnTo>
                  <a:lnTo>
                    <a:pt x="282466" y="46140"/>
                  </a:lnTo>
                  <a:lnTo>
                    <a:pt x="278570" y="42544"/>
                  </a:lnTo>
                  <a:lnTo>
                    <a:pt x="274562" y="39073"/>
                  </a:lnTo>
                  <a:lnTo>
                    <a:pt x="270445" y="35731"/>
                  </a:lnTo>
                  <a:lnTo>
                    <a:pt x="266225" y="32522"/>
                  </a:lnTo>
                  <a:lnTo>
                    <a:pt x="261905" y="29448"/>
                  </a:lnTo>
                  <a:lnTo>
                    <a:pt x="257490" y="26512"/>
                  </a:lnTo>
                  <a:lnTo>
                    <a:pt x="252984" y="23718"/>
                  </a:lnTo>
                  <a:lnTo>
                    <a:pt x="248392" y="21068"/>
                  </a:lnTo>
                  <a:lnTo>
                    <a:pt x="243718" y="18565"/>
                  </a:lnTo>
                  <a:lnTo>
                    <a:pt x="238967" y="16212"/>
                  </a:lnTo>
                  <a:lnTo>
                    <a:pt x="234144" y="14010"/>
                  </a:lnTo>
                  <a:lnTo>
                    <a:pt x="229253" y="11963"/>
                  </a:lnTo>
                  <a:lnTo>
                    <a:pt x="224300" y="10071"/>
                  </a:lnTo>
                  <a:lnTo>
                    <a:pt x="219289" y="8338"/>
                  </a:lnTo>
                  <a:lnTo>
                    <a:pt x="214226" y="6764"/>
                  </a:lnTo>
                  <a:lnTo>
                    <a:pt x="209115" y="5352"/>
                  </a:lnTo>
                  <a:lnTo>
                    <a:pt x="203963" y="4103"/>
                  </a:lnTo>
                  <a:lnTo>
                    <a:pt x="198773" y="3018"/>
                  </a:lnTo>
                  <a:lnTo>
                    <a:pt x="193552" y="2097"/>
                  </a:lnTo>
                  <a:lnTo>
                    <a:pt x="188304" y="1343"/>
                  </a:lnTo>
                  <a:lnTo>
                    <a:pt x="183034" y="756"/>
                  </a:lnTo>
                  <a:lnTo>
                    <a:pt x="177749" y="336"/>
                  </a:lnTo>
                  <a:lnTo>
                    <a:pt x="172453" y="84"/>
                  </a:lnTo>
                  <a:lnTo>
                    <a:pt x="167152" y="0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164" y="0"/>
                  </a:moveTo>
                  <a:lnTo>
                    <a:pt x="0" y="0"/>
                  </a:lnTo>
                  <a:lnTo>
                    <a:pt x="164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321568" y="5018213"/>
              <a:ext cx="334316" cy="334331"/>
            </a:xfrm>
            <a:custGeom>
              <a:avLst/>
              <a:pathLst>
                <a:path w="334316" h="334331">
                  <a:moveTo>
                    <a:pt x="166988" y="0"/>
                  </a:moveTo>
                  <a:lnTo>
                    <a:pt x="161696" y="88"/>
                  </a:lnTo>
                  <a:lnTo>
                    <a:pt x="156409" y="345"/>
                  </a:lnTo>
                  <a:lnTo>
                    <a:pt x="151133" y="769"/>
                  </a:lnTo>
                  <a:lnTo>
                    <a:pt x="145874" y="1359"/>
                  </a:lnTo>
                  <a:lnTo>
                    <a:pt x="140635" y="2116"/>
                  </a:lnTo>
                  <a:lnTo>
                    <a:pt x="135424" y="3038"/>
                  </a:lnTo>
                  <a:lnTo>
                    <a:pt x="130244" y="4125"/>
                  </a:lnTo>
                  <a:lnTo>
                    <a:pt x="125101" y="5375"/>
                  </a:lnTo>
                  <a:lnTo>
                    <a:pt x="120000" y="6787"/>
                  </a:lnTo>
                  <a:lnTo>
                    <a:pt x="114946" y="8360"/>
                  </a:lnTo>
                  <a:lnTo>
                    <a:pt x="109945" y="10093"/>
                  </a:lnTo>
                  <a:lnTo>
                    <a:pt x="105001" y="11982"/>
                  </a:lnTo>
                  <a:lnTo>
                    <a:pt x="100119" y="14028"/>
                  </a:lnTo>
                  <a:lnTo>
                    <a:pt x="95305" y="16227"/>
                  </a:lnTo>
                  <a:lnTo>
                    <a:pt x="90563" y="18577"/>
                  </a:lnTo>
                  <a:lnTo>
                    <a:pt x="85897" y="21076"/>
                  </a:lnTo>
                  <a:lnTo>
                    <a:pt x="81313" y="23721"/>
                  </a:lnTo>
                  <a:lnTo>
                    <a:pt x="76815" y="26511"/>
                  </a:lnTo>
                  <a:lnTo>
                    <a:pt x="72407" y="29441"/>
                  </a:lnTo>
                  <a:lnTo>
                    <a:pt x="68095" y="32510"/>
                  </a:lnTo>
                  <a:lnTo>
                    <a:pt x="63881" y="35713"/>
                  </a:lnTo>
                  <a:lnTo>
                    <a:pt x="59772" y="39048"/>
                  </a:lnTo>
                  <a:lnTo>
                    <a:pt x="55770" y="42512"/>
                  </a:lnTo>
                  <a:lnTo>
                    <a:pt x="51879" y="46100"/>
                  </a:lnTo>
                  <a:lnTo>
                    <a:pt x="48104" y="49810"/>
                  </a:lnTo>
                  <a:lnTo>
                    <a:pt x="44449" y="53638"/>
                  </a:lnTo>
                  <a:lnTo>
                    <a:pt x="40916" y="57579"/>
                  </a:lnTo>
                  <a:lnTo>
                    <a:pt x="37510" y="61631"/>
                  </a:lnTo>
                  <a:lnTo>
                    <a:pt x="34234" y="65788"/>
                  </a:lnTo>
                  <a:lnTo>
                    <a:pt x="31091" y="70046"/>
                  </a:lnTo>
                  <a:lnTo>
                    <a:pt x="28085" y="74402"/>
                  </a:lnTo>
                  <a:lnTo>
                    <a:pt x="25218" y="78851"/>
                  </a:lnTo>
                  <a:lnTo>
                    <a:pt x="22493" y="83389"/>
                  </a:lnTo>
                  <a:lnTo>
                    <a:pt x="19914" y="88010"/>
                  </a:lnTo>
                  <a:lnTo>
                    <a:pt x="17481" y="92711"/>
                  </a:lnTo>
                  <a:lnTo>
                    <a:pt x="15199" y="97487"/>
                  </a:lnTo>
                  <a:lnTo>
                    <a:pt x="13070" y="102332"/>
                  </a:lnTo>
                  <a:lnTo>
                    <a:pt x="11094" y="107242"/>
                  </a:lnTo>
                  <a:lnTo>
                    <a:pt x="9276" y="112213"/>
                  </a:lnTo>
                  <a:lnTo>
                    <a:pt x="7615" y="117238"/>
                  </a:lnTo>
                  <a:lnTo>
                    <a:pt x="6114" y="122314"/>
                  </a:lnTo>
                  <a:lnTo>
                    <a:pt x="4775" y="127434"/>
                  </a:lnTo>
                  <a:lnTo>
                    <a:pt x="3599" y="132595"/>
                  </a:lnTo>
                  <a:lnTo>
                    <a:pt x="2586" y="137790"/>
                  </a:lnTo>
                  <a:lnTo>
                    <a:pt x="1739" y="143014"/>
                  </a:lnTo>
                  <a:lnTo>
                    <a:pt x="1057" y="148263"/>
                  </a:lnTo>
                  <a:lnTo>
                    <a:pt x="542" y="153531"/>
                  </a:lnTo>
                  <a:lnTo>
                    <a:pt x="194" y="158812"/>
                  </a:lnTo>
                  <a:lnTo>
                    <a:pt x="13" y="164102"/>
                  </a:lnTo>
                  <a:lnTo>
                    <a:pt x="0" y="169394"/>
                  </a:lnTo>
                  <a:lnTo>
                    <a:pt x="154" y="174685"/>
                  </a:lnTo>
                  <a:lnTo>
                    <a:pt x="476" y="179968"/>
                  </a:lnTo>
                  <a:lnTo>
                    <a:pt x="964" y="185238"/>
                  </a:lnTo>
                  <a:lnTo>
                    <a:pt x="1620" y="190490"/>
                  </a:lnTo>
                  <a:lnTo>
                    <a:pt x="2441" y="195719"/>
                  </a:lnTo>
                  <a:lnTo>
                    <a:pt x="3427" y="200919"/>
                  </a:lnTo>
                  <a:lnTo>
                    <a:pt x="4578" y="206085"/>
                  </a:lnTo>
                  <a:lnTo>
                    <a:pt x="5892" y="211212"/>
                  </a:lnTo>
                  <a:lnTo>
                    <a:pt x="7367" y="216295"/>
                  </a:lnTo>
                  <a:lnTo>
                    <a:pt x="9002" y="221329"/>
                  </a:lnTo>
                  <a:lnTo>
                    <a:pt x="10796" y="226308"/>
                  </a:lnTo>
                  <a:lnTo>
                    <a:pt x="12747" y="231229"/>
                  </a:lnTo>
                  <a:lnTo>
                    <a:pt x="14852" y="236085"/>
                  </a:lnTo>
                  <a:lnTo>
                    <a:pt x="17110" y="240871"/>
                  </a:lnTo>
                  <a:lnTo>
                    <a:pt x="19519" y="245584"/>
                  </a:lnTo>
                  <a:lnTo>
                    <a:pt x="22075" y="250219"/>
                  </a:lnTo>
                  <a:lnTo>
                    <a:pt x="24777" y="254770"/>
                  </a:lnTo>
                  <a:lnTo>
                    <a:pt x="27622" y="259233"/>
                  </a:lnTo>
                  <a:lnTo>
                    <a:pt x="30606" y="263604"/>
                  </a:lnTo>
                  <a:lnTo>
                    <a:pt x="33728" y="267879"/>
                  </a:lnTo>
                  <a:lnTo>
                    <a:pt x="36983" y="272052"/>
                  </a:lnTo>
                  <a:lnTo>
                    <a:pt x="40369" y="276120"/>
                  </a:lnTo>
                  <a:lnTo>
                    <a:pt x="43881" y="280079"/>
                  </a:lnTo>
                  <a:lnTo>
                    <a:pt x="47518" y="283925"/>
                  </a:lnTo>
                  <a:lnTo>
                    <a:pt x="51274" y="287654"/>
                  </a:lnTo>
                  <a:lnTo>
                    <a:pt x="55146" y="291262"/>
                  </a:lnTo>
                  <a:lnTo>
                    <a:pt x="59131" y="294746"/>
                  </a:lnTo>
                  <a:lnTo>
                    <a:pt x="63224" y="298102"/>
                  </a:lnTo>
                  <a:lnTo>
                    <a:pt x="67421" y="301326"/>
                  </a:lnTo>
                  <a:lnTo>
                    <a:pt x="71718" y="304416"/>
                  </a:lnTo>
                  <a:lnTo>
                    <a:pt x="76111" y="307368"/>
                  </a:lnTo>
                  <a:lnTo>
                    <a:pt x="80595" y="310180"/>
                  </a:lnTo>
                  <a:lnTo>
                    <a:pt x="85166" y="312849"/>
                  </a:lnTo>
                  <a:lnTo>
                    <a:pt x="89819" y="315371"/>
                  </a:lnTo>
                  <a:lnTo>
                    <a:pt x="94549" y="317745"/>
                  </a:lnTo>
                  <a:lnTo>
                    <a:pt x="99353" y="319968"/>
                  </a:lnTo>
                  <a:lnTo>
                    <a:pt x="104224" y="322038"/>
                  </a:lnTo>
                  <a:lnTo>
                    <a:pt x="109158" y="323952"/>
                  </a:lnTo>
                  <a:lnTo>
                    <a:pt x="114151" y="325710"/>
                  </a:lnTo>
                  <a:lnTo>
                    <a:pt x="119197" y="327308"/>
                  </a:lnTo>
                  <a:lnTo>
                    <a:pt x="124290" y="328746"/>
                  </a:lnTo>
                  <a:lnTo>
                    <a:pt x="129427" y="330022"/>
                  </a:lnTo>
                  <a:lnTo>
                    <a:pt x="134601" y="331135"/>
                  </a:lnTo>
                  <a:lnTo>
                    <a:pt x="139809" y="332083"/>
                  </a:lnTo>
                  <a:lnTo>
                    <a:pt x="145043" y="332866"/>
                  </a:lnTo>
                  <a:lnTo>
                    <a:pt x="150300" y="333483"/>
                  </a:lnTo>
                  <a:lnTo>
                    <a:pt x="155573" y="333933"/>
                  </a:lnTo>
                  <a:lnTo>
                    <a:pt x="160859" y="334216"/>
                  </a:lnTo>
                  <a:lnTo>
                    <a:pt x="166150" y="334331"/>
                  </a:lnTo>
                  <a:lnTo>
                    <a:pt x="171443" y="334279"/>
                  </a:lnTo>
                  <a:lnTo>
                    <a:pt x="176731" y="334060"/>
                  </a:lnTo>
                  <a:lnTo>
                    <a:pt x="182009" y="333673"/>
                  </a:lnTo>
                  <a:lnTo>
                    <a:pt x="187273" y="333119"/>
                  </a:lnTo>
                  <a:lnTo>
                    <a:pt x="192517" y="332399"/>
                  </a:lnTo>
                  <a:lnTo>
                    <a:pt x="197735" y="331513"/>
                  </a:lnTo>
                  <a:lnTo>
                    <a:pt x="202922" y="330462"/>
                  </a:lnTo>
                  <a:lnTo>
                    <a:pt x="208074" y="329248"/>
                  </a:lnTo>
                  <a:lnTo>
                    <a:pt x="213184" y="327872"/>
                  </a:lnTo>
                  <a:lnTo>
                    <a:pt x="218249" y="326334"/>
                  </a:lnTo>
                  <a:lnTo>
                    <a:pt x="223262" y="324636"/>
                  </a:lnTo>
                  <a:lnTo>
                    <a:pt x="228219" y="322781"/>
                  </a:lnTo>
                  <a:lnTo>
                    <a:pt x="233115" y="320770"/>
                  </a:lnTo>
                  <a:lnTo>
                    <a:pt x="237944" y="318605"/>
                  </a:lnTo>
                  <a:lnTo>
                    <a:pt x="242703" y="316288"/>
                  </a:lnTo>
                  <a:lnTo>
                    <a:pt x="247386" y="313821"/>
                  </a:lnTo>
                  <a:lnTo>
                    <a:pt x="251988" y="311208"/>
                  </a:lnTo>
                  <a:lnTo>
                    <a:pt x="256506" y="308450"/>
                  </a:lnTo>
                  <a:lnTo>
                    <a:pt x="260934" y="305550"/>
                  </a:lnTo>
                  <a:lnTo>
                    <a:pt x="265268" y="302512"/>
                  </a:lnTo>
                  <a:lnTo>
                    <a:pt x="269503" y="299338"/>
                  </a:lnTo>
                  <a:lnTo>
                    <a:pt x="273636" y="296032"/>
                  </a:lnTo>
                  <a:lnTo>
                    <a:pt x="277662" y="292596"/>
                  </a:lnTo>
                  <a:lnTo>
                    <a:pt x="281578" y="289035"/>
                  </a:lnTo>
                  <a:lnTo>
                    <a:pt x="285378" y="285351"/>
                  </a:lnTo>
                  <a:lnTo>
                    <a:pt x="289060" y="281549"/>
                  </a:lnTo>
                  <a:lnTo>
                    <a:pt x="292620" y="277633"/>
                  </a:lnTo>
                  <a:lnTo>
                    <a:pt x="296055" y="273605"/>
                  </a:lnTo>
                  <a:lnTo>
                    <a:pt x="299360" y="269471"/>
                  </a:lnTo>
                  <a:lnTo>
                    <a:pt x="302532" y="265234"/>
                  </a:lnTo>
                  <a:lnTo>
                    <a:pt x="305569" y="260900"/>
                  </a:lnTo>
                  <a:lnTo>
                    <a:pt x="308467" y="256471"/>
                  </a:lnTo>
                  <a:lnTo>
                    <a:pt x="311223" y="251952"/>
                  </a:lnTo>
                  <a:lnTo>
                    <a:pt x="313835" y="247349"/>
                  </a:lnTo>
                  <a:lnTo>
                    <a:pt x="316300" y="242665"/>
                  </a:lnTo>
                  <a:lnTo>
                    <a:pt x="318615" y="237906"/>
                  </a:lnTo>
                  <a:lnTo>
                    <a:pt x="320778" y="233075"/>
                  </a:lnTo>
                  <a:lnTo>
                    <a:pt x="322788" y="228179"/>
                  </a:lnTo>
                  <a:lnTo>
                    <a:pt x="324641" y="223221"/>
                  </a:lnTo>
                  <a:lnTo>
                    <a:pt x="326337" y="218207"/>
                  </a:lnTo>
                  <a:lnTo>
                    <a:pt x="327873" y="213142"/>
                  </a:lnTo>
                  <a:lnTo>
                    <a:pt x="329248" y="208031"/>
                  </a:lnTo>
                  <a:lnTo>
                    <a:pt x="330460" y="202879"/>
                  </a:lnTo>
                  <a:lnTo>
                    <a:pt x="331509" y="197691"/>
                  </a:lnTo>
                  <a:lnTo>
                    <a:pt x="332393" y="192473"/>
                  </a:lnTo>
                  <a:lnTo>
                    <a:pt x="333111" y="187229"/>
                  </a:lnTo>
                  <a:lnTo>
                    <a:pt x="333663" y="181965"/>
                  </a:lnTo>
                  <a:lnTo>
                    <a:pt x="334048" y="176686"/>
                  </a:lnTo>
                  <a:lnTo>
                    <a:pt x="334266" y="171398"/>
                  </a:lnTo>
                  <a:lnTo>
                    <a:pt x="334316" y="166106"/>
                  </a:lnTo>
                  <a:lnTo>
                    <a:pt x="334199" y="160814"/>
                  </a:lnTo>
                  <a:lnTo>
                    <a:pt x="333914" y="155529"/>
                  </a:lnTo>
                  <a:lnTo>
                    <a:pt x="333462" y="150256"/>
                  </a:lnTo>
                  <a:lnTo>
                    <a:pt x="332843" y="144999"/>
                  </a:lnTo>
                  <a:lnTo>
                    <a:pt x="332058" y="139765"/>
                  </a:lnTo>
                  <a:lnTo>
                    <a:pt x="331108" y="134558"/>
                  </a:lnTo>
                  <a:lnTo>
                    <a:pt x="329994" y="129384"/>
                  </a:lnTo>
                  <a:lnTo>
                    <a:pt x="328716" y="124248"/>
                  </a:lnTo>
                  <a:lnTo>
                    <a:pt x="327276" y="119155"/>
                  </a:lnTo>
                  <a:lnTo>
                    <a:pt x="325676" y="114110"/>
                  </a:lnTo>
                  <a:lnTo>
                    <a:pt x="323917" y="109118"/>
                  </a:lnTo>
                  <a:lnTo>
                    <a:pt x="322001" y="104184"/>
                  </a:lnTo>
                  <a:lnTo>
                    <a:pt x="319929" y="99313"/>
                  </a:lnTo>
                  <a:lnTo>
                    <a:pt x="317705" y="94511"/>
                  </a:lnTo>
                  <a:lnTo>
                    <a:pt x="315329" y="89781"/>
                  </a:lnTo>
                  <a:lnTo>
                    <a:pt x="312805" y="85129"/>
                  </a:lnTo>
                  <a:lnTo>
                    <a:pt x="310135" y="80559"/>
                  </a:lnTo>
                  <a:lnTo>
                    <a:pt x="307321" y="76076"/>
                  </a:lnTo>
                  <a:lnTo>
                    <a:pt x="304367" y="71684"/>
                  </a:lnTo>
                  <a:lnTo>
                    <a:pt x="301276" y="67388"/>
                  </a:lnTo>
                  <a:lnTo>
                    <a:pt x="298050" y="63192"/>
                  </a:lnTo>
                  <a:lnTo>
                    <a:pt x="294693" y="59101"/>
                  </a:lnTo>
                  <a:lnTo>
                    <a:pt x="291208" y="55117"/>
                  </a:lnTo>
                  <a:lnTo>
                    <a:pt x="287598" y="51246"/>
                  </a:lnTo>
                  <a:lnTo>
                    <a:pt x="283868" y="47491"/>
                  </a:lnTo>
                  <a:lnTo>
                    <a:pt x="280021" y="43856"/>
                  </a:lnTo>
                  <a:lnTo>
                    <a:pt x="276061" y="40345"/>
                  </a:lnTo>
                  <a:lnTo>
                    <a:pt x="271991" y="36961"/>
                  </a:lnTo>
                  <a:lnTo>
                    <a:pt x="267817" y="33707"/>
                  </a:lnTo>
                  <a:lnTo>
                    <a:pt x="263541" y="30587"/>
                  </a:lnTo>
                  <a:lnTo>
                    <a:pt x="259169" y="27604"/>
                  </a:lnTo>
                  <a:lnTo>
                    <a:pt x="254705" y="24761"/>
                  </a:lnTo>
                  <a:lnTo>
                    <a:pt x="250153" y="22061"/>
                  </a:lnTo>
                  <a:lnTo>
                    <a:pt x="245517" y="19506"/>
                  </a:lnTo>
                  <a:lnTo>
                    <a:pt x="240804" y="17099"/>
                  </a:lnTo>
                  <a:lnTo>
                    <a:pt x="236016" y="14842"/>
                  </a:lnTo>
                  <a:lnTo>
                    <a:pt x="231159" y="12739"/>
                  </a:lnTo>
                  <a:lnTo>
                    <a:pt x="226238" y="10790"/>
                  </a:lnTo>
                  <a:lnTo>
                    <a:pt x="221258" y="8998"/>
                  </a:lnTo>
                  <a:lnTo>
                    <a:pt x="216224" y="7364"/>
                  </a:lnTo>
                  <a:lnTo>
                    <a:pt x="211140" y="5891"/>
                  </a:lnTo>
                  <a:lnTo>
                    <a:pt x="206013" y="4579"/>
                  </a:lnTo>
                  <a:lnTo>
                    <a:pt x="200846" y="3430"/>
                  </a:lnTo>
                  <a:lnTo>
                    <a:pt x="195646" y="2446"/>
                  </a:lnTo>
                  <a:lnTo>
                    <a:pt x="190417" y="1626"/>
                  </a:lnTo>
                  <a:lnTo>
                    <a:pt x="185164" y="973"/>
                  </a:lnTo>
                  <a:lnTo>
                    <a:pt x="179894" y="486"/>
                  </a:lnTo>
                  <a:lnTo>
                    <a:pt x="174611" y="166"/>
                  </a:lnTo>
                  <a:lnTo>
                    <a:pt x="169320" y="13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488720" y="5018213"/>
              <a:ext cx="2168" cy="167167"/>
            </a:xfrm>
            <a:custGeom>
              <a:avLst/>
              <a:pathLst>
                <a:path w="2168" h="167167">
                  <a:moveTo>
                    <a:pt x="2168" y="1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814736" y="5269756"/>
              <a:ext cx="149765" cy="167167"/>
            </a:xfrm>
            <a:custGeom>
              <a:avLst/>
              <a:pathLst>
                <a:path w="149765" h="167167">
                  <a:moveTo>
                    <a:pt x="149765" y="0"/>
                  </a:moveTo>
                  <a:lnTo>
                    <a:pt x="144306" y="89"/>
                  </a:lnTo>
                  <a:lnTo>
                    <a:pt x="138853" y="356"/>
                  </a:lnTo>
                  <a:lnTo>
                    <a:pt x="133412" y="801"/>
                  </a:lnTo>
                  <a:lnTo>
                    <a:pt x="127988" y="1424"/>
                  </a:lnTo>
                  <a:lnTo>
                    <a:pt x="122587" y="2224"/>
                  </a:lnTo>
                  <a:lnTo>
                    <a:pt x="117215" y="3199"/>
                  </a:lnTo>
                  <a:lnTo>
                    <a:pt x="111879" y="4349"/>
                  </a:lnTo>
                  <a:lnTo>
                    <a:pt x="106582" y="5673"/>
                  </a:lnTo>
                  <a:lnTo>
                    <a:pt x="101332" y="7169"/>
                  </a:lnTo>
                  <a:lnTo>
                    <a:pt x="96133" y="8836"/>
                  </a:lnTo>
                  <a:lnTo>
                    <a:pt x="90991" y="10672"/>
                  </a:lnTo>
                  <a:lnTo>
                    <a:pt x="85912" y="12675"/>
                  </a:lnTo>
                  <a:lnTo>
                    <a:pt x="80901" y="14842"/>
                  </a:lnTo>
                  <a:lnTo>
                    <a:pt x="75964" y="17172"/>
                  </a:lnTo>
                  <a:lnTo>
                    <a:pt x="71105" y="19662"/>
                  </a:lnTo>
                  <a:lnTo>
                    <a:pt x="66331" y="22309"/>
                  </a:lnTo>
                  <a:lnTo>
                    <a:pt x="61645" y="25111"/>
                  </a:lnTo>
                  <a:lnTo>
                    <a:pt x="57053" y="28064"/>
                  </a:lnTo>
                  <a:lnTo>
                    <a:pt x="52560" y="31166"/>
                  </a:lnTo>
                  <a:lnTo>
                    <a:pt x="48171" y="34413"/>
                  </a:lnTo>
                  <a:lnTo>
                    <a:pt x="43890" y="37801"/>
                  </a:lnTo>
                  <a:lnTo>
                    <a:pt x="39722" y="41327"/>
                  </a:lnTo>
                  <a:lnTo>
                    <a:pt x="35672" y="44988"/>
                  </a:lnTo>
                  <a:lnTo>
                    <a:pt x="31743" y="48779"/>
                  </a:lnTo>
                  <a:lnTo>
                    <a:pt x="27940" y="52696"/>
                  </a:lnTo>
                  <a:lnTo>
                    <a:pt x="24267" y="56735"/>
                  </a:lnTo>
                  <a:lnTo>
                    <a:pt x="20728" y="60892"/>
                  </a:lnTo>
                  <a:lnTo>
                    <a:pt x="17326" y="65162"/>
                  </a:lnTo>
                  <a:lnTo>
                    <a:pt x="14066" y="69541"/>
                  </a:lnTo>
                  <a:lnTo>
                    <a:pt x="10950" y="74024"/>
                  </a:lnTo>
                  <a:lnTo>
                    <a:pt x="7983" y="78607"/>
                  </a:lnTo>
                  <a:lnTo>
                    <a:pt x="5167" y="83284"/>
                  </a:lnTo>
                  <a:lnTo>
                    <a:pt x="2504" y="88051"/>
                  </a:lnTo>
                  <a:lnTo>
                    <a:pt x="0" y="92901"/>
                  </a:lnTo>
                  <a:lnTo>
                    <a:pt x="149765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797354" y="5269756"/>
              <a:ext cx="334293" cy="334334"/>
            </a:xfrm>
            <a:custGeom>
              <a:avLst/>
              <a:pathLst>
                <a:path w="334293" h="334334">
                  <a:moveTo>
                    <a:pt x="17381" y="92901"/>
                  </a:moveTo>
                  <a:lnTo>
                    <a:pt x="15100" y="97691"/>
                  </a:lnTo>
                  <a:lnTo>
                    <a:pt x="12972" y="102550"/>
                  </a:lnTo>
                  <a:lnTo>
                    <a:pt x="11000" y="107474"/>
                  </a:lnTo>
                  <a:lnTo>
                    <a:pt x="9184" y="112459"/>
                  </a:lnTo>
                  <a:lnTo>
                    <a:pt x="7528" y="117499"/>
                  </a:lnTo>
                  <a:lnTo>
                    <a:pt x="6033" y="122588"/>
                  </a:lnTo>
                  <a:lnTo>
                    <a:pt x="4699" y="127723"/>
                  </a:lnTo>
                  <a:lnTo>
                    <a:pt x="3529" y="132897"/>
                  </a:lnTo>
                  <a:lnTo>
                    <a:pt x="2524" y="138105"/>
                  </a:lnTo>
                  <a:lnTo>
                    <a:pt x="1685" y="143343"/>
                  </a:lnTo>
                  <a:lnTo>
                    <a:pt x="1013" y="148605"/>
                  </a:lnTo>
                  <a:lnTo>
                    <a:pt x="507" y="153886"/>
                  </a:lnTo>
                  <a:lnTo>
                    <a:pt x="170" y="159180"/>
                  </a:lnTo>
                  <a:lnTo>
                    <a:pt x="1" y="164482"/>
                  </a:lnTo>
                  <a:lnTo>
                    <a:pt x="0" y="169787"/>
                  </a:lnTo>
                  <a:lnTo>
                    <a:pt x="167" y="175089"/>
                  </a:lnTo>
                  <a:lnTo>
                    <a:pt x="502" y="180383"/>
                  </a:lnTo>
                  <a:lnTo>
                    <a:pt x="1005" y="185664"/>
                  </a:lnTo>
                  <a:lnTo>
                    <a:pt x="1676" y="190926"/>
                  </a:lnTo>
                  <a:lnTo>
                    <a:pt x="2513" y="196164"/>
                  </a:lnTo>
                  <a:lnTo>
                    <a:pt x="3516" y="201374"/>
                  </a:lnTo>
                  <a:lnTo>
                    <a:pt x="4684" y="206548"/>
                  </a:lnTo>
                  <a:lnTo>
                    <a:pt x="6015" y="211683"/>
                  </a:lnTo>
                  <a:lnTo>
                    <a:pt x="7509" y="216773"/>
                  </a:lnTo>
                  <a:lnTo>
                    <a:pt x="9163" y="221814"/>
                  </a:lnTo>
                  <a:lnTo>
                    <a:pt x="10977" y="226799"/>
                  </a:lnTo>
                  <a:lnTo>
                    <a:pt x="12947" y="231724"/>
                  </a:lnTo>
                  <a:lnTo>
                    <a:pt x="15073" y="236584"/>
                  </a:lnTo>
                  <a:lnTo>
                    <a:pt x="17352" y="241374"/>
                  </a:lnTo>
                  <a:lnTo>
                    <a:pt x="19782" y="246090"/>
                  </a:lnTo>
                  <a:lnTo>
                    <a:pt x="22361" y="250726"/>
                  </a:lnTo>
                  <a:lnTo>
                    <a:pt x="25085" y="255278"/>
                  </a:lnTo>
                  <a:lnTo>
                    <a:pt x="27952" y="259741"/>
                  </a:lnTo>
                  <a:lnTo>
                    <a:pt x="30959" y="264111"/>
                  </a:lnTo>
                  <a:lnTo>
                    <a:pt x="34104" y="268383"/>
                  </a:lnTo>
                  <a:lnTo>
                    <a:pt x="37382" y="272553"/>
                  </a:lnTo>
                  <a:lnTo>
                    <a:pt x="40792" y="276617"/>
                  </a:lnTo>
                  <a:lnTo>
                    <a:pt x="44328" y="280572"/>
                  </a:lnTo>
                  <a:lnTo>
                    <a:pt x="47988" y="284411"/>
                  </a:lnTo>
                  <a:lnTo>
                    <a:pt x="51768" y="288133"/>
                  </a:lnTo>
                  <a:lnTo>
                    <a:pt x="55664" y="291733"/>
                  </a:lnTo>
                  <a:lnTo>
                    <a:pt x="59673" y="295208"/>
                  </a:lnTo>
                  <a:lnTo>
                    <a:pt x="63790" y="298553"/>
                  </a:lnTo>
                  <a:lnTo>
                    <a:pt x="68011" y="301766"/>
                  </a:lnTo>
                  <a:lnTo>
                    <a:pt x="72331" y="304844"/>
                  </a:lnTo>
                  <a:lnTo>
                    <a:pt x="76747" y="307783"/>
                  </a:lnTo>
                  <a:lnTo>
                    <a:pt x="81254" y="310581"/>
                  </a:lnTo>
                  <a:lnTo>
                    <a:pt x="85848" y="313234"/>
                  </a:lnTo>
                  <a:lnTo>
                    <a:pt x="90524" y="315740"/>
                  </a:lnTo>
                  <a:lnTo>
                    <a:pt x="95276" y="318096"/>
                  </a:lnTo>
                  <a:lnTo>
                    <a:pt x="100101" y="320301"/>
                  </a:lnTo>
                  <a:lnTo>
                    <a:pt x="104994" y="322351"/>
                  </a:lnTo>
                  <a:lnTo>
                    <a:pt x="109949" y="324245"/>
                  </a:lnTo>
                  <a:lnTo>
                    <a:pt x="114962" y="325980"/>
                  </a:lnTo>
                  <a:lnTo>
                    <a:pt x="120027" y="327556"/>
                  </a:lnTo>
                  <a:lnTo>
                    <a:pt x="125140" y="328971"/>
                  </a:lnTo>
                  <a:lnTo>
                    <a:pt x="130295" y="330222"/>
                  </a:lnTo>
                  <a:lnTo>
                    <a:pt x="135487" y="331309"/>
                  </a:lnTo>
                  <a:lnTo>
                    <a:pt x="140711" y="332231"/>
                  </a:lnTo>
                  <a:lnTo>
                    <a:pt x="145962" y="332987"/>
                  </a:lnTo>
                  <a:lnTo>
                    <a:pt x="151234" y="333575"/>
                  </a:lnTo>
                  <a:lnTo>
                    <a:pt x="156522" y="333996"/>
                  </a:lnTo>
                  <a:lnTo>
                    <a:pt x="161821" y="334250"/>
                  </a:lnTo>
                  <a:lnTo>
                    <a:pt x="167125" y="334334"/>
                  </a:lnTo>
                  <a:lnTo>
                    <a:pt x="172429" y="334251"/>
                  </a:lnTo>
                  <a:lnTo>
                    <a:pt x="177728" y="333999"/>
                  </a:lnTo>
                  <a:lnTo>
                    <a:pt x="183016" y="333579"/>
                  </a:lnTo>
                  <a:lnTo>
                    <a:pt x="188288" y="332992"/>
                  </a:lnTo>
                  <a:lnTo>
                    <a:pt x="193539" y="332238"/>
                  </a:lnTo>
                  <a:lnTo>
                    <a:pt x="198763" y="331317"/>
                  </a:lnTo>
                  <a:lnTo>
                    <a:pt x="203956" y="330231"/>
                  </a:lnTo>
                  <a:lnTo>
                    <a:pt x="209111" y="328981"/>
                  </a:lnTo>
                  <a:lnTo>
                    <a:pt x="214224" y="327568"/>
                  </a:lnTo>
                  <a:lnTo>
                    <a:pt x="219290" y="325994"/>
                  </a:lnTo>
                  <a:lnTo>
                    <a:pt x="224303" y="324260"/>
                  </a:lnTo>
                  <a:lnTo>
                    <a:pt x="229259" y="322367"/>
                  </a:lnTo>
                  <a:lnTo>
                    <a:pt x="234152" y="320318"/>
                  </a:lnTo>
                  <a:lnTo>
                    <a:pt x="238977" y="318115"/>
                  </a:lnTo>
                  <a:lnTo>
                    <a:pt x="243731" y="315760"/>
                  </a:lnTo>
                  <a:lnTo>
                    <a:pt x="248407" y="313255"/>
                  </a:lnTo>
                  <a:lnTo>
                    <a:pt x="253001" y="310603"/>
                  </a:lnTo>
                  <a:lnTo>
                    <a:pt x="257509" y="307807"/>
                  </a:lnTo>
                  <a:lnTo>
                    <a:pt x="261926" y="304869"/>
                  </a:lnTo>
                  <a:lnTo>
                    <a:pt x="266247" y="301792"/>
                  </a:lnTo>
                  <a:lnTo>
                    <a:pt x="270469" y="298580"/>
                  </a:lnTo>
                  <a:lnTo>
                    <a:pt x="274587" y="295235"/>
                  </a:lnTo>
                  <a:lnTo>
                    <a:pt x="278596" y="291762"/>
                  </a:lnTo>
                  <a:lnTo>
                    <a:pt x="282493" y="288163"/>
                  </a:lnTo>
                  <a:lnTo>
                    <a:pt x="286274" y="284442"/>
                  </a:lnTo>
                  <a:lnTo>
                    <a:pt x="289935" y="280603"/>
                  </a:lnTo>
                  <a:lnTo>
                    <a:pt x="293473" y="276650"/>
                  </a:lnTo>
                  <a:lnTo>
                    <a:pt x="296883" y="272587"/>
                  </a:lnTo>
                  <a:lnTo>
                    <a:pt x="300163" y="268417"/>
                  </a:lnTo>
                  <a:lnTo>
                    <a:pt x="303308" y="264146"/>
                  </a:lnTo>
                  <a:lnTo>
                    <a:pt x="306317" y="259777"/>
                  </a:lnTo>
                  <a:lnTo>
                    <a:pt x="309185" y="255314"/>
                  </a:lnTo>
                  <a:lnTo>
                    <a:pt x="311910" y="250763"/>
                  </a:lnTo>
                  <a:lnTo>
                    <a:pt x="314490" y="246128"/>
                  </a:lnTo>
                  <a:lnTo>
                    <a:pt x="316921" y="241413"/>
                  </a:lnTo>
                  <a:lnTo>
                    <a:pt x="319202" y="236623"/>
                  </a:lnTo>
                  <a:lnTo>
                    <a:pt x="321329" y="231764"/>
                  </a:lnTo>
                  <a:lnTo>
                    <a:pt x="323301" y="226839"/>
                  </a:lnTo>
                  <a:lnTo>
                    <a:pt x="325115" y="221854"/>
                  </a:lnTo>
                  <a:lnTo>
                    <a:pt x="326771" y="216815"/>
                  </a:lnTo>
                  <a:lnTo>
                    <a:pt x="328266" y="211725"/>
                  </a:lnTo>
                  <a:lnTo>
                    <a:pt x="329599" y="206590"/>
                  </a:lnTo>
                  <a:lnTo>
                    <a:pt x="330768" y="201416"/>
                  </a:lnTo>
                  <a:lnTo>
                    <a:pt x="331772" y="196207"/>
                  </a:lnTo>
                  <a:lnTo>
                    <a:pt x="332611" y="190969"/>
                  </a:lnTo>
                  <a:lnTo>
                    <a:pt x="333283" y="185707"/>
                  </a:lnTo>
                  <a:lnTo>
                    <a:pt x="333787" y="180426"/>
                  </a:lnTo>
                  <a:lnTo>
                    <a:pt x="334124" y="175132"/>
                  </a:lnTo>
                  <a:lnTo>
                    <a:pt x="334293" y="169830"/>
                  </a:lnTo>
                  <a:lnTo>
                    <a:pt x="334293" y="164525"/>
                  </a:lnTo>
                  <a:lnTo>
                    <a:pt x="334125" y="159223"/>
                  </a:lnTo>
                  <a:lnTo>
                    <a:pt x="333789" y="153929"/>
                  </a:lnTo>
                  <a:lnTo>
                    <a:pt x="333285" y="148648"/>
                  </a:lnTo>
                  <a:lnTo>
                    <a:pt x="332614" y="143386"/>
                  </a:lnTo>
                  <a:lnTo>
                    <a:pt x="331776" y="138148"/>
                  </a:lnTo>
                  <a:lnTo>
                    <a:pt x="330772" y="132939"/>
                  </a:lnTo>
                  <a:lnTo>
                    <a:pt x="329604" y="127765"/>
                  </a:lnTo>
                  <a:lnTo>
                    <a:pt x="328272" y="122630"/>
                  </a:lnTo>
                  <a:lnTo>
                    <a:pt x="326778" y="117540"/>
                  </a:lnTo>
                  <a:lnTo>
                    <a:pt x="325123" y="112500"/>
                  </a:lnTo>
                  <a:lnTo>
                    <a:pt x="323308" y="107515"/>
                  </a:lnTo>
                  <a:lnTo>
                    <a:pt x="321337" y="102590"/>
                  </a:lnTo>
                  <a:lnTo>
                    <a:pt x="319211" y="97730"/>
                  </a:lnTo>
                  <a:lnTo>
                    <a:pt x="316931" y="92940"/>
                  </a:lnTo>
                  <a:lnTo>
                    <a:pt x="314500" y="88225"/>
                  </a:lnTo>
                  <a:lnTo>
                    <a:pt x="311921" y="83589"/>
                  </a:lnTo>
                  <a:lnTo>
                    <a:pt x="309197" y="79038"/>
                  </a:lnTo>
                  <a:lnTo>
                    <a:pt x="306329" y="74575"/>
                  </a:lnTo>
                  <a:lnTo>
                    <a:pt x="303321" y="70206"/>
                  </a:lnTo>
                  <a:lnTo>
                    <a:pt x="300176" y="65934"/>
                  </a:lnTo>
                  <a:lnTo>
                    <a:pt x="296897" y="61764"/>
                  </a:lnTo>
                  <a:lnTo>
                    <a:pt x="293487" y="57700"/>
                  </a:lnTo>
                  <a:lnTo>
                    <a:pt x="289950" y="53746"/>
                  </a:lnTo>
                  <a:lnTo>
                    <a:pt x="286290" y="49907"/>
                  </a:lnTo>
                  <a:lnTo>
                    <a:pt x="282509" y="46186"/>
                  </a:lnTo>
                  <a:lnTo>
                    <a:pt x="278612" y="42586"/>
                  </a:lnTo>
                  <a:lnTo>
                    <a:pt x="274603" y="39112"/>
                  </a:lnTo>
                  <a:lnTo>
                    <a:pt x="270486" y="35767"/>
                  </a:lnTo>
                  <a:lnTo>
                    <a:pt x="266265" y="32555"/>
                  </a:lnTo>
                  <a:lnTo>
                    <a:pt x="261944" y="29477"/>
                  </a:lnTo>
                  <a:lnTo>
                    <a:pt x="257527" y="26539"/>
                  </a:lnTo>
                  <a:lnTo>
                    <a:pt x="253020" y="23742"/>
                  </a:lnTo>
                  <a:lnTo>
                    <a:pt x="248426" y="21089"/>
                  </a:lnTo>
                  <a:lnTo>
                    <a:pt x="243750" y="18584"/>
                  </a:lnTo>
                  <a:lnTo>
                    <a:pt x="238997" y="16228"/>
                  </a:lnTo>
                  <a:lnTo>
                    <a:pt x="234172" y="14025"/>
                  </a:lnTo>
                  <a:lnTo>
                    <a:pt x="229279" y="11975"/>
                  </a:lnTo>
                  <a:lnTo>
                    <a:pt x="224323" y="10082"/>
                  </a:lnTo>
                  <a:lnTo>
                    <a:pt x="219310" y="8347"/>
                  </a:lnTo>
                  <a:lnTo>
                    <a:pt x="214245" y="6772"/>
                  </a:lnTo>
                  <a:lnTo>
                    <a:pt x="209132" y="5358"/>
                  </a:lnTo>
                  <a:lnTo>
                    <a:pt x="203977" y="4107"/>
                  </a:lnTo>
                  <a:lnTo>
                    <a:pt x="198784" y="3021"/>
                  </a:lnTo>
                  <a:lnTo>
                    <a:pt x="193560" y="2099"/>
                  </a:lnTo>
                  <a:lnTo>
                    <a:pt x="188309" y="1345"/>
                  </a:lnTo>
                  <a:lnTo>
                    <a:pt x="183037" y="757"/>
                  </a:lnTo>
                  <a:lnTo>
                    <a:pt x="177749" y="336"/>
                  </a:lnTo>
                  <a:lnTo>
                    <a:pt x="172451" y="84"/>
                  </a:lnTo>
                  <a:lnTo>
                    <a:pt x="167146" y="0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78924" y="5399291"/>
              <a:ext cx="7291" cy="167167"/>
            </a:xfrm>
            <a:custGeom>
              <a:avLst/>
              <a:pathLst>
                <a:path w="7291" h="167167">
                  <a:moveTo>
                    <a:pt x="7291" y="0"/>
                  </a:moveTo>
                  <a:lnTo>
                    <a:pt x="0" y="159"/>
                  </a:lnTo>
                  <a:lnTo>
                    <a:pt x="729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78924" y="5399450"/>
              <a:ext cx="7291" cy="167008"/>
            </a:xfrm>
            <a:custGeom>
              <a:avLst/>
              <a:pathLst>
                <a:path w="7291" h="167008">
                  <a:moveTo>
                    <a:pt x="0" y="0"/>
                  </a:moveTo>
                  <a:lnTo>
                    <a:pt x="7291" y="1670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8924" y="5399450"/>
              <a:ext cx="7291" cy="167008"/>
            </a:xfrm>
            <a:custGeom>
              <a:avLst/>
              <a:pathLst>
                <a:path w="7291" h="167008">
                  <a:moveTo>
                    <a:pt x="0" y="0"/>
                  </a:moveTo>
                  <a:lnTo>
                    <a:pt x="7291" y="1670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8924" y="5399450"/>
              <a:ext cx="7291" cy="167008"/>
            </a:xfrm>
            <a:custGeom>
              <a:avLst/>
              <a:pathLst>
                <a:path w="7291" h="167008">
                  <a:moveTo>
                    <a:pt x="0" y="0"/>
                  </a:moveTo>
                  <a:lnTo>
                    <a:pt x="7291" y="1670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78924" y="5399450"/>
              <a:ext cx="7291" cy="167008"/>
            </a:xfrm>
            <a:custGeom>
              <a:avLst/>
              <a:pathLst>
                <a:path w="7291" h="167008">
                  <a:moveTo>
                    <a:pt x="0" y="0"/>
                  </a:moveTo>
                  <a:lnTo>
                    <a:pt x="7291" y="1670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78924" y="5399450"/>
              <a:ext cx="7291" cy="167008"/>
            </a:xfrm>
            <a:custGeom>
              <a:avLst/>
              <a:pathLst>
                <a:path w="7291" h="167008">
                  <a:moveTo>
                    <a:pt x="0" y="0"/>
                  </a:moveTo>
                  <a:lnTo>
                    <a:pt x="7291" y="16700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478924" y="5399450"/>
              <a:ext cx="7291" cy="167008"/>
            </a:xfrm>
            <a:custGeom>
              <a:avLst/>
              <a:pathLst>
                <a:path w="7291" h="167008">
                  <a:moveTo>
                    <a:pt x="0" y="0"/>
                  </a:moveTo>
                  <a:lnTo>
                    <a:pt x="7291" y="16700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319055" y="5399450"/>
              <a:ext cx="334315" cy="334175"/>
            </a:xfrm>
            <a:custGeom>
              <a:avLst/>
              <a:pathLst>
                <a:path w="334315" h="334175">
                  <a:moveTo>
                    <a:pt x="159869" y="0"/>
                  </a:moveTo>
                  <a:lnTo>
                    <a:pt x="154591" y="314"/>
                  </a:lnTo>
                  <a:lnTo>
                    <a:pt x="149326" y="794"/>
                  </a:lnTo>
                  <a:lnTo>
                    <a:pt x="144078" y="1442"/>
                  </a:lnTo>
                  <a:lnTo>
                    <a:pt x="138854" y="2254"/>
                  </a:lnTo>
                  <a:lnTo>
                    <a:pt x="133658" y="3232"/>
                  </a:lnTo>
                  <a:lnTo>
                    <a:pt x="128495" y="4373"/>
                  </a:lnTo>
                  <a:lnTo>
                    <a:pt x="123372" y="5677"/>
                  </a:lnTo>
                  <a:lnTo>
                    <a:pt x="118292" y="7143"/>
                  </a:lnTo>
                  <a:lnTo>
                    <a:pt x="113260" y="8768"/>
                  </a:lnTo>
                  <a:lnTo>
                    <a:pt x="108283" y="10552"/>
                  </a:lnTo>
                  <a:lnTo>
                    <a:pt x="103365" y="12492"/>
                  </a:lnTo>
                  <a:lnTo>
                    <a:pt x="98510" y="14587"/>
                  </a:lnTo>
                  <a:lnTo>
                    <a:pt x="93724" y="16834"/>
                  </a:lnTo>
                  <a:lnTo>
                    <a:pt x="89012" y="19232"/>
                  </a:lnTo>
                  <a:lnTo>
                    <a:pt x="84378" y="21777"/>
                  </a:lnTo>
                  <a:lnTo>
                    <a:pt x="79827" y="24467"/>
                  </a:lnTo>
                  <a:lnTo>
                    <a:pt x="75362" y="27301"/>
                  </a:lnTo>
                  <a:lnTo>
                    <a:pt x="70990" y="30273"/>
                  </a:lnTo>
                  <a:lnTo>
                    <a:pt x="66714" y="33383"/>
                  </a:lnTo>
                  <a:lnTo>
                    <a:pt x="62539" y="36626"/>
                  </a:lnTo>
                  <a:lnTo>
                    <a:pt x="58468" y="40000"/>
                  </a:lnTo>
                  <a:lnTo>
                    <a:pt x="54506" y="43501"/>
                  </a:lnTo>
                  <a:lnTo>
                    <a:pt x="50656" y="47125"/>
                  </a:lnTo>
                  <a:lnTo>
                    <a:pt x="46923" y="50870"/>
                  </a:lnTo>
                  <a:lnTo>
                    <a:pt x="43311" y="54730"/>
                  </a:lnTo>
                  <a:lnTo>
                    <a:pt x="39822" y="58703"/>
                  </a:lnTo>
                  <a:lnTo>
                    <a:pt x="36461" y="62784"/>
                  </a:lnTo>
                  <a:lnTo>
                    <a:pt x="33230" y="66969"/>
                  </a:lnTo>
                  <a:lnTo>
                    <a:pt x="30134" y="71255"/>
                  </a:lnTo>
                  <a:lnTo>
                    <a:pt x="27174" y="75636"/>
                  </a:lnTo>
                  <a:lnTo>
                    <a:pt x="24354" y="80109"/>
                  </a:lnTo>
                  <a:lnTo>
                    <a:pt x="21678" y="84668"/>
                  </a:lnTo>
                  <a:lnTo>
                    <a:pt x="19147" y="89310"/>
                  </a:lnTo>
                  <a:lnTo>
                    <a:pt x="16764" y="94030"/>
                  </a:lnTo>
                  <a:lnTo>
                    <a:pt x="14531" y="98823"/>
                  </a:lnTo>
                  <a:lnTo>
                    <a:pt x="12451" y="103683"/>
                  </a:lnTo>
                  <a:lnTo>
                    <a:pt x="10526" y="108608"/>
                  </a:lnTo>
                  <a:lnTo>
                    <a:pt x="8757" y="113590"/>
                  </a:lnTo>
                  <a:lnTo>
                    <a:pt x="7147" y="118626"/>
                  </a:lnTo>
                  <a:lnTo>
                    <a:pt x="5697" y="123711"/>
                  </a:lnTo>
                  <a:lnTo>
                    <a:pt x="4409" y="128839"/>
                  </a:lnTo>
                  <a:lnTo>
                    <a:pt x="3283" y="134005"/>
                  </a:lnTo>
                  <a:lnTo>
                    <a:pt x="2321" y="139204"/>
                  </a:lnTo>
                  <a:lnTo>
                    <a:pt x="1524" y="144430"/>
                  </a:lnTo>
                  <a:lnTo>
                    <a:pt x="893" y="149680"/>
                  </a:lnTo>
                  <a:lnTo>
                    <a:pt x="428" y="154946"/>
                  </a:lnTo>
                  <a:lnTo>
                    <a:pt x="130" y="160225"/>
                  </a:lnTo>
                  <a:lnTo>
                    <a:pt x="0" y="165511"/>
                  </a:lnTo>
                  <a:lnTo>
                    <a:pt x="36" y="170798"/>
                  </a:lnTo>
                  <a:lnTo>
                    <a:pt x="239" y="176081"/>
                  </a:lnTo>
                  <a:lnTo>
                    <a:pt x="610" y="181355"/>
                  </a:lnTo>
                  <a:lnTo>
                    <a:pt x="1147" y="186615"/>
                  </a:lnTo>
                  <a:lnTo>
                    <a:pt x="1850" y="191855"/>
                  </a:lnTo>
                  <a:lnTo>
                    <a:pt x="2718" y="197071"/>
                  </a:lnTo>
                  <a:lnTo>
                    <a:pt x="3751" y="202256"/>
                  </a:lnTo>
                  <a:lnTo>
                    <a:pt x="4948" y="207406"/>
                  </a:lnTo>
                  <a:lnTo>
                    <a:pt x="6306" y="212516"/>
                  </a:lnTo>
                  <a:lnTo>
                    <a:pt x="7826" y="217580"/>
                  </a:lnTo>
                  <a:lnTo>
                    <a:pt x="9505" y="222593"/>
                  </a:lnTo>
                  <a:lnTo>
                    <a:pt x="11342" y="227551"/>
                  </a:lnTo>
                  <a:lnTo>
                    <a:pt x="13334" y="232448"/>
                  </a:lnTo>
                  <a:lnTo>
                    <a:pt x="15481" y="237280"/>
                  </a:lnTo>
                  <a:lnTo>
                    <a:pt x="17779" y="242042"/>
                  </a:lnTo>
                  <a:lnTo>
                    <a:pt x="20226" y="246728"/>
                  </a:lnTo>
                  <a:lnTo>
                    <a:pt x="22821" y="251335"/>
                  </a:lnTo>
                  <a:lnTo>
                    <a:pt x="25560" y="255858"/>
                  </a:lnTo>
                  <a:lnTo>
                    <a:pt x="28440" y="260291"/>
                  </a:lnTo>
                  <a:lnTo>
                    <a:pt x="31460" y="264631"/>
                  </a:lnTo>
                  <a:lnTo>
                    <a:pt x="34615" y="268874"/>
                  </a:lnTo>
                  <a:lnTo>
                    <a:pt x="37903" y="273015"/>
                  </a:lnTo>
                  <a:lnTo>
                    <a:pt x="41320" y="277049"/>
                  </a:lnTo>
                  <a:lnTo>
                    <a:pt x="44863" y="280974"/>
                  </a:lnTo>
                  <a:lnTo>
                    <a:pt x="48528" y="284784"/>
                  </a:lnTo>
                  <a:lnTo>
                    <a:pt x="52312" y="288477"/>
                  </a:lnTo>
                  <a:lnTo>
                    <a:pt x="56210" y="292048"/>
                  </a:lnTo>
                  <a:lnTo>
                    <a:pt x="60220" y="295494"/>
                  </a:lnTo>
                  <a:lnTo>
                    <a:pt x="64337" y="298812"/>
                  </a:lnTo>
                  <a:lnTo>
                    <a:pt x="68557" y="301998"/>
                  </a:lnTo>
                  <a:lnTo>
                    <a:pt x="72875" y="305049"/>
                  </a:lnTo>
                  <a:lnTo>
                    <a:pt x="77287" y="307961"/>
                  </a:lnTo>
                  <a:lnTo>
                    <a:pt x="81790" y="310733"/>
                  </a:lnTo>
                  <a:lnTo>
                    <a:pt x="86378" y="313361"/>
                  </a:lnTo>
                  <a:lnTo>
                    <a:pt x="91046" y="315842"/>
                  </a:lnTo>
                  <a:lnTo>
                    <a:pt x="95791" y="318175"/>
                  </a:lnTo>
                  <a:lnTo>
                    <a:pt x="100607" y="320356"/>
                  </a:lnTo>
                  <a:lnTo>
                    <a:pt x="105490" y="322384"/>
                  </a:lnTo>
                  <a:lnTo>
                    <a:pt x="110435" y="324257"/>
                  </a:lnTo>
                  <a:lnTo>
                    <a:pt x="115436" y="325972"/>
                  </a:lnTo>
                  <a:lnTo>
                    <a:pt x="120489" y="327528"/>
                  </a:lnTo>
                  <a:lnTo>
                    <a:pt x="125589" y="328924"/>
                  </a:lnTo>
                  <a:lnTo>
                    <a:pt x="130730" y="330157"/>
                  </a:lnTo>
                  <a:lnTo>
                    <a:pt x="135907" y="331228"/>
                  </a:lnTo>
                  <a:lnTo>
                    <a:pt x="141116" y="332134"/>
                  </a:lnTo>
                  <a:lnTo>
                    <a:pt x="146351" y="332875"/>
                  </a:lnTo>
                  <a:lnTo>
                    <a:pt x="151607" y="333450"/>
                  </a:lnTo>
                  <a:lnTo>
                    <a:pt x="156879" y="333859"/>
                  </a:lnTo>
                  <a:lnTo>
                    <a:pt x="162160" y="334100"/>
                  </a:lnTo>
                  <a:lnTo>
                    <a:pt x="167447" y="334175"/>
                  </a:lnTo>
                  <a:lnTo>
                    <a:pt x="172733" y="334082"/>
                  </a:lnTo>
                  <a:lnTo>
                    <a:pt x="178014" y="333823"/>
                  </a:lnTo>
                  <a:lnTo>
                    <a:pt x="183284" y="333396"/>
                  </a:lnTo>
                  <a:lnTo>
                    <a:pt x="188538" y="332803"/>
                  </a:lnTo>
                  <a:lnTo>
                    <a:pt x="193770" y="332044"/>
                  </a:lnTo>
                  <a:lnTo>
                    <a:pt x="198976" y="331120"/>
                  </a:lnTo>
                  <a:lnTo>
                    <a:pt x="204150" y="330032"/>
                  </a:lnTo>
                  <a:lnTo>
                    <a:pt x="209287" y="328780"/>
                  </a:lnTo>
                  <a:lnTo>
                    <a:pt x="214382" y="327367"/>
                  </a:lnTo>
                  <a:lnTo>
                    <a:pt x="219429" y="325794"/>
                  </a:lnTo>
                  <a:lnTo>
                    <a:pt x="224425" y="324061"/>
                  </a:lnTo>
                  <a:lnTo>
                    <a:pt x="229363" y="322172"/>
                  </a:lnTo>
                  <a:lnTo>
                    <a:pt x="234238" y="320127"/>
                  </a:lnTo>
                  <a:lnTo>
                    <a:pt x="239047" y="317929"/>
                  </a:lnTo>
                  <a:lnTo>
                    <a:pt x="243784" y="315580"/>
                  </a:lnTo>
                  <a:lnTo>
                    <a:pt x="248444" y="313083"/>
                  </a:lnTo>
                  <a:lnTo>
                    <a:pt x="253023" y="310439"/>
                  </a:lnTo>
                  <a:lnTo>
                    <a:pt x="257516" y="307652"/>
                  </a:lnTo>
                  <a:lnTo>
                    <a:pt x="261918" y="304724"/>
                  </a:lnTo>
                  <a:lnTo>
                    <a:pt x="266226" y="301659"/>
                  </a:lnTo>
                  <a:lnTo>
                    <a:pt x="270435" y="298459"/>
                  </a:lnTo>
                  <a:lnTo>
                    <a:pt x="274540" y="295127"/>
                  </a:lnTo>
                  <a:lnTo>
                    <a:pt x="278538" y="291667"/>
                  </a:lnTo>
                  <a:lnTo>
                    <a:pt x="282425" y="288083"/>
                  </a:lnTo>
                  <a:lnTo>
                    <a:pt x="286196" y="284377"/>
                  </a:lnTo>
                  <a:lnTo>
                    <a:pt x="289848" y="280554"/>
                  </a:lnTo>
                  <a:lnTo>
                    <a:pt x="293377" y="276617"/>
                  </a:lnTo>
                  <a:lnTo>
                    <a:pt x="296781" y="272571"/>
                  </a:lnTo>
                  <a:lnTo>
                    <a:pt x="300054" y="268419"/>
                  </a:lnTo>
                  <a:lnTo>
                    <a:pt x="303195" y="264165"/>
                  </a:lnTo>
                  <a:lnTo>
                    <a:pt x="306199" y="259815"/>
                  </a:lnTo>
                  <a:lnTo>
                    <a:pt x="309065" y="255371"/>
                  </a:lnTo>
                  <a:lnTo>
                    <a:pt x="311788" y="250840"/>
                  </a:lnTo>
                  <a:lnTo>
                    <a:pt x="314367" y="246224"/>
                  </a:lnTo>
                  <a:lnTo>
                    <a:pt x="316798" y="241529"/>
                  </a:lnTo>
                  <a:lnTo>
                    <a:pt x="319080" y="236760"/>
                  </a:lnTo>
                  <a:lnTo>
                    <a:pt x="321210" y="231921"/>
                  </a:lnTo>
                  <a:lnTo>
                    <a:pt x="323186" y="227016"/>
                  </a:lnTo>
                  <a:lnTo>
                    <a:pt x="325005" y="222052"/>
                  </a:lnTo>
                  <a:lnTo>
                    <a:pt x="326667" y="217033"/>
                  </a:lnTo>
                  <a:lnTo>
                    <a:pt x="328169" y="211964"/>
                  </a:lnTo>
                  <a:lnTo>
                    <a:pt x="329510" y="206849"/>
                  </a:lnTo>
                  <a:lnTo>
                    <a:pt x="330689" y="201695"/>
                  </a:lnTo>
                  <a:lnTo>
                    <a:pt x="331704" y="196507"/>
                  </a:lnTo>
                  <a:lnTo>
                    <a:pt x="332555" y="191288"/>
                  </a:lnTo>
                  <a:lnTo>
                    <a:pt x="333240" y="186046"/>
                  </a:lnTo>
                  <a:lnTo>
                    <a:pt x="333759" y="180784"/>
                  </a:lnTo>
                  <a:lnTo>
                    <a:pt x="334111" y="175509"/>
                  </a:lnTo>
                  <a:lnTo>
                    <a:pt x="334297" y="170225"/>
                  </a:lnTo>
                  <a:lnTo>
                    <a:pt x="334315" y="164938"/>
                  </a:lnTo>
                  <a:lnTo>
                    <a:pt x="334166" y="159652"/>
                  </a:lnTo>
                  <a:lnTo>
                    <a:pt x="333850" y="154375"/>
                  </a:lnTo>
                  <a:lnTo>
                    <a:pt x="333367" y="149110"/>
                  </a:lnTo>
                  <a:lnTo>
                    <a:pt x="332718" y="143862"/>
                  </a:lnTo>
                  <a:lnTo>
                    <a:pt x="331903" y="138638"/>
                  </a:lnTo>
                  <a:lnTo>
                    <a:pt x="330923" y="133443"/>
                  </a:lnTo>
                  <a:lnTo>
                    <a:pt x="329780" y="128281"/>
                  </a:lnTo>
                  <a:lnTo>
                    <a:pt x="328474" y="123157"/>
                  </a:lnTo>
                  <a:lnTo>
                    <a:pt x="327006" y="118078"/>
                  </a:lnTo>
                  <a:lnTo>
                    <a:pt x="325379" y="113047"/>
                  </a:lnTo>
                  <a:lnTo>
                    <a:pt x="323594" y="108071"/>
                  </a:lnTo>
                  <a:lnTo>
                    <a:pt x="321652" y="103153"/>
                  </a:lnTo>
                  <a:lnTo>
                    <a:pt x="319555" y="98300"/>
                  </a:lnTo>
                  <a:lnTo>
                    <a:pt x="317306" y="93515"/>
                  </a:lnTo>
                  <a:lnTo>
                    <a:pt x="314907" y="88803"/>
                  </a:lnTo>
                  <a:lnTo>
                    <a:pt x="312360" y="84170"/>
                  </a:lnTo>
                  <a:lnTo>
                    <a:pt x="309667" y="79620"/>
                  </a:lnTo>
                  <a:lnTo>
                    <a:pt x="306832" y="75157"/>
                  </a:lnTo>
                  <a:lnTo>
                    <a:pt x="303858" y="70786"/>
                  </a:lnTo>
                  <a:lnTo>
                    <a:pt x="300747" y="66511"/>
                  </a:lnTo>
                  <a:lnTo>
                    <a:pt x="297502" y="62337"/>
                  </a:lnTo>
                  <a:lnTo>
                    <a:pt x="294126" y="58267"/>
                  </a:lnTo>
                  <a:lnTo>
                    <a:pt x="290624" y="54306"/>
                  </a:lnTo>
                  <a:lnTo>
                    <a:pt x="286998" y="50458"/>
                  </a:lnTo>
                  <a:lnTo>
                    <a:pt x="283252" y="46727"/>
                  </a:lnTo>
                  <a:lnTo>
                    <a:pt x="279391" y="43115"/>
                  </a:lnTo>
                  <a:lnTo>
                    <a:pt x="275416" y="39628"/>
                  </a:lnTo>
                  <a:lnTo>
                    <a:pt x="271334" y="36268"/>
                  </a:lnTo>
                  <a:lnTo>
                    <a:pt x="267147" y="33039"/>
                  </a:lnTo>
                  <a:lnTo>
                    <a:pt x="262861" y="29944"/>
                  </a:lnTo>
                  <a:lnTo>
                    <a:pt x="258478" y="26987"/>
                  </a:lnTo>
                  <a:lnTo>
                    <a:pt x="254005" y="24169"/>
                  </a:lnTo>
                  <a:lnTo>
                    <a:pt x="249444" y="21494"/>
                  </a:lnTo>
                  <a:lnTo>
                    <a:pt x="244801" y="18964"/>
                  </a:lnTo>
                  <a:lnTo>
                    <a:pt x="240081" y="16583"/>
                  </a:lnTo>
                  <a:lnTo>
                    <a:pt x="235287" y="14352"/>
                  </a:lnTo>
                  <a:lnTo>
                    <a:pt x="230425" y="12274"/>
                  </a:lnTo>
                  <a:lnTo>
                    <a:pt x="225500" y="10351"/>
                  </a:lnTo>
                  <a:lnTo>
                    <a:pt x="220517" y="8584"/>
                  </a:lnTo>
                  <a:lnTo>
                    <a:pt x="215481" y="6976"/>
                  </a:lnTo>
                  <a:lnTo>
                    <a:pt x="167160" y="1670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486215" y="5399291"/>
              <a:ext cx="48320" cy="167167"/>
            </a:xfrm>
            <a:custGeom>
              <a:avLst/>
              <a:pathLst>
                <a:path w="48320" h="167167">
                  <a:moveTo>
                    <a:pt x="48320" y="7135"/>
                  </a:moveTo>
                  <a:lnTo>
                    <a:pt x="42423" y="5472"/>
                  </a:lnTo>
                  <a:lnTo>
                    <a:pt x="36469" y="4026"/>
                  </a:lnTo>
                  <a:lnTo>
                    <a:pt x="30466" y="2799"/>
                  </a:lnTo>
                  <a:lnTo>
                    <a:pt x="24422" y="1793"/>
                  </a:lnTo>
                  <a:lnTo>
                    <a:pt x="18345" y="1009"/>
                  </a:lnTo>
                  <a:lnTo>
                    <a:pt x="12243" y="449"/>
                  </a:lnTo>
                  <a:lnTo>
                    <a:pt x="6126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43746" y="5399291"/>
              <a:ext cx="79797" cy="167167"/>
            </a:xfrm>
            <a:custGeom>
              <a:avLst/>
              <a:pathLst>
                <a:path w="79797" h="167167">
                  <a:moveTo>
                    <a:pt x="79797" y="0"/>
                  </a:moveTo>
                  <a:lnTo>
                    <a:pt x="73856" y="105"/>
                  </a:lnTo>
                  <a:lnTo>
                    <a:pt x="67923" y="422"/>
                  </a:lnTo>
                  <a:lnTo>
                    <a:pt x="62005" y="949"/>
                  </a:lnTo>
                  <a:lnTo>
                    <a:pt x="56109" y="1686"/>
                  </a:lnTo>
                  <a:lnTo>
                    <a:pt x="50243" y="2633"/>
                  </a:lnTo>
                  <a:lnTo>
                    <a:pt x="44414" y="3787"/>
                  </a:lnTo>
                  <a:lnTo>
                    <a:pt x="38631" y="5148"/>
                  </a:lnTo>
                  <a:lnTo>
                    <a:pt x="32899" y="6713"/>
                  </a:lnTo>
                  <a:lnTo>
                    <a:pt x="27226" y="8481"/>
                  </a:lnTo>
                  <a:lnTo>
                    <a:pt x="21620" y="10450"/>
                  </a:lnTo>
                  <a:lnTo>
                    <a:pt x="16087" y="12616"/>
                  </a:lnTo>
                  <a:lnTo>
                    <a:pt x="10635" y="14978"/>
                  </a:lnTo>
                  <a:lnTo>
                    <a:pt x="5270" y="17532"/>
                  </a:lnTo>
                  <a:lnTo>
                    <a:pt x="0" y="20275"/>
                  </a:lnTo>
                  <a:lnTo>
                    <a:pt x="7979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43746" y="5419567"/>
              <a:ext cx="79797" cy="146892"/>
            </a:xfrm>
            <a:custGeom>
              <a:avLst/>
              <a:pathLst>
                <a:path w="79797" h="146892">
                  <a:moveTo>
                    <a:pt x="0" y="0"/>
                  </a:moveTo>
                  <a:lnTo>
                    <a:pt x="79797" y="1468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43746" y="5419567"/>
              <a:ext cx="79797" cy="146892"/>
            </a:xfrm>
            <a:custGeom>
              <a:avLst/>
              <a:pathLst>
                <a:path w="79797" h="146892">
                  <a:moveTo>
                    <a:pt x="0" y="0"/>
                  </a:moveTo>
                  <a:lnTo>
                    <a:pt x="79797" y="1468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43746" y="5419567"/>
              <a:ext cx="79797" cy="146892"/>
            </a:xfrm>
            <a:custGeom>
              <a:avLst/>
              <a:pathLst>
                <a:path w="79797" h="146892">
                  <a:moveTo>
                    <a:pt x="0" y="0"/>
                  </a:moveTo>
                  <a:lnTo>
                    <a:pt x="79797" y="1468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943746" y="5419567"/>
              <a:ext cx="79797" cy="146892"/>
            </a:xfrm>
            <a:custGeom>
              <a:avLst/>
              <a:pathLst>
                <a:path w="79797" h="146892">
                  <a:moveTo>
                    <a:pt x="0" y="0"/>
                  </a:moveTo>
                  <a:lnTo>
                    <a:pt x="79797" y="1468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943746" y="5419567"/>
              <a:ext cx="79797" cy="146892"/>
            </a:xfrm>
            <a:custGeom>
              <a:avLst/>
              <a:pathLst>
                <a:path w="79797" h="146892">
                  <a:moveTo>
                    <a:pt x="0" y="0"/>
                  </a:moveTo>
                  <a:lnTo>
                    <a:pt x="79797" y="1468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856383" y="5419567"/>
              <a:ext cx="167160" cy="311885"/>
            </a:xfrm>
            <a:custGeom>
              <a:avLst/>
              <a:pathLst>
                <a:path w="167160" h="311885">
                  <a:moveTo>
                    <a:pt x="87362" y="0"/>
                  </a:moveTo>
                  <a:lnTo>
                    <a:pt x="82729" y="2613"/>
                  </a:lnTo>
                  <a:lnTo>
                    <a:pt x="78180" y="5373"/>
                  </a:lnTo>
                  <a:lnTo>
                    <a:pt x="73722" y="8276"/>
                  </a:lnTo>
                  <a:lnTo>
                    <a:pt x="69358" y="11320"/>
                  </a:lnTo>
                  <a:lnTo>
                    <a:pt x="65094" y="14501"/>
                  </a:lnTo>
                  <a:lnTo>
                    <a:pt x="60933" y="17816"/>
                  </a:lnTo>
                  <a:lnTo>
                    <a:pt x="56879" y="21261"/>
                  </a:lnTo>
                  <a:lnTo>
                    <a:pt x="52937" y="24834"/>
                  </a:lnTo>
                  <a:lnTo>
                    <a:pt x="49111" y="28531"/>
                  </a:lnTo>
                  <a:lnTo>
                    <a:pt x="45404" y="32347"/>
                  </a:lnTo>
                  <a:lnTo>
                    <a:pt x="41821" y="36280"/>
                  </a:lnTo>
                  <a:lnTo>
                    <a:pt x="38364" y="40324"/>
                  </a:lnTo>
                  <a:lnTo>
                    <a:pt x="35039" y="44477"/>
                  </a:lnTo>
                  <a:lnTo>
                    <a:pt x="31847" y="48733"/>
                  </a:lnTo>
                  <a:lnTo>
                    <a:pt x="28791" y="53088"/>
                  </a:lnTo>
                  <a:lnTo>
                    <a:pt x="25877" y="57539"/>
                  </a:lnTo>
                  <a:lnTo>
                    <a:pt x="23105" y="62080"/>
                  </a:lnTo>
                  <a:lnTo>
                    <a:pt x="20479" y="66707"/>
                  </a:lnTo>
                  <a:lnTo>
                    <a:pt x="18002" y="71415"/>
                  </a:lnTo>
                  <a:lnTo>
                    <a:pt x="15675" y="76200"/>
                  </a:lnTo>
                  <a:lnTo>
                    <a:pt x="13503" y="81056"/>
                  </a:lnTo>
                  <a:lnTo>
                    <a:pt x="11485" y="85979"/>
                  </a:lnTo>
                  <a:lnTo>
                    <a:pt x="9626" y="90964"/>
                  </a:lnTo>
                  <a:lnTo>
                    <a:pt x="7926" y="96005"/>
                  </a:lnTo>
                  <a:lnTo>
                    <a:pt x="6387" y="101098"/>
                  </a:lnTo>
                  <a:lnTo>
                    <a:pt x="5012" y="106237"/>
                  </a:lnTo>
                  <a:lnTo>
                    <a:pt x="3800" y="111418"/>
                  </a:lnTo>
                  <a:lnTo>
                    <a:pt x="2754" y="116634"/>
                  </a:lnTo>
                  <a:lnTo>
                    <a:pt x="1874" y="121881"/>
                  </a:lnTo>
                  <a:lnTo>
                    <a:pt x="1162" y="127153"/>
                  </a:lnTo>
                  <a:lnTo>
                    <a:pt x="618" y="132446"/>
                  </a:lnTo>
                  <a:lnTo>
                    <a:pt x="243" y="137752"/>
                  </a:lnTo>
                  <a:lnTo>
                    <a:pt x="37" y="143069"/>
                  </a:lnTo>
                  <a:lnTo>
                    <a:pt x="0" y="148389"/>
                  </a:lnTo>
                  <a:lnTo>
                    <a:pt x="132" y="153707"/>
                  </a:lnTo>
                  <a:lnTo>
                    <a:pt x="433" y="159019"/>
                  </a:lnTo>
                  <a:lnTo>
                    <a:pt x="904" y="164318"/>
                  </a:lnTo>
                  <a:lnTo>
                    <a:pt x="1542" y="169600"/>
                  </a:lnTo>
                  <a:lnTo>
                    <a:pt x="2349" y="174859"/>
                  </a:lnTo>
                  <a:lnTo>
                    <a:pt x="3322" y="180089"/>
                  </a:lnTo>
                  <a:lnTo>
                    <a:pt x="4462" y="185286"/>
                  </a:lnTo>
                  <a:lnTo>
                    <a:pt x="5766" y="190444"/>
                  </a:lnTo>
                  <a:lnTo>
                    <a:pt x="7233" y="195557"/>
                  </a:lnTo>
                  <a:lnTo>
                    <a:pt x="8863" y="200622"/>
                  </a:lnTo>
                  <a:lnTo>
                    <a:pt x="10653" y="205632"/>
                  </a:lnTo>
                  <a:lnTo>
                    <a:pt x="12601" y="210583"/>
                  </a:lnTo>
                  <a:lnTo>
                    <a:pt x="14706" y="215469"/>
                  </a:lnTo>
                  <a:lnTo>
                    <a:pt x="16966" y="220285"/>
                  </a:lnTo>
                  <a:lnTo>
                    <a:pt x="19377" y="225027"/>
                  </a:lnTo>
                  <a:lnTo>
                    <a:pt x="21939" y="229690"/>
                  </a:lnTo>
                  <a:lnTo>
                    <a:pt x="24647" y="234270"/>
                  </a:lnTo>
                  <a:lnTo>
                    <a:pt x="27500" y="238760"/>
                  </a:lnTo>
                  <a:lnTo>
                    <a:pt x="30494" y="243158"/>
                  </a:lnTo>
                  <a:lnTo>
                    <a:pt x="33626" y="247458"/>
                  </a:lnTo>
                  <a:lnTo>
                    <a:pt x="36894" y="251657"/>
                  </a:lnTo>
                  <a:lnTo>
                    <a:pt x="40294" y="255749"/>
                  </a:lnTo>
                  <a:lnTo>
                    <a:pt x="43822" y="259731"/>
                  </a:lnTo>
                  <a:lnTo>
                    <a:pt x="47475" y="263598"/>
                  </a:lnTo>
                  <a:lnTo>
                    <a:pt x="51250" y="267348"/>
                  </a:lnTo>
                  <a:lnTo>
                    <a:pt x="55142" y="270975"/>
                  </a:lnTo>
                  <a:lnTo>
                    <a:pt x="59147" y="274477"/>
                  </a:lnTo>
                  <a:lnTo>
                    <a:pt x="63262" y="277850"/>
                  </a:lnTo>
                  <a:lnTo>
                    <a:pt x="67481" y="281089"/>
                  </a:lnTo>
                  <a:lnTo>
                    <a:pt x="71802" y="284193"/>
                  </a:lnTo>
                  <a:lnTo>
                    <a:pt x="76220" y="287158"/>
                  </a:lnTo>
                  <a:lnTo>
                    <a:pt x="80729" y="289981"/>
                  </a:lnTo>
                  <a:lnTo>
                    <a:pt x="85326" y="292659"/>
                  </a:lnTo>
                  <a:lnTo>
                    <a:pt x="90006" y="295189"/>
                  </a:lnTo>
                  <a:lnTo>
                    <a:pt x="94765" y="297569"/>
                  </a:lnTo>
                  <a:lnTo>
                    <a:pt x="99596" y="299797"/>
                  </a:lnTo>
                  <a:lnTo>
                    <a:pt x="104496" y="301869"/>
                  </a:lnTo>
                  <a:lnTo>
                    <a:pt x="109459" y="303785"/>
                  </a:lnTo>
                  <a:lnTo>
                    <a:pt x="114481" y="305542"/>
                  </a:lnTo>
                  <a:lnTo>
                    <a:pt x="119556" y="307138"/>
                  </a:lnTo>
                  <a:lnTo>
                    <a:pt x="124680" y="308571"/>
                  </a:lnTo>
                  <a:lnTo>
                    <a:pt x="129846" y="309841"/>
                  </a:lnTo>
                  <a:lnTo>
                    <a:pt x="135050" y="310946"/>
                  </a:lnTo>
                  <a:lnTo>
                    <a:pt x="140287" y="311885"/>
                  </a:lnTo>
                  <a:lnTo>
                    <a:pt x="167160" y="1468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996670" y="5399291"/>
              <a:ext cx="194023" cy="334334"/>
            </a:xfrm>
            <a:custGeom>
              <a:avLst/>
              <a:pathLst>
                <a:path w="194023" h="334334">
                  <a:moveTo>
                    <a:pt x="0" y="332160"/>
                  </a:moveTo>
                  <a:lnTo>
                    <a:pt x="5252" y="332930"/>
                  </a:lnTo>
                  <a:lnTo>
                    <a:pt x="10527" y="333533"/>
                  </a:lnTo>
                  <a:lnTo>
                    <a:pt x="15818" y="333968"/>
                  </a:lnTo>
                  <a:lnTo>
                    <a:pt x="21121" y="334235"/>
                  </a:lnTo>
                  <a:lnTo>
                    <a:pt x="26429" y="334334"/>
                  </a:lnTo>
                  <a:lnTo>
                    <a:pt x="31737" y="334264"/>
                  </a:lnTo>
                  <a:lnTo>
                    <a:pt x="37041" y="334025"/>
                  </a:lnTo>
                  <a:lnTo>
                    <a:pt x="42334" y="333618"/>
                  </a:lnTo>
                  <a:lnTo>
                    <a:pt x="47612" y="333043"/>
                  </a:lnTo>
                  <a:lnTo>
                    <a:pt x="52869" y="332301"/>
                  </a:lnTo>
                  <a:lnTo>
                    <a:pt x="58100" y="331392"/>
                  </a:lnTo>
                  <a:lnTo>
                    <a:pt x="63299" y="330317"/>
                  </a:lnTo>
                  <a:lnTo>
                    <a:pt x="68461" y="329079"/>
                  </a:lnTo>
                  <a:lnTo>
                    <a:pt x="73582" y="327676"/>
                  </a:lnTo>
                  <a:lnTo>
                    <a:pt x="78655" y="326112"/>
                  </a:lnTo>
                  <a:lnTo>
                    <a:pt x="83676" y="324388"/>
                  </a:lnTo>
                  <a:lnTo>
                    <a:pt x="88640" y="322504"/>
                  </a:lnTo>
                  <a:lnTo>
                    <a:pt x="93542" y="320465"/>
                  </a:lnTo>
                  <a:lnTo>
                    <a:pt x="98376" y="318270"/>
                  </a:lnTo>
                  <a:lnTo>
                    <a:pt x="103138" y="315924"/>
                  </a:lnTo>
                  <a:lnTo>
                    <a:pt x="107823" y="313427"/>
                  </a:lnTo>
                  <a:lnTo>
                    <a:pt x="112427" y="310782"/>
                  </a:lnTo>
                  <a:lnTo>
                    <a:pt x="116944" y="307993"/>
                  </a:lnTo>
                  <a:lnTo>
                    <a:pt x="121371" y="305062"/>
                  </a:lnTo>
                  <a:lnTo>
                    <a:pt x="125702" y="301992"/>
                  </a:lnTo>
                  <a:lnTo>
                    <a:pt x="129934" y="298785"/>
                  </a:lnTo>
                  <a:lnTo>
                    <a:pt x="134061" y="295446"/>
                  </a:lnTo>
                  <a:lnTo>
                    <a:pt x="138081" y="291978"/>
                  </a:lnTo>
                  <a:lnTo>
                    <a:pt x="141988" y="288384"/>
                  </a:lnTo>
                  <a:lnTo>
                    <a:pt x="145779" y="284667"/>
                  </a:lnTo>
                  <a:lnTo>
                    <a:pt x="149450" y="280832"/>
                  </a:lnTo>
                  <a:lnTo>
                    <a:pt x="152998" y="276882"/>
                  </a:lnTo>
                  <a:lnTo>
                    <a:pt x="156418" y="272822"/>
                  </a:lnTo>
                  <a:lnTo>
                    <a:pt x="159708" y="268655"/>
                  </a:lnTo>
                  <a:lnTo>
                    <a:pt x="162864" y="264386"/>
                  </a:lnTo>
                  <a:lnTo>
                    <a:pt x="165882" y="260018"/>
                  </a:lnTo>
                  <a:lnTo>
                    <a:pt x="168761" y="255557"/>
                  </a:lnTo>
                  <a:lnTo>
                    <a:pt x="171496" y="251007"/>
                  </a:lnTo>
                  <a:lnTo>
                    <a:pt x="174085" y="246372"/>
                  </a:lnTo>
                  <a:lnTo>
                    <a:pt x="176526" y="241658"/>
                  </a:lnTo>
                  <a:lnTo>
                    <a:pt x="178816" y="236868"/>
                  </a:lnTo>
                  <a:lnTo>
                    <a:pt x="180953" y="232008"/>
                  </a:lnTo>
                  <a:lnTo>
                    <a:pt x="182934" y="227082"/>
                  </a:lnTo>
                  <a:lnTo>
                    <a:pt x="184758" y="222096"/>
                  </a:lnTo>
                  <a:lnTo>
                    <a:pt x="186423" y="217055"/>
                  </a:lnTo>
                  <a:lnTo>
                    <a:pt x="187926" y="211963"/>
                  </a:lnTo>
                  <a:lnTo>
                    <a:pt x="189268" y="206827"/>
                  </a:lnTo>
                  <a:lnTo>
                    <a:pt x="190445" y="201650"/>
                  </a:lnTo>
                  <a:lnTo>
                    <a:pt x="191458" y="196438"/>
                  </a:lnTo>
                  <a:lnTo>
                    <a:pt x="192304" y="191197"/>
                  </a:lnTo>
                  <a:lnTo>
                    <a:pt x="192984" y="185932"/>
                  </a:lnTo>
                  <a:lnTo>
                    <a:pt x="193496" y="180648"/>
                  </a:lnTo>
                  <a:lnTo>
                    <a:pt x="193840" y="175350"/>
                  </a:lnTo>
                  <a:lnTo>
                    <a:pt x="194016" y="170044"/>
                  </a:lnTo>
                  <a:lnTo>
                    <a:pt x="194023" y="164734"/>
                  </a:lnTo>
                  <a:lnTo>
                    <a:pt x="193861" y="159428"/>
                  </a:lnTo>
                  <a:lnTo>
                    <a:pt x="193531" y="154129"/>
                  </a:lnTo>
                  <a:lnTo>
                    <a:pt x="193033" y="148844"/>
                  </a:lnTo>
                  <a:lnTo>
                    <a:pt x="192367" y="143576"/>
                  </a:lnTo>
                  <a:lnTo>
                    <a:pt x="191535" y="138333"/>
                  </a:lnTo>
                  <a:lnTo>
                    <a:pt x="190536" y="133119"/>
                  </a:lnTo>
                  <a:lnTo>
                    <a:pt x="189372" y="127939"/>
                  </a:lnTo>
                  <a:lnTo>
                    <a:pt x="188045" y="122799"/>
                  </a:lnTo>
                  <a:lnTo>
                    <a:pt x="186555" y="117703"/>
                  </a:lnTo>
                  <a:lnTo>
                    <a:pt x="184903" y="112657"/>
                  </a:lnTo>
                  <a:lnTo>
                    <a:pt x="183093" y="107666"/>
                  </a:lnTo>
                  <a:lnTo>
                    <a:pt x="181125" y="102736"/>
                  </a:lnTo>
                  <a:lnTo>
                    <a:pt x="179001" y="97870"/>
                  </a:lnTo>
                  <a:lnTo>
                    <a:pt x="176723" y="93074"/>
                  </a:lnTo>
                  <a:lnTo>
                    <a:pt x="174295" y="88353"/>
                  </a:lnTo>
                  <a:lnTo>
                    <a:pt x="171718" y="83711"/>
                  </a:lnTo>
                  <a:lnTo>
                    <a:pt x="168995" y="79154"/>
                  </a:lnTo>
                  <a:lnTo>
                    <a:pt x="166128" y="74685"/>
                  </a:lnTo>
                  <a:lnTo>
                    <a:pt x="163121" y="70310"/>
                  </a:lnTo>
                  <a:lnTo>
                    <a:pt x="159977" y="66032"/>
                  </a:lnTo>
                  <a:lnTo>
                    <a:pt x="156698" y="61857"/>
                  </a:lnTo>
                  <a:lnTo>
                    <a:pt x="153289" y="57787"/>
                  </a:lnTo>
                  <a:lnTo>
                    <a:pt x="149752" y="53828"/>
                  </a:lnTo>
                  <a:lnTo>
                    <a:pt x="146091" y="49983"/>
                  </a:lnTo>
                  <a:lnTo>
                    <a:pt x="142309" y="46257"/>
                  </a:lnTo>
                  <a:lnTo>
                    <a:pt x="138412" y="42652"/>
                  </a:lnTo>
                  <a:lnTo>
                    <a:pt x="134402" y="39173"/>
                  </a:lnTo>
                  <a:lnTo>
                    <a:pt x="130283" y="35823"/>
                  </a:lnTo>
                  <a:lnTo>
                    <a:pt x="126060" y="32605"/>
                  </a:lnTo>
                  <a:lnTo>
                    <a:pt x="121737" y="29523"/>
                  </a:lnTo>
                  <a:lnTo>
                    <a:pt x="117318" y="26580"/>
                  </a:lnTo>
                  <a:lnTo>
                    <a:pt x="112808" y="23779"/>
                  </a:lnTo>
                  <a:lnTo>
                    <a:pt x="108212" y="21123"/>
                  </a:lnTo>
                  <a:lnTo>
                    <a:pt x="103533" y="18613"/>
                  </a:lnTo>
                  <a:lnTo>
                    <a:pt x="98777" y="16254"/>
                  </a:lnTo>
                  <a:lnTo>
                    <a:pt x="93949" y="14047"/>
                  </a:lnTo>
                  <a:lnTo>
                    <a:pt x="89053" y="11994"/>
                  </a:lnTo>
                  <a:lnTo>
                    <a:pt x="84094" y="10098"/>
                  </a:lnTo>
                  <a:lnTo>
                    <a:pt x="79077" y="8360"/>
                  </a:lnTo>
                  <a:lnTo>
                    <a:pt x="74008" y="6782"/>
                  </a:lnTo>
                  <a:lnTo>
                    <a:pt x="68891" y="5366"/>
                  </a:lnTo>
                  <a:lnTo>
                    <a:pt x="63732" y="4114"/>
                  </a:lnTo>
                  <a:lnTo>
                    <a:pt x="58536" y="3026"/>
                  </a:lnTo>
                  <a:lnTo>
                    <a:pt x="53308" y="2103"/>
                  </a:lnTo>
                  <a:lnTo>
                    <a:pt x="48053" y="1347"/>
                  </a:lnTo>
                  <a:lnTo>
                    <a:pt x="42777" y="758"/>
                  </a:lnTo>
                  <a:lnTo>
                    <a:pt x="37484" y="337"/>
                  </a:lnTo>
                  <a:lnTo>
                    <a:pt x="32181" y="84"/>
                  </a:lnTo>
                  <a:lnTo>
                    <a:pt x="26873" y="0"/>
                  </a:lnTo>
                  <a:lnTo>
                    <a:pt x="2687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17817" y="5269756"/>
              <a:ext cx="27440" cy="167167"/>
            </a:xfrm>
            <a:custGeom>
              <a:avLst/>
              <a:pathLst>
                <a:path w="27440" h="167167">
                  <a:moveTo>
                    <a:pt x="27440" y="0"/>
                  </a:moveTo>
                  <a:lnTo>
                    <a:pt x="20551" y="142"/>
                  </a:lnTo>
                  <a:lnTo>
                    <a:pt x="13673" y="567"/>
                  </a:lnTo>
                  <a:lnTo>
                    <a:pt x="6819" y="1276"/>
                  </a:lnTo>
                  <a:lnTo>
                    <a:pt x="0" y="2267"/>
                  </a:lnTo>
                  <a:lnTo>
                    <a:pt x="274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17817" y="5272023"/>
              <a:ext cx="27440" cy="164899"/>
            </a:xfrm>
            <a:custGeom>
              <a:avLst/>
              <a:pathLst>
                <a:path w="27440" h="164899">
                  <a:moveTo>
                    <a:pt x="0" y="0"/>
                  </a:moveTo>
                  <a:lnTo>
                    <a:pt x="27440" y="1648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17817" y="5272023"/>
              <a:ext cx="27440" cy="164899"/>
            </a:xfrm>
            <a:custGeom>
              <a:avLst/>
              <a:pathLst>
                <a:path w="27440" h="164899">
                  <a:moveTo>
                    <a:pt x="0" y="0"/>
                  </a:moveTo>
                  <a:lnTo>
                    <a:pt x="27440" y="1648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517817" y="5272023"/>
              <a:ext cx="27440" cy="164899"/>
            </a:xfrm>
            <a:custGeom>
              <a:avLst/>
              <a:pathLst>
                <a:path w="27440" h="164899">
                  <a:moveTo>
                    <a:pt x="0" y="0"/>
                  </a:moveTo>
                  <a:lnTo>
                    <a:pt x="27440" y="1648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517817" y="5272023"/>
              <a:ext cx="27440" cy="164899"/>
            </a:xfrm>
            <a:custGeom>
              <a:avLst/>
              <a:pathLst>
                <a:path w="27440" h="164899">
                  <a:moveTo>
                    <a:pt x="0" y="0"/>
                  </a:moveTo>
                  <a:lnTo>
                    <a:pt x="27440" y="1648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390246" y="5272023"/>
              <a:ext cx="155012" cy="164899"/>
            </a:xfrm>
            <a:custGeom>
              <a:avLst/>
              <a:pathLst>
                <a:path w="155012" h="164899">
                  <a:moveTo>
                    <a:pt x="127571" y="0"/>
                  </a:moveTo>
                  <a:lnTo>
                    <a:pt x="122150" y="994"/>
                  </a:lnTo>
                  <a:lnTo>
                    <a:pt x="116764" y="2166"/>
                  </a:lnTo>
                  <a:lnTo>
                    <a:pt x="111420" y="3516"/>
                  </a:lnTo>
                  <a:lnTo>
                    <a:pt x="106123" y="5041"/>
                  </a:lnTo>
                  <a:lnTo>
                    <a:pt x="100879" y="6739"/>
                  </a:lnTo>
                  <a:lnTo>
                    <a:pt x="95694" y="8610"/>
                  </a:lnTo>
                  <a:lnTo>
                    <a:pt x="90574" y="10651"/>
                  </a:lnTo>
                  <a:lnTo>
                    <a:pt x="85523" y="12859"/>
                  </a:lnTo>
                  <a:lnTo>
                    <a:pt x="80549" y="15232"/>
                  </a:lnTo>
                  <a:lnTo>
                    <a:pt x="75655" y="17769"/>
                  </a:lnTo>
                  <a:lnTo>
                    <a:pt x="70847" y="20465"/>
                  </a:lnTo>
                  <a:lnTo>
                    <a:pt x="66131" y="23318"/>
                  </a:lnTo>
                  <a:lnTo>
                    <a:pt x="61512" y="26325"/>
                  </a:lnTo>
                  <a:lnTo>
                    <a:pt x="56994" y="29483"/>
                  </a:lnTo>
                  <a:lnTo>
                    <a:pt x="52583" y="32788"/>
                  </a:lnTo>
                  <a:lnTo>
                    <a:pt x="48283" y="36237"/>
                  </a:lnTo>
                  <a:lnTo>
                    <a:pt x="44100" y="39826"/>
                  </a:lnTo>
                  <a:lnTo>
                    <a:pt x="40036" y="43550"/>
                  </a:lnTo>
                  <a:lnTo>
                    <a:pt x="36098" y="47407"/>
                  </a:lnTo>
                  <a:lnTo>
                    <a:pt x="32289" y="51391"/>
                  </a:lnTo>
                  <a:lnTo>
                    <a:pt x="28614" y="55499"/>
                  </a:lnTo>
                  <a:lnTo>
                    <a:pt x="25076" y="59725"/>
                  </a:lnTo>
                  <a:lnTo>
                    <a:pt x="21679" y="64066"/>
                  </a:lnTo>
                  <a:lnTo>
                    <a:pt x="18427" y="68517"/>
                  </a:lnTo>
                  <a:lnTo>
                    <a:pt x="15324" y="73072"/>
                  </a:lnTo>
                  <a:lnTo>
                    <a:pt x="12372" y="77727"/>
                  </a:lnTo>
                  <a:lnTo>
                    <a:pt x="9576" y="82477"/>
                  </a:lnTo>
                  <a:lnTo>
                    <a:pt x="6938" y="87317"/>
                  </a:lnTo>
                  <a:lnTo>
                    <a:pt x="4460" y="92241"/>
                  </a:lnTo>
                  <a:lnTo>
                    <a:pt x="2147" y="97244"/>
                  </a:lnTo>
                  <a:lnTo>
                    <a:pt x="0" y="102320"/>
                  </a:lnTo>
                  <a:lnTo>
                    <a:pt x="155012" y="1648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378092" y="5269756"/>
              <a:ext cx="334321" cy="334329"/>
            </a:xfrm>
            <a:custGeom>
              <a:avLst/>
              <a:pathLst>
                <a:path w="334321" h="334329">
                  <a:moveTo>
                    <a:pt x="12153" y="104588"/>
                  </a:moveTo>
                  <a:lnTo>
                    <a:pt x="10251" y="109525"/>
                  </a:lnTo>
                  <a:lnTo>
                    <a:pt x="8505" y="114520"/>
                  </a:lnTo>
                  <a:lnTo>
                    <a:pt x="6918" y="119567"/>
                  </a:lnTo>
                  <a:lnTo>
                    <a:pt x="5492" y="124663"/>
                  </a:lnTo>
                  <a:lnTo>
                    <a:pt x="4228" y="129800"/>
                  </a:lnTo>
                  <a:lnTo>
                    <a:pt x="3127" y="134976"/>
                  </a:lnTo>
                  <a:lnTo>
                    <a:pt x="2190" y="140183"/>
                  </a:lnTo>
                  <a:lnTo>
                    <a:pt x="1419" y="145418"/>
                  </a:lnTo>
                  <a:lnTo>
                    <a:pt x="814" y="150674"/>
                  </a:lnTo>
                  <a:lnTo>
                    <a:pt x="375" y="155947"/>
                  </a:lnTo>
                  <a:lnTo>
                    <a:pt x="104" y="161231"/>
                  </a:lnTo>
                  <a:lnTo>
                    <a:pt x="0" y="166521"/>
                  </a:lnTo>
                  <a:lnTo>
                    <a:pt x="63" y="171812"/>
                  </a:lnTo>
                  <a:lnTo>
                    <a:pt x="294" y="177098"/>
                  </a:lnTo>
                  <a:lnTo>
                    <a:pt x="691" y="182374"/>
                  </a:lnTo>
                  <a:lnTo>
                    <a:pt x="1256" y="187635"/>
                  </a:lnTo>
                  <a:lnTo>
                    <a:pt x="1987" y="192875"/>
                  </a:lnTo>
                  <a:lnTo>
                    <a:pt x="2883" y="198090"/>
                  </a:lnTo>
                  <a:lnTo>
                    <a:pt x="3944" y="203274"/>
                  </a:lnTo>
                  <a:lnTo>
                    <a:pt x="5169" y="208421"/>
                  </a:lnTo>
                  <a:lnTo>
                    <a:pt x="6555" y="213527"/>
                  </a:lnTo>
                  <a:lnTo>
                    <a:pt x="8103" y="218587"/>
                  </a:lnTo>
                  <a:lnTo>
                    <a:pt x="9810" y="223595"/>
                  </a:lnTo>
                  <a:lnTo>
                    <a:pt x="11675" y="228547"/>
                  </a:lnTo>
                  <a:lnTo>
                    <a:pt x="13695" y="233437"/>
                  </a:lnTo>
                  <a:lnTo>
                    <a:pt x="15869" y="238260"/>
                  </a:lnTo>
                  <a:lnTo>
                    <a:pt x="18195" y="243013"/>
                  </a:lnTo>
                  <a:lnTo>
                    <a:pt x="20670" y="247690"/>
                  </a:lnTo>
                  <a:lnTo>
                    <a:pt x="23291" y="252285"/>
                  </a:lnTo>
                  <a:lnTo>
                    <a:pt x="26057" y="256796"/>
                  </a:lnTo>
                  <a:lnTo>
                    <a:pt x="28965" y="261217"/>
                  </a:lnTo>
                  <a:lnTo>
                    <a:pt x="32010" y="265543"/>
                  </a:lnTo>
                  <a:lnTo>
                    <a:pt x="35191" y="269772"/>
                  </a:lnTo>
                  <a:lnTo>
                    <a:pt x="38505" y="273897"/>
                  </a:lnTo>
                  <a:lnTo>
                    <a:pt x="41947" y="277915"/>
                  </a:lnTo>
                  <a:lnTo>
                    <a:pt x="45514" y="281822"/>
                  </a:lnTo>
                  <a:lnTo>
                    <a:pt x="49204" y="285615"/>
                  </a:lnTo>
                  <a:lnTo>
                    <a:pt x="53011" y="289289"/>
                  </a:lnTo>
                  <a:lnTo>
                    <a:pt x="56933" y="292840"/>
                  </a:lnTo>
                  <a:lnTo>
                    <a:pt x="60966" y="296266"/>
                  </a:lnTo>
                  <a:lnTo>
                    <a:pt x="65105" y="299562"/>
                  </a:lnTo>
                  <a:lnTo>
                    <a:pt x="69346" y="302726"/>
                  </a:lnTo>
                  <a:lnTo>
                    <a:pt x="73685" y="305754"/>
                  </a:lnTo>
                  <a:lnTo>
                    <a:pt x="78118" y="308643"/>
                  </a:lnTo>
                  <a:lnTo>
                    <a:pt x="82640" y="311390"/>
                  </a:lnTo>
                  <a:lnTo>
                    <a:pt x="87246" y="313993"/>
                  </a:lnTo>
                  <a:lnTo>
                    <a:pt x="91933" y="316449"/>
                  </a:lnTo>
                  <a:lnTo>
                    <a:pt x="96695" y="318755"/>
                  </a:lnTo>
                  <a:lnTo>
                    <a:pt x="101528" y="320909"/>
                  </a:lnTo>
                  <a:lnTo>
                    <a:pt x="106426" y="322909"/>
                  </a:lnTo>
                  <a:lnTo>
                    <a:pt x="111385" y="324753"/>
                  </a:lnTo>
                  <a:lnTo>
                    <a:pt x="116401" y="326440"/>
                  </a:lnTo>
                  <a:lnTo>
                    <a:pt x="121467" y="327967"/>
                  </a:lnTo>
                  <a:lnTo>
                    <a:pt x="126578" y="329332"/>
                  </a:lnTo>
                  <a:lnTo>
                    <a:pt x="131731" y="330536"/>
                  </a:lnTo>
                  <a:lnTo>
                    <a:pt x="136919" y="331575"/>
                  </a:lnTo>
                  <a:lnTo>
                    <a:pt x="142137" y="332450"/>
                  </a:lnTo>
                  <a:lnTo>
                    <a:pt x="147380" y="333159"/>
                  </a:lnTo>
                  <a:lnTo>
                    <a:pt x="152643" y="333702"/>
                  </a:lnTo>
                  <a:lnTo>
                    <a:pt x="157921" y="334079"/>
                  </a:lnTo>
                  <a:lnTo>
                    <a:pt x="163208" y="334288"/>
                  </a:lnTo>
                  <a:lnTo>
                    <a:pt x="168499" y="334329"/>
                  </a:lnTo>
                  <a:lnTo>
                    <a:pt x="173789" y="334203"/>
                  </a:lnTo>
                  <a:lnTo>
                    <a:pt x="179071" y="333910"/>
                  </a:lnTo>
                  <a:lnTo>
                    <a:pt x="184343" y="333450"/>
                  </a:lnTo>
                  <a:lnTo>
                    <a:pt x="189596" y="332823"/>
                  </a:lnTo>
                  <a:lnTo>
                    <a:pt x="194828" y="332030"/>
                  </a:lnTo>
                  <a:lnTo>
                    <a:pt x="200031" y="331072"/>
                  </a:lnTo>
                  <a:lnTo>
                    <a:pt x="205202" y="329950"/>
                  </a:lnTo>
                  <a:lnTo>
                    <a:pt x="210335" y="328664"/>
                  </a:lnTo>
                  <a:lnTo>
                    <a:pt x="215424" y="327217"/>
                  </a:lnTo>
                  <a:lnTo>
                    <a:pt x="220465" y="325610"/>
                  </a:lnTo>
                  <a:lnTo>
                    <a:pt x="225453" y="323844"/>
                  </a:lnTo>
                  <a:lnTo>
                    <a:pt x="230382" y="321921"/>
                  </a:lnTo>
                  <a:lnTo>
                    <a:pt x="235248" y="319842"/>
                  </a:lnTo>
                  <a:lnTo>
                    <a:pt x="240045" y="317611"/>
                  </a:lnTo>
                  <a:lnTo>
                    <a:pt x="244770" y="315230"/>
                  </a:lnTo>
                  <a:lnTo>
                    <a:pt x="249417" y="312699"/>
                  </a:lnTo>
                  <a:lnTo>
                    <a:pt x="253981" y="310023"/>
                  </a:lnTo>
                  <a:lnTo>
                    <a:pt x="258459" y="307204"/>
                  </a:lnTo>
                  <a:lnTo>
                    <a:pt x="262845" y="304245"/>
                  </a:lnTo>
                  <a:lnTo>
                    <a:pt x="267135" y="301148"/>
                  </a:lnTo>
                  <a:lnTo>
                    <a:pt x="271325" y="297917"/>
                  </a:lnTo>
                  <a:lnTo>
                    <a:pt x="275411" y="294556"/>
                  </a:lnTo>
                  <a:lnTo>
                    <a:pt x="279388" y="291066"/>
                  </a:lnTo>
                  <a:lnTo>
                    <a:pt x="283253" y="287452"/>
                  </a:lnTo>
                  <a:lnTo>
                    <a:pt x="287002" y="283718"/>
                  </a:lnTo>
                  <a:lnTo>
                    <a:pt x="290630" y="279867"/>
                  </a:lnTo>
                  <a:lnTo>
                    <a:pt x="294135" y="275904"/>
                  </a:lnTo>
                  <a:lnTo>
                    <a:pt x="297513" y="271831"/>
                  </a:lnTo>
                  <a:lnTo>
                    <a:pt x="300760" y="267653"/>
                  </a:lnTo>
                  <a:lnTo>
                    <a:pt x="303873" y="263375"/>
                  </a:lnTo>
                  <a:lnTo>
                    <a:pt x="306849" y="259000"/>
                  </a:lnTo>
                  <a:lnTo>
                    <a:pt x="309686" y="254534"/>
                  </a:lnTo>
                  <a:lnTo>
                    <a:pt x="312379" y="249980"/>
                  </a:lnTo>
                  <a:lnTo>
                    <a:pt x="314927" y="245343"/>
                  </a:lnTo>
                  <a:lnTo>
                    <a:pt x="317327" y="240627"/>
                  </a:lnTo>
                  <a:lnTo>
                    <a:pt x="319577" y="235838"/>
                  </a:lnTo>
                  <a:lnTo>
                    <a:pt x="321674" y="230980"/>
                  </a:lnTo>
                  <a:lnTo>
                    <a:pt x="323616" y="226059"/>
                  </a:lnTo>
                  <a:lnTo>
                    <a:pt x="325402" y="221078"/>
                  </a:lnTo>
                  <a:lnTo>
                    <a:pt x="327028" y="216043"/>
                  </a:lnTo>
                  <a:lnTo>
                    <a:pt x="328495" y="210959"/>
                  </a:lnTo>
                  <a:lnTo>
                    <a:pt x="329800" y="205832"/>
                  </a:lnTo>
                  <a:lnTo>
                    <a:pt x="330942" y="200665"/>
                  </a:lnTo>
                  <a:lnTo>
                    <a:pt x="331920" y="195466"/>
                  </a:lnTo>
                  <a:lnTo>
                    <a:pt x="332734" y="190237"/>
                  </a:lnTo>
                  <a:lnTo>
                    <a:pt x="333381" y="184986"/>
                  </a:lnTo>
                  <a:lnTo>
                    <a:pt x="333861" y="179717"/>
                  </a:lnTo>
                  <a:lnTo>
                    <a:pt x="334175" y="174435"/>
                  </a:lnTo>
                  <a:lnTo>
                    <a:pt x="334321" y="169146"/>
                  </a:lnTo>
                  <a:lnTo>
                    <a:pt x="334300" y="163855"/>
                  </a:lnTo>
                  <a:lnTo>
                    <a:pt x="334112" y="158567"/>
                  </a:lnTo>
                  <a:lnTo>
                    <a:pt x="333756" y="153288"/>
                  </a:lnTo>
                  <a:lnTo>
                    <a:pt x="333233" y="148023"/>
                  </a:lnTo>
                  <a:lnTo>
                    <a:pt x="332544" y="142777"/>
                  </a:lnTo>
                  <a:lnTo>
                    <a:pt x="331690" y="137555"/>
                  </a:lnTo>
                  <a:lnTo>
                    <a:pt x="330670" y="132363"/>
                  </a:lnTo>
                  <a:lnTo>
                    <a:pt x="329487" y="127206"/>
                  </a:lnTo>
                  <a:lnTo>
                    <a:pt x="328141" y="122089"/>
                  </a:lnTo>
                  <a:lnTo>
                    <a:pt x="326633" y="117017"/>
                  </a:lnTo>
                  <a:lnTo>
                    <a:pt x="324966" y="111996"/>
                  </a:lnTo>
                  <a:lnTo>
                    <a:pt x="323141" y="107029"/>
                  </a:lnTo>
                  <a:lnTo>
                    <a:pt x="321160" y="102123"/>
                  </a:lnTo>
                  <a:lnTo>
                    <a:pt x="319025" y="97282"/>
                  </a:lnTo>
                  <a:lnTo>
                    <a:pt x="316737" y="92511"/>
                  </a:lnTo>
                  <a:lnTo>
                    <a:pt x="314299" y="87815"/>
                  </a:lnTo>
                  <a:lnTo>
                    <a:pt x="311714" y="83199"/>
                  </a:lnTo>
                  <a:lnTo>
                    <a:pt x="308984" y="78666"/>
                  </a:lnTo>
                  <a:lnTo>
                    <a:pt x="306113" y="74222"/>
                  </a:lnTo>
                  <a:lnTo>
                    <a:pt x="303102" y="69871"/>
                  </a:lnTo>
                  <a:lnTo>
                    <a:pt x="299954" y="65618"/>
                  </a:lnTo>
                  <a:lnTo>
                    <a:pt x="296674" y="61467"/>
                  </a:lnTo>
                  <a:lnTo>
                    <a:pt x="293264" y="57421"/>
                  </a:lnTo>
                  <a:lnTo>
                    <a:pt x="289728" y="53485"/>
                  </a:lnTo>
                  <a:lnTo>
                    <a:pt x="286069" y="49663"/>
                  </a:lnTo>
                  <a:lnTo>
                    <a:pt x="282290" y="45959"/>
                  </a:lnTo>
                  <a:lnTo>
                    <a:pt x="278397" y="42377"/>
                  </a:lnTo>
                  <a:lnTo>
                    <a:pt x="274392" y="38919"/>
                  </a:lnTo>
                  <a:lnTo>
                    <a:pt x="270279" y="35590"/>
                  </a:lnTo>
                  <a:lnTo>
                    <a:pt x="266064" y="32392"/>
                  </a:lnTo>
                  <a:lnTo>
                    <a:pt x="261749" y="29330"/>
                  </a:lnTo>
                  <a:lnTo>
                    <a:pt x="257339" y="26406"/>
                  </a:lnTo>
                  <a:lnTo>
                    <a:pt x="252839" y="23623"/>
                  </a:lnTo>
                  <a:lnTo>
                    <a:pt x="248254" y="20983"/>
                  </a:lnTo>
                  <a:lnTo>
                    <a:pt x="243587" y="18490"/>
                  </a:lnTo>
                  <a:lnTo>
                    <a:pt x="238843" y="16146"/>
                  </a:lnTo>
                  <a:lnTo>
                    <a:pt x="234028" y="13953"/>
                  </a:lnTo>
                  <a:lnTo>
                    <a:pt x="229145" y="11914"/>
                  </a:lnTo>
                  <a:lnTo>
                    <a:pt x="224201" y="10030"/>
                  </a:lnTo>
                  <a:lnTo>
                    <a:pt x="219200" y="8304"/>
                  </a:lnTo>
                  <a:lnTo>
                    <a:pt x="214146" y="6737"/>
                  </a:lnTo>
                  <a:lnTo>
                    <a:pt x="209045" y="5330"/>
                  </a:lnTo>
                  <a:lnTo>
                    <a:pt x="203902" y="4086"/>
                  </a:lnTo>
                  <a:lnTo>
                    <a:pt x="198723" y="3005"/>
                  </a:lnTo>
                  <a:lnTo>
                    <a:pt x="193512" y="2089"/>
                  </a:lnTo>
                  <a:lnTo>
                    <a:pt x="188274" y="1338"/>
                  </a:lnTo>
                  <a:lnTo>
                    <a:pt x="183016" y="753"/>
                  </a:lnTo>
                  <a:lnTo>
                    <a:pt x="177741" y="334"/>
                  </a:lnTo>
                  <a:lnTo>
                    <a:pt x="172456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978155" y="5018213"/>
              <a:ext cx="42883" cy="167167"/>
            </a:xfrm>
            <a:custGeom>
              <a:avLst/>
              <a:pathLst>
                <a:path w="42883" h="167167">
                  <a:moveTo>
                    <a:pt x="42883" y="0"/>
                  </a:moveTo>
                  <a:lnTo>
                    <a:pt x="36689" y="114"/>
                  </a:lnTo>
                  <a:lnTo>
                    <a:pt x="30504" y="459"/>
                  </a:lnTo>
                  <a:lnTo>
                    <a:pt x="24335" y="1032"/>
                  </a:lnTo>
                  <a:lnTo>
                    <a:pt x="18192" y="1833"/>
                  </a:lnTo>
                  <a:lnTo>
                    <a:pt x="12083" y="2862"/>
                  </a:lnTo>
                  <a:lnTo>
                    <a:pt x="6016" y="4116"/>
                  </a:lnTo>
                  <a:lnTo>
                    <a:pt x="0" y="5594"/>
                  </a:lnTo>
                  <a:lnTo>
                    <a:pt x="4288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978155" y="5023807"/>
              <a:ext cx="42883" cy="161573"/>
            </a:xfrm>
            <a:custGeom>
              <a:avLst/>
              <a:pathLst>
                <a:path w="42883" h="161573">
                  <a:moveTo>
                    <a:pt x="0" y="0"/>
                  </a:moveTo>
                  <a:lnTo>
                    <a:pt x="42883" y="1615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978155" y="5023807"/>
              <a:ext cx="42883" cy="161573"/>
            </a:xfrm>
            <a:custGeom>
              <a:avLst/>
              <a:pathLst>
                <a:path w="42883" h="161573">
                  <a:moveTo>
                    <a:pt x="0" y="0"/>
                  </a:moveTo>
                  <a:lnTo>
                    <a:pt x="42883" y="16157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978155" y="5023807"/>
              <a:ext cx="42883" cy="161573"/>
            </a:xfrm>
            <a:custGeom>
              <a:avLst/>
              <a:pathLst>
                <a:path w="42883" h="161573">
                  <a:moveTo>
                    <a:pt x="0" y="0"/>
                  </a:moveTo>
                  <a:lnTo>
                    <a:pt x="42883" y="16157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853879" y="5023807"/>
              <a:ext cx="167159" cy="181623"/>
            </a:xfrm>
            <a:custGeom>
              <a:avLst/>
              <a:pathLst>
                <a:path w="167159" h="181623">
                  <a:moveTo>
                    <a:pt x="124275" y="0"/>
                  </a:moveTo>
                  <a:lnTo>
                    <a:pt x="119042" y="1480"/>
                  </a:lnTo>
                  <a:lnTo>
                    <a:pt x="113859" y="3130"/>
                  </a:lnTo>
                  <a:lnTo>
                    <a:pt x="108733" y="4948"/>
                  </a:lnTo>
                  <a:lnTo>
                    <a:pt x="103669" y="6931"/>
                  </a:lnTo>
                  <a:lnTo>
                    <a:pt x="98672" y="9079"/>
                  </a:lnTo>
                  <a:lnTo>
                    <a:pt x="93747" y="11387"/>
                  </a:lnTo>
                  <a:lnTo>
                    <a:pt x="88901" y="13855"/>
                  </a:lnTo>
                  <a:lnTo>
                    <a:pt x="84137" y="16479"/>
                  </a:lnTo>
                  <a:lnTo>
                    <a:pt x="79461" y="19256"/>
                  </a:lnTo>
                  <a:lnTo>
                    <a:pt x="74877" y="22184"/>
                  </a:lnTo>
                  <a:lnTo>
                    <a:pt x="70392" y="25260"/>
                  </a:lnTo>
                  <a:lnTo>
                    <a:pt x="66009" y="28480"/>
                  </a:lnTo>
                  <a:lnTo>
                    <a:pt x="61733" y="31841"/>
                  </a:lnTo>
                  <a:lnTo>
                    <a:pt x="57568" y="35339"/>
                  </a:lnTo>
                  <a:lnTo>
                    <a:pt x="53520" y="38971"/>
                  </a:lnTo>
                  <a:lnTo>
                    <a:pt x="49592" y="42733"/>
                  </a:lnTo>
                  <a:lnTo>
                    <a:pt x="45788" y="46620"/>
                  </a:lnTo>
                  <a:lnTo>
                    <a:pt x="42113" y="50629"/>
                  </a:lnTo>
                  <a:lnTo>
                    <a:pt x="38570" y="54756"/>
                  </a:lnTo>
                  <a:lnTo>
                    <a:pt x="35163" y="58995"/>
                  </a:lnTo>
                  <a:lnTo>
                    <a:pt x="31896" y="63344"/>
                  </a:lnTo>
                  <a:lnTo>
                    <a:pt x="28772" y="67796"/>
                  </a:lnTo>
                  <a:lnTo>
                    <a:pt x="25795" y="72347"/>
                  </a:lnTo>
                  <a:lnTo>
                    <a:pt x="22967" y="76993"/>
                  </a:lnTo>
                  <a:lnTo>
                    <a:pt x="20292" y="81728"/>
                  </a:lnTo>
                  <a:lnTo>
                    <a:pt x="17772" y="86548"/>
                  </a:lnTo>
                  <a:lnTo>
                    <a:pt x="15411" y="91448"/>
                  </a:lnTo>
                  <a:lnTo>
                    <a:pt x="13210" y="96421"/>
                  </a:lnTo>
                  <a:lnTo>
                    <a:pt x="11172" y="101464"/>
                  </a:lnTo>
                  <a:lnTo>
                    <a:pt x="9299" y="106570"/>
                  </a:lnTo>
                  <a:lnTo>
                    <a:pt x="7593" y="111734"/>
                  </a:lnTo>
                  <a:lnTo>
                    <a:pt x="6057" y="116951"/>
                  </a:lnTo>
                  <a:lnTo>
                    <a:pt x="4690" y="122216"/>
                  </a:lnTo>
                  <a:lnTo>
                    <a:pt x="3496" y="127522"/>
                  </a:lnTo>
                  <a:lnTo>
                    <a:pt x="2475" y="132864"/>
                  </a:lnTo>
                  <a:lnTo>
                    <a:pt x="1628" y="138236"/>
                  </a:lnTo>
                  <a:lnTo>
                    <a:pt x="957" y="143633"/>
                  </a:lnTo>
                  <a:lnTo>
                    <a:pt x="461" y="149050"/>
                  </a:lnTo>
                  <a:lnTo>
                    <a:pt x="142" y="154479"/>
                  </a:lnTo>
                  <a:lnTo>
                    <a:pt x="0" y="159916"/>
                  </a:lnTo>
                  <a:lnTo>
                    <a:pt x="34" y="165355"/>
                  </a:lnTo>
                  <a:lnTo>
                    <a:pt x="246" y="170789"/>
                  </a:lnTo>
                  <a:lnTo>
                    <a:pt x="634" y="176214"/>
                  </a:lnTo>
                  <a:lnTo>
                    <a:pt x="1198" y="181623"/>
                  </a:lnTo>
                  <a:lnTo>
                    <a:pt x="167159" y="1615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855078" y="5018213"/>
              <a:ext cx="333114" cy="334331"/>
            </a:xfrm>
            <a:custGeom>
              <a:avLst/>
              <a:pathLst>
                <a:path w="333114" h="334331">
                  <a:moveTo>
                    <a:pt x="0" y="187218"/>
                  </a:moveTo>
                  <a:lnTo>
                    <a:pt x="718" y="192463"/>
                  </a:lnTo>
                  <a:lnTo>
                    <a:pt x="1601" y="197682"/>
                  </a:lnTo>
                  <a:lnTo>
                    <a:pt x="2650" y="202871"/>
                  </a:lnTo>
                  <a:lnTo>
                    <a:pt x="3863" y="208025"/>
                  </a:lnTo>
                  <a:lnTo>
                    <a:pt x="5238" y="213137"/>
                  </a:lnTo>
                  <a:lnTo>
                    <a:pt x="6774" y="218203"/>
                  </a:lnTo>
                  <a:lnTo>
                    <a:pt x="8470" y="223218"/>
                  </a:lnTo>
                  <a:lnTo>
                    <a:pt x="10324" y="228177"/>
                  </a:lnTo>
                  <a:lnTo>
                    <a:pt x="12333" y="233075"/>
                  </a:lnTo>
                  <a:lnTo>
                    <a:pt x="14497" y="237906"/>
                  </a:lnTo>
                  <a:lnTo>
                    <a:pt x="16813" y="242667"/>
                  </a:lnTo>
                  <a:lnTo>
                    <a:pt x="19279" y="247351"/>
                  </a:lnTo>
                  <a:lnTo>
                    <a:pt x="21891" y="251956"/>
                  </a:lnTo>
                  <a:lnTo>
                    <a:pt x="24648" y="256475"/>
                  </a:lnTo>
                  <a:lnTo>
                    <a:pt x="27547" y="260905"/>
                  </a:lnTo>
                  <a:lnTo>
                    <a:pt x="30585" y="265241"/>
                  </a:lnTo>
                  <a:lnTo>
                    <a:pt x="33758" y="269478"/>
                  </a:lnTo>
                  <a:lnTo>
                    <a:pt x="37064" y="273613"/>
                  </a:lnTo>
                  <a:lnTo>
                    <a:pt x="40499" y="277641"/>
                  </a:lnTo>
                  <a:lnTo>
                    <a:pt x="44060" y="281558"/>
                  </a:lnTo>
                  <a:lnTo>
                    <a:pt x="47744" y="285361"/>
                  </a:lnTo>
                  <a:lnTo>
                    <a:pt x="51546" y="289045"/>
                  </a:lnTo>
                  <a:lnTo>
                    <a:pt x="55462" y="292607"/>
                  </a:lnTo>
                  <a:lnTo>
                    <a:pt x="59490" y="296043"/>
                  </a:lnTo>
                  <a:lnTo>
                    <a:pt x="63624" y="299350"/>
                  </a:lnTo>
                  <a:lnTo>
                    <a:pt x="67861" y="302524"/>
                  </a:lnTo>
                  <a:lnTo>
                    <a:pt x="72196" y="305562"/>
                  </a:lnTo>
                  <a:lnTo>
                    <a:pt x="76625" y="308462"/>
                  </a:lnTo>
                  <a:lnTo>
                    <a:pt x="81144" y="311220"/>
                  </a:lnTo>
                  <a:lnTo>
                    <a:pt x="85748" y="313833"/>
                  </a:lnTo>
                  <a:lnTo>
                    <a:pt x="90432" y="316299"/>
                  </a:lnTo>
                  <a:lnTo>
                    <a:pt x="95193" y="318616"/>
                  </a:lnTo>
                  <a:lnTo>
                    <a:pt x="100024" y="320781"/>
                  </a:lnTo>
                  <a:lnTo>
                    <a:pt x="104921" y="322792"/>
                  </a:lnTo>
                  <a:lnTo>
                    <a:pt x="109879" y="324647"/>
                  </a:lnTo>
                  <a:lnTo>
                    <a:pt x="114894" y="326344"/>
                  </a:lnTo>
                  <a:lnTo>
                    <a:pt x="119960" y="327881"/>
                  </a:lnTo>
                  <a:lnTo>
                    <a:pt x="125072" y="329257"/>
                  </a:lnTo>
                  <a:lnTo>
                    <a:pt x="130225" y="330470"/>
                  </a:lnTo>
                  <a:lnTo>
                    <a:pt x="135414" y="331520"/>
                  </a:lnTo>
                  <a:lnTo>
                    <a:pt x="140633" y="332405"/>
                  </a:lnTo>
                  <a:lnTo>
                    <a:pt x="145878" y="333124"/>
                  </a:lnTo>
                  <a:lnTo>
                    <a:pt x="151143" y="333676"/>
                  </a:lnTo>
                  <a:lnTo>
                    <a:pt x="156423" y="334062"/>
                  </a:lnTo>
                  <a:lnTo>
                    <a:pt x="161713" y="334280"/>
                  </a:lnTo>
                  <a:lnTo>
                    <a:pt x="167006" y="334331"/>
                  </a:lnTo>
                  <a:lnTo>
                    <a:pt x="172299" y="334214"/>
                  </a:lnTo>
                  <a:lnTo>
                    <a:pt x="177585" y="333930"/>
                  </a:lnTo>
                  <a:lnTo>
                    <a:pt x="182860" y="333478"/>
                  </a:lnTo>
                  <a:lnTo>
                    <a:pt x="188118" y="332859"/>
                  </a:lnTo>
                  <a:lnTo>
                    <a:pt x="193353" y="332075"/>
                  </a:lnTo>
                  <a:lnTo>
                    <a:pt x="198561" y="331125"/>
                  </a:lnTo>
                  <a:lnTo>
                    <a:pt x="203737" y="330010"/>
                  </a:lnTo>
                  <a:lnTo>
                    <a:pt x="208874" y="328732"/>
                  </a:lnTo>
                  <a:lnTo>
                    <a:pt x="213968" y="327292"/>
                  </a:lnTo>
                  <a:lnTo>
                    <a:pt x="219015" y="325692"/>
                  </a:lnTo>
                  <a:lnTo>
                    <a:pt x="224008" y="323932"/>
                  </a:lnTo>
                  <a:lnTo>
                    <a:pt x="228943" y="322016"/>
                  </a:lnTo>
                  <a:lnTo>
                    <a:pt x="233814" y="319944"/>
                  </a:lnTo>
                  <a:lnTo>
                    <a:pt x="238618" y="317719"/>
                  </a:lnTo>
                  <a:lnTo>
                    <a:pt x="243349" y="315342"/>
                  </a:lnTo>
                  <a:lnTo>
                    <a:pt x="248002" y="312818"/>
                  </a:lnTo>
                  <a:lnTo>
                    <a:pt x="252573" y="310147"/>
                  </a:lnTo>
                  <a:lnTo>
                    <a:pt x="257057" y="307332"/>
                  </a:lnTo>
                  <a:lnTo>
                    <a:pt x="261449" y="304378"/>
                  </a:lnTo>
                  <a:lnTo>
                    <a:pt x="265746" y="301285"/>
                  </a:lnTo>
                  <a:lnTo>
                    <a:pt x="269943" y="298058"/>
                  </a:lnTo>
                  <a:lnTo>
                    <a:pt x="274035" y="294700"/>
                  </a:lnTo>
                  <a:lnTo>
                    <a:pt x="278019" y="291214"/>
                  </a:lnTo>
                  <a:lnTo>
                    <a:pt x="281891" y="287603"/>
                  </a:lnTo>
                  <a:lnTo>
                    <a:pt x="285647" y="283872"/>
                  </a:lnTo>
                  <a:lnTo>
                    <a:pt x="289282" y="280024"/>
                  </a:lnTo>
                  <a:lnTo>
                    <a:pt x="292794" y="276062"/>
                  </a:lnTo>
                  <a:lnTo>
                    <a:pt x="296178" y="271991"/>
                  </a:lnTo>
                  <a:lnTo>
                    <a:pt x="299432" y="267815"/>
                  </a:lnTo>
                  <a:lnTo>
                    <a:pt x="302552" y="263539"/>
                  </a:lnTo>
                  <a:lnTo>
                    <a:pt x="305535" y="259165"/>
                  </a:lnTo>
                  <a:lnTo>
                    <a:pt x="308379" y="254699"/>
                  </a:lnTo>
                  <a:lnTo>
                    <a:pt x="311079" y="250146"/>
                  </a:lnTo>
                  <a:lnTo>
                    <a:pt x="313634" y="245509"/>
                  </a:lnTo>
                  <a:lnTo>
                    <a:pt x="316040" y="240794"/>
                  </a:lnTo>
                  <a:lnTo>
                    <a:pt x="318296" y="236005"/>
                  </a:lnTo>
                  <a:lnTo>
                    <a:pt x="320400" y="231146"/>
                  </a:lnTo>
                  <a:lnTo>
                    <a:pt x="322348" y="226224"/>
                  </a:lnTo>
                  <a:lnTo>
                    <a:pt x="324140" y="221242"/>
                  </a:lnTo>
                  <a:lnTo>
                    <a:pt x="325773" y="216207"/>
                  </a:lnTo>
                  <a:lnTo>
                    <a:pt x="327245" y="211122"/>
                  </a:lnTo>
                  <a:lnTo>
                    <a:pt x="328556" y="205992"/>
                  </a:lnTo>
                  <a:lnTo>
                    <a:pt x="329704" y="200824"/>
                  </a:lnTo>
                  <a:lnTo>
                    <a:pt x="330688" y="195623"/>
                  </a:lnTo>
                  <a:lnTo>
                    <a:pt x="331506" y="190392"/>
                  </a:lnTo>
                  <a:lnTo>
                    <a:pt x="332159" y="185139"/>
                  </a:lnTo>
                  <a:lnTo>
                    <a:pt x="332644" y="179867"/>
                  </a:lnTo>
                  <a:lnTo>
                    <a:pt x="332963" y="174583"/>
                  </a:lnTo>
                  <a:lnTo>
                    <a:pt x="333114" y="169291"/>
                  </a:lnTo>
                  <a:lnTo>
                    <a:pt x="333097" y="163997"/>
                  </a:lnTo>
                  <a:lnTo>
                    <a:pt x="332913" y="158706"/>
                  </a:lnTo>
                  <a:lnTo>
                    <a:pt x="332562" y="153424"/>
                  </a:lnTo>
                  <a:lnTo>
                    <a:pt x="332043" y="148155"/>
                  </a:lnTo>
                  <a:lnTo>
                    <a:pt x="331358" y="142906"/>
                  </a:lnTo>
                  <a:lnTo>
                    <a:pt x="330507" y="137681"/>
                  </a:lnTo>
                  <a:lnTo>
                    <a:pt x="329490" y="132485"/>
                  </a:lnTo>
                  <a:lnTo>
                    <a:pt x="328310" y="127325"/>
                  </a:lnTo>
                  <a:lnTo>
                    <a:pt x="326967" y="122204"/>
                  </a:lnTo>
                  <a:lnTo>
                    <a:pt x="325463" y="117128"/>
                  </a:lnTo>
                  <a:lnTo>
                    <a:pt x="323798" y="112102"/>
                  </a:lnTo>
                  <a:lnTo>
                    <a:pt x="321975" y="107132"/>
                  </a:lnTo>
                  <a:lnTo>
                    <a:pt x="319996" y="102222"/>
                  </a:lnTo>
                  <a:lnTo>
                    <a:pt x="317863" y="97377"/>
                  </a:lnTo>
                  <a:lnTo>
                    <a:pt x="315576" y="92602"/>
                  </a:lnTo>
                  <a:lnTo>
                    <a:pt x="313140" y="87902"/>
                  </a:lnTo>
                  <a:lnTo>
                    <a:pt x="310557" y="83281"/>
                  </a:lnTo>
                  <a:lnTo>
                    <a:pt x="307828" y="78745"/>
                  </a:lnTo>
                  <a:lnTo>
                    <a:pt x="304957" y="74297"/>
                  </a:lnTo>
                  <a:lnTo>
                    <a:pt x="301947" y="69942"/>
                  </a:lnTo>
                  <a:lnTo>
                    <a:pt x="298800" y="65685"/>
                  </a:lnTo>
                  <a:lnTo>
                    <a:pt x="295520" y="61530"/>
                  </a:lnTo>
                  <a:lnTo>
                    <a:pt x="292110" y="57480"/>
                  </a:lnTo>
                  <a:lnTo>
                    <a:pt x="288573" y="53541"/>
                  </a:lnTo>
                  <a:lnTo>
                    <a:pt x="284914" y="49715"/>
                  </a:lnTo>
                  <a:lnTo>
                    <a:pt x="281135" y="46007"/>
                  </a:lnTo>
                  <a:lnTo>
                    <a:pt x="277241" y="42421"/>
                  </a:lnTo>
                  <a:lnTo>
                    <a:pt x="273235" y="38960"/>
                  </a:lnTo>
                  <a:lnTo>
                    <a:pt x="269122" y="35627"/>
                  </a:lnTo>
                  <a:lnTo>
                    <a:pt x="264905" y="32427"/>
                  </a:lnTo>
                  <a:lnTo>
                    <a:pt x="260589" y="29361"/>
                  </a:lnTo>
                  <a:lnTo>
                    <a:pt x="256178" y="26434"/>
                  </a:lnTo>
                  <a:lnTo>
                    <a:pt x="251676" y="23648"/>
                  </a:lnTo>
                  <a:lnTo>
                    <a:pt x="247089" y="21006"/>
                  </a:lnTo>
                  <a:lnTo>
                    <a:pt x="242420" y="18510"/>
                  </a:lnTo>
                  <a:lnTo>
                    <a:pt x="237674" y="16163"/>
                  </a:lnTo>
                  <a:lnTo>
                    <a:pt x="232857" y="13968"/>
                  </a:lnTo>
                  <a:lnTo>
                    <a:pt x="227972" y="11927"/>
                  </a:lnTo>
                  <a:lnTo>
                    <a:pt x="223025" y="10041"/>
                  </a:lnTo>
                  <a:lnTo>
                    <a:pt x="218022" y="8313"/>
                  </a:lnTo>
                  <a:lnTo>
                    <a:pt x="212965" y="6744"/>
                  </a:lnTo>
                  <a:lnTo>
                    <a:pt x="207862" y="5336"/>
                  </a:lnTo>
                  <a:lnTo>
                    <a:pt x="202717" y="4091"/>
                  </a:lnTo>
                  <a:lnTo>
                    <a:pt x="197534" y="3008"/>
                  </a:lnTo>
                  <a:lnTo>
                    <a:pt x="192321" y="2091"/>
                  </a:lnTo>
                  <a:lnTo>
                    <a:pt x="187080" y="1339"/>
                  </a:lnTo>
                  <a:lnTo>
                    <a:pt x="181819" y="753"/>
                  </a:lnTo>
                  <a:lnTo>
                    <a:pt x="176541" y="335"/>
                  </a:lnTo>
                  <a:lnTo>
                    <a:pt x="171253" y="83"/>
                  </a:lnTo>
                  <a:lnTo>
                    <a:pt x="165960" y="0"/>
                  </a:lnTo>
                  <a:lnTo>
                    <a:pt x="1659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284535" y="4659281"/>
              <a:ext cx="138699" cy="167167"/>
            </a:xfrm>
            <a:custGeom>
              <a:avLst/>
              <a:pathLst>
                <a:path w="138699" h="167167">
                  <a:moveTo>
                    <a:pt x="138699" y="0"/>
                  </a:moveTo>
                  <a:lnTo>
                    <a:pt x="133247" y="88"/>
                  </a:lnTo>
                  <a:lnTo>
                    <a:pt x="127801" y="355"/>
                  </a:lnTo>
                  <a:lnTo>
                    <a:pt x="122366" y="799"/>
                  </a:lnTo>
                  <a:lnTo>
                    <a:pt x="116949" y="1420"/>
                  </a:lnTo>
                  <a:lnTo>
                    <a:pt x="111555" y="2218"/>
                  </a:lnTo>
                  <a:lnTo>
                    <a:pt x="106190" y="3191"/>
                  </a:lnTo>
                  <a:lnTo>
                    <a:pt x="100859" y="4338"/>
                  </a:lnTo>
                  <a:lnTo>
                    <a:pt x="95569" y="5659"/>
                  </a:lnTo>
                  <a:lnTo>
                    <a:pt x="90325" y="7152"/>
                  </a:lnTo>
                  <a:lnTo>
                    <a:pt x="85132" y="8814"/>
                  </a:lnTo>
                  <a:lnTo>
                    <a:pt x="79996" y="10645"/>
                  </a:lnTo>
                  <a:lnTo>
                    <a:pt x="74923" y="12643"/>
                  </a:lnTo>
                  <a:lnTo>
                    <a:pt x="69917" y="14805"/>
                  </a:lnTo>
                  <a:lnTo>
                    <a:pt x="64985" y="17130"/>
                  </a:lnTo>
                  <a:lnTo>
                    <a:pt x="60131" y="19613"/>
                  </a:lnTo>
                  <a:lnTo>
                    <a:pt x="55360" y="22254"/>
                  </a:lnTo>
                  <a:lnTo>
                    <a:pt x="50678" y="25049"/>
                  </a:lnTo>
                  <a:lnTo>
                    <a:pt x="46090" y="27996"/>
                  </a:lnTo>
                  <a:lnTo>
                    <a:pt x="41601" y="31090"/>
                  </a:lnTo>
                  <a:lnTo>
                    <a:pt x="37214" y="34329"/>
                  </a:lnTo>
                  <a:lnTo>
                    <a:pt x="32936" y="37709"/>
                  </a:lnTo>
                  <a:lnTo>
                    <a:pt x="28770" y="41227"/>
                  </a:lnTo>
                  <a:lnTo>
                    <a:pt x="24722" y="44880"/>
                  </a:lnTo>
                  <a:lnTo>
                    <a:pt x="20794" y="48662"/>
                  </a:lnTo>
                  <a:lnTo>
                    <a:pt x="16992" y="52570"/>
                  </a:lnTo>
                  <a:lnTo>
                    <a:pt x="13319" y="56600"/>
                  </a:lnTo>
                  <a:lnTo>
                    <a:pt x="9780" y="60748"/>
                  </a:lnTo>
                  <a:lnTo>
                    <a:pt x="6378" y="65009"/>
                  </a:lnTo>
                  <a:lnTo>
                    <a:pt x="3117" y="69379"/>
                  </a:lnTo>
                  <a:lnTo>
                    <a:pt x="0" y="73853"/>
                  </a:lnTo>
                  <a:lnTo>
                    <a:pt x="13869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284535" y="4733135"/>
              <a:ext cx="138699" cy="93314"/>
            </a:xfrm>
            <a:custGeom>
              <a:avLst/>
              <a:pathLst>
                <a:path w="138699" h="93314">
                  <a:moveTo>
                    <a:pt x="0" y="0"/>
                  </a:moveTo>
                  <a:lnTo>
                    <a:pt x="138699" y="933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284535" y="4733135"/>
              <a:ext cx="138699" cy="93314"/>
            </a:xfrm>
            <a:custGeom>
              <a:avLst/>
              <a:pathLst>
                <a:path w="138699" h="93314">
                  <a:moveTo>
                    <a:pt x="0" y="0"/>
                  </a:moveTo>
                  <a:lnTo>
                    <a:pt x="138699" y="933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256081" y="4733135"/>
              <a:ext cx="334317" cy="260480"/>
            </a:xfrm>
            <a:custGeom>
              <a:avLst/>
              <a:pathLst>
                <a:path w="334317" h="260480">
                  <a:moveTo>
                    <a:pt x="28454" y="0"/>
                  </a:moveTo>
                  <a:lnTo>
                    <a:pt x="25552" y="4465"/>
                  </a:lnTo>
                  <a:lnTo>
                    <a:pt x="22794" y="9020"/>
                  </a:lnTo>
                  <a:lnTo>
                    <a:pt x="20182" y="13661"/>
                  </a:lnTo>
                  <a:lnTo>
                    <a:pt x="17719" y="18383"/>
                  </a:lnTo>
                  <a:lnTo>
                    <a:pt x="15408" y="23181"/>
                  </a:lnTo>
                  <a:lnTo>
                    <a:pt x="13252" y="28049"/>
                  </a:lnTo>
                  <a:lnTo>
                    <a:pt x="11251" y="32985"/>
                  </a:lnTo>
                  <a:lnTo>
                    <a:pt x="9408" y="37981"/>
                  </a:lnTo>
                  <a:lnTo>
                    <a:pt x="7726" y="43034"/>
                  </a:lnTo>
                  <a:lnTo>
                    <a:pt x="6205" y="48137"/>
                  </a:lnTo>
                  <a:lnTo>
                    <a:pt x="4848" y="53287"/>
                  </a:lnTo>
                  <a:lnTo>
                    <a:pt x="3655" y="58477"/>
                  </a:lnTo>
                  <a:lnTo>
                    <a:pt x="2629" y="63702"/>
                  </a:lnTo>
                  <a:lnTo>
                    <a:pt x="1769" y="68958"/>
                  </a:lnTo>
                  <a:lnTo>
                    <a:pt x="1077" y="74238"/>
                  </a:lnTo>
                  <a:lnTo>
                    <a:pt x="554" y="79537"/>
                  </a:lnTo>
                  <a:lnTo>
                    <a:pt x="200" y="84851"/>
                  </a:lnTo>
                  <a:lnTo>
                    <a:pt x="15" y="90173"/>
                  </a:lnTo>
                  <a:lnTo>
                    <a:pt x="0" y="95498"/>
                  </a:lnTo>
                  <a:lnTo>
                    <a:pt x="154" y="100821"/>
                  </a:lnTo>
                  <a:lnTo>
                    <a:pt x="478" y="106137"/>
                  </a:lnTo>
                  <a:lnTo>
                    <a:pt x="971" y="111439"/>
                  </a:lnTo>
                  <a:lnTo>
                    <a:pt x="1632" y="116723"/>
                  </a:lnTo>
                  <a:lnTo>
                    <a:pt x="2462" y="121983"/>
                  </a:lnTo>
                  <a:lnTo>
                    <a:pt x="3459" y="127215"/>
                  </a:lnTo>
                  <a:lnTo>
                    <a:pt x="4622" y="132411"/>
                  </a:lnTo>
                  <a:lnTo>
                    <a:pt x="5950" y="137569"/>
                  </a:lnTo>
                  <a:lnTo>
                    <a:pt x="7441" y="142681"/>
                  </a:lnTo>
                  <a:lnTo>
                    <a:pt x="9094" y="147743"/>
                  </a:lnTo>
                  <a:lnTo>
                    <a:pt x="10908" y="152750"/>
                  </a:lnTo>
                  <a:lnTo>
                    <a:pt x="12881" y="157696"/>
                  </a:lnTo>
                  <a:lnTo>
                    <a:pt x="15010" y="162577"/>
                  </a:lnTo>
                  <a:lnTo>
                    <a:pt x="17293" y="167388"/>
                  </a:lnTo>
                  <a:lnTo>
                    <a:pt x="19729" y="172124"/>
                  </a:lnTo>
                  <a:lnTo>
                    <a:pt x="22314" y="176780"/>
                  </a:lnTo>
                  <a:lnTo>
                    <a:pt x="25046" y="181351"/>
                  </a:lnTo>
                  <a:lnTo>
                    <a:pt x="27922" y="185833"/>
                  </a:lnTo>
                  <a:lnTo>
                    <a:pt x="30940" y="190221"/>
                  </a:lnTo>
                  <a:lnTo>
                    <a:pt x="34095" y="194510"/>
                  </a:lnTo>
                  <a:lnTo>
                    <a:pt x="37386" y="198697"/>
                  </a:lnTo>
                  <a:lnTo>
                    <a:pt x="40809" y="202777"/>
                  </a:lnTo>
                  <a:lnTo>
                    <a:pt x="44359" y="206745"/>
                  </a:lnTo>
                  <a:lnTo>
                    <a:pt x="48035" y="210599"/>
                  </a:lnTo>
                  <a:lnTo>
                    <a:pt x="51831" y="214334"/>
                  </a:lnTo>
                  <a:lnTo>
                    <a:pt x="55744" y="217946"/>
                  </a:lnTo>
                  <a:lnTo>
                    <a:pt x="59771" y="221431"/>
                  </a:lnTo>
                  <a:lnTo>
                    <a:pt x="63906" y="224786"/>
                  </a:lnTo>
                  <a:lnTo>
                    <a:pt x="68146" y="228008"/>
                  </a:lnTo>
                  <a:lnTo>
                    <a:pt x="72487" y="231093"/>
                  </a:lnTo>
                  <a:lnTo>
                    <a:pt x="76923" y="234039"/>
                  </a:lnTo>
                  <a:lnTo>
                    <a:pt x="81451" y="236841"/>
                  </a:lnTo>
                  <a:lnTo>
                    <a:pt x="86066" y="239498"/>
                  </a:lnTo>
                  <a:lnTo>
                    <a:pt x="90764" y="242007"/>
                  </a:lnTo>
                  <a:lnTo>
                    <a:pt x="95539" y="244365"/>
                  </a:lnTo>
                  <a:lnTo>
                    <a:pt x="100386" y="246569"/>
                  </a:lnTo>
                  <a:lnTo>
                    <a:pt x="105302" y="248618"/>
                  </a:lnTo>
                  <a:lnTo>
                    <a:pt x="110280" y="250509"/>
                  </a:lnTo>
                  <a:lnTo>
                    <a:pt x="115316" y="252241"/>
                  </a:lnTo>
                  <a:lnTo>
                    <a:pt x="120404" y="253811"/>
                  </a:lnTo>
                  <a:lnTo>
                    <a:pt x="125540" y="255219"/>
                  </a:lnTo>
                  <a:lnTo>
                    <a:pt x="130718" y="256462"/>
                  </a:lnTo>
                  <a:lnTo>
                    <a:pt x="135933" y="257540"/>
                  </a:lnTo>
                  <a:lnTo>
                    <a:pt x="141180" y="258451"/>
                  </a:lnTo>
                  <a:lnTo>
                    <a:pt x="146453" y="259195"/>
                  </a:lnTo>
                  <a:lnTo>
                    <a:pt x="151748" y="259770"/>
                  </a:lnTo>
                  <a:lnTo>
                    <a:pt x="157057" y="260176"/>
                  </a:lnTo>
                  <a:lnTo>
                    <a:pt x="162377" y="260413"/>
                  </a:lnTo>
                  <a:lnTo>
                    <a:pt x="167702" y="260480"/>
                  </a:lnTo>
                  <a:lnTo>
                    <a:pt x="173027" y="260378"/>
                  </a:lnTo>
                  <a:lnTo>
                    <a:pt x="178345" y="260106"/>
                  </a:lnTo>
                  <a:lnTo>
                    <a:pt x="183652" y="259665"/>
                  </a:lnTo>
                  <a:lnTo>
                    <a:pt x="188942" y="259055"/>
                  </a:lnTo>
                  <a:lnTo>
                    <a:pt x="194210" y="258277"/>
                  </a:lnTo>
                  <a:lnTo>
                    <a:pt x="199451" y="257331"/>
                  </a:lnTo>
                  <a:lnTo>
                    <a:pt x="204659" y="256219"/>
                  </a:lnTo>
                  <a:lnTo>
                    <a:pt x="209829" y="254942"/>
                  </a:lnTo>
                  <a:lnTo>
                    <a:pt x="214955" y="253501"/>
                  </a:lnTo>
                  <a:lnTo>
                    <a:pt x="220033" y="251897"/>
                  </a:lnTo>
                  <a:lnTo>
                    <a:pt x="225058" y="250132"/>
                  </a:lnTo>
                  <a:lnTo>
                    <a:pt x="230023" y="248208"/>
                  </a:lnTo>
                  <a:lnTo>
                    <a:pt x="234925" y="246127"/>
                  </a:lnTo>
                  <a:lnTo>
                    <a:pt x="239758" y="243890"/>
                  </a:lnTo>
                  <a:lnTo>
                    <a:pt x="244518" y="241501"/>
                  </a:lnTo>
                  <a:lnTo>
                    <a:pt x="249198" y="238962"/>
                  </a:lnTo>
                  <a:lnTo>
                    <a:pt x="253796" y="236275"/>
                  </a:lnTo>
                  <a:lnTo>
                    <a:pt x="258306" y="233442"/>
                  </a:lnTo>
                  <a:lnTo>
                    <a:pt x="262723" y="230468"/>
                  </a:lnTo>
                  <a:lnTo>
                    <a:pt x="267043" y="227354"/>
                  </a:lnTo>
                  <a:lnTo>
                    <a:pt x="271262" y="224105"/>
                  </a:lnTo>
                  <a:lnTo>
                    <a:pt x="275375" y="220722"/>
                  </a:lnTo>
                  <a:lnTo>
                    <a:pt x="279378" y="217210"/>
                  </a:lnTo>
                  <a:lnTo>
                    <a:pt x="283268" y="213573"/>
                  </a:lnTo>
                  <a:lnTo>
                    <a:pt x="287039" y="209813"/>
                  </a:lnTo>
                  <a:lnTo>
                    <a:pt x="290689" y="205936"/>
                  </a:lnTo>
                  <a:lnTo>
                    <a:pt x="294214" y="201944"/>
                  </a:lnTo>
                  <a:lnTo>
                    <a:pt x="297609" y="197841"/>
                  </a:lnTo>
                  <a:lnTo>
                    <a:pt x="300873" y="193633"/>
                  </a:lnTo>
                  <a:lnTo>
                    <a:pt x="304000" y="189323"/>
                  </a:lnTo>
                  <a:lnTo>
                    <a:pt x="306989" y="184915"/>
                  </a:lnTo>
                  <a:lnTo>
                    <a:pt x="309835" y="180415"/>
                  </a:lnTo>
                  <a:lnTo>
                    <a:pt x="312537" y="175826"/>
                  </a:lnTo>
                  <a:lnTo>
                    <a:pt x="315092" y="171153"/>
                  </a:lnTo>
                  <a:lnTo>
                    <a:pt x="317496" y="166401"/>
                  </a:lnTo>
                  <a:lnTo>
                    <a:pt x="319748" y="161575"/>
                  </a:lnTo>
                  <a:lnTo>
                    <a:pt x="321845" y="156680"/>
                  </a:lnTo>
                  <a:lnTo>
                    <a:pt x="323785" y="151721"/>
                  </a:lnTo>
                  <a:lnTo>
                    <a:pt x="325565" y="146702"/>
                  </a:lnTo>
                  <a:lnTo>
                    <a:pt x="327186" y="141629"/>
                  </a:lnTo>
                  <a:lnTo>
                    <a:pt x="328643" y="136508"/>
                  </a:lnTo>
                  <a:lnTo>
                    <a:pt x="329937" y="131342"/>
                  </a:lnTo>
                  <a:lnTo>
                    <a:pt x="331066" y="126137"/>
                  </a:lnTo>
                  <a:lnTo>
                    <a:pt x="332028" y="120900"/>
                  </a:lnTo>
                  <a:lnTo>
                    <a:pt x="332823" y="115634"/>
                  </a:lnTo>
                  <a:lnTo>
                    <a:pt x="333450" y="110346"/>
                  </a:lnTo>
                  <a:lnTo>
                    <a:pt x="333908" y="105040"/>
                  </a:lnTo>
                  <a:lnTo>
                    <a:pt x="334197" y="99723"/>
                  </a:lnTo>
                  <a:lnTo>
                    <a:pt x="334317" y="94399"/>
                  </a:lnTo>
                  <a:lnTo>
                    <a:pt x="334266" y="89074"/>
                  </a:lnTo>
                  <a:lnTo>
                    <a:pt x="334046" y="83753"/>
                  </a:lnTo>
                  <a:lnTo>
                    <a:pt x="333657" y="78442"/>
                  </a:lnTo>
                  <a:lnTo>
                    <a:pt x="333099" y="73146"/>
                  </a:lnTo>
                  <a:lnTo>
                    <a:pt x="332373" y="67871"/>
                  </a:lnTo>
                  <a:lnTo>
                    <a:pt x="331478" y="62621"/>
                  </a:lnTo>
                  <a:lnTo>
                    <a:pt x="330417" y="57402"/>
                  </a:lnTo>
                  <a:lnTo>
                    <a:pt x="329191" y="52220"/>
                  </a:lnTo>
                  <a:lnTo>
                    <a:pt x="327799" y="47080"/>
                  </a:lnTo>
                  <a:lnTo>
                    <a:pt x="326245" y="41986"/>
                  </a:lnTo>
                  <a:lnTo>
                    <a:pt x="324530" y="36945"/>
                  </a:lnTo>
                  <a:lnTo>
                    <a:pt x="322654" y="31961"/>
                  </a:lnTo>
                  <a:lnTo>
                    <a:pt x="320621" y="27039"/>
                  </a:lnTo>
                  <a:lnTo>
                    <a:pt x="318432" y="22184"/>
                  </a:lnTo>
                  <a:lnTo>
                    <a:pt x="167153" y="933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423235" y="4659281"/>
              <a:ext cx="151279" cy="167167"/>
            </a:xfrm>
            <a:custGeom>
              <a:avLst/>
              <a:pathLst>
                <a:path w="151279" h="167167">
                  <a:moveTo>
                    <a:pt x="151279" y="96037"/>
                  </a:moveTo>
                  <a:lnTo>
                    <a:pt x="148902" y="91186"/>
                  </a:lnTo>
                  <a:lnTo>
                    <a:pt x="146368" y="86413"/>
                  </a:lnTo>
                  <a:lnTo>
                    <a:pt x="143682" y="81725"/>
                  </a:lnTo>
                  <a:lnTo>
                    <a:pt x="140846" y="77127"/>
                  </a:lnTo>
                  <a:lnTo>
                    <a:pt x="137863" y="72622"/>
                  </a:lnTo>
                  <a:lnTo>
                    <a:pt x="134735" y="68216"/>
                  </a:lnTo>
                  <a:lnTo>
                    <a:pt x="131467" y="63914"/>
                  </a:lnTo>
                  <a:lnTo>
                    <a:pt x="128061" y="59719"/>
                  </a:lnTo>
                  <a:lnTo>
                    <a:pt x="124522" y="55636"/>
                  </a:lnTo>
                  <a:lnTo>
                    <a:pt x="120853" y="51671"/>
                  </a:lnTo>
                  <a:lnTo>
                    <a:pt x="117057" y="47825"/>
                  </a:lnTo>
                  <a:lnTo>
                    <a:pt x="113139" y="44105"/>
                  </a:lnTo>
                  <a:lnTo>
                    <a:pt x="109103" y="40513"/>
                  </a:lnTo>
                  <a:lnTo>
                    <a:pt x="104953" y="37053"/>
                  </a:lnTo>
                  <a:lnTo>
                    <a:pt x="100694" y="33729"/>
                  </a:lnTo>
                  <a:lnTo>
                    <a:pt x="96329" y="30545"/>
                  </a:lnTo>
                  <a:lnTo>
                    <a:pt x="91863" y="27503"/>
                  </a:lnTo>
                  <a:lnTo>
                    <a:pt x="87302" y="24607"/>
                  </a:lnTo>
                  <a:lnTo>
                    <a:pt x="82649" y="21860"/>
                  </a:lnTo>
                  <a:lnTo>
                    <a:pt x="77910" y="19265"/>
                  </a:lnTo>
                  <a:lnTo>
                    <a:pt x="73090" y="16825"/>
                  </a:lnTo>
                  <a:lnTo>
                    <a:pt x="68193" y="14541"/>
                  </a:lnTo>
                  <a:lnTo>
                    <a:pt x="63225" y="12417"/>
                  </a:lnTo>
                  <a:lnTo>
                    <a:pt x="58191" y="10455"/>
                  </a:lnTo>
                  <a:lnTo>
                    <a:pt x="53096" y="8656"/>
                  </a:lnTo>
                  <a:lnTo>
                    <a:pt x="47946" y="7023"/>
                  </a:lnTo>
                  <a:lnTo>
                    <a:pt x="42745" y="5557"/>
                  </a:lnTo>
                  <a:lnTo>
                    <a:pt x="37500" y="4260"/>
                  </a:lnTo>
                  <a:lnTo>
                    <a:pt x="32216" y="3133"/>
                  </a:lnTo>
                  <a:lnTo>
                    <a:pt x="26898" y="2178"/>
                  </a:lnTo>
                  <a:lnTo>
                    <a:pt x="21552" y="1395"/>
                  </a:lnTo>
                  <a:lnTo>
                    <a:pt x="16184" y="785"/>
                  </a:lnTo>
                  <a:lnTo>
                    <a:pt x="10798" y="349"/>
                  </a:lnTo>
                  <a:lnTo>
                    <a:pt x="5402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588001" y="4213821"/>
              <a:ext cx="140470" cy="167167"/>
            </a:xfrm>
            <a:custGeom>
              <a:avLst/>
              <a:pathLst>
                <a:path w="140470" h="167167">
                  <a:moveTo>
                    <a:pt x="140470" y="0"/>
                  </a:moveTo>
                  <a:lnTo>
                    <a:pt x="134911" y="92"/>
                  </a:lnTo>
                  <a:lnTo>
                    <a:pt x="129358" y="369"/>
                  </a:lnTo>
                  <a:lnTo>
                    <a:pt x="123817" y="831"/>
                  </a:lnTo>
                  <a:lnTo>
                    <a:pt x="118295" y="1477"/>
                  </a:lnTo>
                  <a:lnTo>
                    <a:pt x="112797" y="2306"/>
                  </a:lnTo>
                  <a:lnTo>
                    <a:pt x="107330" y="3317"/>
                  </a:lnTo>
                  <a:lnTo>
                    <a:pt x="101899" y="4510"/>
                  </a:lnTo>
                  <a:lnTo>
                    <a:pt x="96512" y="5883"/>
                  </a:lnTo>
                  <a:lnTo>
                    <a:pt x="91172" y="7434"/>
                  </a:lnTo>
                  <a:lnTo>
                    <a:pt x="85888" y="9161"/>
                  </a:lnTo>
                  <a:lnTo>
                    <a:pt x="80664" y="11064"/>
                  </a:lnTo>
                  <a:lnTo>
                    <a:pt x="75505" y="13139"/>
                  </a:lnTo>
                  <a:lnTo>
                    <a:pt x="70419" y="15385"/>
                  </a:lnTo>
                  <a:lnTo>
                    <a:pt x="65410" y="17798"/>
                  </a:lnTo>
                  <a:lnTo>
                    <a:pt x="60485" y="20377"/>
                  </a:lnTo>
                  <a:lnTo>
                    <a:pt x="55647" y="23118"/>
                  </a:lnTo>
                  <a:lnTo>
                    <a:pt x="50904" y="26019"/>
                  </a:lnTo>
                  <a:lnTo>
                    <a:pt x="46260" y="29075"/>
                  </a:lnTo>
                  <a:lnTo>
                    <a:pt x="41719" y="32284"/>
                  </a:lnTo>
                  <a:lnTo>
                    <a:pt x="37289" y="35643"/>
                  </a:lnTo>
                  <a:lnTo>
                    <a:pt x="32972" y="39147"/>
                  </a:lnTo>
                  <a:lnTo>
                    <a:pt x="28774" y="42793"/>
                  </a:lnTo>
                  <a:lnTo>
                    <a:pt x="24700" y="46576"/>
                  </a:lnTo>
                  <a:lnTo>
                    <a:pt x="20753" y="50493"/>
                  </a:lnTo>
                  <a:lnTo>
                    <a:pt x="16940" y="54538"/>
                  </a:lnTo>
                  <a:lnTo>
                    <a:pt x="13263" y="58709"/>
                  </a:lnTo>
                  <a:lnTo>
                    <a:pt x="9726" y="62999"/>
                  </a:lnTo>
                  <a:lnTo>
                    <a:pt x="6334" y="67404"/>
                  </a:lnTo>
                  <a:lnTo>
                    <a:pt x="3091" y="71920"/>
                  </a:lnTo>
                  <a:lnTo>
                    <a:pt x="0" y="76541"/>
                  </a:lnTo>
                  <a:lnTo>
                    <a:pt x="14047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588001" y="4290363"/>
              <a:ext cx="140470" cy="90625"/>
            </a:xfrm>
            <a:custGeom>
              <a:avLst/>
              <a:pathLst>
                <a:path w="140470" h="90625">
                  <a:moveTo>
                    <a:pt x="0" y="0"/>
                  </a:moveTo>
                  <a:lnTo>
                    <a:pt x="140470" y="9062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561304" y="4273255"/>
              <a:ext cx="334334" cy="274880"/>
            </a:xfrm>
            <a:custGeom>
              <a:avLst/>
              <a:pathLst>
                <a:path w="334334" h="274880">
                  <a:moveTo>
                    <a:pt x="26696" y="17107"/>
                  </a:moveTo>
                  <a:lnTo>
                    <a:pt x="23889" y="21614"/>
                  </a:lnTo>
                  <a:lnTo>
                    <a:pt x="21227" y="26207"/>
                  </a:lnTo>
                  <a:lnTo>
                    <a:pt x="18711" y="30883"/>
                  </a:lnTo>
                  <a:lnTo>
                    <a:pt x="16346" y="35636"/>
                  </a:lnTo>
                  <a:lnTo>
                    <a:pt x="14132" y="40462"/>
                  </a:lnTo>
                  <a:lnTo>
                    <a:pt x="12073" y="45356"/>
                  </a:lnTo>
                  <a:lnTo>
                    <a:pt x="10170" y="50312"/>
                  </a:lnTo>
                  <a:lnTo>
                    <a:pt x="8426" y="55327"/>
                  </a:lnTo>
                  <a:lnTo>
                    <a:pt x="6842" y="60394"/>
                  </a:lnTo>
                  <a:lnTo>
                    <a:pt x="5420" y="65510"/>
                  </a:lnTo>
                  <a:lnTo>
                    <a:pt x="4160" y="70667"/>
                  </a:lnTo>
                  <a:lnTo>
                    <a:pt x="3065" y="75863"/>
                  </a:lnTo>
                  <a:lnTo>
                    <a:pt x="2136" y="81090"/>
                  </a:lnTo>
                  <a:lnTo>
                    <a:pt x="1373" y="86344"/>
                  </a:lnTo>
                  <a:lnTo>
                    <a:pt x="778" y="91620"/>
                  </a:lnTo>
                  <a:lnTo>
                    <a:pt x="350" y="96912"/>
                  </a:lnTo>
                  <a:lnTo>
                    <a:pt x="90" y="102215"/>
                  </a:lnTo>
                  <a:lnTo>
                    <a:pt x="0" y="107523"/>
                  </a:lnTo>
                  <a:lnTo>
                    <a:pt x="77" y="112832"/>
                  </a:lnTo>
                  <a:lnTo>
                    <a:pt x="323" y="118136"/>
                  </a:lnTo>
                  <a:lnTo>
                    <a:pt x="738" y="123429"/>
                  </a:lnTo>
                  <a:lnTo>
                    <a:pt x="1320" y="128706"/>
                  </a:lnTo>
                  <a:lnTo>
                    <a:pt x="2070" y="133962"/>
                  </a:lnTo>
                  <a:lnTo>
                    <a:pt x="2986" y="139192"/>
                  </a:lnTo>
                  <a:lnTo>
                    <a:pt x="4068" y="144390"/>
                  </a:lnTo>
                  <a:lnTo>
                    <a:pt x="5314" y="149551"/>
                  </a:lnTo>
                  <a:lnTo>
                    <a:pt x="6724" y="154669"/>
                  </a:lnTo>
                  <a:lnTo>
                    <a:pt x="8295" y="159741"/>
                  </a:lnTo>
                  <a:lnTo>
                    <a:pt x="10027" y="164760"/>
                  </a:lnTo>
                  <a:lnTo>
                    <a:pt x="11917" y="169721"/>
                  </a:lnTo>
                  <a:lnTo>
                    <a:pt x="13964" y="174620"/>
                  </a:lnTo>
                  <a:lnTo>
                    <a:pt x="16166" y="179452"/>
                  </a:lnTo>
                  <a:lnTo>
                    <a:pt x="18519" y="184211"/>
                  </a:lnTo>
                  <a:lnTo>
                    <a:pt x="21023" y="188893"/>
                  </a:lnTo>
                  <a:lnTo>
                    <a:pt x="23674" y="193493"/>
                  </a:lnTo>
                  <a:lnTo>
                    <a:pt x="26470" y="198006"/>
                  </a:lnTo>
                  <a:lnTo>
                    <a:pt x="29407" y="202429"/>
                  </a:lnTo>
                  <a:lnTo>
                    <a:pt x="32484" y="206756"/>
                  </a:lnTo>
                  <a:lnTo>
                    <a:pt x="35697" y="210983"/>
                  </a:lnTo>
                  <a:lnTo>
                    <a:pt x="39042" y="215106"/>
                  </a:lnTo>
                  <a:lnTo>
                    <a:pt x="42516" y="219120"/>
                  </a:lnTo>
                  <a:lnTo>
                    <a:pt x="46116" y="223023"/>
                  </a:lnTo>
                  <a:lnTo>
                    <a:pt x="49839" y="226809"/>
                  </a:lnTo>
                  <a:lnTo>
                    <a:pt x="53679" y="230474"/>
                  </a:lnTo>
                  <a:lnTo>
                    <a:pt x="57634" y="234016"/>
                  </a:lnTo>
                  <a:lnTo>
                    <a:pt x="61700" y="237431"/>
                  </a:lnTo>
                  <a:lnTo>
                    <a:pt x="65872" y="240715"/>
                  </a:lnTo>
                  <a:lnTo>
                    <a:pt x="70146" y="243865"/>
                  </a:lnTo>
                  <a:lnTo>
                    <a:pt x="74518" y="246877"/>
                  </a:lnTo>
                  <a:lnTo>
                    <a:pt x="78983" y="249749"/>
                  </a:lnTo>
                  <a:lnTo>
                    <a:pt x="83538" y="252478"/>
                  </a:lnTo>
                  <a:lnTo>
                    <a:pt x="88176" y="255061"/>
                  </a:lnTo>
                  <a:lnTo>
                    <a:pt x="92895" y="257495"/>
                  </a:lnTo>
                  <a:lnTo>
                    <a:pt x="97688" y="259778"/>
                  </a:lnTo>
                  <a:lnTo>
                    <a:pt x="102552" y="261907"/>
                  </a:lnTo>
                  <a:lnTo>
                    <a:pt x="107480" y="263882"/>
                  </a:lnTo>
                  <a:lnTo>
                    <a:pt x="112469" y="265698"/>
                  </a:lnTo>
                  <a:lnTo>
                    <a:pt x="117513" y="267356"/>
                  </a:lnTo>
                  <a:lnTo>
                    <a:pt x="122607" y="268852"/>
                  </a:lnTo>
                  <a:lnTo>
                    <a:pt x="127746" y="270186"/>
                  </a:lnTo>
                  <a:lnTo>
                    <a:pt x="132925" y="271356"/>
                  </a:lnTo>
                  <a:lnTo>
                    <a:pt x="138138" y="272361"/>
                  </a:lnTo>
                  <a:lnTo>
                    <a:pt x="143381" y="273199"/>
                  </a:lnTo>
                  <a:lnTo>
                    <a:pt x="148648" y="273871"/>
                  </a:lnTo>
                  <a:lnTo>
                    <a:pt x="153933" y="274376"/>
                  </a:lnTo>
                  <a:lnTo>
                    <a:pt x="159232" y="274712"/>
                  </a:lnTo>
                  <a:lnTo>
                    <a:pt x="164538" y="274880"/>
                  </a:lnTo>
                  <a:lnTo>
                    <a:pt x="169847" y="274879"/>
                  </a:lnTo>
                  <a:lnTo>
                    <a:pt x="175154" y="274709"/>
                  </a:lnTo>
                  <a:lnTo>
                    <a:pt x="180453" y="274371"/>
                  </a:lnTo>
                  <a:lnTo>
                    <a:pt x="185738" y="273865"/>
                  </a:lnTo>
                  <a:lnTo>
                    <a:pt x="191004" y="273192"/>
                  </a:lnTo>
                  <a:lnTo>
                    <a:pt x="196246" y="272351"/>
                  </a:lnTo>
                  <a:lnTo>
                    <a:pt x="201460" y="271345"/>
                  </a:lnTo>
                  <a:lnTo>
                    <a:pt x="206638" y="270173"/>
                  </a:lnTo>
                  <a:lnTo>
                    <a:pt x="211777" y="268838"/>
                  </a:lnTo>
                  <a:lnTo>
                    <a:pt x="216870" y="267340"/>
                  </a:lnTo>
                  <a:lnTo>
                    <a:pt x="221914" y="265681"/>
                  </a:lnTo>
                  <a:lnTo>
                    <a:pt x="226902" y="263863"/>
                  </a:lnTo>
                  <a:lnTo>
                    <a:pt x="231830" y="261887"/>
                  </a:lnTo>
                  <a:lnTo>
                    <a:pt x="236693" y="259756"/>
                  </a:lnTo>
                  <a:lnTo>
                    <a:pt x="241485" y="257472"/>
                  </a:lnTo>
                  <a:lnTo>
                    <a:pt x="246203" y="255036"/>
                  </a:lnTo>
                  <a:lnTo>
                    <a:pt x="250841" y="252452"/>
                  </a:lnTo>
                  <a:lnTo>
                    <a:pt x="255395" y="249722"/>
                  </a:lnTo>
                  <a:lnTo>
                    <a:pt x="259859" y="246848"/>
                  </a:lnTo>
                  <a:lnTo>
                    <a:pt x="264230" y="243834"/>
                  </a:lnTo>
                  <a:lnTo>
                    <a:pt x="268503" y="240683"/>
                  </a:lnTo>
                  <a:lnTo>
                    <a:pt x="272674" y="237398"/>
                  </a:lnTo>
                  <a:lnTo>
                    <a:pt x="276739" y="233982"/>
                  </a:lnTo>
                  <a:lnTo>
                    <a:pt x="280693" y="230439"/>
                  </a:lnTo>
                  <a:lnTo>
                    <a:pt x="284532" y="226772"/>
                  </a:lnTo>
                  <a:lnTo>
                    <a:pt x="288253" y="222985"/>
                  </a:lnTo>
                  <a:lnTo>
                    <a:pt x="291852" y="219081"/>
                  </a:lnTo>
                  <a:lnTo>
                    <a:pt x="295325" y="215066"/>
                  </a:lnTo>
                  <a:lnTo>
                    <a:pt x="298669" y="210942"/>
                  </a:lnTo>
                  <a:lnTo>
                    <a:pt x="301880" y="206714"/>
                  </a:lnTo>
                  <a:lnTo>
                    <a:pt x="304956" y="202386"/>
                  </a:lnTo>
                  <a:lnTo>
                    <a:pt x="307892" y="197962"/>
                  </a:lnTo>
                  <a:lnTo>
                    <a:pt x="310686" y="193448"/>
                  </a:lnTo>
                  <a:lnTo>
                    <a:pt x="313336" y="188847"/>
                  </a:lnTo>
                  <a:lnTo>
                    <a:pt x="315838" y="184164"/>
                  </a:lnTo>
                  <a:lnTo>
                    <a:pt x="318190" y="179405"/>
                  </a:lnTo>
                  <a:lnTo>
                    <a:pt x="320390" y="174572"/>
                  </a:lnTo>
                  <a:lnTo>
                    <a:pt x="322436" y="169673"/>
                  </a:lnTo>
                  <a:lnTo>
                    <a:pt x="324324" y="164711"/>
                  </a:lnTo>
                  <a:lnTo>
                    <a:pt x="326054" y="159691"/>
                  </a:lnTo>
                  <a:lnTo>
                    <a:pt x="327624" y="154620"/>
                  </a:lnTo>
                  <a:lnTo>
                    <a:pt x="329032" y="149500"/>
                  </a:lnTo>
                  <a:lnTo>
                    <a:pt x="330277" y="144339"/>
                  </a:lnTo>
                  <a:lnTo>
                    <a:pt x="331357" y="139141"/>
                  </a:lnTo>
                  <a:lnTo>
                    <a:pt x="332272" y="133911"/>
                  </a:lnTo>
                  <a:lnTo>
                    <a:pt x="333020" y="128654"/>
                  </a:lnTo>
                  <a:lnTo>
                    <a:pt x="333601" y="123377"/>
                  </a:lnTo>
                  <a:lnTo>
                    <a:pt x="334013" y="118084"/>
                  </a:lnTo>
                  <a:lnTo>
                    <a:pt x="334258" y="112780"/>
                  </a:lnTo>
                  <a:lnTo>
                    <a:pt x="334334" y="107471"/>
                  </a:lnTo>
                  <a:lnTo>
                    <a:pt x="334241" y="102163"/>
                  </a:lnTo>
                  <a:lnTo>
                    <a:pt x="333980" y="96860"/>
                  </a:lnTo>
                  <a:lnTo>
                    <a:pt x="333551" y="91568"/>
                  </a:lnTo>
                  <a:lnTo>
                    <a:pt x="332954" y="86293"/>
                  </a:lnTo>
                  <a:lnTo>
                    <a:pt x="332189" y="81039"/>
                  </a:lnTo>
                  <a:lnTo>
                    <a:pt x="331258" y="75811"/>
                  </a:lnTo>
                  <a:lnTo>
                    <a:pt x="330162" y="70617"/>
                  </a:lnTo>
                  <a:lnTo>
                    <a:pt x="328901" y="65459"/>
                  </a:lnTo>
                  <a:lnTo>
                    <a:pt x="327477" y="60344"/>
                  </a:lnTo>
                  <a:lnTo>
                    <a:pt x="325891" y="55278"/>
                  </a:lnTo>
                  <a:lnTo>
                    <a:pt x="324145" y="50263"/>
                  </a:lnTo>
                  <a:lnTo>
                    <a:pt x="322241" y="45307"/>
                  </a:lnTo>
                  <a:lnTo>
                    <a:pt x="320180" y="40414"/>
                  </a:lnTo>
                  <a:lnTo>
                    <a:pt x="317965" y="35589"/>
                  </a:lnTo>
                  <a:lnTo>
                    <a:pt x="315598" y="30837"/>
                  </a:lnTo>
                  <a:lnTo>
                    <a:pt x="313082" y="26162"/>
                  </a:lnTo>
                  <a:lnTo>
                    <a:pt x="310418" y="21569"/>
                  </a:lnTo>
                  <a:lnTo>
                    <a:pt x="307609" y="17064"/>
                  </a:lnTo>
                  <a:lnTo>
                    <a:pt x="304659" y="12649"/>
                  </a:lnTo>
                  <a:lnTo>
                    <a:pt x="301570" y="8331"/>
                  </a:lnTo>
                  <a:lnTo>
                    <a:pt x="298346" y="4113"/>
                  </a:lnTo>
                  <a:lnTo>
                    <a:pt x="294989" y="0"/>
                  </a:lnTo>
                  <a:lnTo>
                    <a:pt x="167167" y="1077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728472" y="4213821"/>
              <a:ext cx="127822" cy="167167"/>
            </a:xfrm>
            <a:custGeom>
              <a:avLst/>
              <a:pathLst>
                <a:path w="127822" h="167167">
                  <a:moveTo>
                    <a:pt x="127822" y="59434"/>
                  </a:moveTo>
                  <a:lnTo>
                    <a:pt x="124144" y="55215"/>
                  </a:lnTo>
                  <a:lnTo>
                    <a:pt x="120327" y="51123"/>
                  </a:lnTo>
                  <a:lnTo>
                    <a:pt x="116375" y="47160"/>
                  </a:lnTo>
                  <a:lnTo>
                    <a:pt x="112293" y="43332"/>
                  </a:lnTo>
                  <a:lnTo>
                    <a:pt x="108085" y="39642"/>
                  </a:lnTo>
                  <a:lnTo>
                    <a:pt x="103755" y="36096"/>
                  </a:lnTo>
                  <a:lnTo>
                    <a:pt x="99310" y="32696"/>
                  </a:lnTo>
                  <a:lnTo>
                    <a:pt x="94753" y="29447"/>
                  </a:lnTo>
                  <a:lnTo>
                    <a:pt x="90090" y="26353"/>
                  </a:lnTo>
                  <a:lnTo>
                    <a:pt x="85326" y="23416"/>
                  </a:lnTo>
                  <a:lnTo>
                    <a:pt x="80466" y="20640"/>
                  </a:lnTo>
                  <a:lnTo>
                    <a:pt x="75516" y="18029"/>
                  </a:lnTo>
                  <a:lnTo>
                    <a:pt x="70482" y="15585"/>
                  </a:lnTo>
                  <a:lnTo>
                    <a:pt x="65368" y="13310"/>
                  </a:lnTo>
                  <a:lnTo>
                    <a:pt x="60181" y="11208"/>
                  </a:lnTo>
                  <a:lnTo>
                    <a:pt x="54927" y="9281"/>
                  </a:lnTo>
                  <a:lnTo>
                    <a:pt x="49611" y="7531"/>
                  </a:lnTo>
                  <a:lnTo>
                    <a:pt x="44240" y="5960"/>
                  </a:lnTo>
                  <a:lnTo>
                    <a:pt x="38819" y="4569"/>
                  </a:lnTo>
                  <a:lnTo>
                    <a:pt x="33355" y="3361"/>
                  </a:lnTo>
                  <a:lnTo>
                    <a:pt x="27853" y="2336"/>
                  </a:lnTo>
                  <a:lnTo>
                    <a:pt x="22320" y="1496"/>
                  </a:lnTo>
                  <a:lnTo>
                    <a:pt x="16761" y="842"/>
                  </a:lnTo>
                  <a:lnTo>
                    <a:pt x="11185" y="374"/>
                  </a:lnTo>
                  <a:lnTo>
                    <a:pt x="5595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51993" y="3707720"/>
              <a:ext cx="167017" cy="167167"/>
            </a:xfrm>
            <a:custGeom>
              <a:avLst/>
              <a:pathLst>
                <a:path w="167017" h="167167">
                  <a:moveTo>
                    <a:pt x="167017" y="0"/>
                  </a:moveTo>
                  <a:lnTo>
                    <a:pt x="161582" y="88"/>
                  </a:lnTo>
                  <a:lnTo>
                    <a:pt x="156152" y="353"/>
                  </a:lnTo>
                  <a:lnTo>
                    <a:pt x="150734" y="794"/>
                  </a:lnTo>
                  <a:lnTo>
                    <a:pt x="145333" y="1412"/>
                  </a:lnTo>
                  <a:lnTo>
                    <a:pt x="139955" y="2205"/>
                  </a:lnTo>
                  <a:lnTo>
                    <a:pt x="134605" y="3172"/>
                  </a:lnTo>
                  <a:lnTo>
                    <a:pt x="129290" y="4312"/>
                  </a:lnTo>
                  <a:lnTo>
                    <a:pt x="124015" y="5625"/>
                  </a:lnTo>
                  <a:lnTo>
                    <a:pt x="118785" y="7109"/>
                  </a:lnTo>
                  <a:lnTo>
                    <a:pt x="113606" y="8762"/>
                  </a:lnTo>
                  <a:lnTo>
                    <a:pt x="108484" y="10582"/>
                  </a:lnTo>
                  <a:lnTo>
                    <a:pt x="103423" y="12568"/>
                  </a:lnTo>
                  <a:lnTo>
                    <a:pt x="98430" y="14718"/>
                  </a:lnTo>
                  <a:lnTo>
                    <a:pt x="93509" y="17029"/>
                  </a:lnTo>
                  <a:lnTo>
                    <a:pt x="88666" y="19498"/>
                  </a:lnTo>
                  <a:lnTo>
                    <a:pt x="83906" y="22124"/>
                  </a:lnTo>
                  <a:lnTo>
                    <a:pt x="79234" y="24903"/>
                  </a:lnTo>
                  <a:lnTo>
                    <a:pt x="74655" y="27832"/>
                  </a:lnTo>
                  <a:lnTo>
                    <a:pt x="70173" y="30909"/>
                  </a:lnTo>
                  <a:lnTo>
                    <a:pt x="65794" y="34130"/>
                  </a:lnTo>
                  <a:lnTo>
                    <a:pt x="61522" y="37492"/>
                  </a:lnTo>
                  <a:lnTo>
                    <a:pt x="57361" y="40991"/>
                  </a:lnTo>
                  <a:lnTo>
                    <a:pt x="53316" y="44623"/>
                  </a:lnTo>
                  <a:lnTo>
                    <a:pt x="49392" y="48385"/>
                  </a:lnTo>
                  <a:lnTo>
                    <a:pt x="45592" y="52272"/>
                  </a:lnTo>
                  <a:lnTo>
                    <a:pt x="41920" y="56281"/>
                  </a:lnTo>
                  <a:lnTo>
                    <a:pt x="38381" y="60407"/>
                  </a:lnTo>
                  <a:lnTo>
                    <a:pt x="34977" y="64647"/>
                  </a:lnTo>
                  <a:lnTo>
                    <a:pt x="31714" y="68994"/>
                  </a:lnTo>
                  <a:lnTo>
                    <a:pt x="28593" y="73445"/>
                  </a:lnTo>
                  <a:lnTo>
                    <a:pt x="25619" y="77996"/>
                  </a:lnTo>
                  <a:lnTo>
                    <a:pt x="22794" y="82641"/>
                  </a:lnTo>
                  <a:lnTo>
                    <a:pt x="20122" y="87375"/>
                  </a:lnTo>
                  <a:lnTo>
                    <a:pt x="17605" y="92193"/>
                  </a:lnTo>
                  <a:lnTo>
                    <a:pt x="15247" y="97091"/>
                  </a:lnTo>
                  <a:lnTo>
                    <a:pt x="13048" y="102063"/>
                  </a:lnTo>
                  <a:lnTo>
                    <a:pt x="11013" y="107104"/>
                  </a:lnTo>
                  <a:lnTo>
                    <a:pt x="9142" y="112208"/>
                  </a:lnTo>
                  <a:lnTo>
                    <a:pt x="7439" y="117371"/>
                  </a:lnTo>
                  <a:lnTo>
                    <a:pt x="5904" y="122586"/>
                  </a:lnTo>
                  <a:lnTo>
                    <a:pt x="4540" y="127848"/>
                  </a:lnTo>
                  <a:lnTo>
                    <a:pt x="3347" y="133152"/>
                  </a:lnTo>
                  <a:lnTo>
                    <a:pt x="2328" y="138492"/>
                  </a:lnTo>
                  <a:lnTo>
                    <a:pt x="1482" y="143862"/>
                  </a:lnTo>
                  <a:lnTo>
                    <a:pt x="812" y="149256"/>
                  </a:lnTo>
                  <a:lnTo>
                    <a:pt x="318" y="154670"/>
                  </a:lnTo>
                  <a:lnTo>
                    <a:pt x="0" y="160097"/>
                  </a:lnTo>
                  <a:lnTo>
                    <a:pt x="16701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51853" y="3708039"/>
              <a:ext cx="334311" cy="334015"/>
            </a:xfrm>
            <a:custGeom>
              <a:avLst/>
              <a:pathLst>
                <a:path w="334311" h="334015">
                  <a:moveTo>
                    <a:pt x="140" y="159779"/>
                  </a:moveTo>
                  <a:lnTo>
                    <a:pt x="0" y="165077"/>
                  </a:lnTo>
                  <a:lnTo>
                    <a:pt x="27" y="170378"/>
                  </a:lnTo>
                  <a:lnTo>
                    <a:pt x="223" y="175675"/>
                  </a:lnTo>
                  <a:lnTo>
                    <a:pt x="587" y="180963"/>
                  </a:lnTo>
                  <a:lnTo>
                    <a:pt x="1118" y="186237"/>
                  </a:lnTo>
                  <a:lnTo>
                    <a:pt x="1816" y="191491"/>
                  </a:lnTo>
                  <a:lnTo>
                    <a:pt x="2681" y="196721"/>
                  </a:lnTo>
                  <a:lnTo>
                    <a:pt x="3711" y="201920"/>
                  </a:lnTo>
                  <a:lnTo>
                    <a:pt x="4905" y="207085"/>
                  </a:lnTo>
                  <a:lnTo>
                    <a:pt x="6262" y="212208"/>
                  </a:lnTo>
                  <a:lnTo>
                    <a:pt x="7781" y="217287"/>
                  </a:lnTo>
                  <a:lnTo>
                    <a:pt x="9460" y="222314"/>
                  </a:lnTo>
                  <a:lnTo>
                    <a:pt x="11298" y="227286"/>
                  </a:lnTo>
                  <a:lnTo>
                    <a:pt x="13292" y="232197"/>
                  </a:lnTo>
                  <a:lnTo>
                    <a:pt x="15441" y="237042"/>
                  </a:lnTo>
                  <a:lnTo>
                    <a:pt x="17743" y="241817"/>
                  </a:lnTo>
                  <a:lnTo>
                    <a:pt x="20195" y="246516"/>
                  </a:lnTo>
                  <a:lnTo>
                    <a:pt x="22795" y="251136"/>
                  </a:lnTo>
                  <a:lnTo>
                    <a:pt x="25539" y="255670"/>
                  </a:lnTo>
                  <a:lnTo>
                    <a:pt x="28427" y="260115"/>
                  </a:lnTo>
                  <a:lnTo>
                    <a:pt x="31453" y="264467"/>
                  </a:lnTo>
                  <a:lnTo>
                    <a:pt x="34616" y="268720"/>
                  </a:lnTo>
                  <a:lnTo>
                    <a:pt x="37913" y="272871"/>
                  </a:lnTo>
                  <a:lnTo>
                    <a:pt x="41339" y="276915"/>
                  </a:lnTo>
                  <a:lnTo>
                    <a:pt x="44892" y="280849"/>
                  </a:lnTo>
                  <a:lnTo>
                    <a:pt x="48568" y="284668"/>
                  </a:lnTo>
                  <a:lnTo>
                    <a:pt x="52362" y="288368"/>
                  </a:lnTo>
                  <a:lnTo>
                    <a:pt x="56273" y="291947"/>
                  </a:lnTo>
                  <a:lnTo>
                    <a:pt x="60295" y="295399"/>
                  </a:lnTo>
                  <a:lnTo>
                    <a:pt x="64424" y="298723"/>
                  </a:lnTo>
                  <a:lnTo>
                    <a:pt x="68657" y="301914"/>
                  </a:lnTo>
                  <a:lnTo>
                    <a:pt x="72988" y="304969"/>
                  </a:lnTo>
                  <a:lnTo>
                    <a:pt x="77414" y="307885"/>
                  </a:lnTo>
                  <a:lnTo>
                    <a:pt x="81931" y="310659"/>
                  </a:lnTo>
                  <a:lnTo>
                    <a:pt x="86533" y="313289"/>
                  </a:lnTo>
                  <a:lnTo>
                    <a:pt x="91216" y="315771"/>
                  </a:lnTo>
                  <a:lnTo>
                    <a:pt x="95976" y="318104"/>
                  </a:lnTo>
                  <a:lnTo>
                    <a:pt x="100807" y="320285"/>
                  </a:lnTo>
                  <a:lnTo>
                    <a:pt x="105705" y="322311"/>
                  </a:lnTo>
                  <a:lnTo>
                    <a:pt x="110665" y="324181"/>
                  </a:lnTo>
                  <a:lnTo>
                    <a:pt x="115681" y="325893"/>
                  </a:lnTo>
                  <a:lnTo>
                    <a:pt x="120750" y="327445"/>
                  </a:lnTo>
                  <a:lnTo>
                    <a:pt x="125864" y="328836"/>
                  </a:lnTo>
                  <a:lnTo>
                    <a:pt x="131021" y="330064"/>
                  </a:lnTo>
                  <a:lnTo>
                    <a:pt x="136214" y="331127"/>
                  </a:lnTo>
                  <a:lnTo>
                    <a:pt x="141437" y="332026"/>
                  </a:lnTo>
                  <a:lnTo>
                    <a:pt x="146687" y="332758"/>
                  </a:lnTo>
                  <a:lnTo>
                    <a:pt x="151957" y="333324"/>
                  </a:lnTo>
                  <a:lnTo>
                    <a:pt x="157243" y="333722"/>
                  </a:lnTo>
                  <a:lnTo>
                    <a:pt x="162538" y="333952"/>
                  </a:lnTo>
                  <a:lnTo>
                    <a:pt x="167839" y="334015"/>
                  </a:lnTo>
                  <a:lnTo>
                    <a:pt x="173138" y="333909"/>
                  </a:lnTo>
                  <a:lnTo>
                    <a:pt x="178432" y="333636"/>
                  </a:lnTo>
                  <a:lnTo>
                    <a:pt x="183714" y="333194"/>
                  </a:lnTo>
                  <a:lnTo>
                    <a:pt x="188979" y="332586"/>
                  </a:lnTo>
                  <a:lnTo>
                    <a:pt x="194223" y="331811"/>
                  </a:lnTo>
                  <a:lnTo>
                    <a:pt x="199439" y="330870"/>
                  </a:lnTo>
                  <a:lnTo>
                    <a:pt x="204623" y="329764"/>
                  </a:lnTo>
                  <a:lnTo>
                    <a:pt x="209769" y="328494"/>
                  </a:lnTo>
                  <a:lnTo>
                    <a:pt x="214873" y="327062"/>
                  </a:lnTo>
                  <a:lnTo>
                    <a:pt x="219928" y="325468"/>
                  </a:lnTo>
                  <a:lnTo>
                    <a:pt x="224930" y="323716"/>
                  </a:lnTo>
                  <a:lnTo>
                    <a:pt x="229875" y="321805"/>
                  </a:lnTo>
                  <a:lnTo>
                    <a:pt x="234756" y="319739"/>
                  </a:lnTo>
                  <a:lnTo>
                    <a:pt x="239569" y="317519"/>
                  </a:lnTo>
                  <a:lnTo>
                    <a:pt x="244310" y="315147"/>
                  </a:lnTo>
                  <a:lnTo>
                    <a:pt x="248972" y="312627"/>
                  </a:lnTo>
                  <a:lnTo>
                    <a:pt x="253553" y="309960"/>
                  </a:lnTo>
                  <a:lnTo>
                    <a:pt x="258047" y="307149"/>
                  </a:lnTo>
                  <a:lnTo>
                    <a:pt x="262449" y="304197"/>
                  </a:lnTo>
                  <a:lnTo>
                    <a:pt x="266756" y="301106"/>
                  </a:lnTo>
                  <a:lnTo>
                    <a:pt x="270962" y="297881"/>
                  </a:lnTo>
                  <a:lnTo>
                    <a:pt x="275064" y="294524"/>
                  </a:lnTo>
                  <a:lnTo>
                    <a:pt x="279058" y="291039"/>
                  </a:lnTo>
                  <a:lnTo>
                    <a:pt x="282939" y="287429"/>
                  </a:lnTo>
                  <a:lnTo>
                    <a:pt x="286704" y="283698"/>
                  </a:lnTo>
                  <a:lnTo>
                    <a:pt x="290348" y="279849"/>
                  </a:lnTo>
                  <a:lnTo>
                    <a:pt x="293869" y="275886"/>
                  </a:lnTo>
                  <a:lnTo>
                    <a:pt x="297262" y="271814"/>
                  </a:lnTo>
                  <a:lnTo>
                    <a:pt x="300524" y="267637"/>
                  </a:lnTo>
                  <a:lnTo>
                    <a:pt x="303653" y="263358"/>
                  </a:lnTo>
                  <a:lnTo>
                    <a:pt x="306644" y="258982"/>
                  </a:lnTo>
                  <a:lnTo>
                    <a:pt x="309495" y="254513"/>
                  </a:lnTo>
                  <a:lnTo>
                    <a:pt x="312203" y="249956"/>
                  </a:lnTo>
                  <a:lnTo>
                    <a:pt x="314764" y="245316"/>
                  </a:lnTo>
                  <a:lnTo>
                    <a:pt x="317178" y="240597"/>
                  </a:lnTo>
                  <a:lnTo>
                    <a:pt x="319441" y="235804"/>
                  </a:lnTo>
                  <a:lnTo>
                    <a:pt x="321550" y="230941"/>
                  </a:lnTo>
                  <a:lnTo>
                    <a:pt x="323505" y="226014"/>
                  </a:lnTo>
                  <a:lnTo>
                    <a:pt x="325302" y="221027"/>
                  </a:lnTo>
                  <a:lnTo>
                    <a:pt x="326940" y="215986"/>
                  </a:lnTo>
                  <a:lnTo>
                    <a:pt x="328418" y="210896"/>
                  </a:lnTo>
                  <a:lnTo>
                    <a:pt x="329733" y="205761"/>
                  </a:lnTo>
                  <a:lnTo>
                    <a:pt x="330885" y="200587"/>
                  </a:lnTo>
                  <a:lnTo>
                    <a:pt x="331872" y="195380"/>
                  </a:lnTo>
                  <a:lnTo>
                    <a:pt x="332694" y="190143"/>
                  </a:lnTo>
                  <a:lnTo>
                    <a:pt x="333349" y="184883"/>
                  </a:lnTo>
                  <a:lnTo>
                    <a:pt x="333838" y="179605"/>
                  </a:lnTo>
                  <a:lnTo>
                    <a:pt x="334158" y="174314"/>
                  </a:lnTo>
                  <a:lnTo>
                    <a:pt x="334311" y="169016"/>
                  </a:lnTo>
                  <a:lnTo>
                    <a:pt x="334296" y="163715"/>
                  </a:lnTo>
                  <a:lnTo>
                    <a:pt x="334112" y="158418"/>
                  </a:lnTo>
                  <a:lnTo>
                    <a:pt x="333761" y="153129"/>
                  </a:lnTo>
                  <a:lnTo>
                    <a:pt x="333242" y="147854"/>
                  </a:lnTo>
                  <a:lnTo>
                    <a:pt x="332557" y="142598"/>
                  </a:lnTo>
                  <a:lnTo>
                    <a:pt x="331705" y="137366"/>
                  </a:lnTo>
                  <a:lnTo>
                    <a:pt x="330687" y="132164"/>
                  </a:lnTo>
                  <a:lnTo>
                    <a:pt x="329505" y="126997"/>
                  </a:lnTo>
                  <a:lnTo>
                    <a:pt x="328160" y="121870"/>
                  </a:lnTo>
                  <a:lnTo>
                    <a:pt x="326653" y="116788"/>
                  </a:lnTo>
                  <a:lnTo>
                    <a:pt x="324986" y="111757"/>
                  </a:lnTo>
                  <a:lnTo>
                    <a:pt x="323160" y="106781"/>
                  </a:lnTo>
                  <a:lnTo>
                    <a:pt x="321177" y="101865"/>
                  </a:lnTo>
                  <a:lnTo>
                    <a:pt x="319040" y="97015"/>
                  </a:lnTo>
                  <a:lnTo>
                    <a:pt x="316749" y="92235"/>
                  </a:lnTo>
                  <a:lnTo>
                    <a:pt x="314309" y="87529"/>
                  </a:lnTo>
                  <a:lnTo>
                    <a:pt x="311720" y="82904"/>
                  </a:lnTo>
                  <a:lnTo>
                    <a:pt x="308986" y="78363"/>
                  </a:lnTo>
                  <a:lnTo>
                    <a:pt x="306109" y="73911"/>
                  </a:lnTo>
                  <a:lnTo>
                    <a:pt x="303093" y="69552"/>
                  </a:lnTo>
                  <a:lnTo>
                    <a:pt x="299940" y="65292"/>
                  </a:lnTo>
                  <a:lnTo>
                    <a:pt x="296653" y="61133"/>
                  </a:lnTo>
                  <a:lnTo>
                    <a:pt x="293237" y="57081"/>
                  </a:lnTo>
                  <a:lnTo>
                    <a:pt x="289693" y="53139"/>
                  </a:lnTo>
                  <a:lnTo>
                    <a:pt x="286026" y="49311"/>
                  </a:lnTo>
                  <a:lnTo>
                    <a:pt x="282240" y="45601"/>
                  </a:lnTo>
                  <a:lnTo>
                    <a:pt x="278338" y="42014"/>
                  </a:lnTo>
                  <a:lnTo>
                    <a:pt x="274325" y="38552"/>
                  </a:lnTo>
                  <a:lnTo>
                    <a:pt x="270203" y="35218"/>
                  </a:lnTo>
                  <a:lnTo>
                    <a:pt x="265978" y="32018"/>
                  </a:lnTo>
                  <a:lnTo>
                    <a:pt x="261654" y="28952"/>
                  </a:lnTo>
                  <a:lnTo>
                    <a:pt x="257235" y="26026"/>
                  </a:lnTo>
                  <a:lnTo>
                    <a:pt x="252725" y="23241"/>
                  </a:lnTo>
                  <a:lnTo>
                    <a:pt x="248129" y="20600"/>
                  </a:lnTo>
                  <a:lnTo>
                    <a:pt x="243451" y="18107"/>
                  </a:lnTo>
                  <a:lnTo>
                    <a:pt x="238697" y="15763"/>
                  </a:lnTo>
                  <a:lnTo>
                    <a:pt x="233871" y="13570"/>
                  </a:lnTo>
                  <a:lnTo>
                    <a:pt x="228978" y="11532"/>
                  </a:lnTo>
                  <a:lnTo>
                    <a:pt x="224023" y="9650"/>
                  </a:lnTo>
                  <a:lnTo>
                    <a:pt x="219010" y="7927"/>
                  </a:lnTo>
                  <a:lnTo>
                    <a:pt x="213946" y="6363"/>
                  </a:lnTo>
                  <a:lnTo>
                    <a:pt x="208834" y="4960"/>
                  </a:lnTo>
                  <a:lnTo>
                    <a:pt x="203681" y="3720"/>
                  </a:lnTo>
                  <a:lnTo>
                    <a:pt x="198491" y="2644"/>
                  </a:lnTo>
                  <a:lnTo>
                    <a:pt x="193269" y="1733"/>
                  </a:lnTo>
                  <a:lnTo>
                    <a:pt x="188021" y="988"/>
                  </a:lnTo>
                  <a:lnTo>
                    <a:pt x="182752" y="410"/>
                  </a:lnTo>
                  <a:lnTo>
                    <a:pt x="177468" y="0"/>
                  </a:lnTo>
                  <a:lnTo>
                    <a:pt x="167158" y="1668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919011" y="3707720"/>
              <a:ext cx="10309" cy="167167"/>
            </a:xfrm>
            <a:custGeom>
              <a:avLst/>
              <a:pathLst>
                <a:path w="10309" h="167167">
                  <a:moveTo>
                    <a:pt x="10309" y="31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tx769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4" name="tx794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2025-06-05T18:35:05Z</dcterms:modified>
  <cp:category/>
</cp:coreProperties>
</file>