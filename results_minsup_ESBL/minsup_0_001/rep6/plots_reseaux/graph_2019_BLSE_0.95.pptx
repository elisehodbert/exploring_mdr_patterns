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8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31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3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19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58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27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1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1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9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1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6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177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40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1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157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0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30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30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7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9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4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59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76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8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93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36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98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40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108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108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41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109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52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11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52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13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52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28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42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36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208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40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249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52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8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240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52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8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44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52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28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44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0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6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9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34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22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1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3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3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238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43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241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31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1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43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43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31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4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243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240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30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123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130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27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7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77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332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47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84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19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3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9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46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3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238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49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41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45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37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7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243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4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37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43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46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275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65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98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7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52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101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177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44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157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198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275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52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280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0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22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36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22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334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22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334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139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59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7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19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27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93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177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98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27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157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65332" y="2501569"/>
              <a:ext cx="138723" cy="1184847"/>
            </a:xfrm>
            <a:custGeom>
              <a:avLst/>
              <a:pathLst>
                <a:path w="138723" h="1184847">
                  <a:moveTo>
                    <a:pt x="0" y="0"/>
                  </a:moveTo>
                  <a:lnTo>
                    <a:pt x="138723" y="1184847"/>
                  </a:lnTo>
                </a:path>
              </a:pathLst>
            </a:custGeom>
            <a:ln w="248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275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9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19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35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121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120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41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9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7136" y="3170392"/>
              <a:ext cx="36643" cy="167167"/>
            </a:xfrm>
            <a:custGeom>
              <a:avLst/>
              <a:pathLst>
                <a:path w="36643" h="167167">
                  <a:moveTo>
                    <a:pt x="36643" y="0"/>
                  </a:moveTo>
                  <a:lnTo>
                    <a:pt x="30487" y="113"/>
                  </a:lnTo>
                  <a:lnTo>
                    <a:pt x="24339" y="453"/>
                  </a:lnTo>
                  <a:lnTo>
                    <a:pt x="18209" y="1019"/>
                  </a:lnTo>
                  <a:lnTo>
                    <a:pt x="12103" y="1810"/>
                  </a:lnTo>
                  <a:lnTo>
                    <a:pt x="6030" y="2826"/>
                  </a:lnTo>
                  <a:lnTo>
                    <a:pt x="0" y="4065"/>
                  </a:lnTo>
                  <a:lnTo>
                    <a:pt x="3664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47136" y="3174458"/>
              <a:ext cx="36643" cy="163101"/>
            </a:xfrm>
            <a:custGeom>
              <a:avLst/>
              <a:pathLst>
                <a:path w="36643" h="163101">
                  <a:moveTo>
                    <a:pt x="0" y="0"/>
                  </a:moveTo>
                  <a:lnTo>
                    <a:pt x="36643" y="163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816623" y="3170892"/>
              <a:ext cx="334321" cy="333830"/>
            </a:xfrm>
            <a:custGeom>
              <a:avLst/>
              <a:pathLst>
                <a:path w="334321" h="333830">
                  <a:moveTo>
                    <a:pt x="130512" y="3565"/>
                  </a:moveTo>
                  <a:lnTo>
                    <a:pt x="125367" y="4807"/>
                  </a:lnTo>
                  <a:lnTo>
                    <a:pt x="120263" y="6211"/>
                  </a:lnTo>
                  <a:lnTo>
                    <a:pt x="115206" y="7776"/>
                  </a:lnTo>
                  <a:lnTo>
                    <a:pt x="110202" y="9500"/>
                  </a:lnTo>
                  <a:lnTo>
                    <a:pt x="105255" y="11382"/>
                  </a:lnTo>
                  <a:lnTo>
                    <a:pt x="100369" y="13420"/>
                  </a:lnTo>
                  <a:lnTo>
                    <a:pt x="95551" y="15611"/>
                  </a:lnTo>
                  <a:lnTo>
                    <a:pt x="90804" y="17954"/>
                  </a:lnTo>
                  <a:lnTo>
                    <a:pt x="86134" y="20446"/>
                  </a:lnTo>
                  <a:lnTo>
                    <a:pt x="81545" y="23084"/>
                  </a:lnTo>
                  <a:lnTo>
                    <a:pt x="77042" y="25867"/>
                  </a:lnTo>
                  <a:lnTo>
                    <a:pt x="72630" y="28790"/>
                  </a:lnTo>
                  <a:lnTo>
                    <a:pt x="68312" y="31852"/>
                  </a:lnTo>
                  <a:lnTo>
                    <a:pt x="64093" y="35049"/>
                  </a:lnTo>
                  <a:lnTo>
                    <a:pt x="59978" y="38378"/>
                  </a:lnTo>
                  <a:lnTo>
                    <a:pt x="55970" y="41836"/>
                  </a:lnTo>
                  <a:lnTo>
                    <a:pt x="52074" y="45418"/>
                  </a:lnTo>
                  <a:lnTo>
                    <a:pt x="48292" y="49123"/>
                  </a:lnTo>
                  <a:lnTo>
                    <a:pt x="44631" y="52945"/>
                  </a:lnTo>
                  <a:lnTo>
                    <a:pt x="41091" y="56881"/>
                  </a:lnTo>
                  <a:lnTo>
                    <a:pt x="37679" y="60927"/>
                  </a:lnTo>
                  <a:lnTo>
                    <a:pt x="34396" y="65080"/>
                  </a:lnTo>
                  <a:lnTo>
                    <a:pt x="31246" y="69334"/>
                  </a:lnTo>
                  <a:lnTo>
                    <a:pt x="28233" y="73686"/>
                  </a:lnTo>
                  <a:lnTo>
                    <a:pt x="25359" y="78130"/>
                  </a:lnTo>
                  <a:lnTo>
                    <a:pt x="22627" y="82664"/>
                  </a:lnTo>
                  <a:lnTo>
                    <a:pt x="20040" y="87282"/>
                  </a:lnTo>
                  <a:lnTo>
                    <a:pt x="17600" y="91980"/>
                  </a:lnTo>
                  <a:lnTo>
                    <a:pt x="15310" y="96752"/>
                  </a:lnTo>
                  <a:lnTo>
                    <a:pt x="13173" y="101595"/>
                  </a:lnTo>
                  <a:lnTo>
                    <a:pt x="11190" y="106502"/>
                  </a:lnTo>
                  <a:lnTo>
                    <a:pt x="9363" y="111470"/>
                  </a:lnTo>
                  <a:lnTo>
                    <a:pt x="7695" y="116494"/>
                  </a:lnTo>
                  <a:lnTo>
                    <a:pt x="6186" y="121568"/>
                  </a:lnTo>
                  <a:lnTo>
                    <a:pt x="4839" y="126687"/>
                  </a:lnTo>
                  <a:lnTo>
                    <a:pt x="3655" y="131846"/>
                  </a:lnTo>
                  <a:lnTo>
                    <a:pt x="2634" y="137040"/>
                  </a:lnTo>
                  <a:lnTo>
                    <a:pt x="1779" y="142263"/>
                  </a:lnTo>
                  <a:lnTo>
                    <a:pt x="1089" y="147511"/>
                  </a:lnTo>
                  <a:lnTo>
                    <a:pt x="566" y="152779"/>
                  </a:lnTo>
                  <a:lnTo>
                    <a:pt x="210" y="158060"/>
                  </a:lnTo>
                  <a:lnTo>
                    <a:pt x="21" y="163350"/>
                  </a:lnTo>
                  <a:lnTo>
                    <a:pt x="0" y="168643"/>
                  </a:lnTo>
                  <a:lnTo>
                    <a:pt x="146" y="173934"/>
                  </a:lnTo>
                  <a:lnTo>
                    <a:pt x="460" y="179218"/>
                  </a:lnTo>
                  <a:lnTo>
                    <a:pt x="941" y="184489"/>
                  </a:lnTo>
                  <a:lnTo>
                    <a:pt x="1588" y="189743"/>
                  </a:lnTo>
                  <a:lnTo>
                    <a:pt x="2402" y="194973"/>
                  </a:lnTo>
                  <a:lnTo>
                    <a:pt x="3381" y="200175"/>
                  </a:lnTo>
                  <a:lnTo>
                    <a:pt x="4524" y="205344"/>
                  </a:lnTo>
                  <a:lnTo>
                    <a:pt x="5830" y="210473"/>
                  </a:lnTo>
                  <a:lnTo>
                    <a:pt x="7297" y="215559"/>
                  </a:lnTo>
                  <a:lnTo>
                    <a:pt x="8926" y="220596"/>
                  </a:lnTo>
                  <a:lnTo>
                    <a:pt x="10712" y="225578"/>
                  </a:lnTo>
                  <a:lnTo>
                    <a:pt x="12656" y="230502"/>
                  </a:lnTo>
                  <a:lnTo>
                    <a:pt x="14754" y="235361"/>
                  </a:lnTo>
                  <a:lnTo>
                    <a:pt x="17006" y="240152"/>
                  </a:lnTo>
                  <a:lnTo>
                    <a:pt x="19408" y="244869"/>
                  </a:lnTo>
                  <a:lnTo>
                    <a:pt x="21957" y="249507"/>
                  </a:lnTo>
                  <a:lnTo>
                    <a:pt x="24653" y="254063"/>
                  </a:lnTo>
                  <a:lnTo>
                    <a:pt x="27491" y="258531"/>
                  </a:lnTo>
                  <a:lnTo>
                    <a:pt x="30470" y="262906"/>
                  </a:lnTo>
                  <a:lnTo>
                    <a:pt x="33585" y="267186"/>
                  </a:lnTo>
                  <a:lnTo>
                    <a:pt x="36835" y="271364"/>
                  </a:lnTo>
                  <a:lnTo>
                    <a:pt x="40215" y="275438"/>
                  </a:lnTo>
                  <a:lnTo>
                    <a:pt x="43722" y="279402"/>
                  </a:lnTo>
                  <a:lnTo>
                    <a:pt x="47353" y="283254"/>
                  </a:lnTo>
                  <a:lnTo>
                    <a:pt x="51105" y="286988"/>
                  </a:lnTo>
                  <a:lnTo>
                    <a:pt x="54972" y="290602"/>
                  </a:lnTo>
                  <a:lnTo>
                    <a:pt x="58952" y="294092"/>
                  </a:lnTo>
                  <a:lnTo>
                    <a:pt x="63041" y="297453"/>
                  </a:lnTo>
                  <a:lnTo>
                    <a:pt x="67234" y="300684"/>
                  </a:lnTo>
                  <a:lnTo>
                    <a:pt x="71527" y="303781"/>
                  </a:lnTo>
                  <a:lnTo>
                    <a:pt x="75916" y="306739"/>
                  </a:lnTo>
                  <a:lnTo>
                    <a:pt x="80396" y="309558"/>
                  </a:lnTo>
                  <a:lnTo>
                    <a:pt x="84964" y="312233"/>
                  </a:lnTo>
                  <a:lnTo>
                    <a:pt x="89614" y="314762"/>
                  </a:lnTo>
                  <a:lnTo>
                    <a:pt x="94341" y="317143"/>
                  </a:lnTo>
                  <a:lnTo>
                    <a:pt x="99142" y="319373"/>
                  </a:lnTo>
                  <a:lnTo>
                    <a:pt x="104011" y="321450"/>
                  </a:lnTo>
                  <a:lnTo>
                    <a:pt x="108943" y="323371"/>
                  </a:lnTo>
                  <a:lnTo>
                    <a:pt x="113934" y="325136"/>
                  </a:lnTo>
                  <a:lnTo>
                    <a:pt x="118977" y="326741"/>
                  </a:lnTo>
                  <a:lnTo>
                    <a:pt x="124070" y="328186"/>
                  </a:lnTo>
                  <a:lnTo>
                    <a:pt x="129205" y="329469"/>
                  </a:lnTo>
                  <a:lnTo>
                    <a:pt x="134378" y="330589"/>
                  </a:lnTo>
                  <a:lnTo>
                    <a:pt x="139585" y="331545"/>
                  </a:lnTo>
                  <a:lnTo>
                    <a:pt x="144819" y="332335"/>
                  </a:lnTo>
                  <a:lnTo>
                    <a:pt x="150075" y="332959"/>
                  </a:lnTo>
                  <a:lnTo>
                    <a:pt x="155348" y="333417"/>
                  </a:lnTo>
                  <a:lnTo>
                    <a:pt x="160634" y="333707"/>
                  </a:lnTo>
                  <a:lnTo>
                    <a:pt x="165926" y="333830"/>
                  </a:lnTo>
                  <a:lnTo>
                    <a:pt x="171219" y="333785"/>
                  </a:lnTo>
                  <a:lnTo>
                    <a:pt x="176508" y="333572"/>
                  </a:lnTo>
                  <a:lnTo>
                    <a:pt x="181787" y="333193"/>
                  </a:lnTo>
                  <a:lnTo>
                    <a:pt x="187052" y="332646"/>
                  </a:lnTo>
                  <a:lnTo>
                    <a:pt x="192297" y="331933"/>
                  </a:lnTo>
                  <a:lnTo>
                    <a:pt x="197517" y="331054"/>
                  </a:lnTo>
                  <a:lnTo>
                    <a:pt x="202706" y="330010"/>
                  </a:lnTo>
                  <a:lnTo>
                    <a:pt x="207860" y="328803"/>
                  </a:lnTo>
                  <a:lnTo>
                    <a:pt x="212973" y="327433"/>
                  </a:lnTo>
                  <a:lnTo>
                    <a:pt x="218040" y="325902"/>
                  </a:lnTo>
                  <a:lnTo>
                    <a:pt x="223056" y="324211"/>
                  </a:lnTo>
                  <a:lnTo>
                    <a:pt x="228016" y="322362"/>
                  </a:lnTo>
                  <a:lnTo>
                    <a:pt x="232914" y="320357"/>
                  </a:lnTo>
                  <a:lnTo>
                    <a:pt x="237747" y="318198"/>
                  </a:lnTo>
                  <a:lnTo>
                    <a:pt x="242509" y="315887"/>
                  </a:lnTo>
                  <a:lnTo>
                    <a:pt x="247196" y="313426"/>
                  </a:lnTo>
                  <a:lnTo>
                    <a:pt x="251802" y="310819"/>
                  </a:lnTo>
                  <a:lnTo>
                    <a:pt x="256324" y="308067"/>
                  </a:lnTo>
                  <a:lnTo>
                    <a:pt x="260756" y="305173"/>
                  </a:lnTo>
                  <a:lnTo>
                    <a:pt x="265094" y="302140"/>
                  </a:lnTo>
                  <a:lnTo>
                    <a:pt x="269334" y="298971"/>
                  </a:lnTo>
                  <a:lnTo>
                    <a:pt x="273472" y="295670"/>
                  </a:lnTo>
                  <a:lnTo>
                    <a:pt x="277503" y="292239"/>
                  </a:lnTo>
                  <a:lnTo>
                    <a:pt x="281423" y="288682"/>
                  </a:lnTo>
                  <a:lnTo>
                    <a:pt x="285229" y="285003"/>
                  </a:lnTo>
                  <a:lnTo>
                    <a:pt x="288916" y="281206"/>
                  </a:lnTo>
                  <a:lnTo>
                    <a:pt x="292482" y="277293"/>
                  </a:lnTo>
                  <a:lnTo>
                    <a:pt x="295921" y="273270"/>
                  </a:lnTo>
                  <a:lnTo>
                    <a:pt x="299232" y="269140"/>
                  </a:lnTo>
                  <a:lnTo>
                    <a:pt x="302410" y="264907"/>
                  </a:lnTo>
                  <a:lnTo>
                    <a:pt x="305452" y="260575"/>
                  </a:lnTo>
                  <a:lnTo>
                    <a:pt x="308356" y="256150"/>
                  </a:lnTo>
                  <a:lnTo>
                    <a:pt x="311119" y="251634"/>
                  </a:lnTo>
                  <a:lnTo>
                    <a:pt x="313737" y="247034"/>
                  </a:lnTo>
                  <a:lnTo>
                    <a:pt x="316207" y="242353"/>
                  </a:lnTo>
                  <a:lnTo>
                    <a:pt x="318529" y="237596"/>
                  </a:lnTo>
                  <a:lnTo>
                    <a:pt x="320699" y="232768"/>
                  </a:lnTo>
                  <a:lnTo>
                    <a:pt x="322715" y="227873"/>
                  </a:lnTo>
                  <a:lnTo>
                    <a:pt x="324574" y="222918"/>
                  </a:lnTo>
                  <a:lnTo>
                    <a:pt x="326276" y="217905"/>
                  </a:lnTo>
                  <a:lnTo>
                    <a:pt x="327819" y="212842"/>
                  </a:lnTo>
                  <a:lnTo>
                    <a:pt x="329200" y="207732"/>
                  </a:lnTo>
                  <a:lnTo>
                    <a:pt x="330419" y="202581"/>
                  </a:lnTo>
                  <a:lnTo>
                    <a:pt x="331474" y="197394"/>
                  </a:lnTo>
                  <a:lnTo>
                    <a:pt x="332365" y="192176"/>
                  </a:lnTo>
                  <a:lnTo>
                    <a:pt x="333090" y="186933"/>
                  </a:lnTo>
                  <a:lnTo>
                    <a:pt x="333648" y="181669"/>
                  </a:lnTo>
                  <a:lnTo>
                    <a:pt x="334040" y="176390"/>
                  </a:lnTo>
                  <a:lnTo>
                    <a:pt x="334264" y="171102"/>
                  </a:lnTo>
                  <a:lnTo>
                    <a:pt x="334321" y="165809"/>
                  </a:lnTo>
                  <a:lnTo>
                    <a:pt x="334210" y="160517"/>
                  </a:lnTo>
                  <a:lnTo>
                    <a:pt x="333931" y="155231"/>
                  </a:lnTo>
                  <a:lnTo>
                    <a:pt x="333485" y="149957"/>
                  </a:lnTo>
                  <a:lnTo>
                    <a:pt x="332873" y="144699"/>
                  </a:lnTo>
                  <a:lnTo>
                    <a:pt x="332094" y="139463"/>
                  </a:lnTo>
                  <a:lnTo>
                    <a:pt x="331150" y="134255"/>
                  </a:lnTo>
                  <a:lnTo>
                    <a:pt x="330042" y="129079"/>
                  </a:lnTo>
                  <a:lnTo>
                    <a:pt x="328770" y="123941"/>
                  </a:lnTo>
                  <a:lnTo>
                    <a:pt x="327337" y="118845"/>
                  </a:lnTo>
                  <a:lnTo>
                    <a:pt x="325742" y="113798"/>
                  </a:lnTo>
                  <a:lnTo>
                    <a:pt x="323989" y="108803"/>
                  </a:lnTo>
                  <a:lnTo>
                    <a:pt x="322078" y="103867"/>
                  </a:lnTo>
                  <a:lnTo>
                    <a:pt x="320012" y="98994"/>
                  </a:lnTo>
                  <a:lnTo>
                    <a:pt x="317793" y="94188"/>
                  </a:lnTo>
                  <a:lnTo>
                    <a:pt x="315423" y="89455"/>
                  </a:lnTo>
                  <a:lnTo>
                    <a:pt x="312904" y="84800"/>
                  </a:lnTo>
                  <a:lnTo>
                    <a:pt x="310239" y="80226"/>
                  </a:lnTo>
                  <a:lnTo>
                    <a:pt x="307431" y="75739"/>
                  </a:lnTo>
                  <a:lnTo>
                    <a:pt x="304482" y="71344"/>
                  </a:lnTo>
                  <a:lnTo>
                    <a:pt x="301395" y="67044"/>
                  </a:lnTo>
                  <a:lnTo>
                    <a:pt x="298173" y="62844"/>
                  </a:lnTo>
                  <a:lnTo>
                    <a:pt x="294821" y="58748"/>
                  </a:lnTo>
                  <a:lnTo>
                    <a:pt x="291340" y="54760"/>
                  </a:lnTo>
                  <a:lnTo>
                    <a:pt x="287735" y="50884"/>
                  </a:lnTo>
                  <a:lnTo>
                    <a:pt x="284008" y="47125"/>
                  </a:lnTo>
                  <a:lnTo>
                    <a:pt x="280165" y="43485"/>
                  </a:lnTo>
                  <a:lnTo>
                    <a:pt x="276208" y="39969"/>
                  </a:lnTo>
                  <a:lnTo>
                    <a:pt x="272142" y="36580"/>
                  </a:lnTo>
                  <a:lnTo>
                    <a:pt x="267971" y="33321"/>
                  </a:lnTo>
                  <a:lnTo>
                    <a:pt x="263699" y="30196"/>
                  </a:lnTo>
                  <a:lnTo>
                    <a:pt x="259330" y="27208"/>
                  </a:lnTo>
                  <a:lnTo>
                    <a:pt x="254868" y="24359"/>
                  </a:lnTo>
                  <a:lnTo>
                    <a:pt x="250319" y="21654"/>
                  </a:lnTo>
                  <a:lnTo>
                    <a:pt x="245686" y="19093"/>
                  </a:lnTo>
                  <a:lnTo>
                    <a:pt x="240974" y="16681"/>
                  </a:lnTo>
                  <a:lnTo>
                    <a:pt x="236189" y="14419"/>
                  </a:lnTo>
                  <a:lnTo>
                    <a:pt x="231334" y="12310"/>
                  </a:lnTo>
                  <a:lnTo>
                    <a:pt x="226415" y="10355"/>
                  </a:lnTo>
                  <a:lnTo>
                    <a:pt x="221436" y="8557"/>
                  </a:lnTo>
                  <a:lnTo>
                    <a:pt x="216403" y="6918"/>
                  </a:lnTo>
                  <a:lnTo>
                    <a:pt x="211321" y="5439"/>
                  </a:lnTo>
                  <a:lnTo>
                    <a:pt x="206194" y="4122"/>
                  </a:lnTo>
                  <a:lnTo>
                    <a:pt x="201028" y="2967"/>
                  </a:lnTo>
                  <a:lnTo>
                    <a:pt x="195828" y="1977"/>
                  </a:lnTo>
                  <a:lnTo>
                    <a:pt x="190600" y="1151"/>
                  </a:lnTo>
                  <a:lnTo>
                    <a:pt x="185348" y="492"/>
                  </a:lnTo>
                  <a:lnTo>
                    <a:pt x="180078" y="0"/>
                  </a:lnTo>
                  <a:lnTo>
                    <a:pt x="167155" y="1666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83779" y="3170392"/>
              <a:ext cx="12922" cy="167167"/>
            </a:xfrm>
            <a:custGeom>
              <a:avLst/>
              <a:pathLst>
                <a:path w="12922" h="167167">
                  <a:moveTo>
                    <a:pt x="12922" y="5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61040" y="2655501"/>
              <a:ext cx="162454" cy="167167"/>
            </a:xfrm>
            <a:custGeom>
              <a:avLst/>
              <a:pathLst>
                <a:path w="162454" h="167167">
                  <a:moveTo>
                    <a:pt x="162454" y="0"/>
                  </a:moveTo>
                  <a:lnTo>
                    <a:pt x="157021" y="88"/>
                  </a:lnTo>
                  <a:lnTo>
                    <a:pt x="151594" y="353"/>
                  </a:lnTo>
                  <a:lnTo>
                    <a:pt x="146178" y="794"/>
                  </a:lnTo>
                  <a:lnTo>
                    <a:pt x="140779" y="1411"/>
                  </a:lnTo>
                  <a:lnTo>
                    <a:pt x="135403" y="2203"/>
                  </a:lnTo>
                  <a:lnTo>
                    <a:pt x="130056" y="3169"/>
                  </a:lnTo>
                  <a:lnTo>
                    <a:pt x="124743" y="4309"/>
                  </a:lnTo>
                  <a:lnTo>
                    <a:pt x="119470" y="5620"/>
                  </a:lnTo>
                  <a:lnTo>
                    <a:pt x="114242" y="7103"/>
                  </a:lnTo>
                  <a:lnTo>
                    <a:pt x="109065" y="8754"/>
                  </a:lnTo>
                  <a:lnTo>
                    <a:pt x="103945" y="10573"/>
                  </a:lnTo>
                  <a:lnTo>
                    <a:pt x="98886" y="12557"/>
                  </a:lnTo>
                  <a:lnTo>
                    <a:pt x="93895" y="14705"/>
                  </a:lnTo>
                  <a:lnTo>
                    <a:pt x="88976" y="17014"/>
                  </a:lnTo>
                  <a:lnTo>
                    <a:pt x="84135" y="19481"/>
                  </a:lnTo>
                  <a:lnTo>
                    <a:pt x="79376" y="22105"/>
                  </a:lnTo>
                  <a:lnTo>
                    <a:pt x="74705" y="24882"/>
                  </a:lnTo>
                  <a:lnTo>
                    <a:pt x="70127" y="27809"/>
                  </a:lnTo>
                  <a:lnTo>
                    <a:pt x="65647" y="30883"/>
                  </a:lnTo>
                  <a:lnTo>
                    <a:pt x="61268" y="34101"/>
                  </a:lnTo>
                  <a:lnTo>
                    <a:pt x="56997" y="37460"/>
                  </a:lnTo>
                  <a:lnTo>
                    <a:pt x="52837" y="40956"/>
                  </a:lnTo>
                  <a:lnTo>
                    <a:pt x="48793" y="44586"/>
                  </a:lnTo>
                  <a:lnTo>
                    <a:pt x="44869" y="48344"/>
                  </a:lnTo>
                  <a:lnTo>
                    <a:pt x="41070" y="52229"/>
                  </a:lnTo>
                  <a:lnTo>
                    <a:pt x="37398" y="56235"/>
                  </a:lnTo>
                  <a:lnTo>
                    <a:pt x="33859" y="60358"/>
                  </a:lnTo>
                  <a:lnTo>
                    <a:pt x="30455" y="64594"/>
                  </a:lnTo>
                  <a:lnTo>
                    <a:pt x="27191" y="68938"/>
                  </a:lnTo>
                  <a:lnTo>
                    <a:pt x="24070" y="73386"/>
                  </a:lnTo>
                  <a:lnTo>
                    <a:pt x="21095" y="77933"/>
                  </a:lnTo>
                  <a:lnTo>
                    <a:pt x="18270" y="82575"/>
                  </a:lnTo>
                  <a:lnTo>
                    <a:pt x="15597" y="87306"/>
                  </a:lnTo>
                  <a:lnTo>
                    <a:pt x="13079" y="92121"/>
                  </a:lnTo>
                  <a:lnTo>
                    <a:pt x="10718" y="97015"/>
                  </a:lnTo>
                  <a:lnTo>
                    <a:pt x="8519" y="101984"/>
                  </a:lnTo>
                  <a:lnTo>
                    <a:pt x="6481" y="107021"/>
                  </a:lnTo>
                  <a:lnTo>
                    <a:pt x="4609" y="112122"/>
                  </a:lnTo>
                  <a:lnTo>
                    <a:pt x="2903" y="117282"/>
                  </a:lnTo>
                  <a:lnTo>
                    <a:pt x="1366" y="122494"/>
                  </a:lnTo>
                  <a:lnTo>
                    <a:pt x="0" y="127753"/>
                  </a:lnTo>
                  <a:lnTo>
                    <a:pt x="1624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61040" y="2783255"/>
              <a:ext cx="162454" cy="39414"/>
            </a:xfrm>
            <a:custGeom>
              <a:avLst/>
              <a:pathLst>
                <a:path w="162454" h="39414">
                  <a:moveTo>
                    <a:pt x="0" y="0"/>
                  </a:moveTo>
                  <a:lnTo>
                    <a:pt x="162454" y="394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6346" y="2715555"/>
              <a:ext cx="334313" cy="274278"/>
            </a:xfrm>
            <a:custGeom>
              <a:avLst/>
              <a:pathLst>
                <a:path w="334313" h="274278">
                  <a:moveTo>
                    <a:pt x="4693" y="67699"/>
                  </a:moveTo>
                  <a:lnTo>
                    <a:pt x="3521" y="72890"/>
                  </a:lnTo>
                  <a:lnTo>
                    <a:pt x="2514" y="78116"/>
                  </a:lnTo>
                  <a:lnTo>
                    <a:pt x="1675" y="83371"/>
                  </a:lnTo>
                  <a:lnTo>
                    <a:pt x="1003" y="88650"/>
                  </a:lnTo>
                  <a:lnTo>
                    <a:pt x="499" y="93948"/>
                  </a:lnTo>
                  <a:lnTo>
                    <a:pt x="165" y="99260"/>
                  </a:lnTo>
                  <a:lnTo>
                    <a:pt x="0" y="104579"/>
                  </a:lnTo>
                  <a:lnTo>
                    <a:pt x="4" y="109901"/>
                  </a:lnTo>
                  <a:lnTo>
                    <a:pt x="177" y="115220"/>
                  </a:lnTo>
                  <a:lnTo>
                    <a:pt x="520" y="120530"/>
                  </a:lnTo>
                  <a:lnTo>
                    <a:pt x="1031" y="125828"/>
                  </a:lnTo>
                  <a:lnTo>
                    <a:pt x="1711" y="131106"/>
                  </a:lnTo>
                  <a:lnTo>
                    <a:pt x="2559" y="136360"/>
                  </a:lnTo>
                  <a:lnTo>
                    <a:pt x="3573" y="141584"/>
                  </a:lnTo>
                  <a:lnTo>
                    <a:pt x="4753" y="146773"/>
                  </a:lnTo>
                  <a:lnTo>
                    <a:pt x="6098" y="151922"/>
                  </a:lnTo>
                  <a:lnTo>
                    <a:pt x="7606" y="157026"/>
                  </a:lnTo>
                  <a:lnTo>
                    <a:pt x="9275" y="162079"/>
                  </a:lnTo>
                  <a:lnTo>
                    <a:pt x="11105" y="167077"/>
                  </a:lnTo>
                  <a:lnTo>
                    <a:pt x="13093" y="172013"/>
                  </a:lnTo>
                  <a:lnTo>
                    <a:pt x="15237" y="176884"/>
                  </a:lnTo>
                  <a:lnTo>
                    <a:pt x="17535" y="181684"/>
                  </a:lnTo>
                  <a:lnTo>
                    <a:pt x="19984" y="186409"/>
                  </a:lnTo>
                  <a:lnTo>
                    <a:pt x="22583" y="191053"/>
                  </a:lnTo>
                  <a:lnTo>
                    <a:pt x="25328" y="195612"/>
                  </a:lnTo>
                  <a:lnTo>
                    <a:pt x="28217" y="200082"/>
                  </a:lnTo>
                  <a:lnTo>
                    <a:pt x="31247" y="204457"/>
                  </a:lnTo>
                  <a:lnTo>
                    <a:pt x="34414" y="208734"/>
                  </a:lnTo>
                  <a:lnTo>
                    <a:pt x="37716" y="212907"/>
                  </a:lnTo>
                  <a:lnTo>
                    <a:pt x="41149" y="216974"/>
                  </a:lnTo>
                  <a:lnTo>
                    <a:pt x="44710" y="220929"/>
                  </a:lnTo>
                  <a:lnTo>
                    <a:pt x="48395" y="224768"/>
                  </a:lnTo>
                  <a:lnTo>
                    <a:pt x="52200" y="228489"/>
                  </a:lnTo>
                  <a:lnTo>
                    <a:pt x="56122" y="232086"/>
                  </a:lnTo>
                  <a:lnTo>
                    <a:pt x="60156" y="235557"/>
                  </a:lnTo>
                  <a:lnTo>
                    <a:pt x="64299" y="238898"/>
                  </a:lnTo>
                  <a:lnTo>
                    <a:pt x="68546" y="242105"/>
                  </a:lnTo>
                  <a:lnTo>
                    <a:pt x="72893" y="245175"/>
                  </a:lnTo>
                  <a:lnTo>
                    <a:pt x="77335" y="248105"/>
                  </a:lnTo>
                  <a:lnTo>
                    <a:pt x="81869" y="250892"/>
                  </a:lnTo>
                  <a:lnTo>
                    <a:pt x="86489" y="253534"/>
                  </a:lnTo>
                  <a:lnTo>
                    <a:pt x="91190" y="256027"/>
                  </a:lnTo>
                  <a:lnTo>
                    <a:pt x="95969" y="258370"/>
                  </a:lnTo>
                  <a:lnTo>
                    <a:pt x="100820" y="260559"/>
                  </a:lnTo>
                  <a:lnTo>
                    <a:pt x="105738" y="262592"/>
                  </a:lnTo>
                  <a:lnTo>
                    <a:pt x="110718" y="264468"/>
                  </a:lnTo>
                  <a:lnTo>
                    <a:pt x="115755" y="266185"/>
                  </a:lnTo>
                  <a:lnTo>
                    <a:pt x="120845" y="267740"/>
                  </a:lnTo>
                  <a:lnTo>
                    <a:pt x="125981" y="269133"/>
                  </a:lnTo>
                  <a:lnTo>
                    <a:pt x="131160" y="270361"/>
                  </a:lnTo>
                  <a:lnTo>
                    <a:pt x="136374" y="271424"/>
                  </a:lnTo>
                  <a:lnTo>
                    <a:pt x="141620" y="272320"/>
                  </a:lnTo>
                  <a:lnTo>
                    <a:pt x="146892" y="273049"/>
                  </a:lnTo>
                  <a:lnTo>
                    <a:pt x="152184" y="273610"/>
                  </a:lnTo>
                  <a:lnTo>
                    <a:pt x="157491" y="274001"/>
                  </a:lnTo>
                  <a:lnTo>
                    <a:pt x="162808" y="274224"/>
                  </a:lnTo>
                  <a:lnTo>
                    <a:pt x="168130" y="274278"/>
                  </a:lnTo>
                  <a:lnTo>
                    <a:pt x="173451" y="274162"/>
                  </a:lnTo>
                  <a:lnTo>
                    <a:pt x="178765" y="273876"/>
                  </a:lnTo>
                  <a:lnTo>
                    <a:pt x="184067" y="273422"/>
                  </a:lnTo>
                  <a:lnTo>
                    <a:pt x="189352" y="272799"/>
                  </a:lnTo>
                  <a:lnTo>
                    <a:pt x="194615" y="272009"/>
                  </a:lnTo>
                  <a:lnTo>
                    <a:pt x="199850" y="271051"/>
                  </a:lnTo>
                  <a:lnTo>
                    <a:pt x="205052" y="269927"/>
                  </a:lnTo>
                  <a:lnTo>
                    <a:pt x="210215" y="268638"/>
                  </a:lnTo>
                  <a:lnTo>
                    <a:pt x="215335" y="267185"/>
                  </a:lnTo>
                  <a:lnTo>
                    <a:pt x="220406" y="265570"/>
                  </a:lnTo>
                  <a:lnTo>
                    <a:pt x="225423" y="263794"/>
                  </a:lnTo>
                  <a:lnTo>
                    <a:pt x="230381" y="261860"/>
                  </a:lnTo>
                  <a:lnTo>
                    <a:pt x="235274" y="259769"/>
                  </a:lnTo>
                  <a:lnTo>
                    <a:pt x="240099" y="257523"/>
                  </a:lnTo>
                  <a:lnTo>
                    <a:pt x="244850" y="255125"/>
                  </a:lnTo>
                  <a:lnTo>
                    <a:pt x="249522" y="252576"/>
                  </a:lnTo>
                  <a:lnTo>
                    <a:pt x="254110" y="249880"/>
                  </a:lnTo>
                  <a:lnTo>
                    <a:pt x="258611" y="247040"/>
                  </a:lnTo>
                  <a:lnTo>
                    <a:pt x="263018" y="244058"/>
                  </a:lnTo>
                  <a:lnTo>
                    <a:pt x="267329" y="240937"/>
                  </a:lnTo>
                  <a:lnTo>
                    <a:pt x="271538" y="237680"/>
                  </a:lnTo>
                  <a:lnTo>
                    <a:pt x="275641" y="234291"/>
                  </a:lnTo>
                  <a:lnTo>
                    <a:pt x="279634" y="230773"/>
                  </a:lnTo>
                  <a:lnTo>
                    <a:pt x="283514" y="227130"/>
                  </a:lnTo>
                  <a:lnTo>
                    <a:pt x="287275" y="223365"/>
                  </a:lnTo>
                  <a:lnTo>
                    <a:pt x="290914" y="219482"/>
                  </a:lnTo>
                  <a:lnTo>
                    <a:pt x="294429" y="215485"/>
                  </a:lnTo>
                  <a:lnTo>
                    <a:pt x="297814" y="211379"/>
                  </a:lnTo>
                  <a:lnTo>
                    <a:pt x="301066" y="207167"/>
                  </a:lnTo>
                  <a:lnTo>
                    <a:pt x="304183" y="202853"/>
                  </a:lnTo>
                  <a:lnTo>
                    <a:pt x="307162" y="198443"/>
                  </a:lnTo>
                  <a:lnTo>
                    <a:pt x="309998" y="193940"/>
                  </a:lnTo>
                  <a:lnTo>
                    <a:pt x="312689" y="189349"/>
                  </a:lnTo>
                  <a:lnTo>
                    <a:pt x="315233" y="184674"/>
                  </a:lnTo>
                  <a:lnTo>
                    <a:pt x="317627" y="179921"/>
                  </a:lnTo>
                  <a:lnTo>
                    <a:pt x="319868" y="175094"/>
                  </a:lnTo>
                  <a:lnTo>
                    <a:pt x="321955" y="170198"/>
                  </a:lnTo>
                  <a:lnTo>
                    <a:pt x="323884" y="165239"/>
                  </a:lnTo>
                  <a:lnTo>
                    <a:pt x="325655" y="160220"/>
                  </a:lnTo>
                  <a:lnTo>
                    <a:pt x="327265" y="155148"/>
                  </a:lnTo>
                  <a:lnTo>
                    <a:pt x="328713" y="150027"/>
                  </a:lnTo>
                  <a:lnTo>
                    <a:pt x="329997" y="144862"/>
                  </a:lnTo>
                  <a:lnTo>
                    <a:pt x="331116" y="139659"/>
                  </a:lnTo>
                  <a:lnTo>
                    <a:pt x="332069" y="134423"/>
                  </a:lnTo>
                  <a:lnTo>
                    <a:pt x="332855" y="129160"/>
                  </a:lnTo>
                  <a:lnTo>
                    <a:pt x="333473" y="123874"/>
                  </a:lnTo>
                  <a:lnTo>
                    <a:pt x="333922" y="118571"/>
                  </a:lnTo>
                  <a:lnTo>
                    <a:pt x="334202" y="113257"/>
                  </a:lnTo>
                  <a:lnTo>
                    <a:pt x="334313" y="107936"/>
                  </a:lnTo>
                  <a:lnTo>
                    <a:pt x="334255" y="102615"/>
                  </a:lnTo>
                  <a:lnTo>
                    <a:pt x="334027" y="97298"/>
                  </a:lnTo>
                  <a:lnTo>
                    <a:pt x="333630" y="91991"/>
                  </a:lnTo>
                  <a:lnTo>
                    <a:pt x="333064" y="86699"/>
                  </a:lnTo>
                  <a:lnTo>
                    <a:pt x="332330" y="81428"/>
                  </a:lnTo>
                  <a:lnTo>
                    <a:pt x="331429" y="76183"/>
                  </a:lnTo>
                  <a:lnTo>
                    <a:pt x="330361" y="70969"/>
                  </a:lnTo>
                  <a:lnTo>
                    <a:pt x="329128" y="65793"/>
                  </a:lnTo>
                  <a:lnTo>
                    <a:pt x="327730" y="60657"/>
                  </a:lnTo>
                  <a:lnTo>
                    <a:pt x="326170" y="55569"/>
                  </a:lnTo>
                  <a:lnTo>
                    <a:pt x="324449" y="50534"/>
                  </a:lnTo>
                  <a:lnTo>
                    <a:pt x="322568" y="45555"/>
                  </a:lnTo>
                  <a:lnTo>
                    <a:pt x="320530" y="40639"/>
                  </a:lnTo>
                  <a:lnTo>
                    <a:pt x="318336" y="35790"/>
                  </a:lnTo>
                  <a:lnTo>
                    <a:pt x="315990" y="31014"/>
                  </a:lnTo>
                  <a:lnTo>
                    <a:pt x="313492" y="26315"/>
                  </a:lnTo>
                  <a:lnTo>
                    <a:pt x="310846" y="21697"/>
                  </a:lnTo>
                  <a:lnTo>
                    <a:pt x="308054" y="17167"/>
                  </a:lnTo>
                  <a:lnTo>
                    <a:pt x="305119" y="12727"/>
                  </a:lnTo>
                  <a:lnTo>
                    <a:pt x="302045" y="8383"/>
                  </a:lnTo>
                  <a:lnTo>
                    <a:pt x="298834" y="4139"/>
                  </a:lnTo>
                  <a:lnTo>
                    <a:pt x="295490" y="0"/>
                  </a:lnTo>
                  <a:lnTo>
                    <a:pt x="167148" y="1071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923495" y="2655501"/>
              <a:ext cx="128341" cy="167167"/>
            </a:xfrm>
            <a:custGeom>
              <a:avLst/>
              <a:pathLst>
                <a:path w="128341" h="167167">
                  <a:moveTo>
                    <a:pt x="128341" y="60053"/>
                  </a:moveTo>
                  <a:lnTo>
                    <a:pt x="124663" y="55794"/>
                  </a:lnTo>
                  <a:lnTo>
                    <a:pt x="120844" y="51661"/>
                  </a:lnTo>
                  <a:lnTo>
                    <a:pt x="116887" y="47659"/>
                  </a:lnTo>
                  <a:lnTo>
                    <a:pt x="112799" y="43792"/>
                  </a:lnTo>
                  <a:lnTo>
                    <a:pt x="108582" y="40065"/>
                  </a:lnTo>
                  <a:lnTo>
                    <a:pt x="104242" y="36483"/>
                  </a:lnTo>
                  <a:lnTo>
                    <a:pt x="99784" y="33048"/>
                  </a:lnTo>
                  <a:lnTo>
                    <a:pt x="95213" y="29765"/>
                  </a:lnTo>
                  <a:lnTo>
                    <a:pt x="90535" y="26638"/>
                  </a:lnTo>
                  <a:lnTo>
                    <a:pt x="85753" y="23670"/>
                  </a:lnTo>
                  <a:lnTo>
                    <a:pt x="80875" y="20865"/>
                  </a:lnTo>
                  <a:lnTo>
                    <a:pt x="75904" y="18226"/>
                  </a:lnTo>
                  <a:lnTo>
                    <a:pt x="70848" y="15755"/>
                  </a:lnTo>
                  <a:lnTo>
                    <a:pt x="65711" y="13457"/>
                  </a:lnTo>
                  <a:lnTo>
                    <a:pt x="60500" y="11332"/>
                  </a:lnTo>
                  <a:lnTo>
                    <a:pt x="55221" y="9384"/>
                  </a:lnTo>
                  <a:lnTo>
                    <a:pt x="49879" y="7614"/>
                  </a:lnTo>
                  <a:lnTo>
                    <a:pt x="44480" y="6026"/>
                  </a:lnTo>
                  <a:lnTo>
                    <a:pt x="39031" y="4620"/>
                  </a:lnTo>
                  <a:lnTo>
                    <a:pt x="33537" y="3398"/>
                  </a:lnTo>
                  <a:lnTo>
                    <a:pt x="28006" y="2362"/>
                  </a:lnTo>
                  <a:lnTo>
                    <a:pt x="22443" y="1513"/>
                  </a:lnTo>
                  <a:lnTo>
                    <a:pt x="16854" y="851"/>
                  </a:lnTo>
                  <a:lnTo>
                    <a:pt x="11247" y="378"/>
                  </a:lnTo>
                  <a:lnTo>
                    <a:pt x="562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79668" y="2168369"/>
              <a:ext cx="66223" cy="167167"/>
            </a:xfrm>
            <a:custGeom>
              <a:avLst/>
              <a:pathLst>
                <a:path w="66223" h="167167">
                  <a:moveTo>
                    <a:pt x="66223" y="0"/>
                  </a:moveTo>
                  <a:lnTo>
                    <a:pt x="60035" y="114"/>
                  </a:lnTo>
                  <a:lnTo>
                    <a:pt x="53855" y="458"/>
                  </a:lnTo>
                  <a:lnTo>
                    <a:pt x="47691" y="1030"/>
                  </a:lnTo>
                  <a:lnTo>
                    <a:pt x="41553" y="1830"/>
                  </a:lnTo>
                  <a:lnTo>
                    <a:pt x="35449" y="2857"/>
                  </a:lnTo>
                  <a:lnTo>
                    <a:pt x="29388" y="4108"/>
                  </a:lnTo>
                  <a:lnTo>
                    <a:pt x="23376" y="5584"/>
                  </a:lnTo>
                  <a:lnTo>
                    <a:pt x="17424" y="7281"/>
                  </a:lnTo>
                  <a:lnTo>
                    <a:pt x="11538" y="9197"/>
                  </a:lnTo>
                  <a:lnTo>
                    <a:pt x="5727" y="11330"/>
                  </a:lnTo>
                  <a:lnTo>
                    <a:pt x="0" y="13676"/>
                  </a:lnTo>
                  <a:lnTo>
                    <a:pt x="6622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79668" y="2182046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78735" y="2182046"/>
              <a:ext cx="252452" cy="320656"/>
            </a:xfrm>
            <a:custGeom>
              <a:avLst/>
              <a:pathLst>
                <a:path w="252452" h="320656">
                  <a:moveTo>
                    <a:pt x="100933" y="0"/>
                  </a:moveTo>
                  <a:lnTo>
                    <a:pt x="96094" y="2179"/>
                  </a:lnTo>
                  <a:lnTo>
                    <a:pt x="91328" y="4510"/>
                  </a:lnTo>
                  <a:lnTo>
                    <a:pt x="86637" y="6992"/>
                  </a:lnTo>
                  <a:lnTo>
                    <a:pt x="82028" y="9622"/>
                  </a:lnTo>
                  <a:lnTo>
                    <a:pt x="77505" y="12396"/>
                  </a:lnTo>
                  <a:lnTo>
                    <a:pt x="73071" y="15313"/>
                  </a:lnTo>
                  <a:lnTo>
                    <a:pt x="68733" y="18369"/>
                  </a:lnTo>
                  <a:lnTo>
                    <a:pt x="64494" y="21561"/>
                  </a:lnTo>
                  <a:lnTo>
                    <a:pt x="60358" y="24886"/>
                  </a:lnTo>
                  <a:lnTo>
                    <a:pt x="56330" y="28340"/>
                  </a:lnTo>
                  <a:lnTo>
                    <a:pt x="52414" y="31921"/>
                  </a:lnTo>
                  <a:lnTo>
                    <a:pt x="48613" y="35624"/>
                  </a:lnTo>
                  <a:lnTo>
                    <a:pt x="44932" y="39446"/>
                  </a:lnTo>
                  <a:lnTo>
                    <a:pt x="41374" y="43383"/>
                  </a:lnTo>
                  <a:lnTo>
                    <a:pt x="37942" y="47430"/>
                  </a:lnTo>
                  <a:lnTo>
                    <a:pt x="34641" y="51585"/>
                  </a:lnTo>
                  <a:lnTo>
                    <a:pt x="31474" y="55842"/>
                  </a:lnTo>
                  <a:lnTo>
                    <a:pt x="28443" y="60198"/>
                  </a:lnTo>
                  <a:lnTo>
                    <a:pt x="25551" y="64648"/>
                  </a:lnTo>
                  <a:lnTo>
                    <a:pt x="22803" y="69187"/>
                  </a:lnTo>
                  <a:lnTo>
                    <a:pt x="20200" y="73811"/>
                  </a:lnTo>
                  <a:lnTo>
                    <a:pt x="17745" y="78516"/>
                  </a:lnTo>
                  <a:lnTo>
                    <a:pt x="15441" y="83296"/>
                  </a:lnTo>
                  <a:lnTo>
                    <a:pt x="13289" y="88147"/>
                  </a:lnTo>
                  <a:lnTo>
                    <a:pt x="11293" y="93063"/>
                  </a:lnTo>
                  <a:lnTo>
                    <a:pt x="9453" y="98041"/>
                  </a:lnTo>
                  <a:lnTo>
                    <a:pt x="7773" y="103074"/>
                  </a:lnTo>
                  <a:lnTo>
                    <a:pt x="6253" y="108158"/>
                  </a:lnTo>
                  <a:lnTo>
                    <a:pt x="4895" y="113288"/>
                  </a:lnTo>
                  <a:lnTo>
                    <a:pt x="3701" y="118459"/>
                  </a:lnTo>
                  <a:lnTo>
                    <a:pt x="2671" y="123664"/>
                  </a:lnTo>
                  <a:lnTo>
                    <a:pt x="1808" y="128900"/>
                  </a:lnTo>
                  <a:lnTo>
                    <a:pt x="1111" y="134161"/>
                  </a:lnTo>
                  <a:lnTo>
                    <a:pt x="581" y="139441"/>
                  </a:lnTo>
                  <a:lnTo>
                    <a:pt x="219" y="144735"/>
                  </a:lnTo>
                  <a:lnTo>
                    <a:pt x="25" y="150038"/>
                  </a:lnTo>
                  <a:lnTo>
                    <a:pt x="0" y="155344"/>
                  </a:lnTo>
                  <a:lnTo>
                    <a:pt x="143" y="160649"/>
                  </a:lnTo>
                  <a:lnTo>
                    <a:pt x="454" y="165946"/>
                  </a:lnTo>
                  <a:lnTo>
                    <a:pt x="933" y="171231"/>
                  </a:lnTo>
                  <a:lnTo>
                    <a:pt x="1580" y="176498"/>
                  </a:lnTo>
                  <a:lnTo>
                    <a:pt x="2394" y="181742"/>
                  </a:lnTo>
                  <a:lnTo>
                    <a:pt x="3373" y="186957"/>
                  </a:lnTo>
                  <a:lnTo>
                    <a:pt x="4518" y="192138"/>
                  </a:lnTo>
                  <a:lnTo>
                    <a:pt x="5827" y="197281"/>
                  </a:lnTo>
                  <a:lnTo>
                    <a:pt x="7298" y="202379"/>
                  </a:lnTo>
                  <a:lnTo>
                    <a:pt x="8930" y="207429"/>
                  </a:lnTo>
                  <a:lnTo>
                    <a:pt x="10722" y="212424"/>
                  </a:lnTo>
                  <a:lnTo>
                    <a:pt x="12671" y="217359"/>
                  </a:lnTo>
                  <a:lnTo>
                    <a:pt x="14776" y="222230"/>
                  </a:lnTo>
                  <a:lnTo>
                    <a:pt x="17035" y="227032"/>
                  </a:lnTo>
                  <a:lnTo>
                    <a:pt x="19445" y="231760"/>
                  </a:lnTo>
                  <a:lnTo>
                    <a:pt x="22003" y="236409"/>
                  </a:lnTo>
                  <a:lnTo>
                    <a:pt x="24708" y="240974"/>
                  </a:lnTo>
                  <a:lnTo>
                    <a:pt x="27557" y="245451"/>
                  </a:lnTo>
                  <a:lnTo>
                    <a:pt x="30546" y="249836"/>
                  </a:lnTo>
                  <a:lnTo>
                    <a:pt x="33673" y="254123"/>
                  </a:lnTo>
                  <a:lnTo>
                    <a:pt x="36934" y="258309"/>
                  </a:lnTo>
                  <a:lnTo>
                    <a:pt x="40327" y="262390"/>
                  </a:lnTo>
                  <a:lnTo>
                    <a:pt x="43847" y="266360"/>
                  </a:lnTo>
                  <a:lnTo>
                    <a:pt x="47492" y="270217"/>
                  </a:lnTo>
                  <a:lnTo>
                    <a:pt x="51257" y="273957"/>
                  </a:lnTo>
                  <a:lnTo>
                    <a:pt x="55139" y="277574"/>
                  </a:lnTo>
                  <a:lnTo>
                    <a:pt x="59134" y="281067"/>
                  </a:lnTo>
                  <a:lnTo>
                    <a:pt x="63237" y="284432"/>
                  </a:lnTo>
                  <a:lnTo>
                    <a:pt x="67446" y="287664"/>
                  </a:lnTo>
                  <a:lnTo>
                    <a:pt x="71755" y="290761"/>
                  </a:lnTo>
                  <a:lnTo>
                    <a:pt x="76160" y="293720"/>
                  </a:lnTo>
                  <a:lnTo>
                    <a:pt x="80656" y="296538"/>
                  </a:lnTo>
                  <a:lnTo>
                    <a:pt x="85240" y="299211"/>
                  </a:lnTo>
                  <a:lnTo>
                    <a:pt x="89907" y="301738"/>
                  </a:lnTo>
                  <a:lnTo>
                    <a:pt x="94651" y="304115"/>
                  </a:lnTo>
                  <a:lnTo>
                    <a:pt x="99468" y="306340"/>
                  </a:lnTo>
                  <a:lnTo>
                    <a:pt x="104354" y="308412"/>
                  </a:lnTo>
                  <a:lnTo>
                    <a:pt x="109302" y="310327"/>
                  </a:lnTo>
                  <a:lnTo>
                    <a:pt x="114309" y="312084"/>
                  </a:lnTo>
                  <a:lnTo>
                    <a:pt x="119370" y="313682"/>
                  </a:lnTo>
                  <a:lnTo>
                    <a:pt x="124478" y="315118"/>
                  </a:lnTo>
                  <a:lnTo>
                    <a:pt x="129630" y="316391"/>
                  </a:lnTo>
                  <a:lnTo>
                    <a:pt x="134819" y="317500"/>
                  </a:lnTo>
                  <a:lnTo>
                    <a:pt x="140041" y="318444"/>
                  </a:lnTo>
                  <a:lnTo>
                    <a:pt x="145290" y="319221"/>
                  </a:lnTo>
                  <a:lnTo>
                    <a:pt x="150562" y="319832"/>
                  </a:lnTo>
                  <a:lnTo>
                    <a:pt x="155850" y="320275"/>
                  </a:lnTo>
                  <a:lnTo>
                    <a:pt x="161149" y="320549"/>
                  </a:lnTo>
                  <a:lnTo>
                    <a:pt x="166454" y="320656"/>
                  </a:lnTo>
                  <a:lnTo>
                    <a:pt x="171761" y="320594"/>
                  </a:lnTo>
                  <a:lnTo>
                    <a:pt x="177062" y="320364"/>
                  </a:lnTo>
                  <a:lnTo>
                    <a:pt x="182354" y="319965"/>
                  </a:lnTo>
                  <a:lnTo>
                    <a:pt x="187630" y="319399"/>
                  </a:lnTo>
                  <a:lnTo>
                    <a:pt x="192885" y="318666"/>
                  </a:lnTo>
                  <a:lnTo>
                    <a:pt x="198115" y="317766"/>
                  </a:lnTo>
                  <a:lnTo>
                    <a:pt x="203313" y="316700"/>
                  </a:lnTo>
                  <a:lnTo>
                    <a:pt x="208475" y="315471"/>
                  </a:lnTo>
                  <a:lnTo>
                    <a:pt x="213596" y="314078"/>
                  </a:lnTo>
                  <a:lnTo>
                    <a:pt x="218669" y="312523"/>
                  </a:lnTo>
                  <a:lnTo>
                    <a:pt x="223691" y="310808"/>
                  </a:lnTo>
                  <a:lnTo>
                    <a:pt x="228656" y="308934"/>
                  </a:lnTo>
                  <a:lnTo>
                    <a:pt x="233559" y="306904"/>
                  </a:lnTo>
                  <a:lnTo>
                    <a:pt x="238394" y="304719"/>
                  </a:lnTo>
                  <a:lnTo>
                    <a:pt x="243159" y="302382"/>
                  </a:lnTo>
                  <a:lnTo>
                    <a:pt x="247846" y="299894"/>
                  </a:lnTo>
                  <a:lnTo>
                    <a:pt x="252452" y="297259"/>
                  </a:lnTo>
                  <a:lnTo>
                    <a:pt x="167157" y="1534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745892" y="2168369"/>
              <a:ext cx="167164" cy="310936"/>
            </a:xfrm>
            <a:custGeom>
              <a:avLst/>
              <a:pathLst>
                <a:path w="167164" h="310936">
                  <a:moveTo>
                    <a:pt x="85295" y="310936"/>
                  </a:moveTo>
                  <a:lnTo>
                    <a:pt x="89876" y="308118"/>
                  </a:lnTo>
                  <a:lnTo>
                    <a:pt x="94363" y="305154"/>
                  </a:lnTo>
                  <a:lnTo>
                    <a:pt x="98754" y="302047"/>
                  </a:lnTo>
                  <a:lnTo>
                    <a:pt x="103041" y="298800"/>
                  </a:lnTo>
                  <a:lnTo>
                    <a:pt x="107223" y="295417"/>
                  </a:lnTo>
                  <a:lnTo>
                    <a:pt x="111293" y="291902"/>
                  </a:lnTo>
                  <a:lnTo>
                    <a:pt x="115248" y="288257"/>
                  </a:lnTo>
                  <a:lnTo>
                    <a:pt x="119083" y="284487"/>
                  </a:lnTo>
                  <a:lnTo>
                    <a:pt x="122796" y="280595"/>
                  </a:lnTo>
                  <a:lnTo>
                    <a:pt x="126381" y="276587"/>
                  </a:lnTo>
                  <a:lnTo>
                    <a:pt x="129836" y="272464"/>
                  </a:lnTo>
                  <a:lnTo>
                    <a:pt x="133156" y="268233"/>
                  </a:lnTo>
                  <a:lnTo>
                    <a:pt x="136338" y="263897"/>
                  </a:lnTo>
                  <a:lnTo>
                    <a:pt x="139379" y="259461"/>
                  </a:lnTo>
                  <a:lnTo>
                    <a:pt x="142276" y="254930"/>
                  </a:lnTo>
                  <a:lnTo>
                    <a:pt x="145026" y="250308"/>
                  </a:lnTo>
                  <a:lnTo>
                    <a:pt x="147625" y="245599"/>
                  </a:lnTo>
                  <a:lnTo>
                    <a:pt x="150072" y="240810"/>
                  </a:lnTo>
                  <a:lnTo>
                    <a:pt x="152363" y="235944"/>
                  </a:lnTo>
                  <a:lnTo>
                    <a:pt x="154497" y="231007"/>
                  </a:lnTo>
                  <a:lnTo>
                    <a:pt x="156470" y="226004"/>
                  </a:lnTo>
                  <a:lnTo>
                    <a:pt x="158282" y="220940"/>
                  </a:lnTo>
                  <a:lnTo>
                    <a:pt x="159930" y="215820"/>
                  </a:lnTo>
                  <a:lnTo>
                    <a:pt x="161412" y="210651"/>
                  </a:lnTo>
                  <a:lnTo>
                    <a:pt x="162728" y="205436"/>
                  </a:lnTo>
                  <a:lnTo>
                    <a:pt x="163875" y="200181"/>
                  </a:lnTo>
                  <a:lnTo>
                    <a:pt x="164852" y="194892"/>
                  </a:lnTo>
                  <a:lnTo>
                    <a:pt x="165658" y="189575"/>
                  </a:lnTo>
                  <a:lnTo>
                    <a:pt x="166293" y="184234"/>
                  </a:lnTo>
                  <a:lnTo>
                    <a:pt x="166756" y="178876"/>
                  </a:lnTo>
                  <a:lnTo>
                    <a:pt x="167047" y="173505"/>
                  </a:lnTo>
                  <a:lnTo>
                    <a:pt x="167164" y="168128"/>
                  </a:lnTo>
                  <a:lnTo>
                    <a:pt x="167109" y="162750"/>
                  </a:lnTo>
                  <a:lnTo>
                    <a:pt x="166880" y="157377"/>
                  </a:lnTo>
                  <a:lnTo>
                    <a:pt x="166479" y="152014"/>
                  </a:lnTo>
                  <a:lnTo>
                    <a:pt x="165905" y="146666"/>
                  </a:lnTo>
                  <a:lnTo>
                    <a:pt x="165160" y="141340"/>
                  </a:lnTo>
                  <a:lnTo>
                    <a:pt x="164243" y="136040"/>
                  </a:lnTo>
                  <a:lnTo>
                    <a:pt x="163157" y="130772"/>
                  </a:lnTo>
                  <a:lnTo>
                    <a:pt x="161902" y="125543"/>
                  </a:lnTo>
                  <a:lnTo>
                    <a:pt x="160479" y="120356"/>
                  </a:lnTo>
                  <a:lnTo>
                    <a:pt x="158890" y="115218"/>
                  </a:lnTo>
                  <a:lnTo>
                    <a:pt x="157137" y="110133"/>
                  </a:lnTo>
                  <a:lnTo>
                    <a:pt x="155221" y="105108"/>
                  </a:lnTo>
                  <a:lnTo>
                    <a:pt x="153144" y="100147"/>
                  </a:lnTo>
                  <a:lnTo>
                    <a:pt x="150909" y="95255"/>
                  </a:lnTo>
                  <a:lnTo>
                    <a:pt x="148517" y="90438"/>
                  </a:lnTo>
                  <a:lnTo>
                    <a:pt x="145972" y="85700"/>
                  </a:lnTo>
                  <a:lnTo>
                    <a:pt x="143276" y="81046"/>
                  </a:lnTo>
                  <a:lnTo>
                    <a:pt x="140431" y="76482"/>
                  </a:lnTo>
                  <a:lnTo>
                    <a:pt x="137441" y="72011"/>
                  </a:lnTo>
                  <a:lnTo>
                    <a:pt x="134309" y="67639"/>
                  </a:lnTo>
                  <a:lnTo>
                    <a:pt x="131038" y="63370"/>
                  </a:lnTo>
                  <a:lnTo>
                    <a:pt x="127631" y="59208"/>
                  </a:lnTo>
                  <a:lnTo>
                    <a:pt x="124092" y="55158"/>
                  </a:lnTo>
                  <a:lnTo>
                    <a:pt x="120425" y="51224"/>
                  </a:lnTo>
                  <a:lnTo>
                    <a:pt x="116633" y="47410"/>
                  </a:lnTo>
                  <a:lnTo>
                    <a:pt x="112720" y="43720"/>
                  </a:lnTo>
                  <a:lnTo>
                    <a:pt x="108690" y="40158"/>
                  </a:lnTo>
                  <a:lnTo>
                    <a:pt x="104549" y="36727"/>
                  </a:lnTo>
                  <a:lnTo>
                    <a:pt x="100298" y="33432"/>
                  </a:lnTo>
                  <a:lnTo>
                    <a:pt x="95944" y="30274"/>
                  </a:lnTo>
                  <a:lnTo>
                    <a:pt x="91491" y="27259"/>
                  </a:lnTo>
                  <a:lnTo>
                    <a:pt x="86943" y="24388"/>
                  </a:lnTo>
                  <a:lnTo>
                    <a:pt x="82305" y="21665"/>
                  </a:lnTo>
                  <a:lnTo>
                    <a:pt x="77582" y="19093"/>
                  </a:lnTo>
                  <a:lnTo>
                    <a:pt x="72778" y="16674"/>
                  </a:lnTo>
                  <a:lnTo>
                    <a:pt x="67899" y="14410"/>
                  </a:lnTo>
                  <a:lnTo>
                    <a:pt x="62950" y="12305"/>
                  </a:lnTo>
                  <a:lnTo>
                    <a:pt x="57936" y="10360"/>
                  </a:lnTo>
                  <a:lnTo>
                    <a:pt x="52861" y="8578"/>
                  </a:lnTo>
                  <a:lnTo>
                    <a:pt x="47733" y="6959"/>
                  </a:lnTo>
                  <a:lnTo>
                    <a:pt x="42554" y="5507"/>
                  </a:lnTo>
                  <a:lnTo>
                    <a:pt x="37332" y="4221"/>
                  </a:lnTo>
                  <a:lnTo>
                    <a:pt x="32071" y="3105"/>
                  </a:lnTo>
                  <a:lnTo>
                    <a:pt x="26776" y="2158"/>
                  </a:lnTo>
                  <a:lnTo>
                    <a:pt x="21454" y="1382"/>
                  </a:lnTo>
                  <a:lnTo>
                    <a:pt x="16110" y="778"/>
                  </a:lnTo>
                  <a:lnTo>
                    <a:pt x="10749" y="345"/>
                  </a:lnTo>
                  <a:lnTo>
                    <a:pt x="537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08938" y="1735255"/>
              <a:ext cx="51608" cy="167167"/>
            </a:xfrm>
            <a:custGeom>
              <a:avLst/>
              <a:pathLst>
                <a:path w="51608" h="167167">
                  <a:moveTo>
                    <a:pt x="51608" y="0"/>
                  </a:moveTo>
                  <a:lnTo>
                    <a:pt x="45051" y="128"/>
                  </a:lnTo>
                  <a:lnTo>
                    <a:pt x="38505" y="514"/>
                  </a:lnTo>
                  <a:lnTo>
                    <a:pt x="31979" y="1156"/>
                  </a:lnTo>
                  <a:lnTo>
                    <a:pt x="25483" y="2054"/>
                  </a:lnTo>
                  <a:lnTo>
                    <a:pt x="19027" y="3205"/>
                  </a:lnTo>
                  <a:lnTo>
                    <a:pt x="12621" y="4609"/>
                  </a:lnTo>
                  <a:lnTo>
                    <a:pt x="6275" y="6263"/>
                  </a:lnTo>
                  <a:lnTo>
                    <a:pt x="0" y="8165"/>
                  </a:lnTo>
                  <a:lnTo>
                    <a:pt x="5160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08938" y="1743421"/>
              <a:ext cx="51608" cy="159001"/>
            </a:xfrm>
            <a:custGeom>
              <a:avLst/>
              <a:pathLst>
                <a:path w="51608" h="159001">
                  <a:moveTo>
                    <a:pt x="0" y="0"/>
                  </a:moveTo>
                  <a:lnTo>
                    <a:pt x="51608" y="159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293386" y="1743421"/>
              <a:ext cx="334328" cy="326158"/>
            </a:xfrm>
            <a:custGeom>
              <a:avLst/>
              <a:pathLst>
                <a:path w="334328" h="326158">
                  <a:moveTo>
                    <a:pt x="115552" y="0"/>
                  </a:moveTo>
                  <a:lnTo>
                    <a:pt x="110547" y="1712"/>
                  </a:lnTo>
                  <a:lnTo>
                    <a:pt x="105598" y="3582"/>
                  </a:lnTo>
                  <a:lnTo>
                    <a:pt x="100712" y="5608"/>
                  </a:lnTo>
                  <a:lnTo>
                    <a:pt x="95891" y="7787"/>
                  </a:lnTo>
                  <a:lnTo>
                    <a:pt x="91142" y="10118"/>
                  </a:lnTo>
                  <a:lnTo>
                    <a:pt x="86470" y="12598"/>
                  </a:lnTo>
                  <a:lnTo>
                    <a:pt x="81878" y="15224"/>
                  </a:lnTo>
                  <a:lnTo>
                    <a:pt x="77371" y="17995"/>
                  </a:lnTo>
                  <a:lnTo>
                    <a:pt x="72955" y="20906"/>
                  </a:lnTo>
                  <a:lnTo>
                    <a:pt x="68632" y="23956"/>
                  </a:lnTo>
                  <a:lnTo>
                    <a:pt x="64409" y="27141"/>
                  </a:lnTo>
                  <a:lnTo>
                    <a:pt x="60288" y="30458"/>
                  </a:lnTo>
                  <a:lnTo>
                    <a:pt x="56274" y="33904"/>
                  </a:lnTo>
                  <a:lnTo>
                    <a:pt x="52372" y="37475"/>
                  </a:lnTo>
                  <a:lnTo>
                    <a:pt x="48584" y="41168"/>
                  </a:lnTo>
                  <a:lnTo>
                    <a:pt x="44915" y="44979"/>
                  </a:lnTo>
                  <a:lnTo>
                    <a:pt x="41368" y="48904"/>
                  </a:lnTo>
                  <a:lnTo>
                    <a:pt x="37948" y="52940"/>
                  </a:lnTo>
                  <a:lnTo>
                    <a:pt x="34657" y="57081"/>
                  </a:lnTo>
                  <a:lnTo>
                    <a:pt x="31498" y="61325"/>
                  </a:lnTo>
                  <a:lnTo>
                    <a:pt x="28475" y="65666"/>
                  </a:lnTo>
                  <a:lnTo>
                    <a:pt x="25592" y="70101"/>
                  </a:lnTo>
                  <a:lnTo>
                    <a:pt x="22850" y="74625"/>
                  </a:lnTo>
                  <a:lnTo>
                    <a:pt x="20252" y="79233"/>
                  </a:lnTo>
                  <a:lnTo>
                    <a:pt x="17802" y="83921"/>
                  </a:lnTo>
                  <a:lnTo>
                    <a:pt x="15501" y="88685"/>
                  </a:lnTo>
                  <a:lnTo>
                    <a:pt x="13352" y="93519"/>
                  </a:lnTo>
                  <a:lnTo>
                    <a:pt x="11357" y="98418"/>
                  </a:lnTo>
                  <a:lnTo>
                    <a:pt x="9518" y="103378"/>
                  </a:lnTo>
                  <a:lnTo>
                    <a:pt x="7837" y="108394"/>
                  </a:lnTo>
                  <a:lnTo>
                    <a:pt x="6316" y="113461"/>
                  </a:lnTo>
                  <a:lnTo>
                    <a:pt x="4955" y="118573"/>
                  </a:lnTo>
                  <a:lnTo>
                    <a:pt x="3757" y="123725"/>
                  </a:lnTo>
                  <a:lnTo>
                    <a:pt x="2723" y="128913"/>
                  </a:lnTo>
                  <a:lnTo>
                    <a:pt x="1853" y="134131"/>
                  </a:lnTo>
                  <a:lnTo>
                    <a:pt x="1149" y="139374"/>
                  </a:lnTo>
                  <a:lnTo>
                    <a:pt x="611" y="144637"/>
                  </a:lnTo>
                  <a:lnTo>
                    <a:pt x="240" y="149914"/>
                  </a:lnTo>
                  <a:lnTo>
                    <a:pt x="36" y="155200"/>
                  </a:lnTo>
                  <a:lnTo>
                    <a:pt x="0" y="160490"/>
                  </a:lnTo>
                  <a:lnTo>
                    <a:pt x="130" y="165778"/>
                  </a:lnTo>
                  <a:lnTo>
                    <a:pt x="428" y="171060"/>
                  </a:lnTo>
                  <a:lnTo>
                    <a:pt x="893" y="176329"/>
                  </a:lnTo>
                  <a:lnTo>
                    <a:pt x="1525" y="181581"/>
                  </a:lnTo>
                  <a:lnTo>
                    <a:pt x="2322" y="186811"/>
                  </a:lnTo>
                  <a:lnTo>
                    <a:pt x="3285" y="192013"/>
                  </a:lnTo>
                  <a:lnTo>
                    <a:pt x="4411" y="197181"/>
                  </a:lnTo>
                  <a:lnTo>
                    <a:pt x="5701" y="202312"/>
                  </a:lnTo>
                  <a:lnTo>
                    <a:pt x="7152" y="207399"/>
                  </a:lnTo>
                  <a:lnTo>
                    <a:pt x="8764" y="212437"/>
                  </a:lnTo>
                  <a:lnTo>
                    <a:pt x="10534" y="217422"/>
                  </a:lnTo>
                  <a:lnTo>
                    <a:pt x="12461" y="222349"/>
                  </a:lnTo>
                  <a:lnTo>
                    <a:pt x="14542" y="227212"/>
                  </a:lnTo>
                  <a:lnTo>
                    <a:pt x="16777" y="232007"/>
                  </a:lnTo>
                  <a:lnTo>
                    <a:pt x="19162" y="236729"/>
                  </a:lnTo>
                  <a:lnTo>
                    <a:pt x="21696" y="241372"/>
                  </a:lnTo>
                  <a:lnTo>
                    <a:pt x="24375" y="245934"/>
                  </a:lnTo>
                  <a:lnTo>
                    <a:pt x="27197" y="250408"/>
                  </a:lnTo>
                  <a:lnTo>
                    <a:pt x="30159" y="254791"/>
                  </a:lnTo>
                  <a:lnTo>
                    <a:pt x="33259" y="259078"/>
                  </a:lnTo>
                  <a:lnTo>
                    <a:pt x="36492" y="263265"/>
                  </a:lnTo>
                  <a:lnTo>
                    <a:pt x="39857" y="267347"/>
                  </a:lnTo>
                  <a:lnTo>
                    <a:pt x="43349" y="271321"/>
                  </a:lnTo>
                  <a:lnTo>
                    <a:pt x="46965" y="275182"/>
                  </a:lnTo>
                  <a:lnTo>
                    <a:pt x="50701" y="278927"/>
                  </a:lnTo>
                  <a:lnTo>
                    <a:pt x="54554" y="282552"/>
                  </a:lnTo>
                  <a:lnTo>
                    <a:pt x="58519" y="286053"/>
                  </a:lnTo>
                  <a:lnTo>
                    <a:pt x="62594" y="289427"/>
                  </a:lnTo>
                  <a:lnTo>
                    <a:pt x="66773" y="292670"/>
                  </a:lnTo>
                  <a:lnTo>
                    <a:pt x="71053" y="295779"/>
                  </a:lnTo>
                  <a:lnTo>
                    <a:pt x="75429" y="298752"/>
                  </a:lnTo>
                  <a:lnTo>
                    <a:pt x="79896" y="301584"/>
                  </a:lnTo>
                  <a:lnTo>
                    <a:pt x="84452" y="304274"/>
                  </a:lnTo>
                  <a:lnTo>
                    <a:pt x="89090" y="306818"/>
                  </a:lnTo>
                  <a:lnTo>
                    <a:pt x="93806" y="309215"/>
                  </a:lnTo>
                  <a:lnTo>
                    <a:pt x="98595" y="311460"/>
                  </a:lnTo>
                  <a:lnTo>
                    <a:pt x="103454" y="313553"/>
                  </a:lnTo>
                  <a:lnTo>
                    <a:pt x="108376" y="315492"/>
                  </a:lnTo>
                  <a:lnTo>
                    <a:pt x="113357" y="317273"/>
                  </a:lnTo>
                  <a:lnTo>
                    <a:pt x="118391" y="318897"/>
                  </a:lnTo>
                  <a:lnTo>
                    <a:pt x="123475" y="320360"/>
                  </a:lnTo>
                  <a:lnTo>
                    <a:pt x="128603" y="321661"/>
                  </a:lnTo>
                  <a:lnTo>
                    <a:pt x="133769" y="322800"/>
                  </a:lnTo>
                  <a:lnTo>
                    <a:pt x="138968" y="323774"/>
                  </a:lnTo>
                  <a:lnTo>
                    <a:pt x="144196" y="324584"/>
                  </a:lnTo>
                  <a:lnTo>
                    <a:pt x="149446" y="325227"/>
                  </a:lnTo>
                  <a:lnTo>
                    <a:pt x="154715" y="325705"/>
                  </a:lnTo>
                  <a:lnTo>
                    <a:pt x="159996" y="326015"/>
                  </a:lnTo>
                  <a:lnTo>
                    <a:pt x="165284" y="326158"/>
                  </a:lnTo>
                  <a:lnTo>
                    <a:pt x="170574" y="326134"/>
                  </a:lnTo>
                  <a:lnTo>
                    <a:pt x="175860" y="325942"/>
                  </a:lnTo>
                  <a:lnTo>
                    <a:pt x="181138" y="325583"/>
                  </a:lnTo>
                  <a:lnTo>
                    <a:pt x="186402" y="325058"/>
                  </a:lnTo>
                  <a:lnTo>
                    <a:pt x="191647" y="324366"/>
                  </a:lnTo>
                  <a:lnTo>
                    <a:pt x="196867" y="323508"/>
                  </a:lnTo>
                  <a:lnTo>
                    <a:pt x="202057" y="322486"/>
                  </a:lnTo>
                  <a:lnTo>
                    <a:pt x="207212" y="321300"/>
                  </a:lnTo>
                  <a:lnTo>
                    <a:pt x="212327" y="319951"/>
                  </a:lnTo>
                  <a:lnTo>
                    <a:pt x="217397" y="318441"/>
                  </a:lnTo>
                  <a:lnTo>
                    <a:pt x="222417" y="316772"/>
                  </a:lnTo>
                  <a:lnTo>
                    <a:pt x="227381" y="314945"/>
                  </a:lnTo>
                  <a:lnTo>
                    <a:pt x="232285" y="312961"/>
                  </a:lnTo>
                  <a:lnTo>
                    <a:pt x="237124" y="310823"/>
                  </a:lnTo>
                  <a:lnTo>
                    <a:pt x="241893" y="308534"/>
                  </a:lnTo>
                  <a:lnTo>
                    <a:pt x="246587" y="306094"/>
                  </a:lnTo>
                  <a:lnTo>
                    <a:pt x="251201" y="303507"/>
                  </a:lnTo>
                  <a:lnTo>
                    <a:pt x="255732" y="300776"/>
                  </a:lnTo>
                  <a:lnTo>
                    <a:pt x="260173" y="297902"/>
                  </a:lnTo>
                  <a:lnTo>
                    <a:pt x="264522" y="294890"/>
                  </a:lnTo>
                  <a:lnTo>
                    <a:pt x="268773" y="291741"/>
                  </a:lnTo>
                  <a:lnTo>
                    <a:pt x="272922" y="288460"/>
                  </a:lnTo>
                  <a:lnTo>
                    <a:pt x="276965" y="285048"/>
                  </a:lnTo>
                  <a:lnTo>
                    <a:pt x="280898" y="281511"/>
                  </a:lnTo>
                  <a:lnTo>
                    <a:pt x="284718" y="277851"/>
                  </a:lnTo>
                  <a:lnTo>
                    <a:pt x="288419" y="274072"/>
                  </a:lnTo>
                  <a:lnTo>
                    <a:pt x="291999" y="270177"/>
                  </a:lnTo>
                  <a:lnTo>
                    <a:pt x="295455" y="266172"/>
                  </a:lnTo>
                  <a:lnTo>
                    <a:pt x="298781" y="262059"/>
                  </a:lnTo>
                  <a:lnTo>
                    <a:pt x="301976" y="257842"/>
                  </a:lnTo>
                  <a:lnTo>
                    <a:pt x="305036" y="253527"/>
                  </a:lnTo>
                  <a:lnTo>
                    <a:pt x="307958" y="249117"/>
                  </a:lnTo>
                  <a:lnTo>
                    <a:pt x="310739" y="244617"/>
                  </a:lnTo>
                  <a:lnTo>
                    <a:pt x="313376" y="240031"/>
                  </a:lnTo>
                  <a:lnTo>
                    <a:pt x="315867" y="235364"/>
                  </a:lnTo>
                  <a:lnTo>
                    <a:pt x="318209" y="230621"/>
                  </a:lnTo>
                  <a:lnTo>
                    <a:pt x="320399" y="225806"/>
                  </a:lnTo>
                  <a:lnTo>
                    <a:pt x="322436" y="220924"/>
                  </a:lnTo>
                  <a:lnTo>
                    <a:pt x="324318" y="215980"/>
                  </a:lnTo>
                  <a:lnTo>
                    <a:pt x="326042" y="210978"/>
                  </a:lnTo>
                  <a:lnTo>
                    <a:pt x="327607" y="205925"/>
                  </a:lnTo>
                  <a:lnTo>
                    <a:pt x="329011" y="200825"/>
                  </a:lnTo>
                  <a:lnTo>
                    <a:pt x="330254" y="195683"/>
                  </a:lnTo>
                  <a:lnTo>
                    <a:pt x="331333" y="190504"/>
                  </a:lnTo>
                  <a:lnTo>
                    <a:pt x="332247" y="185294"/>
                  </a:lnTo>
                  <a:lnTo>
                    <a:pt x="332996" y="180057"/>
                  </a:lnTo>
                  <a:lnTo>
                    <a:pt x="333580" y="174799"/>
                  </a:lnTo>
                  <a:lnTo>
                    <a:pt x="333996" y="169526"/>
                  </a:lnTo>
                  <a:lnTo>
                    <a:pt x="334246" y="164242"/>
                  </a:lnTo>
                  <a:lnTo>
                    <a:pt x="334328" y="158952"/>
                  </a:lnTo>
                  <a:lnTo>
                    <a:pt x="334243" y="153663"/>
                  </a:lnTo>
                  <a:lnTo>
                    <a:pt x="333990" y="148379"/>
                  </a:lnTo>
                  <a:lnTo>
                    <a:pt x="333570" y="143106"/>
                  </a:lnTo>
                  <a:lnTo>
                    <a:pt x="332984" y="137848"/>
                  </a:lnTo>
                  <a:lnTo>
                    <a:pt x="332232" y="132612"/>
                  </a:lnTo>
                  <a:lnTo>
                    <a:pt x="331314" y="127402"/>
                  </a:lnTo>
                  <a:lnTo>
                    <a:pt x="330232" y="122224"/>
                  </a:lnTo>
                  <a:lnTo>
                    <a:pt x="328987" y="117083"/>
                  </a:lnTo>
                  <a:lnTo>
                    <a:pt x="327579" y="111983"/>
                  </a:lnTo>
                  <a:lnTo>
                    <a:pt x="326011" y="106931"/>
                  </a:lnTo>
                  <a:lnTo>
                    <a:pt x="324284" y="101931"/>
                  </a:lnTo>
                  <a:lnTo>
                    <a:pt x="322400" y="96988"/>
                  </a:lnTo>
                  <a:lnTo>
                    <a:pt x="320360" y="92107"/>
                  </a:lnTo>
                  <a:lnTo>
                    <a:pt x="318167" y="87293"/>
                  </a:lnTo>
                  <a:lnTo>
                    <a:pt x="315822" y="82551"/>
                  </a:lnTo>
                  <a:lnTo>
                    <a:pt x="313329" y="77886"/>
                  </a:lnTo>
                  <a:lnTo>
                    <a:pt x="310689" y="73301"/>
                  </a:lnTo>
                  <a:lnTo>
                    <a:pt x="307906" y="68803"/>
                  </a:lnTo>
                  <a:lnTo>
                    <a:pt x="304981" y="64395"/>
                  </a:lnTo>
                  <a:lnTo>
                    <a:pt x="301919" y="60081"/>
                  </a:lnTo>
                  <a:lnTo>
                    <a:pt x="298721" y="55867"/>
                  </a:lnTo>
                  <a:lnTo>
                    <a:pt x="295392" y="51756"/>
                  </a:lnTo>
                  <a:lnTo>
                    <a:pt x="291935" y="47752"/>
                  </a:lnTo>
                  <a:lnTo>
                    <a:pt x="288352" y="43860"/>
                  </a:lnTo>
                  <a:lnTo>
                    <a:pt x="284648" y="40083"/>
                  </a:lnTo>
                  <a:lnTo>
                    <a:pt x="280827" y="36425"/>
                  </a:lnTo>
                  <a:lnTo>
                    <a:pt x="276891" y="32890"/>
                  </a:lnTo>
                  <a:lnTo>
                    <a:pt x="272846" y="29481"/>
                  </a:lnTo>
                  <a:lnTo>
                    <a:pt x="268695" y="26202"/>
                  </a:lnTo>
                  <a:lnTo>
                    <a:pt x="264442" y="23056"/>
                  </a:lnTo>
                  <a:lnTo>
                    <a:pt x="260092" y="20046"/>
                  </a:lnTo>
                  <a:lnTo>
                    <a:pt x="255649" y="17175"/>
                  </a:lnTo>
                  <a:lnTo>
                    <a:pt x="251117" y="14446"/>
                  </a:lnTo>
                  <a:lnTo>
                    <a:pt x="167160" y="159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60546" y="1735255"/>
              <a:ext cx="83956" cy="167167"/>
            </a:xfrm>
            <a:custGeom>
              <a:avLst/>
              <a:pathLst>
                <a:path w="83956" h="167167">
                  <a:moveTo>
                    <a:pt x="83956" y="22612"/>
                  </a:moveTo>
                  <a:lnTo>
                    <a:pt x="78835" y="19756"/>
                  </a:lnTo>
                  <a:lnTo>
                    <a:pt x="73617" y="17082"/>
                  </a:lnTo>
                  <a:lnTo>
                    <a:pt x="68308" y="14593"/>
                  </a:lnTo>
                  <a:lnTo>
                    <a:pt x="62915" y="12291"/>
                  </a:lnTo>
                  <a:lnTo>
                    <a:pt x="57444" y="10179"/>
                  </a:lnTo>
                  <a:lnTo>
                    <a:pt x="51903" y="8261"/>
                  </a:lnTo>
                  <a:lnTo>
                    <a:pt x="46298" y="6539"/>
                  </a:lnTo>
                  <a:lnTo>
                    <a:pt x="40636" y="5014"/>
                  </a:lnTo>
                  <a:lnTo>
                    <a:pt x="34924" y="3688"/>
                  </a:lnTo>
                  <a:lnTo>
                    <a:pt x="29169" y="2564"/>
                  </a:lnTo>
                  <a:lnTo>
                    <a:pt x="23379" y="1642"/>
                  </a:lnTo>
                  <a:lnTo>
                    <a:pt x="17559" y="924"/>
                  </a:lnTo>
                  <a:lnTo>
                    <a:pt x="11718" y="411"/>
                  </a:lnTo>
                  <a:lnTo>
                    <a:pt x="586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915691" y="1379510"/>
              <a:ext cx="289679" cy="334334"/>
            </a:xfrm>
            <a:custGeom>
              <a:avLst/>
              <a:pathLst>
                <a:path w="289679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8" y="756"/>
                  </a:lnTo>
                  <a:lnTo>
                    <a:pt x="145999" y="1343"/>
                  </a:lnTo>
                  <a:lnTo>
                    <a:pt x="140751" y="2097"/>
                  </a:lnTo>
                  <a:lnTo>
                    <a:pt x="135530" y="3017"/>
                  </a:lnTo>
                  <a:lnTo>
                    <a:pt x="130341" y="4102"/>
                  </a:lnTo>
                  <a:lnTo>
                    <a:pt x="125189" y="5351"/>
                  </a:lnTo>
                  <a:lnTo>
                    <a:pt x="120079" y="6763"/>
                  </a:lnTo>
                  <a:lnTo>
                    <a:pt x="115017" y="8336"/>
                  </a:lnTo>
                  <a:lnTo>
                    <a:pt x="110006" y="10069"/>
                  </a:lnTo>
                  <a:lnTo>
                    <a:pt x="105054" y="11960"/>
                  </a:lnTo>
                  <a:lnTo>
                    <a:pt x="100164" y="14007"/>
                  </a:lnTo>
                  <a:lnTo>
                    <a:pt x="95341" y="16208"/>
                  </a:lnTo>
                  <a:lnTo>
                    <a:pt x="90590" y="18561"/>
                  </a:lnTo>
                  <a:lnTo>
                    <a:pt x="85916" y="21063"/>
                  </a:lnTo>
                  <a:lnTo>
                    <a:pt x="81324" y="23712"/>
                  </a:lnTo>
                  <a:lnTo>
                    <a:pt x="76819" y="26506"/>
                  </a:lnTo>
                  <a:lnTo>
                    <a:pt x="72404" y="29441"/>
                  </a:lnTo>
                  <a:lnTo>
                    <a:pt x="68084" y="32514"/>
                  </a:lnTo>
                  <a:lnTo>
                    <a:pt x="63865" y="35723"/>
                  </a:lnTo>
                  <a:lnTo>
                    <a:pt x="59749" y="39064"/>
                  </a:lnTo>
                  <a:lnTo>
                    <a:pt x="55741" y="42534"/>
                  </a:lnTo>
                  <a:lnTo>
                    <a:pt x="51845" y="46130"/>
                  </a:lnTo>
                  <a:lnTo>
                    <a:pt x="48065" y="49847"/>
                  </a:lnTo>
                  <a:lnTo>
                    <a:pt x="44404" y="53682"/>
                  </a:lnTo>
                  <a:lnTo>
                    <a:pt x="40868" y="57631"/>
                  </a:lnTo>
                  <a:lnTo>
                    <a:pt x="37458" y="61690"/>
                  </a:lnTo>
                  <a:lnTo>
                    <a:pt x="34179" y="65856"/>
                  </a:lnTo>
                  <a:lnTo>
                    <a:pt x="31033" y="70123"/>
                  </a:lnTo>
                  <a:lnTo>
                    <a:pt x="28024" y="74488"/>
                  </a:lnTo>
                  <a:lnTo>
                    <a:pt x="25155" y="78946"/>
                  </a:lnTo>
                  <a:lnTo>
                    <a:pt x="22429" y="83493"/>
                  </a:lnTo>
                  <a:lnTo>
                    <a:pt x="19849" y="88124"/>
                  </a:lnTo>
                  <a:lnTo>
                    <a:pt x="17417" y="92834"/>
                  </a:lnTo>
                  <a:lnTo>
                    <a:pt x="15135" y="97619"/>
                  </a:lnTo>
                  <a:lnTo>
                    <a:pt x="13006" y="102474"/>
                  </a:lnTo>
                  <a:lnTo>
                    <a:pt x="11032" y="107395"/>
                  </a:lnTo>
                  <a:lnTo>
                    <a:pt x="9215" y="112375"/>
                  </a:lnTo>
                  <a:lnTo>
                    <a:pt x="7557" y="117410"/>
                  </a:lnTo>
                  <a:lnTo>
                    <a:pt x="6060" y="122496"/>
                  </a:lnTo>
                  <a:lnTo>
                    <a:pt x="4725" y="127626"/>
                  </a:lnTo>
                  <a:lnTo>
                    <a:pt x="3552" y="132797"/>
                  </a:lnTo>
                  <a:lnTo>
                    <a:pt x="2545" y="138001"/>
                  </a:lnTo>
                  <a:lnTo>
                    <a:pt x="1703" y="143235"/>
                  </a:lnTo>
                  <a:lnTo>
                    <a:pt x="1027" y="148494"/>
                  </a:lnTo>
                  <a:lnTo>
                    <a:pt x="519" y="153770"/>
                  </a:lnTo>
                  <a:lnTo>
                    <a:pt x="178" y="159061"/>
                  </a:lnTo>
                  <a:lnTo>
                    <a:pt x="4" y="164359"/>
                  </a:lnTo>
                  <a:lnTo>
                    <a:pt x="0" y="169661"/>
                  </a:lnTo>
                  <a:lnTo>
                    <a:pt x="163" y="174960"/>
                  </a:lnTo>
                  <a:lnTo>
                    <a:pt x="494" y="180251"/>
                  </a:lnTo>
                  <a:lnTo>
                    <a:pt x="992" y="185529"/>
                  </a:lnTo>
                  <a:lnTo>
                    <a:pt x="1658" y="190788"/>
                  </a:lnTo>
                  <a:lnTo>
                    <a:pt x="2490" y="196024"/>
                  </a:lnTo>
                  <a:lnTo>
                    <a:pt x="3488" y="201230"/>
                  </a:lnTo>
                  <a:lnTo>
                    <a:pt x="4651" y="206403"/>
                  </a:lnTo>
                  <a:lnTo>
                    <a:pt x="5976" y="211535"/>
                  </a:lnTo>
                  <a:lnTo>
                    <a:pt x="7464" y="216624"/>
                  </a:lnTo>
                  <a:lnTo>
                    <a:pt x="9113" y="221662"/>
                  </a:lnTo>
                  <a:lnTo>
                    <a:pt x="10920" y="226646"/>
                  </a:lnTo>
                  <a:lnTo>
                    <a:pt x="12885" y="231570"/>
                  </a:lnTo>
                  <a:lnTo>
                    <a:pt x="15005" y="236429"/>
                  </a:lnTo>
                  <a:lnTo>
                    <a:pt x="17277" y="241219"/>
                  </a:lnTo>
                  <a:lnTo>
                    <a:pt x="19701" y="245934"/>
                  </a:lnTo>
                  <a:lnTo>
                    <a:pt x="22273" y="250569"/>
                  </a:lnTo>
                  <a:lnTo>
                    <a:pt x="24990" y="255121"/>
                  </a:lnTo>
                  <a:lnTo>
                    <a:pt x="27851" y="259585"/>
                  </a:lnTo>
                  <a:lnTo>
                    <a:pt x="30851" y="263955"/>
                  </a:lnTo>
                  <a:lnTo>
                    <a:pt x="33989" y="268229"/>
                  </a:lnTo>
                  <a:lnTo>
                    <a:pt x="37260" y="272400"/>
                  </a:lnTo>
                  <a:lnTo>
                    <a:pt x="40662" y="276466"/>
                  </a:lnTo>
                  <a:lnTo>
                    <a:pt x="44192" y="280422"/>
                  </a:lnTo>
                  <a:lnTo>
                    <a:pt x="47845" y="284263"/>
                  </a:lnTo>
                  <a:lnTo>
                    <a:pt x="51618" y="287988"/>
                  </a:lnTo>
                  <a:lnTo>
                    <a:pt x="55507" y="291590"/>
                  </a:lnTo>
                  <a:lnTo>
                    <a:pt x="59508" y="295068"/>
                  </a:lnTo>
                  <a:lnTo>
                    <a:pt x="63618" y="298416"/>
                  </a:lnTo>
                  <a:lnTo>
                    <a:pt x="67832" y="301633"/>
                  </a:lnTo>
                  <a:lnTo>
                    <a:pt x="72146" y="304715"/>
                  </a:lnTo>
                  <a:lnTo>
                    <a:pt x="76555" y="307658"/>
                  </a:lnTo>
                  <a:lnTo>
                    <a:pt x="81055" y="310460"/>
                  </a:lnTo>
                  <a:lnTo>
                    <a:pt x="85642" y="313118"/>
                  </a:lnTo>
                  <a:lnTo>
                    <a:pt x="90311" y="315629"/>
                  </a:lnTo>
                  <a:lnTo>
                    <a:pt x="95057" y="317991"/>
                  </a:lnTo>
                  <a:lnTo>
                    <a:pt x="99876" y="320201"/>
                  </a:lnTo>
                  <a:lnTo>
                    <a:pt x="104763" y="322257"/>
                  </a:lnTo>
                  <a:lnTo>
                    <a:pt x="109712" y="324157"/>
                  </a:lnTo>
                  <a:lnTo>
                    <a:pt x="114719" y="325900"/>
                  </a:lnTo>
                  <a:lnTo>
                    <a:pt x="119778" y="327482"/>
                  </a:lnTo>
                  <a:lnTo>
                    <a:pt x="124885" y="328904"/>
                  </a:lnTo>
                  <a:lnTo>
                    <a:pt x="130035" y="330163"/>
                  </a:lnTo>
                  <a:lnTo>
                    <a:pt x="135222" y="331257"/>
                  </a:lnTo>
                  <a:lnTo>
                    <a:pt x="140442" y="332187"/>
                  </a:lnTo>
                  <a:lnTo>
                    <a:pt x="145688" y="332951"/>
                  </a:lnTo>
                  <a:lnTo>
                    <a:pt x="150955" y="333548"/>
                  </a:lnTo>
                  <a:lnTo>
                    <a:pt x="156239" y="333978"/>
                  </a:lnTo>
                  <a:lnTo>
                    <a:pt x="161534" y="334240"/>
                  </a:lnTo>
                  <a:lnTo>
                    <a:pt x="166835" y="334334"/>
                  </a:lnTo>
                  <a:lnTo>
                    <a:pt x="172135" y="334260"/>
                  </a:lnTo>
                  <a:lnTo>
                    <a:pt x="177431" y="334018"/>
                  </a:lnTo>
                  <a:lnTo>
                    <a:pt x="182717" y="333608"/>
                  </a:lnTo>
                  <a:lnTo>
                    <a:pt x="187987" y="333030"/>
                  </a:lnTo>
                  <a:lnTo>
                    <a:pt x="193236" y="332286"/>
                  </a:lnTo>
                  <a:lnTo>
                    <a:pt x="198458" y="331376"/>
                  </a:lnTo>
                  <a:lnTo>
                    <a:pt x="203649" y="330301"/>
                  </a:lnTo>
                  <a:lnTo>
                    <a:pt x="208804" y="329061"/>
                  </a:lnTo>
                  <a:lnTo>
                    <a:pt x="213916" y="327659"/>
                  </a:lnTo>
                  <a:lnTo>
                    <a:pt x="218982" y="326095"/>
                  </a:lnTo>
                  <a:lnTo>
                    <a:pt x="223995" y="324372"/>
                  </a:lnTo>
                  <a:lnTo>
                    <a:pt x="228951" y="322490"/>
                  </a:lnTo>
                  <a:lnTo>
                    <a:pt x="233846" y="320452"/>
                  </a:lnTo>
                  <a:lnTo>
                    <a:pt x="238673" y="318260"/>
                  </a:lnTo>
                  <a:lnTo>
                    <a:pt x="243428" y="315916"/>
                  </a:lnTo>
                  <a:lnTo>
                    <a:pt x="248106" y="313423"/>
                  </a:lnTo>
                  <a:lnTo>
                    <a:pt x="252703" y="310782"/>
                  </a:lnTo>
                  <a:lnTo>
                    <a:pt x="257214" y="307997"/>
                  </a:lnTo>
                  <a:lnTo>
                    <a:pt x="261634" y="305071"/>
                  </a:lnTo>
                  <a:lnTo>
                    <a:pt x="265959" y="302005"/>
                  </a:lnTo>
                  <a:lnTo>
                    <a:pt x="270185" y="298804"/>
                  </a:lnTo>
                  <a:lnTo>
                    <a:pt x="274307" y="295471"/>
                  </a:lnTo>
                  <a:lnTo>
                    <a:pt x="278322" y="292008"/>
                  </a:lnTo>
                  <a:lnTo>
                    <a:pt x="282225" y="288420"/>
                  </a:lnTo>
                  <a:lnTo>
                    <a:pt x="286012" y="284710"/>
                  </a:lnTo>
                  <a:lnTo>
                    <a:pt x="289679" y="28088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22530" cy="113715"/>
            </a:xfrm>
            <a:custGeom>
              <a:avLst/>
              <a:pathLst>
                <a:path w="122530" h="113715">
                  <a:moveTo>
                    <a:pt x="122530" y="1137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22882" cy="113715"/>
            </a:xfrm>
            <a:custGeom>
              <a:avLst/>
              <a:pathLst>
                <a:path w="122882" h="113715">
                  <a:moveTo>
                    <a:pt x="122530" y="113715"/>
                  </a:moveTo>
                  <a:lnTo>
                    <a:pt x="122882" y="113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379510"/>
              <a:ext cx="167165" cy="280503"/>
            </a:xfrm>
            <a:custGeom>
              <a:avLst/>
              <a:pathLst>
                <a:path w="167165" h="280503">
                  <a:moveTo>
                    <a:pt x="122882" y="280503"/>
                  </a:moveTo>
                  <a:lnTo>
                    <a:pt x="126463" y="276492"/>
                  </a:lnTo>
                  <a:lnTo>
                    <a:pt x="129913" y="272369"/>
                  </a:lnTo>
                  <a:lnTo>
                    <a:pt x="133229" y="268137"/>
                  </a:lnTo>
                  <a:lnTo>
                    <a:pt x="136407" y="263800"/>
                  </a:lnTo>
                  <a:lnTo>
                    <a:pt x="139444" y="259363"/>
                  </a:lnTo>
                  <a:lnTo>
                    <a:pt x="142337" y="254831"/>
                  </a:lnTo>
                  <a:lnTo>
                    <a:pt x="145082" y="250209"/>
                  </a:lnTo>
                  <a:lnTo>
                    <a:pt x="147678" y="245500"/>
                  </a:lnTo>
                  <a:lnTo>
                    <a:pt x="150120" y="240710"/>
                  </a:lnTo>
                  <a:lnTo>
                    <a:pt x="152408" y="235845"/>
                  </a:lnTo>
                  <a:lnTo>
                    <a:pt x="154538" y="230908"/>
                  </a:lnTo>
                  <a:lnTo>
                    <a:pt x="156507" y="225905"/>
                  </a:lnTo>
                  <a:lnTo>
                    <a:pt x="158315" y="220842"/>
                  </a:lnTo>
                  <a:lnTo>
                    <a:pt x="159960" y="215723"/>
                  </a:lnTo>
                  <a:lnTo>
                    <a:pt x="161438" y="210554"/>
                  </a:lnTo>
                  <a:lnTo>
                    <a:pt x="162750" y="205340"/>
                  </a:lnTo>
                  <a:lnTo>
                    <a:pt x="163894" y="200086"/>
                  </a:lnTo>
                  <a:lnTo>
                    <a:pt x="164867" y="194799"/>
                  </a:lnTo>
                  <a:lnTo>
                    <a:pt x="165671" y="189482"/>
                  </a:lnTo>
                  <a:lnTo>
                    <a:pt x="166303" y="184143"/>
                  </a:lnTo>
                  <a:lnTo>
                    <a:pt x="166763" y="178786"/>
                  </a:lnTo>
                  <a:lnTo>
                    <a:pt x="167050" y="173418"/>
                  </a:lnTo>
                  <a:lnTo>
                    <a:pt x="167165" y="168042"/>
                  </a:lnTo>
                  <a:lnTo>
                    <a:pt x="167106" y="162666"/>
                  </a:lnTo>
                  <a:lnTo>
                    <a:pt x="166875" y="157294"/>
                  </a:lnTo>
                  <a:lnTo>
                    <a:pt x="166471" y="151933"/>
                  </a:lnTo>
                  <a:lnTo>
                    <a:pt x="165895" y="146588"/>
                  </a:lnTo>
                  <a:lnTo>
                    <a:pt x="165148" y="141263"/>
                  </a:lnTo>
                  <a:lnTo>
                    <a:pt x="164229" y="135966"/>
                  </a:lnTo>
                  <a:lnTo>
                    <a:pt x="163141" y="130700"/>
                  </a:lnTo>
                  <a:lnTo>
                    <a:pt x="161884" y="125473"/>
                  </a:lnTo>
                  <a:lnTo>
                    <a:pt x="160459" y="120289"/>
                  </a:lnTo>
                  <a:lnTo>
                    <a:pt x="158869" y="115153"/>
                  </a:lnTo>
                  <a:lnTo>
                    <a:pt x="157114" y="110071"/>
                  </a:lnTo>
                  <a:lnTo>
                    <a:pt x="155197" y="105048"/>
                  </a:lnTo>
                  <a:lnTo>
                    <a:pt x="153119" y="100089"/>
                  </a:lnTo>
                  <a:lnTo>
                    <a:pt x="150882" y="95200"/>
                  </a:lnTo>
                  <a:lnTo>
                    <a:pt x="148490" y="90385"/>
                  </a:lnTo>
                  <a:lnTo>
                    <a:pt x="145944" y="85649"/>
                  </a:lnTo>
                  <a:lnTo>
                    <a:pt x="143247" y="80998"/>
                  </a:lnTo>
                  <a:lnTo>
                    <a:pt x="140402" y="76436"/>
                  </a:lnTo>
                  <a:lnTo>
                    <a:pt x="137411" y="71968"/>
                  </a:lnTo>
                  <a:lnTo>
                    <a:pt x="134279" y="67598"/>
                  </a:lnTo>
                  <a:lnTo>
                    <a:pt x="131008" y="63331"/>
                  </a:lnTo>
                  <a:lnTo>
                    <a:pt x="127601" y="59172"/>
                  </a:lnTo>
                  <a:lnTo>
                    <a:pt x="124062" y="55124"/>
                  </a:lnTo>
                  <a:lnTo>
                    <a:pt x="120394" y="51193"/>
                  </a:lnTo>
                  <a:lnTo>
                    <a:pt x="116603" y="47381"/>
                  </a:lnTo>
                  <a:lnTo>
                    <a:pt x="112690" y="43693"/>
                  </a:lnTo>
                  <a:lnTo>
                    <a:pt x="108661" y="40133"/>
                  </a:lnTo>
                  <a:lnTo>
                    <a:pt x="104520" y="36704"/>
                  </a:lnTo>
                  <a:lnTo>
                    <a:pt x="100270" y="33411"/>
                  </a:lnTo>
                  <a:lnTo>
                    <a:pt x="95917" y="30255"/>
                  </a:lnTo>
                  <a:lnTo>
                    <a:pt x="91464" y="27242"/>
                  </a:lnTo>
                  <a:lnTo>
                    <a:pt x="86917" y="24373"/>
                  </a:lnTo>
                  <a:lnTo>
                    <a:pt x="82280" y="21651"/>
                  </a:lnTo>
                  <a:lnTo>
                    <a:pt x="77558" y="19081"/>
                  </a:lnTo>
                  <a:lnTo>
                    <a:pt x="72756" y="16663"/>
                  </a:lnTo>
                  <a:lnTo>
                    <a:pt x="67878" y="14401"/>
                  </a:lnTo>
                  <a:lnTo>
                    <a:pt x="62931" y="12297"/>
                  </a:lnTo>
                  <a:lnTo>
                    <a:pt x="57918" y="10354"/>
                  </a:lnTo>
                  <a:lnTo>
                    <a:pt x="52845" y="8572"/>
                  </a:lnTo>
                  <a:lnTo>
                    <a:pt x="47717" y="6955"/>
                  </a:lnTo>
                  <a:lnTo>
                    <a:pt x="42541" y="5503"/>
                  </a:lnTo>
                  <a:lnTo>
                    <a:pt x="37320" y="4219"/>
                  </a:lnTo>
                  <a:lnTo>
                    <a:pt x="32060" y="3103"/>
                  </a:lnTo>
                  <a:lnTo>
                    <a:pt x="26768" y="2157"/>
                  </a:lnTo>
                  <a:lnTo>
                    <a:pt x="21447" y="1381"/>
                  </a:lnTo>
                  <a:lnTo>
                    <a:pt x="16105" y="777"/>
                  </a:lnTo>
                  <a:lnTo>
                    <a:pt x="10746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465977" y="112031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6" y="5323"/>
                  </a:lnTo>
                  <a:lnTo>
                    <a:pt x="120209" y="6728"/>
                  </a:lnTo>
                  <a:lnTo>
                    <a:pt x="115159" y="8293"/>
                  </a:lnTo>
                  <a:lnTo>
                    <a:pt x="110160" y="10016"/>
                  </a:lnTo>
                  <a:lnTo>
                    <a:pt x="105219" y="11898"/>
                  </a:lnTo>
                  <a:lnTo>
                    <a:pt x="100339" y="13934"/>
                  </a:lnTo>
                  <a:lnTo>
                    <a:pt x="95527" y="16124"/>
                  </a:lnTo>
                  <a:lnTo>
                    <a:pt x="90786" y="18465"/>
                  </a:lnTo>
                  <a:lnTo>
                    <a:pt x="86121" y="20954"/>
                  </a:lnTo>
                  <a:lnTo>
                    <a:pt x="81538" y="23590"/>
                  </a:lnTo>
                  <a:lnTo>
                    <a:pt x="77040" y="26370"/>
                  </a:lnTo>
                  <a:lnTo>
                    <a:pt x="72632" y="29290"/>
                  </a:lnTo>
                  <a:lnTo>
                    <a:pt x="68319" y="32349"/>
                  </a:lnTo>
                  <a:lnTo>
                    <a:pt x="64105" y="35542"/>
                  </a:lnTo>
                  <a:lnTo>
                    <a:pt x="59994" y="38867"/>
                  </a:lnTo>
                  <a:lnTo>
                    <a:pt x="55990" y="42320"/>
                  </a:lnTo>
                  <a:lnTo>
                    <a:pt x="52097" y="45898"/>
                  </a:lnTo>
                  <a:lnTo>
                    <a:pt x="48319" y="49598"/>
                  </a:lnTo>
                  <a:lnTo>
                    <a:pt x="44661" y="53415"/>
                  </a:lnTo>
                  <a:lnTo>
                    <a:pt x="41125" y="57346"/>
                  </a:lnTo>
                  <a:lnTo>
                    <a:pt x="37714" y="61387"/>
                  </a:lnTo>
                  <a:lnTo>
                    <a:pt x="34434" y="65533"/>
                  </a:lnTo>
                  <a:lnTo>
                    <a:pt x="31286" y="69781"/>
                  </a:lnTo>
                  <a:lnTo>
                    <a:pt x="28274" y="74127"/>
                  </a:lnTo>
                  <a:lnTo>
                    <a:pt x="25401" y="78566"/>
                  </a:lnTo>
                  <a:lnTo>
                    <a:pt x="22670" y="83093"/>
                  </a:lnTo>
                  <a:lnTo>
                    <a:pt x="20083" y="87705"/>
                  </a:lnTo>
                  <a:lnTo>
                    <a:pt x="17644" y="92396"/>
                  </a:lnTo>
                  <a:lnTo>
                    <a:pt x="15354" y="97162"/>
                  </a:lnTo>
                  <a:lnTo>
                    <a:pt x="13216" y="101997"/>
                  </a:lnTo>
                  <a:lnTo>
                    <a:pt x="11232" y="106898"/>
                  </a:lnTo>
                  <a:lnTo>
                    <a:pt x="9404" y="111860"/>
                  </a:lnTo>
                  <a:lnTo>
                    <a:pt x="7734" y="116876"/>
                  </a:lnTo>
                  <a:lnTo>
                    <a:pt x="6223" y="121943"/>
                  </a:lnTo>
                  <a:lnTo>
                    <a:pt x="4874" y="127056"/>
                  </a:lnTo>
                  <a:lnTo>
                    <a:pt x="3686" y="132208"/>
                  </a:lnTo>
                  <a:lnTo>
                    <a:pt x="2662" y="137395"/>
                  </a:lnTo>
                  <a:lnTo>
                    <a:pt x="1803" y="142612"/>
                  </a:lnTo>
                  <a:lnTo>
                    <a:pt x="1109" y="147854"/>
                  </a:lnTo>
                  <a:lnTo>
                    <a:pt x="582" y="153115"/>
                  </a:lnTo>
                  <a:lnTo>
                    <a:pt x="220" y="158390"/>
                  </a:lnTo>
                  <a:lnTo>
                    <a:pt x="26" y="163674"/>
                  </a:lnTo>
                  <a:lnTo>
                    <a:pt x="0" y="168961"/>
                  </a:lnTo>
                  <a:lnTo>
                    <a:pt x="140" y="174247"/>
                  </a:lnTo>
                  <a:lnTo>
                    <a:pt x="447" y="179525"/>
                  </a:lnTo>
                  <a:lnTo>
                    <a:pt x="922" y="184791"/>
                  </a:lnTo>
                  <a:lnTo>
                    <a:pt x="1562" y="190040"/>
                  </a:lnTo>
                  <a:lnTo>
                    <a:pt x="2368" y="195265"/>
                  </a:lnTo>
                  <a:lnTo>
                    <a:pt x="3339" y="200463"/>
                  </a:lnTo>
                  <a:lnTo>
                    <a:pt x="4474" y="205627"/>
                  </a:lnTo>
                  <a:lnTo>
                    <a:pt x="5772" y="210752"/>
                  </a:lnTo>
                  <a:lnTo>
                    <a:pt x="7231" y="215835"/>
                  </a:lnTo>
                  <a:lnTo>
                    <a:pt x="8850" y="220868"/>
                  </a:lnTo>
                  <a:lnTo>
                    <a:pt x="10628" y="225848"/>
                  </a:lnTo>
                  <a:lnTo>
                    <a:pt x="12562" y="230768"/>
                  </a:lnTo>
                  <a:lnTo>
                    <a:pt x="14650" y="235626"/>
                  </a:lnTo>
                  <a:lnTo>
                    <a:pt x="16892" y="240415"/>
                  </a:lnTo>
                  <a:lnTo>
                    <a:pt x="19283" y="245130"/>
                  </a:lnTo>
                  <a:lnTo>
                    <a:pt x="21823" y="249768"/>
                  </a:lnTo>
                  <a:lnTo>
                    <a:pt x="24508" y="254323"/>
                  </a:lnTo>
                  <a:lnTo>
                    <a:pt x="27336" y="258790"/>
                  </a:lnTo>
                  <a:lnTo>
                    <a:pt x="30303" y="263167"/>
                  </a:lnTo>
                  <a:lnTo>
                    <a:pt x="33408" y="267447"/>
                  </a:lnTo>
                  <a:lnTo>
                    <a:pt x="36646" y="271626"/>
                  </a:lnTo>
                  <a:lnTo>
                    <a:pt x="40015" y="275701"/>
                  </a:lnTo>
                  <a:lnTo>
                    <a:pt x="43511" y="279668"/>
                  </a:lnTo>
                  <a:lnTo>
                    <a:pt x="47131" y="283522"/>
                  </a:lnTo>
                  <a:lnTo>
                    <a:pt x="50870" y="287260"/>
                  </a:lnTo>
                  <a:lnTo>
                    <a:pt x="54727" y="290877"/>
                  </a:lnTo>
                  <a:lnTo>
                    <a:pt x="58695" y="294371"/>
                  </a:lnTo>
                  <a:lnTo>
                    <a:pt x="62772" y="297738"/>
                  </a:lnTo>
                  <a:lnTo>
                    <a:pt x="66954" y="300974"/>
                  </a:lnTo>
                  <a:lnTo>
                    <a:pt x="71236" y="304076"/>
                  </a:lnTo>
                  <a:lnTo>
                    <a:pt x="75613" y="307041"/>
                  </a:lnTo>
                  <a:lnTo>
                    <a:pt x="80083" y="309866"/>
                  </a:lnTo>
                  <a:lnTo>
                    <a:pt x="84639" y="312548"/>
                  </a:lnTo>
                  <a:lnTo>
                    <a:pt x="89278" y="315085"/>
                  </a:lnTo>
                  <a:lnTo>
                    <a:pt x="93995" y="317474"/>
                  </a:lnTo>
                  <a:lnTo>
                    <a:pt x="98785" y="319713"/>
                  </a:lnTo>
                  <a:lnTo>
                    <a:pt x="103644" y="321799"/>
                  </a:lnTo>
                  <a:lnTo>
                    <a:pt x="108566" y="323730"/>
                  </a:lnTo>
                  <a:lnTo>
                    <a:pt x="113546" y="325505"/>
                  </a:lnTo>
                  <a:lnTo>
                    <a:pt x="118581" y="327121"/>
                  </a:lnTo>
                  <a:lnTo>
                    <a:pt x="123664" y="328577"/>
                  </a:lnTo>
                  <a:lnTo>
                    <a:pt x="128790" y="329872"/>
                  </a:lnTo>
                  <a:lnTo>
                    <a:pt x="133955" y="331004"/>
                  </a:lnTo>
                  <a:lnTo>
                    <a:pt x="139153" y="331972"/>
                  </a:lnTo>
                  <a:lnTo>
                    <a:pt x="144379" y="332775"/>
                  </a:lnTo>
                  <a:lnTo>
                    <a:pt x="149628" y="333413"/>
                  </a:lnTo>
                  <a:lnTo>
                    <a:pt x="154894" y="333884"/>
                  </a:lnTo>
                  <a:lnTo>
                    <a:pt x="160173" y="334188"/>
                  </a:lnTo>
                  <a:lnTo>
                    <a:pt x="165458" y="334326"/>
                  </a:lnTo>
                  <a:lnTo>
                    <a:pt x="170746" y="334296"/>
                  </a:lnTo>
                  <a:lnTo>
                    <a:pt x="176029" y="334099"/>
                  </a:lnTo>
                  <a:lnTo>
                    <a:pt x="181304" y="333735"/>
                  </a:lnTo>
                  <a:lnTo>
                    <a:pt x="186565" y="333204"/>
                  </a:lnTo>
                  <a:lnTo>
                    <a:pt x="191806" y="332507"/>
                  </a:lnTo>
                  <a:lnTo>
                    <a:pt x="197023" y="331645"/>
                  </a:lnTo>
                  <a:lnTo>
                    <a:pt x="202209" y="330618"/>
                  </a:lnTo>
                  <a:lnTo>
                    <a:pt x="207361" y="329428"/>
                  </a:lnTo>
                  <a:lnTo>
                    <a:pt x="212472" y="328075"/>
                  </a:lnTo>
                  <a:lnTo>
                    <a:pt x="217539" y="326562"/>
                  </a:lnTo>
                  <a:lnTo>
                    <a:pt x="222554" y="324889"/>
                  </a:lnTo>
                  <a:lnTo>
                    <a:pt x="227515" y="323058"/>
                  </a:lnTo>
                  <a:lnTo>
                    <a:pt x="232414" y="321071"/>
                  </a:lnTo>
                  <a:lnTo>
                    <a:pt x="237249" y="318930"/>
                  </a:lnTo>
                  <a:lnTo>
                    <a:pt x="242014" y="316638"/>
                  </a:lnTo>
                  <a:lnTo>
                    <a:pt x="246703" y="314196"/>
                  </a:lnTo>
                  <a:lnTo>
                    <a:pt x="251313" y="311606"/>
                  </a:lnTo>
                  <a:lnTo>
                    <a:pt x="255839" y="308873"/>
                  </a:lnTo>
                  <a:lnTo>
                    <a:pt x="260276" y="305997"/>
                  </a:lnTo>
                  <a:lnTo>
                    <a:pt x="264620" y="302983"/>
                  </a:lnTo>
                  <a:lnTo>
                    <a:pt x="268867" y="299833"/>
                  </a:lnTo>
                  <a:lnTo>
                    <a:pt x="273011" y="296550"/>
                  </a:lnTo>
                  <a:lnTo>
                    <a:pt x="277050" y="293137"/>
                  </a:lnTo>
                  <a:lnTo>
                    <a:pt x="280979" y="289599"/>
                  </a:lnTo>
                  <a:lnTo>
                    <a:pt x="284794" y="285938"/>
                  </a:lnTo>
                  <a:lnTo>
                    <a:pt x="288491" y="282158"/>
                  </a:lnTo>
                  <a:lnTo>
                    <a:pt x="292067" y="278263"/>
                  </a:lnTo>
                  <a:lnTo>
                    <a:pt x="295518" y="274258"/>
                  </a:lnTo>
                  <a:lnTo>
                    <a:pt x="298841" y="270145"/>
                  </a:lnTo>
                  <a:lnTo>
                    <a:pt x="302032" y="265928"/>
                  </a:lnTo>
                  <a:lnTo>
                    <a:pt x="305088" y="261614"/>
                  </a:lnTo>
                  <a:lnTo>
                    <a:pt x="308006" y="257204"/>
                  </a:lnTo>
                  <a:lnTo>
                    <a:pt x="310783" y="252705"/>
                  </a:lnTo>
                  <a:lnTo>
                    <a:pt x="313416" y="248120"/>
                  </a:lnTo>
                  <a:lnTo>
                    <a:pt x="315903" y="243454"/>
                  </a:lnTo>
                  <a:lnTo>
                    <a:pt x="318241" y="238712"/>
                  </a:lnTo>
                  <a:lnTo>
                    <a:pt x="320428" y="233898"/>
                  </a:lnTo>
                  <a:lnTo>
                    <a:pt x="322462" y="229017"/>
                  </a:lnTo>
                  <a:lnTo>
                    <a:pt x="324340" y="224075"/>
                  </a:lnTo>
                  <a:lnTo>
                    <a:pt x="326061" y="219075"/>
                  </a:lnTo>
                  <a:lnTo>
                    <a:pt x="327623" y="214024"/>
                  </a:lnTo>
                  <a:lnTo>
                    <a:pt x="329025" y="208926"/>
                  </a:lnTo>
                  <a:lnTo>
                    <a:pt x="330265" y="203786"/>
                  </a:lnTo>
                  <a:lnTo>
                    <a:pt x="331341" y="198609"/>
                  </a:lnTo>
                  <a:lnTo>
                    <a:pt x="332253" y="193401"/>
                  </a:lnTo>
                  <a:lnTo>
                    <a:pt x="333001" y="188167"/>
                  </a:lnTo>
                  <a:lnTo>
                    <a:pt x="333582" y="182911"/>
                  </a:lnTo>
                  <a:lnTo>
                    <a:pt x="333996" y="177640"/>
                  </a:lnTo>
                  <a:lnTo>
                    <a:pt x="334244" y="172359"/>
                  </a:lnTo>
                  <a:lnTo>
                    <a:pt x="334325" y="167072"/>
                  </a:lnTo>
                  <a:lnTo>
                    <a:pt x="334238" y="161785"/>
                  </a:lnTo>
                  <a:lnTo>
                    <a:pt x="333984" y="156504"/>
                  </a:lnTo>
                  <a:lnTo>
                    <a:pt x="333564" y="151233"/>
                  </a:lnTo>
                  <a:lnTo>
                    <a:pt x="332977" y="145979"/>
                  </a:lnTo>
                  <a:lnTo>
                    <a:pt x="332223" y="140745"/>
                  </a:lnTo>
                  <a:lnTo>
                    <a:pt x="331305" y="135538"/>
                  </a:lnTo>
                  <a:lnTo>
                    <a:pt x="330223" y="130363"/>
                  </a:lnTo>
                  <a:lnTo>
                    <a:pt x="328977" y="125224"/>
                  </a:lnTo>
                  <a:lnTo>
                    <a:pt x="327570" y="120127"/>
                  </a:lnTo>
                  <a:lnTo>
                    <a:pt x="326002" y="115078"/>
                  </a:lnTo>
                  <a:lnTo>
                    <a:pt x="324275" y="110080"/>
                  </a:lnTo>
                  <a:lnTo>
                    <a:pt x="322391" y="105140"/>
                  </a:lnTo>
                  <a:lnTo>
                    <a:pt x="320352" y="100262"/>
                  </a:lnTo>
                  <a:lnTo>
                    <a:pt x="318160" y="95450"/>
                  </a:lnTo>
                  <a:lnTo>
                    <a:pt x="315816" y="90711"/>
                  </a:lnTo>
                  <a:lnTo>
                    <a:pt x="313324" y="86048"/>
                  </a:lnTo>
                  <a:lnTo>
                    <a:pt x="310685" y="81466"/>
                  </a:lnTo>
                  <a:lnTo>
                    <a:pt x="307903" y="76969"/>
                  </a:lnTo>
                  <a:lnTo>
                    <a:pt x="304980" y="72563"/>
                  </a:lnTo>
                  <a:lnTo>
                    <a:pt x="301919" y="68252"/>
                  </a:lnTo>
                  <a:lnTo>
                    <a:pt x="298724" y="64040"/>
                  </a:lnTo>
                  <a:lnTo>
                    <a:pt x="295396" y="59930"/>
                  </a:lnTo>
                  <a:lnTo>
                    <a:pt x="291941" y="55928"/>
                  </a:lnTo>
                  <a:lnTo>
                    <a:pt x="288360" y="52038"/>
                  </a:lnTo>
                  <a:lnTo>
                    <a:pt x="284659" y="48262"/>
                  </a:lnTo>
                  <a:lnTo>
                    <a:pt x="280840" y="44606"/>
                  </a:lnTo>
                  <a:lnTo>
                    <a:pt x="276907" y="41072"/>
                  </a:lnTo>
                  <a:lnTo>
                    <a:pt x="272864" y="37664"/>
                  </a:lnTo>
                  <a:lnTo>
                    <a:pt x="268716" y="34386"/>
                  </a:lnTo>
                  <a:lnTo>
                    <a:pt x="264466" y="31240"/>
                  </a:lnTo>
                  <a:lnTo>
                    <a:pt x="260118" y="28231"/>
                  </a:lnTo>
                  <a:lnTo>
                    <a:pt x="255678" y="25360"/>
                  </a:lnTo>
                  <a:lnTo>
                    <a:pt x="251149" y="22632"/>
                  </a:lnTo>
                  <a:lnTo>
                    <a:pt x="246536" y="20048"/>
                  </a:lnTo>
                  <a:lnTo>
                    <a:pt x="241843" y="17611"/>
                  </a:lnTo>
                  <a:lnTo>
                    <a:pt x="237076" y="15324"/>
                  </a:lnTo>
                  <a:lnTo>
                    <a:pt x="232239" y="1318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33301"/>
              <a:ext cx="65081" cy="154178"/>
            </a:xfrm>
            <a:custGeom>
              <a:avLst/>
              <a:pathLst>
                <a:path w="65081" h="154178">
                  <a:moveTo>
                    <a:pt x="65081" y="200"/>
                  </a:moveTo>
                  <a:lnTo>
                    <a:pt x="64605" y="0"/>
                  </a:lnTo>
                  <a:lnTo>
                    <a:pt x="0" y="154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20312"/>
              <a:ext cx="64605" cy="167167"/>
            </a:xfrm>
            <a:custGeom>
              <a:avLst/>
              <a:pathLst>
                <a:path w="64605" h="167167">
                  <a:moveTo>
                    <a:pt x="64605" y="12988"/>
                  </a:moveTo>
                  <a:lnTo>
                    <a:pt x="59002" y="10758"/>
                  </a:lnTo>
                  <a:lnTo>
                    <a:pt x="53323" y="8732"/>
                  </a:lnTo>
                  <a:lnTo>
                    <a:pt x="47574" y="6912"/>
                  </a:lnTo>
                  <a:lnTo>
                    <a:pt x="41764" y="5301"/>
                  </a:lnTo>
                  <a:lnTo>
                    <a:pt x="35899" y="3900"/>
                  </a:lnTo>
                  <a:lnTo>
                    <a:pt x="29987" y="2711"/>
                  </a:lnTo>
                  <a:lnTo>
                    <a:pt x="24037" y="1737"/>
                  </a:lnTo>
                  <a:lnTo>
                    <a:pt x="18055" y="977"/>
                  </a:lnTo>
                  <a:lnTo>
                    <a:pt x="12049" y="434"/>
                  </a:lnTo>
                  <a:lnTo>
                    <a:pt x="602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68525" y="971635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4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6" y="5345"/>
                  </a:lnTo>
                  <a:lnTo>
                    <a:pt x="120109" y="6755"/>
                  </a:lnTo>
                  <a:lnTo>
                    <a:pt x="115049" y="8326"/>
                  </a:lnTo>
                  <a:lnTo>
                    <a:pt x="110042" y="10057"/>
                  </a:lnTo>
                  <a:lnTo>
                    <a:pt x="105092" y="11946"/>
                  </a:lnTo>
                  <a:lnTo>
                    <a:pt x="100204" y="13990"/>
                  </a:lnTo>
                  <a:lnTo>
                    <a:pt x="95383" y="16189"/>
                  </a:lnTo>
                  <a:lnTo>
                    <a:pt x="90635" y="18539"/>
                  </a:lnTo>
                  <a:lnTo>
                    <a:pt x="85963" y="21038"/>
                  </a:lnTo>
                  <a:lnTo>
                    <a:pt x="81373" y="23685"/>
                  </a:lnTo>
                  <a:lnTo>
                    <a:pt x="76869" y="26475"/>
                  </a:lnTo>
                  <a:lnTo>
                    <a:pt x="72456" y="29407"/>
                  </a:lnTo>
                  <a:lnTo>
                    <a:pt x="68138" y="32477"/>
                  </a:lnTo>
                  <a:lnTo>
                    <a:pt x="63919" y="35682"/>
                  </a:lnTo>
                  <a:lnTo>
                    <a:pt x="59805" y="39019"/>
                  </a:lnTo>
                  <a:lnTo>
                    <a:pt x="55797" y="42486"/>
                  </a:lnTo>
                  <a:lnTo>
                    <a:pt x="51902" y="46077"/>
                  </a:lnTo>
                  <a:lnTo>
                    <a:pt x="48123" y="49790"/>
                  </a:lnTo>
                  <a:lnTo>
                    <a:pt x="44463" y="53621"/>
                  </a:lnTo>
                  <a:lnTo>
                    <a:pt x="40926" y="57566"/>
                  </a:lnTo>
                  <a:lnTo>
                    <a:pt x="37516" y="61621"/>
                  </a:lnTo>
                  <a:lnTo>
                    <a:pt x="34237" y="65782"/>
                  </a:lnTo>
                  <a:lnTo>
                    <a:pt x="31091" y="70045"/>
                  </a:lnTo>
                  <a:lnTo>
                    <a:pt x="28081" y="74406"/>
                  </a:lnTo>
                  <a:lnTo>
                    <a:pt x="25211" y="78859"/>
                  </a:lnTo>
                  <a:lnTo>
                    <a:pt x="22484" y="83402"/>
                  </a:lnTo>
                  <a:lnTo>
                    <a:pt x="19902" y="88028"/>
                  </a:lnTo>
                  <a:lnTo>
                    <a:pt x="17468" y="92734"/>
                  </a:lnTo>
                  <a:lnTo>
                    <a:pt x="15185" y="97515"/>
                  </a:lnTo>
                  <a:lnTo>
                    <a:pt x="13054" y="102366"/>
                  </a:lnTo>
                  <a:lnTo>
                    <a:pt x="11078" y="107282"/>
                  </a:lnTo>
                  <a:lnTo>
                    <a:pt x="9258" y="112258"/>
                  </a:lnTo>
                  <a:lnTo>
                    <a:pt x="7598" y="117289"/>
                  </a:lnTo>
                  <a:lnTo>
                    <a:pt x="6097" y="122370"/>
                  </a:lnTo>
                  <a:lnTo>
                    <a:pt x="4758" y="127497"/>
                  </a:lnTo>
                  <a:lnTo>
                    <a:pt x="3583" y="132663"/>
                  </a:lnTo>
                  <a:lnTo>
                    <a:pt x="2572" y="137863"/>
                  </a:lnTo>
                  <a:lnTo>
                    <a:pt x="1726" y="143094"/>
                  </a:lnTo>
                  <a:lnTo>
                    <a:pt x="1046" y="148348"/>
                  </a:lnTo>
                  <a:lnTo>
                    <a:pt x="533" y="153621"/>
                  </a:lnTo>
                  <a:lnTo>
                    <a:pt x="187" y="158908"/>
                  </a:lnTo>
                  <a:lnTo>
                    <a:pt x="9" y="164204"/>
                  </a:lnTo>
                  <a:lnTo>
                    <a:pt x="0" y="169502"/>
                  </a:lnTo>
                  <a:lnTo>
                    <a:pt x="157" y="174798"/>
                  </a:lnTo>
                  <a:lnTo>
                    <a:pt x="483" y="180086"/>
                  </a:lnTo>
                  <a:lnTo>
                    <a:pt x="976" y="185361"/>
                  </a:lnTo>
                  <a:lnTo>
                    <a:pt x="1636" y="190618"/>
                  </a:lnTo>
                  <a:lnTo>
                    <a:pt x="2463" y="195851"/>
                  </a:lnTo>
                  <a:lnTo>
                    <a:pt x="3454" y="201056"/>
                  </a:lnTo>
                  <a:lnTo>
                    <a:pt x="4610" y="206226"/>
                  </a:lnTo>
                  <a:lnTo>
                    <a:pt x="5930" y="211358"/>
                  </a:lnTo>
                  <a:lnTo>
                    <a:pt x="7411" y="216444"/>
                  </a:lnTo>
                  <a:lnTo>
                    <a:pt x="9053" y="221482"/>
                  </a:lnTo>
                  <a:lnTo>
                    <a:pt x="10854" y="226465"/>
                  </a:lnTo>
                  <a:lnTo>
                    <a:pt x="12811" y="231388"/>
                  </a:lnTo>
                  <a:lnTo>
                    <a:pt x="14924" y="236247"/>
                  </a:lnTo>
                  <a:lnTo>
                    <a:pt x="17190" y="241036"/>
                  </a:lnTo>
                  <a:lnTo>
                    <a:pt x="19606" y="245751"/>
                  </a:lnTo>
                  <a:lnTo>
                    <a:pt x="22170" y="250387"/>
                  </a:lnTo>
                  <a:lnTo>
                    <a:pt x="24880" y="254940"/>
                  </a:lnTo>
                  <a:lnTo>
                    <a:pt x="27733" y="259404"/>
                  </a:lnTo>
                  <a:lnTo>
                    <a:pt x="30726" y="263776"/>
                  </a:lnTo>
                  <a:lnTo>
                    <a:pt x="33856" y="268051"/>
                  </a:lnTo>
                  <a:lnTo>
                    <a:pt x="37120" y="272224"/>
                  </a:lnTo>
                  <a:lnTo>
                    <a:pt x="40515" y="276292"/>
                  </a:lnTo>
                  <a:lnTo>
                    <a:pt x="44037" y="280251"/>
                  </a:lnTo>
                  <a:lnTo>
                    <a:pt x="47682" y="284095"/>
                  </a:lnTo>
                  <a:lnTo>
                    <a:pt x="51448" y="287823"/>
                  </a:lnTo>
                  <a:lnTo>
                    <a:pt x="55329" y="291429"/>
                  </a:lnTo>
                  <a:lnTo>
                    <a:pt x="59323" y="294910"/>
                  </a:lnTo>
                  <a:lnTo>
                    <a:pt x="63426" y="298263"/>
                  </a:lnTo>
                  <a:lnTo>
                    <a:pt x="67632" y="301484"/>
                  </a:lnTo>
                  <a:lnTo>
                    <a:pt x="71939" y="304570"/>
                  </a:lnTo>
                  <a:lnTo>
                    <a:pt x="76341" y="307518"/>
                  </a:lnTo>
                  <a:lnTo>
                    <a:pt x="80834" y="310326"/>
                  </a:lnTo>
                  <a:lnTo>
                    <a:pt x="85414" y="312989"/>
                  </a:lnTo>
                  <a:lnTo>
                    <a:pt x="90076" y="315506"/>
                  </a:lnTo>
                  <a:lnTo>
                    <a:pt x="94816" y="317874"/>
                  </a:lnTo>
                  <a:lnTo>
                    <a:pt x="99628" y="320091"/>
                  </a:lnTo>
                  <a:lnTo>
                    <a:pt x="104508" y="322154"/>
                  </a:lnTo>
                  <a:lnTo>
                    <a:pt x="109451" y="324061"/>
                  </a:lnTo>
                  <a:lnTo>
                    <a:pt x="114452" y="325811"/>
                  </a:lnTo>
                  <a:lnTo>
                    <a:pt x="119506" y="327401"/>
                  </a:lnTo>
                  <a:lnTo>
                    <a:pt x="124608" y="328830"/>
                  </a:lnTo>
                  <a:lnTo>
                    <a:pt x="129752" y="330097"/>
                  </a:lnTo>
                  <a:lnTo>
                    <a:pt x="134934" y="331201"/>
                  </a:lnTo>
                  <a:lnTo>
                    <a:pt x="140149" y="332139"/>
                  </a:lnTo>
                  <a:lnTo>
                    <a:pt x="145390" y="332912"/>
                  </a:lnTo>
                  <a:lnTo>
                    <a:pt x="150654" y="333518"/>
                  </a:lnTo>
                  <a:lnTo>
                    <a:pt x="155934" y="333958"/>
                  </a:lnTo>
                  <a:lnTo>
                    <a:pt x="161225" y="334229"/>
                  </a:lnTo>
                  <a:lnTo>
                    <a:pt x="166522" y="334333"/>
                  </a:lnTo>
                  <a:lnTo>
                    <a:pt x="171820" y="334269"/>
                  </a:lnTo>
                  <a:lnTo>
                    <a:pt x="177113" y="334037"/>
                  </a:lnTo>
                  <a:lnTo>
                    <a:pt x="182396" y="333638"/>
                  </a:lnTo>
                  <a:lnTo>
                    <a:pt x="187664" y="333071"/>
                  </a:lnTo>
                  <a:lnTo>
                    <a:pt x="192911" y="332338"/>
                  </a:lnTo>
                  <a:lnTo>
                    <a:pt x="198132" y="331438"/>
                  </a:lnTo>
                  <a:lnTo>
                    <a:pt x="203322" y="330374"/>
                  </a:lnTo>
                  <a:lnTo>
                    <a:pt x="208476" y="329146"/>
                  </a:lnTo>
                  <a:lnTo>
                    <a:pt x="213589" y="327755"/>
                  </a:lnTo>
                  <a:lnTo>
                    <a:pt x="218654" y="326203"/>
                  </a:lnTo>
                  <a:lnTo>
                    <a:pt x="223668" y="324491"/>
                  </a:lnTo>
                  <a:lnTo>
                    <a:pt x="228626" y="322620"/>
                  </a:lnTo>
                  <a:lnTo>
                    <a:pt x="233521" y="320594"/>
                  </a:lnTo>
                  <a:lnTo>
                    <a:pt x="238350" y="318414"/>
                  </a:lnTo>
                  <a:lnTo>
                    <a:pt x="243107" y="316082"/>
                  </a:lnTo>
                  <a:lnTo>
                    <a:pt x="247788" y="313600"/>
                  </a:lnTo>
                  <a:lnTo>
                    <a:pt x="252388" y="310971"/>
                  </a:lnTo>
                  <a:lnTo>
                    <a:pt x="256902" y="308197"/>
                  </a:lnTo>
                  <a:lnTo>
                    <a:pt x="261326" y="305282"/>
                  </a:lnTo>
                  <a:lnTo>
                    <a:pt x="265656" y="302229"/>
                  </a:lnTo>
                  <a:lnTo>
                    <a:pt x="269887" y="299039"/>
                  </a:lnTo>
                  <a:lnTo>
                    <a:pt x="274014" y="295717"/>
                  </a:lnTo>
                  <a:lnTo>
                    <a:pt x="278034" y="292266"/>
                  </a:lnTo>
                  <a:lnTo>
                    <a:pt x="281943" y="288689"/>
                  </a:lnTo>
                  <a:lnTo>
                    <a:pt x="285736" y="284991"/>
                  </a:lnTo>
                  <a:lnTo>
                    <a:pt x="289410" y="281173"/>
                  </a:lnTo>
                  <a:lnTo>
                    <a:pt x="292962" y="277242"/>
                  </a:lnTo>
                  <a:lnTo>
                    <a:pt x="296387" y="273200"/>
                  </a:lnTo>
                  <a:lnTo>
                    <a:pt x="299682" y="269051"/>
                  </a:lnTo>
                  <a:lnTo>
                    <a:pt x="302844" y="264800"/>
                  </a:lnTo>
                  <a:lnTo>
                    <a:pt x="305870" y="260451"/>
                  </a:lnTo>
                  <a:lnTo>
                    <a:pt x="308757" y="256008"/>
                  </a:lnTo>
                  <a:lnTo>
                    <a:pt x="311501" y="251476"/>
                  </a:lnTo>
                  <a:lnTo>
                    <a:pt x="314100" y="246859"/>
                  </a:lnTo>
                  <a:lnTo>
                    <a:pt x="316552" y="242162"/>
                  </a:lnTo>
                  <a:lnTo>
                    <a:pt x="318853" y="237390"/>
                  </a:lnTo>
                  <a:lnTo>
                    <a:pt x="321003" y="232547"/>
                  </a:lnTo>
                  <a:lnTo>
                    <a:pt x="322997" y="227639"/>
                  </a:lnTo>
                  <a:lnTo>
                    <a:pt x="324835" y="222669"/>
                  </a:lnTo>
                  <a:lnTo>
                    <a:pt x="326515" y="217645"/>
                  </a:lnTo>
                  <a:lnTo>
                    <a:pt x="328034" y="212569"/>
                  </a:lnTo>
                  <a:lnTo>
                    <a:pt x="329392" y="207448"/>
                  </a:lnTo>
                  <a:lnTo>
                    <a:pt x="330587" y="202286"/>
                  </a:lnTo>
                  <a:lnTo>
                    <a:pt x="331618" y="197089"/>
                  </a:lnTo>
                  <a:lnTo>
                    <a:pt x="332484" y="191862"/>
                  </a:lnTo>
                  <a:lnTo>
                    <a:pt x="333183" y="186610"/>
                  </a:lnTo>
                  <a:lnTo>
                    <a:pt x="333716" y="181339"/>
                  </a:lnTo>
                  <a:lnTo>
                    <a:pt x="334082" y="176053"/>
                  </a:lnTo>
                  <a:lnTo>
                    <a:pt x="334279" y="170759"/>
                  </a:lnTo>
                  <a:lnTo>
                    <a:pt x="334309" y="165461"/>
                  </a:lnTo>
                  <a:lnTo>
                    <a:pt x="334171" y="160164"/>
                  </a:lnTo>
                  <a:lnTo>
                    <a:pt x="333866" y="154875"/>
                  </a:lnTo>
                  <a:lnTo>
                    <a:pt x="333392" y="149598"/>
                  </a:lnTo>
                  <a:lnTo>
                    <a:pt x="332752" y="144339"/>
                  </a:lnTo>
                  <a:lnTo>
                    <a:pt x="331945" y="139102"/>
                  </a:lnTo>
                  <a:lnTo>
                    <a:pt x="330973" y="133894"/>
                  </a:lnTo>
                  <a:lnTo>
                    <a:pt x="329837" y="128719"/>
                  </a:lnTo>
                  <a:lnTo>
                    <a:pt x="328536" y="123583"/>
                  </a:lnTo>
                  <a:lnTo>
                    <a:pt x="327074" y="118491"/>
                  </a:lnTo>
                  <a:lnTo>
                    <a:pt x="325451" y="11344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085082"/>
              <a:ext cx="158300" cy="53719"/>
            </a:xfrm>
            <a:custGeom>
              <a:avLst/>
              <a:pathLst>
                <a:path w="158300" h="53719">
                  <a:moveTo>
                    <a:pt x="158300" y="0"/>
                  </a:moveTo>
                  <a:lnTo>
                    <a:pt x="0" y="537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084103"/>
              <a:ext cx="158300" cy="54698"/>
            </a:xfrm>
            <a:custGeom>
              <a:avLst/>
              <a:pathLst>
                <a:path w="158300" h="54698">
                  <a:moveTo>
                    <a:pt x="158300" y="978"/>
                  </a:moveTo>
                  <a:lnTo>
                    <a:pt x="157965" y="0"/>
                  </a:lnTo>
                  <a:lnTo>
                    <a:pt x="0" y="546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971635"/>
              <a:ext cx="157965" cy="167167"/>
            </a:xfrm>
            <a:custGeom>
              <a:avLst/>
              <a:pathLst>
                <a:path w="157965" h="167167">
                  <a:moveTo>
                    <a:pt x="157965" y="112468"/>
                  </a:moveTo>
                  <a:lnTo>
                    <a:pt x="156100" y="107354"/>
                  </a:lnTo>
                  <a:lnTo>
                    <a:pt x="154070" y="102303"/>
                  </a:lnTo>
                  <a:lnTo>
                    <a:pt x="151876" y="97321"/>
                  </a:lnTo>
                  <a:lnTo>
                    <a:pt x="149522" y="92413"/>
                  </a:lnTo>
                  <a:lnTo>
                    <a:pt x="147009" y="87585"/>
                  </a:lnTo>
                  <a:lnTo>
                    <a:pt x="144339" y="82841"/>
                  </a:lnTo>
                  <a:lnTo>
                    <a:pt x="141517" y="78186"/>
                  </a:lnTo>
                  <a:lnTo>
                    <a:pt x="138545" y="73625"/>
                  </a:lnTo>
                  <a:lnTo>
                    <a:pt x="135426" y="69164"/>
                  </a:lnTo>
                  <a:lnTo>
                    <a:pt x="132164" y="64807"/>
                  </a:lnTo>
                  <a:lnTo>
                    <a:pt x="128761" y="60558"/>
                  </a:lnTo>
                  <a:lnTo>
                    <a:pt x="125222" y="56422"/>
                  </a:lnTo>
                  <a:lnTo>
                    <a:pt x="121549" y="52404"/>
                  </a:lnTo>
                  <a:lnTo>
                    <a:pt x="117748" y="48507"/>
                  </a:lnTo>
                  <a:lnTo>
                    <a:pt x="113823" y="44736"/>
                  </a:lnTo>
                  <a:lnTo>
                    <a:pt x="109776" y="41095"/>
                  </a:lnTo>
                  <a:lnTo>
                    <a:pt x="105613" y="37588"/>
                  </a:lnTo>
                  <a:lnTo>
                    <a:pt x="101338" y="34218"/>
                  </a:lnTo>
                  <a:lnTo>
                    <a:pt x="96956" y="30989"/>
                  </a:lnTo>
                  <a:lnTo>
                    <a:pt x="92471" y="27905"/>
                  </a:lnTo>
                  <a:lnTo>
                    <a:pt x="87888" y="24968"/>
                  </a:lnTo>
                  <a:lnTo>
                    <a:pt x="83211" y="22181"/>
                  </a:lnTo>
                  <a:lnTo>
                    <a:pt x="78446" y="19549"/>
                  </a:lnTo>
                  <a:lnTo>
                    <a:pt x="73599" y="17073"/>
                  </a:lnTo>
                  <a:lnTo>
                    <a:pt x="68673" y="14757"/>
                  </a:lnTo>
                  <a:lnTo>
                    <a:pt x="63674" y="12601"/>
                  </a:lnTo>
                  <a:lnTo>
                    <a:pt x="58608" y="10610"/>
                  </a:lnTo>
                  <a:lnTo>
                    <a:pt x="53480" y="8785"/>
                  </a:lnTo>
                  <a:lnTo>
                    <a:pt x="48294" y="7128"/>
                  </a:lnTo>
                  <a:lnTo>
                    <a:pt x="43058" y="5640"/>
                  </a:lnTo>
                  <a:lnTo>
                    <a:pt x="37776" y="4324"/>
                  </a:lnTo>
                  <a:lnTo>
                    <a:pt x="32454" y="3180"/>
                  </a:lnTo>
                  <a:lnTo>
                    <a:pt x="27098" y="2210"/>
                  </a:lnTo>
                  <a:lnTo>
                    <a:pt x="21713" y="1416"/>
                  </a:lnTo>
                  <a:lnTo>
                    <a:pt x="16305" y="797"/>
                  </a:lnTo>
                  <a:lnTo>
                    <a:pt x="10879" y="354"/>
                  </a:lnTo>
                  <a:lnTo>
                    <a:pt x="544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535751" y="941493"/>
              <a:ext cx="81529" cy="167167"/>
            </a:xfrm>
            <a:custGeom>
              <a:avLst/>
              <a:pathLst>
                <a:path w="81529" h="167167">
                  <a:moveTo>
                    <a:pt x="81529" y="0"/>
                  </a:moveTo>
                  <a:lnTo>
                    <a:pt x="75852" y="96"/>
                  </a:lnTo>
                  <a:lnTo>
                    <a:pt x="70182" y="385"/>
                  </a:lnTo>
                  <a:lnTo>
                    <a:pt x="64525" y="867"/>
                  </a:lnTo>
                  <a:lnTo>
                    <a:pt x="58888" y="1540"/>
                  </a:lnTo>
                  <a:lnTo>
                    <a:pt x="53276" y="2404"/>
                  </a:lnTo>
                  <a:lnTo>
                    <a:pt x="47698" y="3459"/>
                  </a:lnTo>
                  <a:lnTo>
                    <a:pt x="42158" y="4702"/>
                  </a:lnTo>
                  <a:lnTo>
                    <a:pt x="36664" y="6132"/>
                  </a:lnTo>
                  <a:lnTo>
                    <a:pt x="31221" y="7749"/>
                  </a:lnTo>
                  <a:lnTo>
                    <a:pt x="25837" y="9549"/>
                  </a:lnTo>
                  <a:lnTo>
                    <a:pt x="20517" y="11531"/>
                  </a:lnTo>
                  <a:lnTo>
                    <a:pt x="15267" y="13693"/>
                  </a:lnTo>
                  <a:lnTo>
                    <a:pt x="10093" y="16031"/>
                  </a:lnTo>
                  <a:lnTo>
                    <a:pt x="5002" y="18544"/>
                  </a:lnTo>
                  <a:lnTo>
                    <a:pt x="0" y="21229"/>
                  </a:lnTo>
                  <a:lnTo>
                    <a:pt x="8152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35751" y="962722"/>
              <a:ext cx="81529" cy="145938"/>
            </a:xfrm>
            <a:custGeom>
              <a:avLst/>
              <a:pathLst>
                <a:path w="81529" h="145938">
                  <a:moveTo>
                    <a:pt x="0" y="0"/>
                  </a:moveTo>
                  <a:lnTo>
                    <a:pt x="81529" y="1459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50130" y="962722"/>
              <a:ext cx="334298" cy="313105"/>
            </a:xfrm>
            <a:custGeom>
              <a:avLst/>
              <a:pathLst>
                <a:path w="334298" h="313105">
                  <a:moveTo>
                    <a:pt x="85621" y="0"/>
                  </a:moveTo>
                  <a:lnTo>
                    <a:pt x="81032" y="2659"/>
                  </a:lnTo>
                  <a:lnTo>
                    <a:pt x="76531" y="5463"/>
                  </a:lnTo>
                  <a:lnTo>
                    <a:pt x="72120" y="8408"/>
                  </a:lnTo>
                  <a:lnTo>
                    <a:pt x="67805" y="11492"/>
                  </a:lnTo>
                  <a:lnTo>
                    <a:pt x="63591" y="14711"/>
                  </a:lnTo>
                  <a:lnTo>
                    <a:pt x="59480" y="18062"/>
                  </a:lnTo>
                  <a:lnTo>
                    <a:pt x="55478" y="21542"/>
                  </a:lnTo>
                  <a:lnTo>
                    <a:pt x="51588" y="25147"/>
                  </a:lnTo>
                  <a:lnTo>
                    <a:pt x="47815" y="28873"/>
                  </a:lnTo>
                  <a:lnTo>
                    <a:pt x="44161" y="32718"/>
                  </a:lnTo>
                  <a:lnTo>
                    <a:pt x="40632" y="36676"/>
                  </a:lnTo>
                  <a:lnTo>
                    <a:pt x="37229" y="40744"/>
                  </a:lnTo>
                  <a:lnTo>
                    <a:pt x="33958" y="44918"/>
                  </a:lnTo>
                  <a:lnTo>
                    <a:pt x="30821" y="49194"/>
                  </a:lnTo>
                  <a:lnTo>
                    <a:pt x="27820" y="53567"/>
                  </a:lnTo>
                  <a:lnTo>
                    <a:pt x="24960" y="58033"/>
                  </a:lnTo>
                  <a:lnTo>
                    <a:pt x="22244" y="62588"/>
                  </a:lnTo>
                  <a:lnTo>
                    <a:pt x="19673" y="67227"/>
                  </a:lnTo>
                  <a:lnTo>
                    <a:pt x="17250" y="71944"/>
                  </a:lnTo>
                  <a:lnTo>
                    <a:pt x="14978" y="76737"/>
                  </a:lnTo>
                  <a:lnTo>
                    <a:pt x="12860" y="81598"/>
                  </a:lnTo>
                  <a:lnTo>
                    <a:pt x="10896" y="86525"/>
                  </a:lnTo>
                  <a:lnTo>
                    <a:pt x="9090" y="91512"/>
                  </a:lnTo>
                  <a:lnTo>
                    <a:pt x="7443" y="96553"/>
                  </a:lnTo>
                  <a:lnTo>
                    <a:pt x="5957" y="101644"/>
                  </a:lnTo>
                  <a:lnTo>
                    <a:pt x="4633" y="106779"/>
                  </a:lnTo>
                  <a:lnTo>
                    <a:pt x="3473" y="111954"/>
                  </a:lnTo>
                  <a:lnTo>
                    <a:pt x="2477" y="117163"/>
                  </a:lnTo>
                  <a:lnTo>
                    <a:pt x="1647" y="122401"/>
                  </a:lnTo>
                  <a:lnTo>
                    <a:pt x="984" y="127663"/>
                  </a:lnTo>
                  <a:lnTo>
                    <a:pt x="488" y="132943"/>
                  </a:lnTo>
                  <a:lnTo>
                    <a:pt x="160" y="138236"/>
                  </a:lnTo>
                  <a:lnTo>
                    <a:pt x="0" y="143537"/>
                  </a:lnTo>
                  <a:lnTo>
                    <a:pt x="7" y="148841"/>
                  </a:lnTo>
                  <a:lnTo>
                    <a:pt x="184" y="154141"/>
                  </a:lnTo>
                  <a:lnTo>
                    <a:pt x="528" y="159434"/>
                  </a:lnTo>
                  <a:lnTo>
                    <a:pt x="1040" y="164712"/>
                  </a:lnTo>
                  <a:lnTo>
                    <a:pt x="1719" y="169972"/>
                  </a:lnTo>
                  <a:lnTo>
                    <a:pt x="2565" y="175208"/>
                  </a:lnTo>
                  <a:lnTo>
                    <a:pt x="3576" y="180414"/>
                  </a:lnTo>
                  <a:lnTo>
                    <a:pt x="4752" y="185585"/>
                  </a:lnTo>
                  <a:lnTo>
                    <a:pt x="6091" y="190716"/>
                  </a:lnTo>
                  <a:lnTo>
                    <a:pt x="7593" y="195803"/>
                  </a:lnTo>
                  <a:lnTo>
                    <a:pt x="9255" y="200839"/>
                  </a:lnTo>
                  <a:lnTo>
                    <a:pt x="11076" y="205820"/>
                  </a:lnTo>
                  <a:lnTo>
                    <a:pt x="13054" y="210741"/>
                  </a:lnTo>
                  <a:lnTo>
                    <a:pt x="15187" y="215596"/>
                  </a:lnTo>
                  <a:lnTo>
                    <a:pt x="17473" y="220382"/>
                  </a:lnTo>
                  <a:lnTo>
                    <a:pt x="19910" y="225092"/>
                  </a:lnTo>
                  <a:lnTo>
                    <a:pt x="22495" y="229723"/>
                  </a:lnTo>
                  <a:lnTo>
                    <a:pt x="25226" y="234269"/>
                  </a:lnTo>
                  <a:lnTo>
                    <a:pt x="28099" y="238727"/>
                  </a:lnTo>
                  <a:lnTo>
                    <a:pt x="31112" y="243091"/>
                  </a:lnTo>
                  <a:lnTo>
                    <a:pt x="34263" y="247357"/>
                  </a:lnTo>
                  <a:lnTo>
                    <a:pt x="37547" y="251522"/>
                  </a:lnTo>
                  <a:lnTo>
                    <a:pt x="40961" y="255580"/>
                  </a:lnTo>
                  <a:lnTo>
                    <a:pt x="44503" y="259527"/>
                  </a:lnTo>
                  <a:lnTo>
                    <a:pt x="48167" y="263361"/>
                  </a:lnTo>
                  <a:lnTo>
                    <a:pt x="51952" y="267076"/>
                  </a:lnTo>
                  <a:lnTo>
                    <a:pt x="55853" y="270669"/>
                  </a:lnTo>
                  <a:lnTo>
                    <a:pt x="59865" y="274137"/>
                  </a:lnTo>
                  <a:lnTo>
                    <a:pt x="63986" y="277476"/>
                  </a:lnTo>
                  <a:lnTo>
                    <a:pt x="68210" y="280682"/>
                  </a:lnTo>
                  <a:lnTo>
                    <a:pt x="72534" y="283752"/>
                  </a:lnTo>
                  <a:lnTo>
                    <a:pt x="76954" y="286684"/>
                  </a:lnTo>
                  <a:lnTo>
                    <a:pt x="81464" y="289475"/>
                  </a:lnTo>
                  <a:lnTo>
                    <a:pt x="86060" y="292121"/>
                  </a:lnTo>
                  <a:lnTo>
                    <a:pt x="90738" y="294619"/>
                  </a:lnTo>
                  <a:lnTo>
                    <a:pt x="95493" y="296968"/>
                  </a:lnTo>
                  <a:lnTo>
                    <a:pt x="100320" y="299165"/>
                  </a:lnTo>
                  <a:lnTo>
                    <a:pt x="105214" y="301208"/>
                  </a:lnTo>
                  <a:lnTo>
                    <a:pt x="110170" y="303095"/>
                  </a:lnTo>
                  <a:lnTo>
                    <a:pt x="115184" y="304823"/>
                  </a:lnTo>
                  <a:lnTo>
                    <a:pt x="120250" y="306391"/>
                  </a:lnTo>
                  <a:lnTo>
                    <a:pt x="125364" y="307798"/>
                  </a:lnTo>
                  <a:lnTo>
                    <a:pt x="130519" y="309042"/>
                  </a:lnTo>
                  <a:lnTo>
                    <a:pt x="135712" y="310122"/>
                  </a:lnTo>
                  <a:lnTo>
                    <a:pt x="140936" y="311037"/>
                  </a:lnTo>
                  <a:lnTo>
                    <a:pt x="146186" y="311785"/>
                  </a:lnTo>
                  <a:lnTo>
                    <a:pt x="151457" y="312367"/>
                  </a:lnTo>
                  <a:lnTo>
                    <a:pt x="156744" y="312781"/>
                  </a:lnTo>
                  <a:lnTo>
                    <a:pt x="162042" y="313027"/>
                  </a:lnTo>
                  <a:lnTo>
                    <a:pt x="167345" y="313105"/>
                  </a:lnTo>
                  <a:lnTo>
                    <a:pt x="172648" y="313015"/>
                  </a:lnTo>
                  <a:lnTo>
                    <a:pt x="177945" y="312756"/>
                  </a:lnTo>
                  <a:lnTo>
                    <a:pt x="183231" y="312330"/>
                  </a:lnTo>
                  <a:lnTo>
                    <a:pt x="188501" y="311736"/>
                  </a:lnTo>
                  <a:lnTo>
                    <a:pt x="193750" y="310975"/>
                  </a:lnTo>
                  <a:lnTo>
                    <a:pt x="198971" y="310048"/>
                  </a:lnTo>
                  <a:lnTo>
                    <a:pt x="204161" y="308956"/>
                  </a:lnTo>
                  <a:lnTo>
                    <a:pt x="209314" y="307700"/>
                  </a:lnTo>
                  <a:lnTo>
                    <a:pt x="214424" y="306281"/>
                  </a:lnTo>
                  <a:lnTo>
                    <a:pt x="219486" y="304701"/>
                  </a:lnTo>
                  <a:lnTo>
                    <a:pt x="224496" y="302961"/>
                  </a:lnTo>
                  <a:lnTo>
                    <a:pt x="229448" y="301063"/>
                  </a:lnTo>
                  <a:lnTo>
                    <a:pt x="234338" y="299009"/>
                  </a:lnTo>
                  <a:lnTo>
                    <a:pt x="239159" y="296800"/>
                  </a:lnTo>
                  <a:lnTo>
                    <a:pt x="243909" y="294440"/>
                  </a:lnTo>
                  <a:lnTo>
                    <a:pt x="248581" y="291931"/>
                  </a:lnTo>
                  <a:lnTo>
                    <a:pt x="253171" y="289274"/>
                  </a:lnTo>
                  <a:lnTo>
                    <a:pt x="257674" y="286473"/>
                  </a:lnTo>
                  <a:lnTo>
                    <a:pt x="262087" y="283531"/>
                  </a:lnTo>
                  <a:lnTo>
                    <a:pt x="266404" y="280450"/>
                  </a:lnTo>
                  <a:lnTo>
                    <a:pt x="270620" y="277234"/>
                  </a:lnTo>
                  <a:lnTo>
                    <a:pt x="274733" y="273886"/>
                  </a:lnTo>
                  <a:lnTo>
                    <a:pt x="278738" y="270409"/>
                  </a:lnTo>
                  <a:lnTo>
                    <a:pt x="282630" y="266806"/>
                  </a:lnTo>
                  <a:lnTo>
                    <a:pt x="286406" y="263082"/>
                  </a:lnTo>
                  <a:lnTo>
                    <a:pt x="290062" y="259241"/>
                  </a:lnTo>
                  <a:lnTo>
                    <a:pt x="293594" y="255285"/>
                  </a:lnTo>
                  <a:lnTo>
                    <a:pt x="296999" y="251219"/>
                  </a:lnTo>
                  <a:lnTo>
                    <a:pt x="300273" y="247047"/>
                  </a:lnTo>
                  <a:lnTo>
                    <a:pt x="303414" y="242773"/>
                  </a:lnTo>
                  <a:lnTo>
                    <a:pt x="306417" y="238402"/>
                  </a:lnTo>
                  <a:lnTo>
                    <a:pt x="309280" y="233937"/>
                  </a:lnTo>
                  <a:lnTo>
                    <a:pt x="312000" y="229385"/>
                  </a:lnTo>
                  <a:lnTo>
                    <a:pt x="314574" y="224748"/>
                  </a:lnTo>
                  <a:lnTo>
                    <a:pt x="317000" y="220032"/>
                  </a:lnTo>
                  <a:lnTo>
                    <a:pt x="319275" y="215241"/>
                  </a:lnTo>
                  <a:lnTo>
                    <a:pt x="321396" y="210381"/>
                  </a:lnTo>
                  <a:lnTo>
                    <a:pt x="323363" y="205455"/>
                  </a:lnTo>
                  <a:lnTo>
                    <a:pt x="325172" y="200470"/>
                  </a:lnTo>
                  <a:lnTo>
                    <a:pt x="326823" y="195430"/>
                  </a:lnTo>
                  <a:lnTo>
                    <a:pt x="328312" y="190340"/>
                  </a:lnTo>
                  <a:lnTo>
                    <a:pt x="329640" y="185205"/>
                  </a:lnTo>
                  <a:lnTo>
                    <a:pt x="330804" y="180031"/>
                  </a:lnTo>
                  <a:lnTo>
                    <a:pt x="331803" y="174823"/>
                  </a:lnTo>
                  <a:lnTo>
                    <a:pt x="332636" y="169585"/>
                  </a:lnTo>
                  <a:lnTo>
                    <a:pt x="333303" y="164324"/>
                  </a:lnTo>
                  <a:lnTo>
                    <a:pt x="333803" y="159044"/>
                  </a:lnTo>
                  <a:lnTo>
                    <a:pt x="334134" y="153751"/>
                  </a:lnTo>
                  <a:lnTo>
                    <a:pt x="334298" y="148450"/>
                  </a:lnTo>
                  <a:lnTo>
                    <a:pt x="334294" y="143147"/>
                  </a:lnTo>
                  <a:lnTo>
                    <a:pt x="334121" y="137846"/>
                  </a:lnTo>
                  <a:lnTo>
                    <a:pt x="333781" y="132554"/>
                  </a:lnTo>
                  <a:lnTo>
                    <a:pt x="333272" y="127275"/>
                  </a:lnTo>
                  <a:lnTo>
                    <a:pt x="332597" y="122015"/>
                  </a:lnTo>
                  <a:lnTo>
                    <a:pt x="331754" y="116779"/>
                  </a:lnTo>
                  <a:lnTo>
                    <a:pt x="330747" y="111572"/>
                  </a:lnTo>
                  <a:lnTo>
                    <a:pt x="329574" y="106400"/>
                  </a:lnTo>
                  <a:lnTo>
                    <a:pt x="328238" y="101267"/>
                  </a:lnTo>
                  <a:lnTo>
                    <a:pt x="326740" y="96180"/>
                  </a:lnTo>
                  <a:lnTo>
                    <a:pt x="325081" y="91142"/>
                  </a:lnTo>
                  <a:lnTo>
                    <a:pt x="323264" y="86160"/>
                  </a:lnTo>
                  <a:lnTo>
                    <a:pt x="321289" y="81238"/>
                  </a:lnTo>
                  <a:lnTo>
                    <a:pt x="319159" y="76381"/>
                  </a:lnTo>
                  <a:lnTo>
                    <a:pt x="316876" y="71594"/>
                  </a:lnTo>
                  <a:lnTo>
                    <a:pt x="314443" y="66882"/>
                  </a:lnTo>
                  <a:lnTo>
                    <a:pt x="311861" y="62250"/>
                  </a:lnTo>
                  <a:lnTo>
                    <a:pt x="309133" y="57701"/>
                  </a:lnTo>
                  <a:lnTo>
                    <a:pt x="306263" y="53242"/>
                  </a:lnTo>
                  <a:lnTo>
                    <a:pt x="167150" y="145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617280" y="941493"/>
              <a:ext cx="139113" cy="167167"/>
            </a:xfrm>
            <a:custGeom>
              <a:avLst/>
              <a:pathLst>
                <a:path w="139113" h="167167">
                  <a:moveTo>
                    <a:pt x="139113" y="74471"/>
                  </a:moveTo>
                  <a:lnTo>
                    <a:pt x="136001" y="69963"/>
                  </a:lnTo>
                  <a:lnTo>
                    <a:pt x="132744" y="65560"/>
                  </a:lnTo>
                  <a:lnTo>
                    <a:pt x="129343" y="61266"/>
                  </a:lnTo>
                  <a:lnTo>
                    <a:pt x="125805" y="57085"/>
                  </a:lnTo>
                  <a:lnTo>
                    <a:pt x="122131" y="53022"/>
                  </a:lnTo>
                  <a:lnTo>
                    <a:pt x="118325" y="49083"/>
                  </a:lnTo>
                  <a:lnTo>
                    <a:pt x="114393" y="45269"/>
                  </a:lnTo>
                  <a:lnTo>
                    <a:pt x="110338" y="41587"/>
                  </a:lnTo>
                  <a:lnTo>
                    <a:pt x="106165" y="38040"/>
                  </a:lnTo>
                  <a:lnTo>
                    <a:pt x="101877" y="34631"/>
                  </a:lnTo>
                  <a:lnTo>
                    <a:pt x="97481" y="31364"/>
                  </a:lnTo>
                  <a:lnTo>
                    <a:pt x="92979" y="28243"/>
                  </a:lnTo>
                  <a:lnTo>
                    <a:pt x="88378" y="25272"/>
                  </a:lnTo>
                  <a:lnTo>
                    <a:pt x="83682" y="22453"/>
                  </a:lnTo>
                  <a:lnTo>
                    <a:pt x="78896" y="19789"/>
                  </a:lnTo>
                  <a:lnTo>
                    <a:pt x="74025" y="17283"/>
                  </a:lnTo>
                  <a:lnTo>
                    <a:pt x="69075" y="14938"/>
                  </a:lnTo>
                  <a:lnTo>
                    <a:pt x="64051" y="12757"/>
                  </a:lnTo>
                  <a:lnTo>
                    <a:pt x="58957" y="10742"/>
                  </a:lnTo>
                  <a:lnTo>
                    <a:pt x="53801" y="8894"/>
                  </a:lnTo>
                  <a:lnTo>
                    <a:pt x="48587" y="7216"/>
                  </a:lnTo>
                  <a:lnTo>
                    <a:pt x="43321" y="5710"/>
                  </a:lnTo>
                  <a:lnTo>
                    <a:pt x="38008" y="4378"/>
                  </a:lnTo>
                  <a:lnTo>
                    <a:pt x="32654" y="3220"/>
                  </a:lnTo>
                  <a:lnTo>
                    <a:pt x="27265" y="2238"/>
                  </a:lnTo>
                  <a:lnTo>
                    <a:pt x="21847" y="1433"/>
                  </a:lnTo>
                  <a:lnTo>
                    <a:pt x="16406" y="807"/>
                  </a:lnTo>
                  <a:lnTo>
                    <a:pt x="10947" y="358"/>
                  </a:lnTo>
                  <a:lnTo>
                    <a:pt x="547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009656" y="1031511"/>
              <a:ext cx="96238" cy="167167"/>
            </a:xfrm>
            <a:custGeom>
              <a:avLst/>
              <a:pathLst>
                <a:path w="96238" h="167167">
                  <a:moveTo>
                    <a:pt x="96238" y="0"/>
                  </a:moveTo>
                  <a:lnTo>
                    <a:pt x="90542" y="97"/>
                  </a:lnTo>
                  <a:lnTo>
                    <a:pt x="84852" y="388"/>
                  </a:lnTo>
                  <a:lnTo>
                    <a:pt x="79176" y="873"/>
                  </a:lnTo>
                  <a:lnTo>
                    <a:pt x="73519" y="1550"/>
                  </a:lnTo>
                  <a:lnTo>
                    <a:pt x="67889" y="2421"/>
                  </a:lnTo>
                  <a:lnTo>
                    <a:pt x="62292" y="3482"/>
                  </a:lnTo>
                  <a:lnTo>
                    <a:pt x="56734" y="4734"/>
                  </a:lnTo>
                  <a:lnTo>
                    <a:pt x="51222" y="6175"/>
                  </a:lnTo>
                  <a:lnTo>
                    <a:pt x="45763" y="7802"/>
                  </a:lnTo>
                  <a:lnTo>
                    <a:pt x="40362" y="9614"/>
                  </a:lnTo>
                  <a:lnTo>
                    <a:pt x="35026" y="11610"/>
                  </a:lnTo>
                  <a:lnTo>
                    <a:pt x="29761" y="13786"/>
                  </a:lnTo>
                  <a:lnTo>
                    <a:pt x="24573" y="16140"/>
                  </a:lnTo>
                  <a:lnTo>
                    <a:pt x="19468" y="18670"/>
                  </a:lnTo>
                  <a:lnTo>
                    <a:pt x="14453" y="21372"/>
                  </a:lnTo>
                  <a:lnTo>
                    <a:pt x="9533" y="24243"/>
                  </a:lnTo>
                  <a:lnTo>
                    <a:pt x="4713" y="27281"/>
                  </a:lnTo>
                  <a:lnTo>
                    <a:pt x="0" y="30481"/>
                  </a:lnTo>
                  <a:lnTo>
                    <a:pt x="9623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4009656" y="1061993"/>
              <a:ext cx="96238" cy="136686"/>
            </a:xfrm>
            <a:custGeom>
              <a:avLst/>
              <a:pathLst>
                <a:path w="96238" h="136686">
                  <a:moveTo>
                    <a:pt x="0" y="0"/>
                  </a:moveTo>
                  <a:lnTo>
                    <a:pt x="96238" y="1366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38733" y="1061993"/>
              <a:ext cx="167161" cy="261754"/>
            </a:xfrm>
            <a:custGeom>
              <a:avLst/>
              <a:pathLst>
                <a:path w="167161" h="261754">
                  <a:moveTo>
                    <a:pt x="70923" y="0"/>
                  </a:moveTo>
                  <a:lnTo>
                    <a:pt x="66573" y="3168"/>
                  </a:lnTo>
                  <a:lnTo>
                    <a:pt x="62328" y="6474"/>
                  </a:lnTo>
                  <a:lnTo>
                    <a:pt x="58192" y="9916"/>
                  </a:lnTo>
                  <a:lnTo>
                    <a:pt x="54168" y="13488"/>
                  </a:lnTo>
                  <a:lnTo>
                    <a:pt x="50262" y="17189"/>
                  </a:lnTo>
                  <a:lnTo>
                    <a:pt x="46476" y="21013"/>
                  </a:lnTo>
                  <a:lnTo>
                    <a:pt x="42816" y="24957"/>
                  </a:lnTo>
                  <a:lnTo>
                    <a:pt x="39285" y="29017"/>
                  </a:lnTo>
                  <a:lnTo>
                    <a:pt x="35886" y="33188"/>
                  </a:lnTo>
                  <a:lnTo>
                    <a:pt x="32623" y="37467"/>
                  </a:lnTo>
                  <a:lnTo>
                    <a:pt x="29499" y="41848"/>
                  </a:lnTo>
                  <a:lnTo>
                    <a:pt x="26518" y="46328"/>
                  </a:lnTo>
                  <a:lnTo>
                    <a:pt x="23683" y="50901"/>
                  </a:lnTo>
                  <a:lnTo>
                    <a:pt x="20996" y="55563"/>
                  </a:lnTo>
                  <a:lnTo>
                    <a:pt x="18461" y="60310"/>
                  </a:lnTo>
                  <a:lnTo>
                    <a:pt x="16080" y="65135"/>
                  </a:lnTo>
                  <a:lnTo>
                    <a:pt x="13856" y="70034"/>
                  </a:lnTo>
                  <a:lnTo>
                    <a:pt x="11790" y="75003"/>
                  </a:lnTo>
                  <a:lnTo>
                    <a:pt x="9885" y="80035"/>
                  </a:lnTo>
                  <a:lnTo>
                    <a:pt x="8143" y="85126"/>
                  </a:lnTo>
                  <a:lnTo>
                    <a:pt x="6566" y="90271"/>
                  </a:lnTo>
                  <a:lnTo>
                    <a:pt x="5156" y="95464"/>
                  </a:lnTo>
                  <a:lnTo>
                    <a:pt x="3913" y="100699"/>
                  </a:lnTo>
                  <a:lnTo>
                    <a:pt x="2839" y="105972"/>
                  </a:lnTo>
                  <a:lnTo>
                    <a:pt x="1936" y="111276"/>
                  </a:lnTo>
                  <a:lnTo>
                    <a:pt x="1204" y="116607"/>
                  </a:lnTo>
                  <a:lnTo>
                    <a:pt x="644" y="121959"/>
                  </a:lnTo>
                  <a:lnTo>
                    <a:pt x="256" y="127325"/>
                  </a:lnTo>
                  <a:lnTo>
                    <a:pt x="41" y="132702"/>
                  </a:lnTo>
                  <a:lnTo>
                    <a:pt x="0" y="138083"/>
                  </a:lnTo>
                  <a:lnTo>
                    <a:pt x="131" y="143462"/>
                  </a:lnTo>
                  <a:lnTo>
                    <a:pt x="436" y="148834"/>
                  </a:lnTo>
                  <a:lnTo>
                    <a:pt x="913" y="154194"/>
                  </a:lnTo>
                  <a:lnTo>
                    <a:pt x="1563" y="159535"/>
                  </a:lnTo>
                  <a:lnTo>
                    <a:pt x="2384" y="164853"/>
                  </a:lnTo>
                  <a:lnTo>
                    <a:pt x="3376" y="170142"/>
                  </a:lnTo>
                  <a:lnTo>
                    <a:pt x="4537" y="175396"/>
                  </a:lnTo>
                  <a:lnTo>
                    <a:pt x="5867" y="180609"/>
                  </a:lnTo>
                  <a:lnTo>
                    <a:pt x="7365" y="185778"/>
                  </a:lnTo>
                  <a:lnTo>
                    <a:pt x="9027" y="190895"/>
                  </a:lnTo>
                  <a:lnTo>
                    <a:pt x="10854" y="195957"/>
                  </a:lnTo>
                  <a:lnTo>
                    <a:pt x="12843" y="200956"/>
                  </a:lnTo>
                  <a:lnTo>
                    <a:pt x="14991" y="205890"/>
                  </a:lnTo>
                  <a:lnTo>
                    <a:pt x="17297" y="210751"/>
                  </a:lnTo>
                  <a:lnTo>
                    <a:pt x="19759" y="215536"/>
                  </a:lnTo>
                  <a:lnTo>
                    <a:pt x="22373" y="220239"/>
                  </a:lnTo>
                  <a:lnTo>
                    <a:pt x="25137" y="224856"/>
                  </a:lnTo>
                  <a:lnTo>
                    <a:pt x="28048" y="229381"/>
                  </a:lnTo>
                  <a:lnTo>
                    <a:pt x="31103" y="233811"/>
                  </a:lnTo>
                  <a:lnTo>
                    <a:pt x="34300" y="238139"/>
                  </a:lnTo>
                  <a:lnTo>
                    <a:pt x="37634" y="242363"/>
                  </a:lnTo>
                  <a:lnTo>
                    <a:pt x="41102" y="246477"/>
                  </a:lnTo>
                  <a:lnTo>
                    <a:pt x="44701" y="250477"/>
                  </a:lnTo>
                  <a:lnTo>
                    <a:pt x="48427" y="254359"/>
                  </a:lnTo>
                  <a:lnTo>
                    <a:pt x="52275" y="258120"/>
                  </a:lnTo>
                  <a:lnTo>
                    <a:pt x="56243" y="261754"/>
                  </a:lnTo>
                  <a:lnTo>
                    <a:pt x="167161" y="1366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4976" y="1031511"/>
              <a:ext cx="278068" cy="334333"/>
            </a:xfrm>
            <a:custGeom>
              <a:avLst/>
              <a:pathLst>
                <a:path w="278068" h="334333">
                  <a:moveTo>
                    <a:pt x="0" y="292235"/>
                  </a:moveTo>
                  <a:lnTo>
                    <a:pt x="4019" y="295688"/>
                  </a:lnTo>
                  <a:lnTo>
                    <a:pt x="8146" y="299011"/>
                  </a:lnTo>
                  <a:lnTo>
                    <a:pt x="12376" y="302202"/>
                  </a:lnTo>
                  <a:lnTo>
                    <a:pt x="16705" y="305257"/>
                  </a:lnTo>
                  <a:lnTo>
                    <a:pt x="21129" y="308174"/>
                  </a:lnTo>
                  <a:lnTo>
                    <a:pt x="25642" y="310948"/>
                  </a:lnTo>
                  <a:lnTo>
                    <a:pt x="30242" y="313579"/>
                  </a:lnTo>
                  <a:lnTo>
                    <a:pt x="34923" y="316062"/>
                  </a:lnTo>
                  <a:lnTo>
                    <a:pt x="39680" y="318396"/>
                  </a:lnTo>
                  <a:lnTo>
                    <a:pt x="44508" y="320577"/>
                  </a:lnTo>
                  <a:lnTo>
                    <a:pt x="49404" y="322605"/>
                  </a:lnTo>
                  <a:lnTo>
                    <a:pt x="54361" y="324476"/>
                  </a:lnTo>
                  <a:lnTo>
                    <a:pt x="59375" y="326190"/>
                  </a:lnTo>
                  <a:lnTo>
                    <a:pt x="64440" y="327743"/>
                  </a:lnTo>
                  <a:lnTo>
                    <a:pt x="69553" y="329136"/>
                  </a:lnTo>
                  <a:lnTo>
                    <a:pt x="74707" y="330365"/>
                  </a:lnTo>
                  <a:lnTo>
                    <a:pt x="79897" y="331431"/>
                  </a:lnTo>
                  <a:lnTo>
                    <a:pt x="85118" y="332332"/>
                  </a:lnTo>
                  <a:lnTo>
                    <a:pt x="90366" y="333066"/>
                  </a:lnTo>
                  <a:lnTo>
                    <a:pt x="95634" y="333634"/>
                  </a:lnTo>
                  <a:lnTo>
                    <a:pt x="100917" y="334035"/>
                  </a:lnTo>
                  <a:lnTo>
                    <a:pt x="106211" y="334268"/>
                  </a:lnTo>
                  <a:lnTo>
                    <a:pt x="111509" y="334333"/>
                  </a:lnTo>
                  <a:lnTo>
                    <a:pt x="116806" y="334231"/>
                  </a:lnTo>
                  <a:lnTo>
                    <a:pt x="122098" y="333960"/>
                  </a:lnTo>
                  <a:lnTo>
                    <a:pt x="127378" y="333522"/>
                  </a:lnTo>
                  <a:lnTo>
                    <a:pt x="132642" y="332917"/>
                  </a:lnTo>
                  <a:lnTo>
                    <a:pt x="137884" y="332145"/>
                  </a:lnTo>
                  <a:lnTo>
                    <a:pt x="143099" y="331207"/>
                  </a:lnTo>
                  <a:lnTo>
                    <a:pt x="148282" y="330105"/>
                  </a:lnTo>
                  <a:lnTo>
                    <a:pt x="153427" y="328839"/>
                  </a:lnTo>
                  <a:lnTo>
                    <a:pt x="158529" y="327411"/>
                  </a:lnTo>
                  <a:lnTo>
                    <a:pt x="163584" y="325821"/>
                  </a:lnTo>
                  <a:lnTo>
                    <a:pt x="168586" y="324072"/>
                  </a:lnTo>
                  <a:lnTo>
                    <a:pt x="173529" y="322166"/>
                  </a:lnTo>
                  <a:lnTo>
                    <a:pt x="178410" y="320104"/>
                  </a:lnTo>
                  <a:lnTo>
                    <a:pt x="183223" y="317888"/>
                  </a:lnTo>
                  <a:lnTo>
                    <a:pt x="187964" y="315521"/>
                  </a:lnTo>
                  <a:lnTo>
                    <a:pt x="192627" y="313004"/>
                  </a:lnTo>
                  <a:lnTo>
                    <a:pt x="197207" y="310342"/>
                  </a:lnTo>
                  <a:lnTo>
                    <a:pt x="201702" y="307535"/>
                  </a:lnTo>
                  <a:lnTo>
                    <a:pt x="206105" y="304587"/>
                  </a:lnTo>
                  <a:lnTo>
                    <a:pt x="210412" y="301502"/>
                  </a:lnTo>
                  <a:lnTo>
                    <a:pt x="214619" y="298281"/>
                  </a:lnTo>
                  <a:lnTo>
                    <a:pt x="218723" y="294929"/>
                  </a:lnTo>
                  <a:lnTo>
                    <a:pt x="222717" y="291448"/>
                  </a:lnTo>
                  <a:lnTo>
                    <a:pt x="226600" y="287842"/>
                  </a:lnTo>
                  <a:lnTo>
                    <a:pt x="230366" y="284115"/>
                  </a:lnTo>
                  <a:lnTo>
                    <a:pt x="234013" y="280271"/>
                  </a:lnTo>
                  <a:lnTo>
                    <a:pt x="237535" y="276313"/>
                  </a:lnTo>
                  <a:lnTo>
                    <a:pt x="240931" y="272245"/>
                  </a:lnTo>
                  <a:lnTo>
                    <a:pt x="244196" y="268072"/>
                  </a:lnTo>
                  <a:lnTo>
                    <a:pt x="247327" y="263798"/>
                  </a:lnTo>
                  <a:lnTo>
                    <a:pt x="250321" y="259426"/>
                  </a:lnTo>
                  <a:lnTo>
                    <a:pt x="253175" y="254962"/>
                  </a:lnTo>
                  <a:lnTo>
                    <a:pt x="255885" y="250409"/>
                  </a:lnTo>
                  <a:lnTo>
                    <a:pt x="258451" y="245773"/>
                  </a:lnTo>
                  <a:lnTo>
                    <a:pt x="260868" y="241058"/>
                  </a:lnTo>
                  <a:lnTo>
                    <a:pt x="263134" y="236268"/>
                  </a:lnTo>
                  <a:lnTo>
                    <a:pt x="265248" y="231410"/>
                  </a:lnTo>
                  <a:lnTo>
                    <a:pt x="267206" y="226486"/>
                  </a:lnTo>
                  <a:lnTo>
                    <a:pt x="269008" y="221503"/>
                  </a:lnTo>
                  <a:lnTo>
                    <a:pt x="270650" y="216466"/>
                  </a:lnTo>
                  <a:lnTo>
                    <a:pt x="272133" y="211379"/>
                  </a:lnTo>
                  <a:lnTo>
                    <a:pt x="273453" y="206247"/>
                  </a:lnTo>
                  <a:lnTo>
                    <a:pt x="274610" y="201077"/>
                  </a:lnTo>
                  <a:lnTo>
                    <a:pt x="275602" y="195872"/>
                  </a:lnTo>
                  <a:lnTo>
                    <a:pt x="276429" y="190638"/>
                  </a:lnTo>
                  <a:lnTo>
                    <a:pt x="277090" y="185381"/>
                  </a:lnTo>
                  <a:lnTo>
                    <a:pt x="277584" y="180105"/>
                  </a:lnTo>
                  <a:lnTo>
                    <a:pt x="277910" y="174817"/>
                  </a:lnTo>
                  <a:lnTo>
                    <a:pt x="278068" y="169521"/>
                  </a:lnTo>
                  <a:lnTo>
                    <a:pt x="278059" y="164222"/>
                  </a:lnTo>
                  <a:lnTo>
                    <a:pt x="277882" y="158926"/>
                  </a:lnTo>
                  <a:lnTo>
                    <a:pt x="277537" y="153639"/>
                  </a:lnTo>
                  <a:lnTo>
                    <a:pt x="277024" y="148365"/>
                  </a:lnTo>
                  <a:lnTo>
                    <a:pt x="276345" y="143111"/>
                  </a:lnTo>
                  <a:lnTo>
                    <a:pt x="275500" y="137880"/>
                  </a:lnTo>
                  <a:lnTo>
                    <a:pt x="274489" y="132679"/>
                  </a:lnTo>
                  <a:lnTo>
                    <a:pt x="273313" y="127512"/>
                  </a:lnTo>
                  <a:lnTo>
                    <a:pt x="271975" y="122385"/>
                  </a:lnTo>
                  <a:lnTo>
                    <a:pt x="270475" y="117303"/>
                  </a:lnTo>
                  <a:lnTo>
                    <a:pt x="268815" y="112272"/>
                  </a:lnTo>
                  <a:lnTo>
                    <a:pt x="266996" y="107295"/>
                  </a:lnTo>
                  <a:lnTo>
                    <a:pt x="265020" y="102379"/>
                  </a:lnTo>
                  <a:lnTo>
                    <a:pt x="262889" y="97528"/>
                  </a:lnTo>
                  <a:lnTo>
                    <a:pt x="260606" y="92746"/>
                  </a:lnTo>
                  <a:lnTo>
                    <a:pt x="258172" y="88040"/>
                  </a:lnTo>
                  <a:lnTo>
                    <a:pt x="255590" y="83413"/>
                  </a:lnTo>
                  <a:lnTo>
                    <a:pt x="252863" y="78870"/>
                  </a:lnTo>
                  <a:lnTo>
                    <a:pt x="249993" y="74415"/>
                  </a:lnTo>
                  <a:lnTo>
                    <a:pt x="246984" y="70054"/>
                  </a:lnTo>
                  <a:lnTo>
                    <a:pt x="243838" y="65791"/>
                  </a:lnTo>
                  <a:lnTo>
                    <a:pt x="240558" y="61629"/>
                  </a:lnTo>
                  <a:lnTo>
                    <a:pt x="237149" y="57574"/>
                  </a:lnTo>
                  <a:lnTo>
                    <a:pt x="233612" y="53628"/>
                  </a:lnTo>
                  <a:lnTo>
                    <a:pt x="229952" y="49797"/>
                  </a:lnTo>
                  <a:lnTo>
                    <a:pt x="226173" y="46083"/>
                  </a:lnTo>
                  <a:lnTo>
                    <a:pt x="222277" y="42491"/>
                  </a:lnTo>
                  <a:lnTo>
                    <a:pt x="218270" y="39025"/>
                  </a:lnTo>
                  <a:lnTo>
                    <a:pt x="214155" y="35687"/>
                  </a:lnTo>
                  <a:lnTo>
                    <a:pt x="209936" y="32481"/>
                  </a:lnTo>
                  <a:lnTo>
                    <a:pt x="205618" y="29411"/>
                  </a:lnTo>
                  <a:lnTo>
                    <a:pt x="201205" y="26479"/>
                  </a:lnTo>
                  <a:lnTo>
                    <a:pt x="196701" y="23688"/>
                  </a:lnTo>
                  <a:lnTo>
                    <a:pt x="192110" y="21041"/>
                  </a:lnTo>
                  <a:lnTo>
                    <a:pt x="187438" y="18542"/>
                  </a:lnTo>
                  <a:lnTo>
                    <a:pt x="182690" y="16191"/>
                  </a:lnTo>
                  <a:lnTo>
                    <a:pt x="177869" y="13992"/>
                  </a:lnTo>
                  <a:lnTo>
                    <a:pt x="172981" y="11947"/>
                  </a:lnTo>
                  <a:lnTo>
                    <a:pt x="168030" y="10058"/>
                  </a:lnTo>
                  <a:lnTo>
                    <a:pt x="163023" y="8327"/>
                  </a:lnTo>
                  <a:lnTo>
                    <a:pt x="157962" y="6756"/>
                  </a:lnTo>
                  <a:lnTo>
                    <a:pt x="152855" y="5345"/>
                  </a:lnTo>
                  <a:lnTo>
                    <a:pt x="147706" y="4098"/>
                  </a:lnTo>
                  <a:lnTo>
                    <a:pt x="142519" y="3014"/>
                  </a:lnTo>
                  <a:lnTo>
                    <a:pt x="137301" y="2095"/>
                  </a:lnTo>
                  <a:lnTo>
                    <a:pt x="132056" y="1341"/>
                  </a:lnTo>
                  <a:lnTo>
                    <a:pt x="126790" y="755"/>
                  </a:lnTo>
                  <a:lnTo>
                    <a:pt x="121508" y="335"/>
                  </a:lnTo>
                  <a:lnTo>
                    <a:pt x="116215" y="83"/>
                  </a:lnTo>
                  <a:lnTo>
                    <a:pt x="110918" y="0"/>
                  </a:lnTo>
                  <a:lnTo>
                    <a:pt x="1109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461922" y="1236837"/>
              <a:ext cx="176474" cy="334329"/>
            </a:xfrm>
            <a:custGeom>
              <a:avLst/>
              <a:pathLst>
                <a:path w="176474" h="334329">
                  <a:moveTo>
                    <a:pt x="167166" y="0"/>
                  </a:moveTo>
                  <a:lnTo>
                    <a:pt x="161822" y="85"/>
                  </a:lnTo>
                  <a:lnTo>
                    <a:pt x="156483" y="341"/>
                  </a:lnTo>
                  <a:lnTo>
                    <a:pt x="151156" y="768"/>
                  </a:lnTo>
                  <a:lnTo>
                    <a:pt x="145844" y="1365"/>
                  </a:lnTo>
                  <a:lnTo>
                    <a:pt x="140555" y="2131"/>
                  </a:lnTo>
                  <a:lnTo>
                    <a:pt x="135293" y="3066"/>
                  </a:lnTo>
                  <a:lnTo>
                    <a:pt x="130063" y="4169"/>
                  </a:lnTo>
                  <a:lnTo>
                    <a:pt x="124871" y="5438"/>
                  </a:lnTo>
                  <a:lnTo>
                    <a:pt x="119723" y="6873"/>
                  </a:lnTo>
                  <a:lnTo>
                    <a:pt x="114623" y="8472"/>
                  </a:lnTo>
                  <a:lnTo>
                    <a:pt x="109577" y="10232"/>
                  </a:lnTo>
                  <a:lnTo>
                    <a:pt x="104589" y="12153"/>
                  </a:lnTo>
                  <a:lnTo>
                    <a:pt x="99666" y="14233"/>
                  </a:lnTo>
                  <a:lnTo>
                    <a:pt x="94811" y="16469"/>
                  </a:lnTo>
                  <a:lnTo>
                    <a:pt x="90031" y="18859"/>
                  </a:lnTo>
                  <a:lnTo>
                    <a:pt x="85329" y="21401"/>
                  </a:lnTo>
                  <a:lnTo>
                    <a:pt x="80711" y="24091"/>
                  </a:lnTo>
                  <a:lnTo>
                    <a:pt x="76182" y="26928"/>
                  </a:lnTo>
                  <a:lnTo>
                    <a:pt x="71745" y="29908"/>
                  </a:lnTo>
                  <a:lnTo>
                    <a:pt x="67406" y="33029"/>
                  </a:lnTo>
                  <a:lnTo>
                    <a:pt x="63169" y="36286"/>
                  </a:lnTo>
                  <a:lnTo>
                    <a:pt x="59038" y="39678"/>
                  </a:lnTo>
                  <a:lnTo>
                    <a:pt x="55018" y="43200"/>
                  </a:lnTo>
                  <a:lnTo>
                    <a:pt x="51112" y="46848"/>
                  </a:lnTo>
                  <a:lnTo>
                    <a:pt x="47325" y="50620"/>
                  </a:lnTo>
                  <a:lnTo>
                    <a:pt x="43661" y="54510"/>
                  </a:lnTo>
                  <a:lnTo>
                    <a:pt x="40123" y="58516"/>
                  </a:lnTo>
                  <a:lnTo>
                    <a:pt x="36714" y="62633"/>
                  </a:lnTo>
                  <a:lnTo>
                    <a:pt x="33439" y="66856"/>
                  </a:lnTo>
                  <a:lnTo>
                    <a:pt x="30301" y="71182"/>
                  </a:lnTo>
                  <a:lnTo>
                    <a:pt x="27302" y="75607"/>
                  </a:lnTo>
                  <a:lnTo>
                    <a:pt x="24447" y="80125"/>
                  </a:lnTo>
                  <a:lnTo>
                    <a:pt x="21737" y="84731"/>
                  </a:lnTo>
                  <a:lnTo>
                    <a:pt x="19176" y="89423"/>
                  </a:lnTo>
                  <a:lnTo>
                    <a:pt x="16767" y="94193"/>
                  </a:lnTo>
                  <a:lnTo>
                    <a:pt x="14511" y="99038"/>
                  </a:lnTo>
                  <a:lnTo>
                    <a:pt x="12411" y="103953"/>
                  </a:lnTo>
                  <a:lnTo>
                    <a:pt x="10469" y="108933"/>
                  </a:lnTo>
                  <a:lnTo>
                    <a:pt x="8688" y="113972"/>
                  </a:lnTo>
                  <a:lnTo>
                    <a:pt x="7068" y="119065"/>
                  </a:lnTo>
                  <a:lnTo>
                    <a:pt x="5612" y="124207"/>
                  </a:lnTo>
                  <a:lnTo>
                    <a:pt x="4322" y="129394"/>
                  </a:lnTo>
                  <a:lnTo>
                    <a:pt x="3197" y="134619"/>
                  </a:lnTo>
                  <a:lnTo>
                    <a:pt x="2241" y="139877"/>
                  </a:lnTo>
                  <a:lnTo>
                    <a:pt x="1453" y="145163"/>
                  </a:lnTo>
                  <a:lnTo>
                    <a:pt x="834" y="150472"/>
                  </a:lnTo>
                  <a:lnTo>
                    <a:pt x="385" y="155798"/>
                  </a:lnTo>
                  <a:lnTo>
                    <a:pt x="107" y="161135"/>
                  </a:lnTo>
                  <a:lnTo>
                    <a:pt x="0" y="166479"/>
                  </a:lnTo>
                  <a:lnTo>
                    <a:pt x="63" y="171823"/>
                  </a:lnTo>
                  <a:lnTo>
                    <a:pt x="297" y="177163"/>
                  </a:lnTo>
                  <a:lnTo>
                    <a:pt x="702" y="182492"/>
                  </a:lnTo>
                  <a:lnTo>
                    <a:pt x="1277" y="187805"/>
                  </a:lnTo>
                  <a:lnTo>
                    <a:pt x="2022" y="193098"/>
                  </a:lnTo>
                  <a:lnTo>
                    <a:pt x="2935" y="198364"/>
                  </a:lnTo>
                  <a:lnTo>
                    <a:pt x="4016" y="203598"/>
                  </a:lnTo>
                  <a:lnTo>
                    <a:pt x="5264" y="208795"/>
                  </a:lnTo>
                  <a:lnTo>
                    <a:pt x="6678" y="213949"/>
                  </a:lnTo>
                  <a:lnTo>
                    <a:pt x="8255" y="219056"/>
                  </a:lnTo>
                  <a:lnTo>
                    <a:pt x="9995" y="224109"/>
                  </a:lnTo>
                  <a:lnTo>
                    <a:pt x="11896" y="229104"/>
                  </a:lnTo>
                  <a:lnTo>
                    <a:pt x="13955" y="234036"/>
                  </a:lnTo>
                  <a:lnTo>
                    <a:pt x="16171" y="238900"/>
                  </a:lnTo>
                  <a:lnTo>
                    <a:pt x="18541" y="243690"/>
                  </a:lnTo>
                  <a:lnTo>
                    <a:pt x="21064" y="248402"/>
                  </a:lnTo>
                  <a:lnTo>
                    <a:pt x="23735" y="253031"/>
                  </a:lnTo>
                  <a:lnTo>
                    <a:pt x="26553" y="257573"/>
                  </a:lnTo>
                  <a:lnTo>
                    <a:pt x="29515" y="262021"/>
                  </a:lnTo>
                  <a:lnTo>
                    <a:pt x="32618" y="266373"/>
                  </a:lnTo>
                  <a:lnTo>
                    <a:pt x="35858" y="270624"/>
                  </a:lnTo>
                  <a:lnTo>
                    <a:pt x="39232" y="274768"/>
                  </a:lnTo>
                  <a:lnTo>
                    <a:pt x="42738" y="278803"/>
                  </a:lnTo>
                  <a:lnTo>
                    <a:pt x="46370" y="282724"/>
                  </a:lnTo>
                  <a:lnTo>
                    <a:pt x="50126" y="286526"/>
                  </a:lnTo>
                  <a:lnTo>
                    <a:pt x="54001" y="290207"/>
                  </a:lnTo>
                  <a:lnTo>
                    <a:pt x="57992" y="293761"/>
                  </a:lnTo>
                  <a:lnTo>
                    <a:pt x="62095" y="297187"/>
                  </a:lnTo>
                  <a:lnTo>
                    <a:pt x="66305" y="300479"/>
                  </a:lnTo>
                  <a:lnTo>
                    <a:pt x="70618" y="303635"/>
                  </a:lnTo>
                  <a:lnTo>
                    <a:pt x="75030" y="306652"/>
                  </a:lnTo>
                  <a:lnTo>
                    <a:pt x="79536" y="309526"/>
                  </a:lnTo>
                  <a:lnTo>
                    <a:pt x="84132" y="312254"/>
                  </a:lnTo>
                  <a:lnTo>
                    <a:pt x="88813" y="314835"/>
                  </a:lnTo>
                  <a:lnTo>
                    <a:pt x="93573" y="317264"/>
                  </a:lnTo>
                  <a:lnTo>
                    <a:pt x="98409" y="319540"/>
                  </a:lnTo>
                  <a:lnTo>
                    <a:pt x="103315" y="321660"/>
                  </a:lnTo>
                  <a:lnTo>
                    <a:pt x="108287" y="323622"/>
                  </a:lnTo>
                  <a:lnTo>
                    <a:pt x="113318" y="325424"/>
                  </a:lnTo>
                  <a:lnTo>
                    <a:pt x="118405" y="327065"/>
                  </a:lnTo>
                  <a:lnTo>
                    <a:pt x="123541" y="328542"/>
                  </a:lnTo>
                  <a:lnTo>
                    <a:pt x="128722" y="329854"/>
                  </a:lnTo>
                  <a:lnTo>
                    <a:pt x="133943" y="331000"/>
                  </a:lnTo>
                  <a:lnTo>
                    <a:pt x="139197" y="331978"/>
                  </a:lnTo>
                  <a:lnTo>
                    <a:pt x="144480" y="332788"/>
                  </a:lnTo>
                  <a:lnTo>
                    <a:pt x="149786" y="333429"/>
                  </a:lnTo>
                  <a:lnTo>
                    <a:pt x="155110" y="333899"/>
                  </a:lnTo>
                  <a:lnTo>
                    <a:pt x="160446" y="334199"/>
                  </a:lnTo>
                  <a:lnTo>
                    <a:pt x="165789" y="334329"/>
                  </a:lnTo>
                  <a:lnTo>
                    <a:pt x="171134" y="334287"/>
                  </a:lnTo>
                  <a:lnTo>
                    <a:pt x="176474" y="33407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629088" y="1404005"/>
              <a:ext cx="9308" cy="166908"/>
            </a:xfrm>
            <a:custGeom>
              <a:avLst/>
              <a:pathLst>
                <a:path w="9308" h="166908">
                  <a:moveTo>
                    <a:pt x="9308" y="1669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629088" y="1239926"/>
              <a:ext cx="167157" cy="330987"/>
            </a:xfrm>
            <a:custGeom>
              <a:avLst/>
              <a:pathLst>
                <a:path w="167157" h="330987">
                  <a:moveTo>
                    <a:pt x="9308" y="330987"/>
                  </a:moveTo>
                  <a:lnTo>
                    <a:pt x="14609" y="330606"/>
                  </a:lnTo>
                  <a:lnTo>
                    <a:pt x="19896" y="330058"/>
                  </a:lnTo>
                  <a:lnTo>
                    <a:pt x="25162" y="329341"/>
                  </a:lnTo>
                  <a:lnTo>
                    <a:pt x="30403" y="328458"/>
                  </a:lnTo>
                  <a:lnTo>
                    <a:pt x="35613" y="327408"/>
                  </a:lnTo>
                  <a:lnTo>
                    <a:pt x="40788" y="326194"/>
                  </a:lnTo>
                  <a:lnTo>
                    <a:pt x="45921" y="324815"/>
                  </a:lnTo>
                  <a:lnTo>
                    <a:pt x="51007" y="323274"/>
                  </a:lnTo>
                  <a:lnTo>
                    <a:pt x="56042" y="321572"/>
                  </a:lnTo>
                  <a:lnTo>
                    <a:pt x="61021" y="319711"/>
                  </a:lnTo>
                  <a:lnTo>
                    <a:pt x="65937" y="317692"/>
                  </a:lnTo>
                  <a:lnTo>
                    <a:pt x="70787" y="315518"/>
                  </a:lnTo>
                  <a:lnTo>
                    <a:pt x="75566" y="313192"/>
                  </a:lnTo>
                  <a:lnTo>
                    <a:pt x="80268" y="310714"/>
                  </a:lnTo>
                  <a:lnTo>
                    <a:pt x="84889" y="308088"/>
                  </a:lnTo>
                  <a:lnTo>
                    <a:pt x="89424" y="305317"/>
                  </a:lnTo>
                  <a:lnTo>
                    <a:pt x="93869" y="302403"/>
                  </a:lnTo>
                  <a:lnTo>
                    <a:pt x="98218" y="299349"/>
                  </a:lnTo>
                  <a:lnTo>
                    <a:pt x="102469" y="296158"/>
                  </a:lnTo>
                  <a:lnTo>
                    <a:pt x="106616" y="292834"/>
                  </a:lnTo>
                  <a:lnTo>
                    <a:pt x="110655" y="289379"/>
                  </a:lnTo>
                  <a:lnTo>
                    <a:pt x="114583" y="285798"/>
                  </a:lnTo>
                  <a:lnTo>
                    <a:pt x="118394" y="282094"/>
                  </a:lnTo>
                  <a:lnTo>
                    <a:pt x="122086" y="278271"/>
                  </a:lnTo>
                  <a:lnTo>
                    <a:pt x="125654" y="274332"/>
                  </a:lnTo>
                  <a:lnTo>
                    <a:pt x="129096" y="270282"/>
                  </a:lnTo>
                  <a:lnTo>
                    <a:pt x="132407" y="266124"/>
                  </a:lnTo>
                  <a:lnTo>
                    <a:pt x="135584" y="261863"/>
                  </a:lnTo>
                  <a:lnTo>
                    <a:pt x="138624" y="257504"/>
                  </a:lnTo>
                  <a:lnTo>
                    <a:pt x="141524" y="253050"/>
                  </a:lnTo>
                  <a:lnTo>
                    <a:pt x="144281" y="248506"/>
                  </a:lnTo>
                  <a:lnTo>
                    <a:pt x="146892" y="243876"/>
                  </a:lnTo>
                  <a:lnTo>
                    <a:pt x="149354" y="239166"/>
                  </a:lnTo>
                  <a:lnTo>
                    <a:pt x="151666" y="234380"/>
                  </a:lnTo>
                  <a:lnTo>
                    <a:pt x="153824" y="229523"/>
                  </a:lnTo>
                  <a:lnTo>
                    <a:pt x="155827" y="224600"/>
                  </a:lnTo>
                  <a:lnTo>
                    <a:pt x="157672" y="219616"/>
                  </a:lnTo>
                  <a:lnTo>
                    <a:pt x="159358" y="214575"/>
                  </a:lnTo>
                  <a:lnTo>
                    <a:pt x="160882" y="209484"/>
                  </a:lnTo>
                  <a:lnTo>
                    <a:pt x="162245" y="204347"/>
                  </a:lnTo>
                  <a:lnTo>
                    <a:pt x="163443" y="199168"/>
                  </a:lnTo>
                  <a:lnTo>
                    <a:pt x="164476" y="193955"/>
                  </a:lnTo>
                  <a:lnTo>
                    <a:pt x="165342" y="188711"/>
                  </a:lnTo>
                  <a:lnTo>
                    <a:pt x="166042" y="183442"/>
                  </a:lnTo>
                  <a:lnTo>
                    <a:pt x="166573" y="178154"/>
                  </a:lnTo>
                  <a:lnTo>
                    <a:pt x="166937" y="172852"/>
                  </a:lnTo>
                  <a:lnTo>
                    <a:pt x="167131" y="167540"/>
                  </a:lnTo>
                  <a:lnTo>
                    <a:pt x="167157" y="162226"/>
                  </a:lnTo>
                  <a:lnTo>
                    <a:pt x="167013" y="156913"/>
                  </a:lnTo>
                  <a:lnTo>
                    <a:pt x="166701" y="151607"/>
                  </a:lnTo>
                  <a:lnTo>
                    <a:pt x="166220" y="146314"/>
                  </a:lnTo>
                  <a:lnTo>
                    <a:pt x="165572" y="141039"/>
                  </a:lnTo>
                  <a:lnTo>
                    <a:pt x="164755" y="135787"/>
                  </a:lnTo>
                  <a:lnTo>
                    <a:pt x="163773" y="130564"/>
                  </a:lnTo>
                  <a:lnTo>
                    <a:pt x="162625" y="125374"/>
                  </a:lnTo>
                  <a:lnTo>
                    <a:pt x="161312" y="120224"/>
                  </a:lnTo>
                  <a:lnTo>
                    <a:pt x="159836" y="115118"/>
                  </a:lnTo>
                  <a:lnTo>
                    <a:pt x="158199" y="110062"/>
                  </a:lnTo>
                  <a:lnTo>
                    <a:pt x="156402" y="105060"/>
                  </a:lnTo>
                  <a:lnTo>
                    <a:pt x="154447" y="100118"/>
                  </a:lnTo>
                  <a:lnTo>
                    <a:pt x="152335" y="95240"/>
                  </a:lnTo>
                  <a:lnTo>
                    <a:pt x="150070" y="90432"/>
                  </a:lnTo>
                  <a:lnTo>
                    <a:pt x="147653" y="85699"/>
                  </a:lnTo>
                  <a:lnTo>
                    <a:pt x="145087" y="81044"/>
                  </a:lnTo>
                  <a:lnTo>
                    <a:pt x="142374" y="76474"/>
                  </a:lnTo>
                  <a:lnTo>
                    <a:pt x="139517" y="71992"/>
                  </a:lnTo>
                  <a:lnTo>
                    <a:pt x="136519" y="67604"/>
                  </a:lnTo>
                  <a:lnTo>
                    <a:pt x="133383" y="63312"/>
                  </a:lnTo>
                  <a:lnTo>
                    <a:pt x="130112" y="59123"/>
                  </a:lnTo>
                  <a:lnTo>
                    <a:pt x="126710" y="55040"/>
                  </a:lnTo>
                  <a:lnTo>
                    <a:pt x="123179" y="51067"/>
                  </a:lnTo>
                  <a:lnTo>
                    <a:pt x="119525" y="47208"/>
                  </a:lnTo>
                  <a:lnTo>
                    <a:pt x="115749" y="43468"/>
                  </a:lnTo>
                  <a:lnTo>
                    <a:pt x="111856" y="39849"/>
                  </a:lnTo>
                  <a:lnTo>
                    <a:pt x="107850" y="36356"/>
                  </a:lnTo>
                  <a:lnTo>
                    <a:pt x="103736" y="32992"/>
                  </a:lnTo>
                  <a:lnTo>
                    <a:pt x="99516" y="29760"/>
                  </a:lnTo>
                  <a:lnTo>
                    <a:pt x="95196" y="26664"/>
                  </a:lnTo>
                  <a:lnTo>
                    <a:pt x="90779" y="23708"/>
                  </a:lnTo>
                  <a:lnTo>
                    <a:pt x="86271" y="20893"/>
                  </a:lnTo>
                  <a:lnTo>
                    <a:pt x="81676" y="18223"/>
                  </a:lnTo>
                  <a:lnTo>
                    <a:pt x="76998" y="15700"/>
                  </a:lnTo>
                  <a:lnTo>
                    <a:pt x="72242" y="13327"/>
                  </a:lnTo>
                  <a:lnTo>
                    <a:pt x="67413" y="11107"/>
                  </a:lnTo>
                  <a:lnTo>
                    <a:pt x="62516" y="9041"/>
                  </a:lnTo>
                  <a:lnTo>
                    <a:pt x="57556" y="7132"/>
                  </a:lnTo>
                  <a:lnTo>
                    <a:pt x="52537" y="5382"/>
                  </a:lnTo>
                  <a:lnTo>
                    <a:pt x="47466" y="3792"/>
                  </a:lnTo>
                  <a:lnTo>
                    <a:pt x="42346" y="2364"/>
                  </a:lnTo>
                  <a:lnTo>
                    <a:pt x="37184" y="1099"/>
                  </a:lnTo>
                  <a:lnTo>
                    <a:pt x="31984" y="0"/>
                  </a:lnTo>
                  <a:lnTo>
                    <a:pt x="0" y="1640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629088" y="1236837"/>
              <a:ext cx="31984" cy="167167"/>
            </a:xfrm>
            <a:custGeom>
              <a:avLst/>
              <a:pathLst>
                <a:path w="31984" h="167167">
                  <a:moveTo>
                    <a:pt x="31984" y="3088"/>
                  </a:moveTo>
                  <a:lnTo>
                    <a:pt x="25644" y="1978"/>
                  </a:lnTo>
                  <a:lnTo>
                    <a:pt x="19266" y="1114"/>
                  </a:lnTo>
                  <a:lnTo>
                    <a:pt x="12860" y="495"/>
                  </a:lnTo>
                  <a:lnTo>
                    <a:pt x="6435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91953" y="1546402"/>
              <a:ext cx="120613" cy="167167"/>
            </a:xfrm>
            <a:custGeom>
              <a:avLst/>
              <a:pathLst>
                <a:path w="120613" h="167167">
                  <a:moveTo>
                    <a:pt x="120613" y="0"/>
                  </a:moveTo>
                  <a:lnTo>
                    <a:pt x="115000" y="94"/>
                  </a:lnTo>
                  <a:lnTo>
                    <a:pt x="109393" y="376"/>
                  </a:lnTo>
                  <a:lnTo>
                    <a:pt x="103799" y="847"/>
                  </a:lnTo>
                  <a:lnTo>
                    <a:pt x="98224" y="1505"/>
                  </a:lnTo>
                  <a:lnTo>
                    <a:pt x="92675" y="2351"/>
                  </a:lnTo>
                  <a:lnTo>
                    <a:pt x="87157" y="3382"/>
                  </a:lnTo>
                  <a:lnTo>
                    <a:pt x="81676" y="4597"/>
                  </a:lnTo>
                  <a:lnTo>
                    <a:pt x="76240" y="5996"/>
                  </a:lnTo>
                  <a:lnTo>
                    <a:pt x="70853" y="7577"/>
                  </a:lnTo>
                  <a:lnTo>
                    <a:pt x="65523" y="9338"/>
                  </a:lnTo>
                  <a:lnTo>
                    <a:pt x="60254" y="11276"/>
                  </a:lnTo>
                  <a:lnTo>
                    <a:pt x="55054" y="13391"/>
                  </a:lnTo>
                  <a:lnTo>
                    <a:pt x="49928" y="15679"/>
                  </a:lnTo>
                  <a:lnTo>
                    <a:pt x="44881" y="18138"/>
                  </a:lnTo>
                  <a:lnTo>
                    <a:pt x="39920" y="20764"/>
                  </a:lnTo>
                  <a:lnTo>
                    <a:pt x="35050" y="23556"/>
                  </a:lnTo>
                  <a:lnTo>
                    <a:pt x="30277" y="26510"/>
                  </a:lnTo>
                  <a:lnTo>
                    <a:pt x="25605" y="29622"/>
                  </a:lnTo>
                  <a:lnTo>
                    <a:pt x="21040" y="32890"/>
                  </a:lnTo>
                  <a:lnTo>
                    <a:pt x="16588" y="36309"/>
                  </a:lnTo>
                  <a:lnTo>
                    <a:pt x="12253" y="39876"/>
                  </a:lnTo>
                  <a:lnTo>
                    <a:pt x="8040" y="43586"/>
                  </a:lnTo>
                  <a:lnTo>
                    <a:pt x="3954" y="47435"/>
                  </a:lnTo>
                  <a:lnTo>
                    <a:pt x="0" y="51420"/>
                  </a:lnTo>
                  <a:lnTo>
                    <a:pt x="12061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91953" y="1597822"/>
              <a:ext cx="120613" cy="115747"/>
            </a:xfrm>
            <a:custGeom>
              <a:avLst/>
              <a:pathLst>
                <a:path w="120613" h="115747">
                  <a:moveTo>
                    <a:pt x="0" y="0"/>
                  </a:moveTo>
                  <a:lnTo>
                    <a:pt x="120613" y="115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45401" y="1572731"/>
              <a:ext cx="334322" cy="308000"/>
            </a:xfrm>
            <a:custGeom>
              <a:avLst/>
              <a:pathLst>
                <a:path w="334322" h="308000">
                  <a:moveTo>
                    <a:pt x="46552" y="25090"/>
                  </a:moveTo>
                  <a:lnTo>
                    <a:pt x="42948" y="28967"/>
                  </a:lnTo>
                  <a:lnTo>
                    <a:pt x="39468" y="32956"/>
                  </a:lnTo>
                  <a:lnTo>
                    <a:pt x="36116" y="37053"/>
                  </a:lnTo>
                  <a:lnTo>
                    <a:pt x="32896" y="41255"/>
                  </a:lnTo>
                  <a:lnTo>
                    <a:pt x="29811" y="45556"/>
                  </a:lnTo>
                  <a:lnTo>
                    <a:pt x="26863" y="49952"/>
                  </a:lnTo>
                  <a:lnTo>
                    <a:pt x="24055" y="54440"/>
                  </a:lnTo>
                  <a:lnTo>
                    <a:pt x="21392" y="59014"/>
                  </a:lnTo>
                  <a:lnTo>
                    <a:pt x="18874" y="63671"/>
                  </a:lnTo>
                  <a:lnTo>
                    <a:pt x="16505" y="68404"/>
                  </a:lnTo>
                  <a:lnTo>
                    <a:pt x="14287" y="73211"/>
                  </a:lnTo>
                  <a:lnTo>
                    <a:pt x="12223" y="78085"/>
                  </a:lnTo>
                  <a:lnTo>
                    <a:pt x="10314" y="83022"/>
                  </a:lnTo>
                  <a:lnTo>
                    <a:pt x="8562" y="88017"/>
                  </a:lnTo>
                  <a:lnTo>
                    <a:pt x="6969" y="93065"/>
                  </a:lnTo>
                  <a:lnTo>
                    <a:pt x="5537" y="98161"/>
                  </a:lnTo>
                  <a:lnTo>
                    <a:pt x="4267" y="103300"/>
                  </a:lnTo>
                  <a:lnTo>
                    <a:pt x="3160" y="108476"/>
                  </a:lnTo>
                  <a:lnTo>
                    <a:pt x="2217" y="113685"/>
                  </a:lnTo>
                  <a:lnTo>
                    <a:pt x="1440" y="118921"/>
                  </a:lnTo>
                  <a:lnTo>
                    <a:pt x="830" y="124179"/>
                  </a:lnTo>
                  <a:lnTo>
                    <a:pt x="386" y="129454"/>
                  </a:lnTo>
                  <a:lnTo>
                    <a:pt x="109" y="134740"/>
                  </a:lnTo>
                  <a:lnTo>
                    <a:pt x="0" y="140032"/>
                  </a:lnTo>
                  <a:lnTo>
                    <a:pt x="58" y="145325"/>
                  </a:lnTo>
                  <a:lnTo>
                    <a:pt x="284" y="150614"/>
                  </a:lnTo>
                  <a:lnTo>
                    <a:pt x="677" y="155893"/>
                  </a:lnTo>
                  <a:lnTo>
                    <a:pt x="1237" y="161156"/>
                  </a:lnTo>
                  <a:lnTo>
                    <a:pt x="1963" y="166400"/>
                  </a:lnTo>
                  <a:lnTo>
                    <a:pt x="2856" y="171617"/>
                  </a:lnTo>
                  <a:lnTo>
                    <a:pt x="3913" y="176804"/>
                  </a:lnTo>
                  <a:lnTo>
                    <a:pt x="5133" y="181955"/>
                  </a:lnTo>
                  <a:lnTo>
                    <a:pt x="6516" y="187064"/>
                  </a:lnTo>
                  <a:lnTo>
                    <a:pt x="8060" y="192128"/>
                  </a:lnTo>
                  <a:lnTo>
                    <a:pt x="9764" y="197139"/>
                  </a:lnTo>
                  <a:lnTo>
                    <a:pt x="11625" y="202095"/>
                  </a:lnTo>
                  <a:lnTo>
                    <a:pt x="13643" y="206989"/>
                  </a:lnTo>
                  <a:lnTo>
                    <a:pt x="15814" y="211816"/>
                  </a:lnTo>
                  <a:lnTo>
                    <a:pt x="18137" y="216572"/>
                  </a:lnTo>
                  <a:lnTo>
                    <a:pt x="20610" y="221253"/>
                  </a:lnTo>
                  <a:lnTo>
                    <a:pt x="23229" y="225853"/>
                  </a:lnTo>
                  <a:lnTo>
                    <a:pt x="25993" y="230367"/>
                  </a:lnTo>
                  <a:lnTo>
                    <a:pt x="28899" y="234792"/>
                  </a:lnTo>
                  <a:lnTo>
                    <a:pt x="31943" y="239123"/>
                  </a:lnTo>
                  <a:lnTo>
                    <a:pt x="35122" y="243355"/>
                  </a:lnTo>
                  <a:lnTo>
                    <a:pt x="38434" y="247484"/>
                  </a:lnTo>
                  <a:lnTo>
                    <a:pt x="41875" y="251506"/>
                  </a:lnTo>
                  <a:lnTo>
                    <a:pt x="45442" y="255418"/>
                  </a:lnTo>
                  <a:lnTo>
                    <a:pt x="49131" y="259214"/>
                  </a:lnTo>
                  <a:lnTo>
                    <a:pt x="52938" y="262892"/>
                  </a:lnTo>
                  <a:lnTo>
                    <a:pt x="56860" y="266447"/>
                  </a:lnTo>
                  <a:lnTo>
                    <a:pt x="60892" y="269877"/>
                  </a:lnTo>
                  <a:lnTo>
                    <a:pt x="65031" y="273177"/>
                  </a:lnTo>
                  <a:lnTo>
                    <a:pt x="69272" y="276344"/>
                  </a:lnTo>
                  <a:lnTo>
                    <a:pt x="73611" y="279375"/>
                  </a:lnTo>
                  <a:lnTo>
                    <a:pt x="78044" y="282268"/>
                  </a:lnTo>
                  <a:lnTo>
                    <a:pt x="82567" y="285019"/>
                  </a:lnTo>
                  <a:lnTo>
                    <a:pt x="87174" y="287625"/>
                  </a:lnTo>
                  <a:lnTo>
                    <a:pt x="91862" y="290084"/>
                  </a:lnTo>
                  <a:lnTo>
                    <a:pt x="96625" y="292393"/>
                  </a:lnTo>
                  <a:lnTo>
                    <a:pt x="101459" y="294551"/>
                  </a:lnTo>
                  <a:lnTo>
                    <a:pt x="106358" y="296554"/>
                  </a:lnTo>
                  <a:lnTo>
                    <a:pt x="111319" y="298401"/>
                  </a:lnTo>
                  <a:lnTo>
                    <a:pt x="116336" y="300090"/>
                  </a:lnTo>
                  <a:lnTo>
                    <a:pt x="121403" y="301620"/>
                  </a:lnTo>
                  <a:lnTo>
                    <a:pt x="126517" y="302988"/>
                  </a:lnTo>
                  <a:lnTo>
                    <a:pt x="131671" y="304194"/>
                  </a:lnTo>
                  <a:lnTo>
                    <a:pt x="136861" y="305236"/>
                  </a:lnTo>
                  <a:lnTo>
                    <a:pt x="142081" y="306113"/>
                  </a:lnTo>
                  <a:lnTo>
                    <a:pt x="147327" y="306824"/>
                  </a:lnTo>
                  <a:lnTo>
                    <a:pt x="152592" y="307369"/>
                  </a:lnTo>
                  <a:lnTo>
                    <a:pt x="157872" y="307747"/>
                  </a:lnTo>
                  <a:lnTo>
                    <a:pt x="163161" y="307957"/>
                  </a:lnTo>
                  <a:lnTo>
                    <a:pt x="168454" y="308000"/>
                  </a:lnTo>
                  <a:lnTo>
                    <a:pt x="173746" y="307876"/>
                  </a:lnTo>
                  <a:lnTo>
                    <a:pt x="179031" y="307584"/>
                  </a:lnTo>
                  <a:lnTo>
                    <a:pt x="184305" y="307124"/>
                  </a:lnTo>
                  <a:lnTo>
                    <a:pt x="189561" y="306498"/>
                  </a:lnTo>
                  <a:lnTo>
                    <a:pt x="194795" y="305706"/>
                  </a:lnTo>
                  <a:lnTo>
                    <a:pt x="200001" y="304749"/>
                  </a:lnTo>
                  <a:lnTo>
                    <a:pt x="205174" y="303627"/>
                  </a:lnTo>
                  <a:lnTo>
                    <a:pt x="210309" y="302342"/>
                  </a:lnTo>
                  <a:lnTo>
                    <a:pt x="215401" y="300895"/>
                  </a:lnTo>
                  <a:lnTo>
                    <a:pt x="220444" y="299287"/>
                  </a:lnTo>
                  <a:lnTo>
                    <a:pt x="225434" y="297521"/>
                  </a:lnTo>
                  <a:lnTo>
                    <a:pt x="230366" y="295598"/>
                  </a:lnTo>
                  <a:lnTo>
                    <a:pt x="235234" y="293519"/>
                  </a:lnTo>
                  <a:lnTo>
                    <a:pt x="240034" y="291287"/>
                  </a:lnTo>
                  <a:lnTo>
                    <a:pt x="244761" y="288905"/>
                  </a:lnTo>
                  <a:lnTo>
                    <a:pt x="249410" y="286374"/>
                  </a:lnTo>
                  <a:lnTo>
                    <a:pt x="253977" y="283697"/>
                  </a:lnTo>
                  <a:lnTo>
                    <a:pt x="258456" y="280877"/>
                  </a:lnTo>
                  <a:lnTo>
                    <a:pt x="262844" y="277916"/>
                  </a:lnTo>
                  <a:lnTo>
                    <a:pt x="267136" y="274818"/>
                  </a:lnTo>
                  <a:lnTo>
                    <a:pt x="271328" y="271586"/>
                  </a:lnTo>
                  <a:lnTo>
                    <a:pt x="275416" y="268222"/>
                  </a:lnTo>
                  <a:lnTo>
                    <a:pt x="279395" y="264731"/>
                  </a:lnTo>
                  <a:lnTo>
                    <a:pt x="283261" y="261115"/>
                  </a:lnTo>
                  <a:lnTo>
                    <a:pt x="287011" y="257379"/>
                  </a:lnTo>
                  <a:lnTo>
                    <a:pt x="290641" y="253527"/>
                  </a:lnTo>
                  <a:lnTo>
                    <a:pt x="294147" y="249561"/>
                  </a:lnTo>
                  <a:lnTo>
                    <a:pt x="297525" y="245486"/>
                  </a:lnTo>
                  <a:lnTo>
                    <a:pt x="300773" y="241306"/>
                  </a:lnTo>
                  <a:lnTo>
                    <a:pt x="303887" y="237025"/>
                  </a:lnTo>
                  <a:lnTo>
                    <a:pt x="306864" y="232648"/>
                  </a:lnTo>
                  <a:lnTo>
                    <a:pt x="309701" y="228179"/>
                  </a:lnTo>
                  <a:lnTo>
                    <a:pt x="312395" y="223623"/>
                  </a:lnTo>
                  <a:lnTo>
                    <a:pt x="314943" y="218983"/>
                  </a:lnTo>
                  <a:lnTo>
                    <a:pt x="317343" y="214265"/>
                  </a:lnTo>
                  <a:lnTo>
                    <a:pt x="319592" y="209473"/>
                  </a:lnTo>
                  <a:lnTo>
                    <a:pt x="321689" y="204613"/>
                  </a:lnTo>
                  <a:lnTo>
                    <a:pt x="323631" y="199688"/>
                  </a:lnTo>
                  <a:lnTo>
                    <a:pt x="325416" y="194705"/>
                  </a:lnTo>
                  <a:lnTo>
                    <a:pt x="327042" y="189668"/>
                  </a:lnTo>
                  <a:lnTo>
                    <a:pt x="328508" y="184581"/>
                  </a:lnTo>
                  <a:lnTo>
                    <a:pt x="329812" y="179451"/>
                  </a:lnTo>
                  <a:lnTo>
                    <a:pt x="330953" y="174282"/>
                  </a:lnTo>
                  <a:lnTo>
                    <a:pt x="331930" y="169080"/>
                  </a:lnTo>
                  <a:lnTo>
                    <a:pt x="332741" y="163849"/>
                  </a:lnTo>
                  <a:lnTo>
                    <a:pt x="333387" y="158595"/>
                  </a:lnTo>
                  <a:lnTo>
                    <a:pt x="333866" y="153323"/>
                  </a:lnTo>
                  <a:lnTo>
                    <a:pt x="334177" y="148039"/>
                  </a:lnTo>
                  <a:lnTo>
                    <a:pt x="334322" y="142748"/>
                  </a:lnTo>
                  <a:lnTo>
                    <a:pt x="334298" y="137454"/>
                  </a:lnTo>
                  <a:lnTo>
                    <a:pt x="334107" y="132164"/>
                  </a:lnTo>
                  <a:lnTo>
                    <a:pt x="333749" y="126883"/>
                  </a:lnTo>
                  <a:lnTo>
                    <a:pt x="333224" y="121616"/>
                  </a:lnTo>
                  <a:lnTo>
                    <a:pt x="332532" y="116368"/>
                  </a:lnTo>
                  <a:lnTo>
                    <a:pt x="331674" y="111144"/>
                  </a:lnTo>
                  <a:lnTo>
                    <a:pt x="330652" y="105951"/>
                  </a:lnTo>
                  <a:lnTo>
                    <a:pt x="329465" y="100792"/>
                  </a:lnTo>
                  <a:lnTo>
                    <a:pt x="328116" y="95673"/>
                  </a:lnTo>
                  <a:lnTo>
                    <a:pt x="326605" y="90600"/>
                  </a:lnTo>
                  <a:lnTo>
                    <a:pt x="324935" y="85577"/>
                  </a:lnTo>
                  <a:lnTo>
                    <a:pt x="323106" y="80610"/>
                  </a:lnTo>
                  <a:lnTo>
                    <a:pt x="321121" y="75703"/>
                  </a:lnTo>
                  <a:lnTo>
                    <a:pt x="318981" y="70861"/>
                  </a:lnTo>
                  <a:lnTo>
                    <a:pt x="316690" y="66089"/>
                  </a:lnTo>
                  <a:lnTo>
                    <a:pt x="314248" y="61393"/>
                  </a:lnTo>
                  <a:lnTo>
                    <a:pt x="311659" y="56776"/>
                  </a:lnTo>
                  <a:lnTo>
                    <a:pt x="308925" y="52243"/>
                  </a:lnTo>
                  <a:lnTo>
                    <a:pt x="306049" y="47799"/>
                  </a:lnTo>
                  <a:lnTo>
                    <a:pt x="303034" y="43448"/>
                  </a:lnTo>
                  <a:lnTo>
                    <a:pt x="299882" y="39196"/>
                  </a:lnTo>
                  <a:lnTo>
                    <a:pt x="296597" y="35045"/>
                  </a:lnTo>
                  <a:lnTo>
                    <a:pt x="293183" y="31000"/>
                  </a:lnTo>
                  <a:lnTo>
                    <a:pt x="289642" y="27065"/>
                  </a:lnTo>
                  <a:lnTo>
                    <a:pt x="285978" y="23244"/>
                  </a:lnTo>
                  <a:lnTo>
                    <a:pt x="282196" y="19541"/>
                  </a:lnTo>
                  <a:lnTo>
                    <a:pt x="278298" y="15960"/>
                  </a:lnTo>
                  <a:lnTo>
                    <a:pt x="274288" y="12504"/>
                  </a:lnTo>
                  <a:lnTo>
                    <a:pt x="270171" y="9177"/>
                  </a:lnTo>
                  <a:lnTo>
                    <a:pt x="265951" y="5981"/>
                  </a:lnTo>
                  <a:lnTo>
                    <a:pt x="261632" y="2921"/>
                  </a:lnTo>
                  <a:lnTo>
                    <a:pt x="257218" y="0"/>
                  </a:lnTo>
                  <a:lnTo>
                    <a:pt x="167165" y="1408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212566" y="1546402"/>
              <a:ext cx="90052" cy="167167"/>
            </a:xfrm>
            <a:custGeom>
              <a:avLst/>
              <a:pathLst>
                <a:path w="90052" h="167167">
                  <a:moveTo>
                    <a:pt x="90052" y="26329"/>
                  </a:moveTo>
                  <a:lnTo>
                    <a:pt x="85290" y="23394"/>
                  </a:lnTo>
                  <a:lnTo>
                    <a:pt x="80432" y="20621"/>
                  </a:lnTo>
                  <a:lnTo>
                    <a:pt x="75484" y="18012"/>
                  </a:lnTo>
                  <a:lnTo>
                    <a:pt x="70451" y="15570"/>
                  </a:lnTo>
                  <a:lnTo>
                    <a:pt x="65339" y="13298"/>
                  </a:lnTo>
                  <a:lnTo>
                    <a:pt x="60155" y="11198"/>
                  </a:lnTo>
                  <a:lnTo>
                    <a:pt x="54902" y="9273"/>
                  </a:lnTo>
                  <a:lnTo>
                    <a:pt x="49589" y="7524"/>
                  </a:lnTo>
                  <a:lnTo>
                    <a:pt x="44220" y="5954"/>
                  </a:lnTo>
                  <a:lnTo>
                    <a:pt x="38801" y="4565"/>
                  </a:lnTo>
                  <a:lnTo>
                    <a:pt x="33339" y="3358"/>
                  </a:lnTo>
                  <a:lnTo>
                    <a:pt x="27840" y="2334"/>
                  </a:lnTo>
                  <a:lnTo>
                    <a:pt x="22309" y="1495"/>
                  </a:lnTo>
                  <a:lnTo>
                    <a:pt x="16754" y="841"/>
                  </a:lnTo>
                  <a:lnTo>
                    <a:pt x="11179" y="374"/>
                  </a:lnTo>
                  <a:lnTo>
                    <a:pt x="559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92156" y="1943516"/>
              <a:ext cx="86626" cy="167167"/>
            </a:xfrm>
            <a:custGeom>
              <a:avLst/>
              <a:pathLst>
                <a:path w="86626" h="167167">
                  <a:moveTo>
                    <a:pt x="86626" y="0"/>
                  </a:moveTo>
                  <a:lnTo>
                    <a:pt x="80936" y="96"/>
                  </a:lnTo>
                  <a:lnTo>
                    <a:pt x="75252" y="387"/>
                  </a:lnTo>
                  <a:lnTo>
                    <a:pt x="69581" y="871"/>
                  </a:lnTo>
                  <a:lnTo>
                    <a:pt x="63930" y="1547"/>
                  </a:lnTo>
                  <a:lnTo>
                    <a:pt x="58306" y="2416"/>
                  </a:lnTo>
                  <a:lnTo>
                    <a:pt x="52714" y="3475"/>
                  </a:lnTo>
                  <a:lnTo>
                    <a:pt x="47162" y="4725"/>
                  </a:lnTo>
                  <a:lnTo>
                    <a:pt x="41655" y="6162"/>
                  </a:lnTo>
                  <a:lnTo>
                    <a:pt x="36200" y="7786"/>
                  </a:lnTo>
                  <a:lnTo>
                    <a:pt x="30804" y="9595"/>
                  </a:lnTo>
                  <a:lnTo>
                    <a:pt x="25473" y="11587"/>
                  </a:lnTo>
                  <a:lnTo>
                    <a:pt x="20212" y="13759"/>
                  </a:lnTo>
                  <a:lnTo>
                    <a:pt x="15029" y="16108"/>
                  </a:lnTo>
                  <a:lnTo>
                    <a:pt x="9928" y="18633"/>
                  </a:lnTo>
                  <a:lnTo>
                    <a:pt x="4916" y="21330"/>
                  </a:lnTo>
                  <a:lnTo>
                    <a:pt x="0" y="24196"/>
                  </a:lnTo>
                  <a:lnTo>
                    <a:pt x="866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92156" y="1967713"/>
              <a:ext cx="86626" cy="142971"/>
            </a:xfrm>
            <a:custGeom>
              <a:avLst/>
              <a:pathLst>
                <a:path w="86626" h="142971">
                  <a:moveTo>
                    <a:pt x="0" y="0"/>
                  </a:moveTo>
                  <a:lnTo>
                    <a:pt x="86626" y="142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92068" y="1967766"/>
              <a:ext cx="86715" cy="142917"/>
            </a:xfrm>
            <a:custGeom>
              <a:avLst/>
              <a:pathLst>
                <a:path w="86715" h="142917">
                  <a:moveTo>
                    <a:pt x="0" y="0"/>
                  </a:moveTo>
                  <a:lnTo>
                    <a:pt x="86715" y="142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11626" y="1943516"/>
              <a:ext cx="334307" cy="334334"/>
            </a:xfrm>
            <a:custGeom>
              <a:avLst/>
              <a:pathLst>
                <a:path w="334307" h="334334">
                  <a:moveTo>
                    <a:pt x="80442" y="24249"/>
                  </a:moveTo>
                  <a:lnTo>
                    <a:pt x="75955" y="27070"/>
                  </a:lnTo>
                  <a:lnTo>
                    <a:pt x="71561" y="30031"/>
                  </a:lnTo>
                  <a:lnTo>
                    <a:pt x="67262" y="33130"/>
                  </a:lnTo>
                  <a:lnTo>
                    <a:pt x="63064" y="36363"/>
                  </a:lnTo>
                  <a:lnTo>
                    <a:pt x="58970" y="39728"/>
                  </a:lnTo>
                  <a:lnTo>
                    <a:pt x="54986" y="43221"/>
                  </a:lnTo>
                  <a:lnTo>
                    <a:pt x="51113" y="46839"/>
                  </a:lnTo>
                  <a:lnTo>
                    <a:pt x="47358" y="50577"/>
                  </a:lnTo>
                  <a:lnTo>
                    <a:pt x="43723" y="54433"/>
                  </a:lnTo>
                  <a:lnTo>
                    <a:pt x="40212" y="58402"/>
                  </a:lnTo>
                  <a:lnTo>
                    <a:pt x="36828" y="62480"/>
                  </a:lnTo>
                  <a:lnTo>
                    <a:pt x="33575" y="66663"/>
                  </a:lnTo>
                  <a:lnTo>
                    <a:pt x="30457" y="70948"/>
                  </a:lnTo>
                  <a:lnTo>
                    <a:pt x="27476" y="75329"/>
                  </a:lnTo>
                  <a:lnTo>
                    <a:pt x="24635" y="79802"/>
                  </a:lnTo>
                  <a:lnTo>
                    <a:pt x="21938" y="84363"/>
                  </a:lnTo>
                  <a:lnTo>
                    <a:pt x="19386" y="89008"/>
                  </a:lnTo>
                  <a:lnTo>
                    <a:pt x="16983" y="93731"/>
                  </a:lnTo>
                  <a:lnTo>
                    <a:pt x="14731" y="98527"/>
                  </a:lnTo>
                  <a:lnTo>
                    <a:pt x="12632" y="103393"/>
                  </a:lnTo>
                  <a:lnTo>
                    <a:pt x="10689" y="108323"/>
                  </a:lnTo>
                  <a:lnTo>
                    <a:pt x="8902" y="113312"/>
                  </a:lnTo>
                  <a:lnTo>
                    <a:pt x="7275" y="118355"/>
                  </a:lnTo>
                  <a:lnTo>
                    <a:pt x="5808" y="123447"/>
                  </a:lnTo>
                  <a:lnTo>
                    <a:pt x="4503" y="128583"/>
                  </a:lnTo>
                  <a:lnTo>
                    <a:pt x="3362" y="133757"/>
                  </a:lnTo>
                  <a:lnTo>
                    <a:pt x="2385" y="138966"/>
                  </a:lnTo>
                  <a:lnTo>
                    <a:pt x="1574" y="144202"/>
                  </a:lnTo>
                  <a:lnTo>
                    <a:pt x="930" y="149462"/>
                  </a:lnTo>
                  <a:lnTo>
                    <a:pt x="452" y="154740"/>
                  </a:lnTo>
                  <a:lnTo>
                    <a:pt x="142" y="160030"/>
                  </a:lnTo>
                  <a:lnTo>
                    <a:pt x="0" y="165327"/>
                  </a:lnTo>
                  <a:lnTo>
                    <a:pt x="25" y="170626"/>
                  </a:lnTo>
                  <a:lnTo>
                    <a:pt x="219" y="175921"/>
                  </a:lnTo>
                  <a:lnTo>
                    <a:pt x="580" y="181208"/>
                  </a:lnTo>
                  <a:lnTo>
                    <a:pt x="1109" y="186481"/>
                  </a:lnTo>
                  <a:lnTo>
                    <a:pt x="1804" y="191734"/>
                  </a:lnTo>
                  <a:lnTo>
                    <a:pt x="2666" y="196963"/>
                  </a:lnTo>
                  <a:lnTo>
                    <a:pt x="3693" y="202161"/>
                  </a:lnTo>
                  <a:lnTo>
                    <a:pt x="4884" y="207325"/>
                  </a:lnTo>
                  <a:lnTo>
                    <a:pt x="6239" y="212448"/>
                  </a:lnTo>
                  <a:lnTo>
                    <a:pt x="7755" y="217525"/>
                  </a:lnTo>
                  <a:lnTo>
                    <a:pt x="9431" y="222552"/>
                  </a:lnTo>
                  <a:lnTo>
                    <a:pt x="11266" y="227524"/>
                  </a:lnTo>
                  <a:lnTo>
                    <a:pt x="13257" y="232434"/>
                  </a:lnTo>
                  <a:lnTo>
                    <a:pt x="15403" y="237280"/>
                  </a:lnTo>
                  <a:lnTo>
                    <a:pt x="17702" y="242054"/>
                  </a:lnTo>
                  <a:lnTo>
                    <a:pt x="20150" y="246754"/>
                  </a:lnTo>
                  <a:lnTo>
                    <a:pt x="22747" y="251373"/>
                  </a:lnTo>
                  <a:lnTo>
                    <a:pt x="25488" y="255908"/>
                  </a:lnTo>
                  <a:lnTo>
                    <a:pt x="28372" y="260354"/>
                  </a:lnTo>
                  <a:lnTo>
                    <a:pt x="31395" y="264706"/>
                  </a:lnTo>
                  <a:lnTo>
                    <a:pt x="34555" y="268960"/>
                  </a:lnTo>
                  <a:lnTo>
                    <a:pt x="37848" y="273111"/>
                  </a:lnTo>
                  <a:lnTo>
                    <a:pt x="41271" y="277157"/>
                  </a:lnTo>
                  <a:lnTo>
                    <a:pt x="44820" y="281091"/>
                  </a:lnTo>
                  <a:lnTo>
                    <a:pt x="48493" y="284912"/>
                  </a:lnTo>
                  <a:lnTo>
                    <a:pt x="52284" y="288613"/>
                  </a:lnTo>
                  <a:lnTo>
                    <a:pt x="56191" y="292193"/>
                  </a:lnTo>
                  <a:lnTo>
                    <a:pt x="60210" y="295648"/>
                  </a:lnTo>
                  <a:lnTo>
                    <a:pt x="64336" y="298973"/>
                  </a:lnTo>
                  <a:lnTo>
                    <a:pt x="68565" y="302166"/>
                  </a:lnTo>
                  <a:lnTo>
                    <a:pt x="72893" y="305223"/>
                  </a:lnTo>
                  <a:lnTo>
                    <a:pt x="77317" y="308141"/>
                  </a:lnTo>
                  <a:lnTo>
                    <a:pt x="81830" y="310918"/>
                  </a:lnTo>
                  <a:lnTo>
                    <a:pt x="86429" y="313550"/>
                  </a:lnTo>
                  <a:lnTo>
                    <a:pt x="91109" y="316035"/>
                  </a:lnTo>
                  <a:lnTo>
                    <a:pt x="95866" y="318371"/>
                  </a:lnTo>
                  <a:lnTo>
                    <a:pt x="100694" y="320554"/>
                  </a:lnTo>
                  <a:lnTo>
                    <a:pt x="105589" y="322584"/>
                  </a:lnTo>
                  <a:lnTo>
                    <a:pt x="110546" y="324457"/>
                  </a:lnTo>
                  <a:lnTo>
                    <a:pt x="115560" y="326172"/>
                  </a:lnTo>
                  <a:lnTo>
                    <a:pt x="120626" y="327728"/>
                  </a:lnTo>
                  <a:lnTo>
                    <a:pt x="125738" y="329122"/>
                  </a:lnTo>
                  <a:lnTo>
                    <a:pt x="130892" y="330353"/>
                  </a:lnTo>
                  <a:lnTo>
                    <a:pt x="136082" y="331421"/>
                  </a:lnTo>
                  <a:lnTo>
                    <a:pt x="141304" y="332323"/>
                  </a:lnTo>
                  <a:lnTo>
                    <a:pt x="146552" y="333060"/>
                  </a:lnTo>
                  <a:lnTo>
                    <a:pt x="151820" y="333629"/>
                  </a:lnTo>
                  <a:lnTo>
                    <a:pt x="157104" y="334032"/>
                  </a:lnTo>
                  <a:lnTo>
                    <a:pt x="162398" y="334267"/>
                  </a:lnTo>
                  <a:lnTo>
                    <a:pt x="167697" y="334334"/>
                  </a:lnTo>
                  <a:lnTo>
                    <a:pt x="172995" y="334232"/>
                  </a:lnTo>
                  <a:lnTo>
                    <a:pt x="178287" y="333963"/>
                  </a:lnTo>
                  <a:lnTo>
                    <a:pt x="183568" y="333527"/>
                  </a:lnTo>
                  <a:lnTo>
                    <a:pt x="188833" y="332923"/>
                  </a:lnTo>
                  <a:lnTo>
                    <a:pt x="194075" y="332153"/>
                  </a:lnTo>
                  <a:lnTo>
                    <a:pt x="199291" y="331217"/>
                  </a:lnTo>
                  <a:lnTo>
                    <a:pt x="204475" y="330116"/>
                  </a:lnTo>
                  <a:lnTo>
                    <a:pt x="209621" y="328851"/>
                  </a:lnTo>
                  <a:lnTo>
                    <a:pt x="214724" y="327424"/>
                  </a:lnTo>
                  <a:lnTo>
                    <a:pt x="219779" y="325836"/>
                  </a:lnTo>
                  <a:lnTo>
                    <a:pt x="224782" y="324088"/>
                  </a:lnTo>
                  <a:lnTo>
                    <a:pt x="229727" y="322183"/>
                  </a:lnTo>
                  <a:lnTo>
                    <a:pt x="234609" y="320122"/>
                  </a:lnTo>
                  <a:lnTo>
                    <a:pt x="239423" y="317907"/>
                  </a:lnTo>
                  <a:lnTo>
                    <a:pt x="244164" y="315541"/>
                  </a:lnTo>
                  <a:lnTo>
                    <a:pt x="248828" y="313026"/>
                  </a:lnTo>
                  <a:lnTo>
                    <a:pt x="253410" y="310364"/>
                  </a:lnTo>
                  <a:lnTo>
                    <a:pt x="257906" y="307558"/>
                  </a:lnTo>
                  <a:lnTo>
                    <a:pt x="262310" y="304611"/>
                  </a:lnTo>
                  <a:lnTo>
                    <a:pt x="266618" y="301526"/>
                  </a:lnTo>
                  <a:lnTo>
                    <a:pt x="270827" y="298306"/>
                  </a:lnTo>
                  <a:lnTo>
                    <a:pt x="274931" y="294954"/>
                  </a:lnTo>
                  <a:lnTo>
                    <a:pt x="278927" y="291474"/>
                  </a:lnTo>
                  <a:lnTo>
                    <a:pt x="282811" y="287869"/>
                  </a:lnTo>
                  <a:lnTo>
                    <a:pt x="286579" y="284143"/>
                  </a:lnTo>
                  <a:lnTo>
                    <a:pt x="290226" y="280299"/>
                  </a:lnTo>
                  <a:lnTo>
                    <a:pt x="293750" y="276341"/>
                  </a:lnTo>
                  <a:lnTo>
                    <a:pt x="297147" y="272274"/>
                  </a:lnTo>
                  <a:lnTo>
                    <a:pt x="300413" y="268101"/>
                  </a:lnTo>
                  <a:lnTo>
                    <a:pt x="303545" y="263827"/>
                  </a:lnTo>
                  <a:lnTo>
                    <a:pt x="306540" y="259455"/>
                  </a:lnTo>
                  <a:lnTo>
                    <a:pt x="309395" y="254991"/>
                  </a:lnTo>
                  <a:lnTo>
                    <a:pt x="312108" y="250439"/>
                  </a:lnTo>
                  <a:lnTo>
                    <a:pt x="314674" y="245803"/>
                  </a:lnTo>
                  <a:lnTo>
                    <a:pt x="317092" y="241088"/>
                  </a:lnTo>
                  <a:lnTo>
                    <a:pt x="319360" y="236298"/>
                  </a:lnTo>
                  <a:lnTo>
                    <a:pt x="321475" y="231439"/>
                  </a:lnTo>
                  <a:lnTo>
                    <a:pt x="323434" y="226516"/>
                  </a:lnTo>
                  <a:lnTo>
                    <a:pt x="325237" y="221533"/>
                  </a:lnTo>
                  <a:lnTo>
                    <a:pt x="326881" y="216495"/>
                  </a:lnTo>
                  <a:lnTo>
                    <a:pt x="328364" y="211408"/>
                  </a:lnTo>
                  <a:lnTo>
                    <a:pt x="329685" y="206276"/>
                  </a:lnTo>
                  <a:lnTo>
                    <a:pt x="330843" y="201105"/>
                  </a:lnTo>
                  <a:lnTo>
                    <a:pt x="331836" y="195900"/>
                  </a:lnTo>
                  <a:lnTo>
                    <a:pt x="332664" y="190666"/>
                  </a:lnTo>
                  <a:lnTo>
                    <a:pt x="333326" y="185408"/>
                  </a:lnTo>
                  <a:lnTo>
                    <a:pt x="333821" y="180132"/>
                  </a:lnTo>
                  <a:lnTo>
                    <a:pt x="334148" y="174843"/>
                  </a:lnTo>
                  <a:lnTo>
                    <a:pt x="334307" y="169547"/>
                  </a:lnTo>
                  <a:lnTo>
                    <a:pt x="334299" y="164248"/>
                  </a:lnTo>
                  <a:lnTo>
                    <a:pt x="334122" y="158951"/>
                  </a:lnTo>
                  <a:lnTo>
                    <a:pt x="333778" y="153664"/>
                  </a:lnTo>
                  <a:lnTo>
                    <a:pt x="333266" y="148389"/>
                  </a:lnTo>
                  <a:lnTo>
                    <a:pt x="332588" y="143134"/>
                  </a:lnTo>
                  <a:lnTo>
                    <a:pt x="331743" y="137902"/>
                  </a:lnTo>
                  <a:lnTo>
                    <a:pt x="330733" y="132701"/>
                  </a:lnTo>
                  <a:lnTo>
                    <a:pt x="329558" y="127533"/>
                  </a:lnTo>
                  <a:lnTo>
                    <a:pt x="328220" y="122406"/>
                  </a:lnTo>
                  <a:lnTo>
                    <a:pt x="326720" y="117323"/>
                  </a:lnTo>
                  <a:lnTo>
                    <a:pt x="325061" y="112291"/>
                  </a:lnTo>
                  <a:lnTo>
                    <a:pt x="323242" y="107314"/>
                  </a:lnTo>
                  <a:lnTo>
                    <a:pt x="321266" y="102397"/>
                  </a:lnTo>
                  <a:lnTo>
                    <a:pt x="319136" y="97545"/>
                  </a:lnTo>
                  <a:lnTo>
                    <a:pt x="316853" y="92763"/>
                  </a:lnTo>
                  <a:lnTo>
                    <a:pt x="314419" y="88055"/>
                  </a:lnTo>
                  <a:lnTo>
                    <a:pt x="311838" y="83427"/>
                  </a:lnTo>
                  <a:lnTo>
                    <a:pt x="309111" y="78884"/>
                  </a:lnTo>
                  <a:lnTo>
                    <a:pt x="306242" y="74429"/>
                  </a:lnTo>
                  <a:lnTo>
                    <a:pt x="303232" y="70067"/>
                  </a:lnTo>
                  <a:lnTo>
                    <a:pt x="300086" y="65803"/>
                  </a:lnTo>
                  <a:lnTo>
                    <a:pt x="296807" y="61641"/>
                  </a:lnTo>
                  <a:lnTo>
                    <a:pt x="293397" y="57584"/>
                  </a:lnTo>
                  <a:lnTo>
                    <a:pt x="289860" y="53638"/>
                  </a:lnTo>
                  <a:lnTo>
                    <a:pt x="286200" y="49806"/>
                  </a:lnTo>
                  <a:lnTo>
                    <a:pt x="282421" y="46092"/>
                  </a:lnTo>
                  <a:lnTo>
                    <a:pt x="278525" y="42499"/>
                  </a:lnTo>
                  <a:lnTo>
                    <a:pt x="274518" y="39032"/>
                  </a:lnTo>
                  <a:lnTo>
                    <a:pt x="270403" y="35694"/>
                  </a:lnTo>
                  <a:lnTo>
                    <a:pt x="266184" y="32487"/>
                  </a:lnTo>
                  <a:lnTo>
                    <a:pt x="261865" y="29416"/>
                  </a:lnTo>
                  <a:lnTo>
                    <a:pt x="257452" y="26484"/>
                  </a:lnTo>
                  <a:lnTo>
                    <a:pt x="252947" y="23692"/>
                  </a:lnTo>
                  <a:lnTo>
                    <a:pt x="248357" y="21045"/>
                  </a:lnTo>
                  <a:lnTo>
                    <a:pt x="243685" y="18545"/>
                  </a:lnTo>
                  <a:lnTo>
                    <a:pt x="238936" y="16194"/>
                  </a:lnTo>
                  <a:lnTo>
                    <a:pt x="234114" y="13995"/>
                  </a:lnTo>
                  <a:lnTo>
                    <a:pt x="229226" y="11950"/>
                  </a:lnTo>
                  <a:lnTo>
                    <a:pt x="224275" y="10060"/>
                  </a:lnTo>
                  <a:lnTo>
                    <a:pt x="219267" y="8329"/>
                  </a:lnTo>
                  <a:lnTo>
                    <a:pt x="214206" y="6757"/>
                  </a:lnTo>
                  <a:lnTo>
                    <a:pt x="209098" y="5346"/>
                  </a:lnTo>
                  <a:lnTo>
                    <a:pt x="203948" y="4098"/>
                  </a:lnTo>
                  <a:lnTo>
                    <a:pt x="198761" y="3014"/>
                  </a:lnTo>
                  <a:lnTo>
                    <a:pt x="193543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43664" y="2406772"/>
              <a:ext cx="102069" cy="167167"/>
            </a:xfrm>
            <a:custGeom>
              <a:avLst/>
              <a:pathLst>
                <a:path w="102069" h="167167">
                  <a:moveTo>
                    <a:pt x="102069" y="0"/>
                  </a:moveTo>
                  <a:lnTo>
                    <a:pt x="96291" y="99"/>
                  </a:lnTo>
                  <a:lnTo>
                    <a:pt x="90521" y="399"/>
                  </a:lnTo>
                  <a:lnTo>
                    <a:pt x="84764" y="898"/>
                  </a:lnTo>
                  <a:lnTo>
                    <a:pt x="79028" y="1595"/>
                  </a:lnTo>
                  <a:lnTo>
                    <a:pt x="73319" y="2490"/>
                  </a:lnTo>
                  <a:lnTo>
                    <a:pt x="67645" y="3582"/>
                  </a:lnTo>
                  <a:lnTo>
                    <a:pt x="62012" y="4870"/>
                  </a:lnTo>
                  <a:lnTo>
                    <a:pt x="56426" y="6351"/>
                  </a:lnTo>
                  <a:lnTo>
                    <a:pt x="50896" y="8025"/>
                  </a:lnTo>
                  <a:lnTo>
                    <a:pt x="45426" y="9888"/>
                  </a:lnTo>
                  <a:lnTo>
                    <a:pt x="40024" y="11940"/>
                  </a:lnTo>
                  <a:lnTo>
                    <a:pt x="34696" y="14177"/>
                  </a:lnTo>
                  <a:lnTo>
                    <a:pt x="29449" y="16597"/>
                  </a:lnTo>
                  <a:lnTo>
                    <a:pt x="24289" y="19197"/>
                  </a:lnTo>
                  <a:lnTo>
                    <a:pt x="19221" y="21973"/>
                  </a:lnTo>
                  <a:lnTo>
                    <a:pt x="14253" y="24923"/>
                  </a:lnTo>
                  <a:lnTo>
                    <a:pt x="9389" y="28043"/>
                  </a:lnTo>
                  <a:lnTo>
                    <a:pt x="4636" y="31330"/>
                  </a:lnTo>
                  <a:lnTo>
                    <a:pt x="0" y="34778"/>
                  </a:lnTo>
                  <a:lnTo>
                    <a:pt x="10206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43664" y="2441550"/>
              <a:ext cx="102069" cy="132388"/>
            </a:xfrm>
            <a:custGeom>
              <a:avLst/>
              <a:pathLst>
                <a:path w="102069" h="132388">
                  <a:moveTo>
                    <a:pt x="0" y="0"/>
                  </a:moveTo>
                  <a:lnTo>
                    <a:pt x="102069" y="1323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478567" y="2408706"/>
              <a:ext cx="334331" cy="332381"/>
            </a:xfrm>
            <a:custGeom>
              <a:avLst/>
              <a:pathLst>
                <a:path w="334331" h="332381">
                  <a:moveTo>
                    <a:pt x="65097" y="32844"/>
                  </a:moveTo>
                  <a:lnTo>
                    <a:pt x="60959" y="36139"/>
                  </a:lnTo>
                  <a:lnTo>
                    <a:pt x="56928" y="39564"/>
                  </a:lnTo>
                  <a:lnTo>
                    <a:pt x="53008" y="43114"/>
                  </a:lnTo>
                  <a:lnTo>
                    <a:pt x="49201" y="46787"/>
                  </a:lnTo>
                  <a:lnTo>
                    <a:pt x="45513" y="50578"/>
                  </a:lnTo>
                  <a:lnTo>
                    <a:pt x="41947" y="54484"/>
                  </a:lnTo>
                  <a:lnTo>
                    <a:pt x="38506" y="58501"/>
                  </a:lnTo>
                  <a:lnTo>
                    <a:pt x="35193" y="62625"/>
                  </a:lnTo>
                  <a:lnTo>
                    <a:pt x="32013" y="66852"/>
                  </a:lnTo>
                  <a:lnTo>
                    <a:pt x="28969" y="71177"/>
                  </a:lnTo>
                  <a:lnTo>
                    <a:pt x="26062" y="75596"/>
                  </a:lnTo>
                  <a:lnTo>
                    <a:pt x="23297" y="80105"/>
                  </a:lnTo>
                  <a:lnTo>
                    <a:pt x="20676" y="84699"/>
                  </a:lnTo>
                  <a:lnTo>
                    <a:pt x="18201" y="89374"/>
                  </a:lnTo>
                  <a:lnTo>
                    <a:pt x="15876" y="94125"/>
                  </a:lnTo>
                  <a:lnTo>
                    <a:pt x="13702" y="98947"/>
                  </a:lnTo>
                  <a:lnTo>
                    <a:pt x="11682" y="103835"/>
                  </a:lnTo>
                  <a:lnTo>
                    <a:pt x="9817" y="108785"/>
                  </a:lnTo>
                  <a:lnTo>
                    <a:pt x="8110" y="113791"/>
                  </a:lnTo>
                  <a:lnTo>
                    <a:pt x="6562" y="118849"/>
                  </a:lnTo>
                  <a:lnTo>
                    <a:pt x="5175" y="123953"/>
                  </a:lnTo>
                  <a:lnTo>
                    <a:pt x="3950" y="129099"/>
                  </a:lnTo>
                  <a:lnTo>
                    <a:pt x="2889" y="134280"/>
                  </a:lnTo>
                  <a:lnTo>
                    <a:pt x="1992" y="139493"/>
                  </a:lnTo>
                  <a:lnTo>
                    <a:pt x="1260" y="144732"/>
                  </a:lnTo>
                  <a:lnTo>
                    <a:pt x="695" y="149991"/>
                  </a:lnTo>
                  <a:lnTo>
                    <a:pt x="296" y="155265"/>
                  </a:lnTo>
                  <a:lnTo>
                    <a:pt x="64" y="160549"/>
                  </a:lnTo>
                  <a:lnTo>
                    <a:pt x="0" y="165838"/>
                  </a:lnTo>
                  <a:lnTo>
                    <a:pt x="102" y="171126"/>
                  </a:lnTo>
                  <a:lnTo>
                    <a:pt x="372" y="176409"/>
                  </a:lnTo>
                  <a:lnTo>
                    <a:pt x="810" y="181680"/>
                  </a:lnTo>
                  <a:lnTo>
                    <a:pt x="1413" y="186935"/>
                  </a:lnTo>
                  <a:lnTo>
                    <a:pt x="2183" y="192168"/>
                  </a:lnTo>
                  <a:lnTo>
                    <a:pt x="3117" y="197374"/>
                  </a:lnTo>
                  <a:lnTo>
                    <a:pt x="4216" y="202548"/>
                  </a:lnTo>
                  <a:lnTo>
                    <a:pt x="5479" y="207684"/>
                  </a:lnTo>
                  <a:lnTo>
                    <a:pt x="6903" y="212778"/>
                  </a:lnTo>
                  <a:lnTo>
                    <a:pt x="8487" y="217825"/>
                  </a:lnTo>
                  <a:lnTo>
                    <a:pt x="10230" y="222819"/>
                  </a:lnTo>
                  <a:lnTo>
                    <a:pt x="12131" y="227755"/>
                  </a:lnTo>
                  <a:lnTo>
                    <a:pt x="14186" y="232628"/>
                  </a:lnTo>
                  <a:lnTo>
                    <a:pt x="16395" y="237434"/>
                  </a:lnTo>
                  <a:lnTo>
                    <a:pt x="18755" y="242168"/>
                  </a:lnTo>
                  <a:lnTo>
                    <a:pt x="21263" y="246825"/>
                  </a:lnTo>
                  <a:lnTo>
                    <a:pt x="23918" y="251400"/>
                  </a:lnTo>
                  <a:lnTo>
                    <a:pt x="26715" y="255889"/>
                  </a:lnTo>
                  <a:lnTo>
                    <a:pt x="29654" y="260287"/>
                  </a:lnTo>
                  <a:lnTo>
                    <a:pt x="32730" y="264590"/>
                  </a:lnTo>
                  <a:lnTo>
                    <a:pt x="35940" y="268793"/>
                  </a:lnTo>
                  <a:lnTo>
                    <a:pt x="39282" y="272893"/>
                  </a:lnTo>
                  <a:lnTo>
                    <a:pt x="42753" y="276885"/>
                  </a:lnTo>
                  <a:lnTo>
                    <a:pt x="46347" y="280765"/>
                  </a:lnTo>
                  <a:lnTo>
                    <a:pt x="50063" y="284530"/>
                  </a:lnTo>
                  <a:lnTo>
                    <a:pt x="53896" y="288175"/>
                  </a:lnTo>
                  <a:lnTo>
                    <a:pt x="57842" y="291697"/>
                  </a:lnTo>
                  <a:lnTo>
                    <a:pt x="61897" y="295092"/>
                  </a:lnTo>
                  <a:lnTo>
                    <a:pt x="66059" y="298357"/>
                  </a:lnTo>
                  <a:lnTo>
                    <a:pt x="70321" y="301489"/>
                  </a:lnTo>
                  <a:lnTo>
                    <a:pt x="74680" y="304485"/>
                  </a:lnTo>
                  <a:lnTo>
                    <a:pt x="79132" y="307341"/>
                  </a:lnTo>
                  <a:lnTo>
                    <a:pt x="83672" y="310055"/>
                  </a:lnTo>
                  <a:lnTo>
                    <a:pt x="88295" y="312624"/>
                  </a:lnTo>
                  <a:lnTo>
                    <a:pt x="92998" y="315046"/>
                  </a:lnTo>
                  <a:lnTo>
                    <a:pt x="97775" y="317317"/>
                  </a:lnTo>
                  <a:lnTo>
                    <a:pt x="102621" y="319437"/>
                  </a:lnTo>
                  <a:lnTo>
                    <a:pt x="107532" y="321401"/>
                  </a:lnTo>
                  <a:lnTo>
                    <a:pt x="112502" y="323210"/>
                  </a:lnTo>
                  <a:lnTo>
                    <a:pt x="117528" y="324860"/>
                  </a:lnTo>
                  <a:lnTo>
                    <a:pt x="122603" y="326351"/>
                  </a:lnTo>
                  <a:lnTo>
                    <a:pt x="127722" y="327680"/>
                  </a:lnTo>
                  <a:lnTo>
                    <a:pt x="132881" y="328846"/>
                  </a:lnTo>
                  <a:lnTo>
                    <a:pt x="138075" y="329849"/>
                  </a:lnTo>
                  <a:lnTo>
                    <a:pt x="143297" y="330687"/>
                  </a:lnTo>
                  <a:lnTo>
                    <a:pt x="148544" y="331359"/>
                  </a:lnTo>
                  <a:lnTo>
                    <a:pt x="153809" y="331865"/>
                  </a:lnTo>
                  <a:lnTo>
                    <a:pt x="159087" y="332205"/>
                  </a:lnTo>
                  <a:lnTo>
                    <a:pt x="164374" y="332377"/>
                  </a:lnTo>
                  <a:lnTo>
                    <a:pt x="169663" y="332381"/>
                  </a:lnTo>
                  <a:lnTo>
                    <a:pt x="174950" y="332219"/>
                  </a:lnTo>
                  <a:lnTo>
                    <a:pt x="180229" y="331889"/>
                  </a:lnTo>
                  <a:lnTo>
                    <a:pt x="185495" y="331392"/>
                  </a:lnTo>
                  <a:lnTo>
                    <a:pt x="190743" y="330729"/>
                  </a:lnTo>
                  <a:lnTo>
                    <a:pt x="195967" y="329900"/>
                  </a:lnTo>
                  <a:lnTo>
                    <a:pt x="201162" y="328907"/>
                  </a:lnTo>
                  <a:lnTo>
                    <a:pt x="206323" y="327749"/>
                  </a:lnTo>
                  <a:lnTo>
                    <a:pt x="211445" y="326429"/>
                  </a:lnTo>
                  <a:lnTo>
                    <a:pt x="216522" y="324947"/>
                  </a:lnTo>
                  <a:lnTo>
                    <a:pt x="221551" y="323306"/>
                  </a:lnTo>
                  <a:lnTo>
                    <a:pt x="226524" y="321506"/>
                  </a:lnTo>
                  <a:lnTo>
                    <a:pt x="231439" y="319550"/>
                  </a:lnTo>
                  <a:lnTo>
                    <a:pt x="236289" y="317439"/>
                  </a:lnTo>
                  <a:lnTo>
                    <a:pt x="241069" y="315176"/>
                  </a:lnTo>
                  <a:lnTo>
                    <a:pt x="245776" y="312763"/>
                  </a:lnTo>
                  <a:lnTo>
                    <a:pt x="250404" y="310202"/>
                  </a:lnTo>
                  <a:lnTo>
                    <a:pt x="254949" y="307496"/>
                  </a:lnTo>
                  <a:lnTo>
                    <a:pt x="259406" y="304648"/>
                  </a:lnTo>
                  <a:lnTo>
                    <a:pt x="263770" y="301660"/>
                  </a:lnTo>
                  <a:lnTo>
                    <a:pt x="268038" y="298536"/>
                  </a:lnTo>
                  <a:lnTo>
                    <a:pt x="272205" y="295278"/>
                  </a:lnTo>
                  <a:lnTo>
                    <a:pt x="276267" y="291889"/>
                  </a:lnTo>
                  <a:lnTo>
                    <a:pt x="280219" y="288374"/>
                  </a:lnTo>
                  <a:lnTo>
                    <a:pt x="284058" y="284736"/>
                  </a:lnTo>
                  <a:lnTo>
                    <a:pt x="287781" y="280978"/>
                  </a:lnTo>
                  <a:lnTo>
                    <a:pt x="291382" y="277104"/>
                  </a:lnTo>
                  <a:lnTo>
                    <a:pt x="294859" y="273118"/>
                  </a:lnTo>
                  <a:lnTo>
                    <a:pt x="298208" y="269025"/>
                  </a:lnTo>
                  <a:lnTo>
                    <a:pt x="301426" y="264827"/>
                  </a:lnTo>
                  <a:lnTo>
                    <a:pt x="304510" y="260529"/>
                  </a:lnTo>
                  <a:lnTo>
                    <a:pt x="307456" y="256136"/>
                  </a:lnTo>
                  <a:lnTo>
                    <a:pt x="310262" y="251653"/>
                  </a:lnTo>
                  <a:lnTo>
                    <a:pt x="312924" y="247082"/>
                  </a:lnTo>
                  <a:lnTo>
                    <a:pt x="315441" y="242430"/>
                  </a:lnTo>
                  <a:lnTo>
                    <a:pt x="317809" y="237700"/>
                  </a:lnTo>
                  <a:lnTo>
                    <a:pt x="320026" y="232898"/>
                  </a:lnTo>
                  <a:lnTo>
                    <a:pt x="322090" y="228028"/>
                  </a:lnTo>
                  <a:lnTo>
                    <a:pt x="324000" y="223095"/>
                  </a:lnTo>
                  <a:lnTo>
                    <a:pt x="325752" y="218105"/>
                  </a:lnTo>
                  <a:lnTo>
                    <a:pt x="327345" y="213061"/>
                  </a:lnTo>
                  <a:lnTo>
                    <a:pt x="328778" y="207970"/>
                  </a:lnTo>
                  <a:lnTo>
                    <a:pt x="330049" y="202835"/>
                  </a:lnTo>
                  <a:lnTo>
                    <a:pt x="331157" y="197663"/>
                  </a:lnTo>
                  <a:lnTo>
                    <a:pt x="332101" y="192459"/>
                  </a:lnTo>
                  <a:lnTo>
                    <a:pt x="332880" y="187227"/>
                  </a:lnTo>
                  <a:lnTo>
                    <a:pt x="333493" y="181973"/>
                  </a:lnTo>
                  <a:lnTo>
                    <a:pt x="333939" y="176703"/>
                  </a:lnTo>
                  <a:lnTo>
                    <a:pt x="334219" y="171421"/>
                  </a:lnTo>
                  <a:lnTo>
                    <a:pt x="334331" y="166133"/>
                  </a:lnTo>
                  <a:lnTo>
                    <a:pt x="334276" y="160844"/>
                  </a:lnTo>
                  <a:lnTo>
                    <a:pt x="334053" y="155559"/>
                  </a:lnTo>
                  <a:lnTo>
                    <a:pt x="333664" y="150284"/>
                  </a:lnTo>
                  <a:lnTo>
                    <a:pt x="333107" y="145024"/>
                  </a:lnTo>
                  <a:lnTo>
                    <a:pt x="332385" y="139784"/>
                  </a:lnTo>
                  <a:lnTo>
                    <a:pt x="331497" y="134570"/>
                  </a:lnTo>
                  <a:lnTo>
                    <a:pt x="330445" y="129387"/>
                  </a:lnTo>
                  <a:lnTo>
                    <a:pt x="329229" y="124239"/>
                  </a:lnTo>
                  <a:lnTo>
                    <a:pt x="327851" y="119132"/>
                  </a:lnTo>
                  <a:lnTo>
                    <a:pt x="326312" y="114072"/>
                  </a:lnTo>
                  <a:lnTo>
                    <a:pt x="324614" y="109062"/>
                  </a:lnTo>
                  <a:lnTo>
                    <a:pt x="322758" y="104109"/>
                  </a:lnTo>
                  <a:lnTo>
                    <a:pt x="320746" y="99217"/>
                  </a:lnTo>
                  <a:lnTo>
                    <a:pt x="318581" y="94392"/>
                  </a:lnTo>
                  <a:lnTo>
                    <a:pt x="316264" y="89637"/>
                  </a:lnTo>
                  <a:lnTo>
                    <a:pt x="313798" y="84958"/>
                  </a:lnTo>
                  <a:lnTo>
                    <a:pt x="311185" y="80359"/>
                  </a:lnTo>
                  <a:lnTo>
                    <a:pt x="308427" y="75845"/>
                  </a:lnTo>
                  <a:lnTo>
                    <a:pt x="305529" y="71421"/>
                  </a:lnTo>
                  <a:lnTo>
                    <a:pt x="302492" y="67090"/>
                  </a:lnTo>
                  <a:lnTo>
                    <a:pt x="299319" y="62858"/>
                  </a:lnTo>
                  <a:lnTo>
                    <a:pt x="296014" y="58728"/>
                  </a:lnTo>
                  <a:lnTo>
                    <a:pt x="292580" y="54705"/>
                  </a:lnTo>
                  <a:lnTo>
                    <a:pt x="289021" y="50793"/>
                  </a:lnTo>
                  <a:lnTo>
                    <a:pt x="285339" y="46995"/>
                  </a:lnTo>
                  <a:lnTo>
                    <a:pt x="281539" y="43316"/>
                  </a:lnTo>
                  <a:lnTo>
                    <a:pt x="277625" y="39758"/>
                  </a:lnTo>
                  <a:lnTo>
                    <a:pt x="273600" y="36326"/>
                  </a:lnTo>
                  <a:lnTo>
                    <a:pt x="269468" y="33024"/>
                  </a:lnTo>
                  <a:lnTo>
                    <a:pt x="265235" y="29853"/>
                  </a:lnTo>
                  <a:lnTo>
                    <a:pt x="260903" y="26819"/>
                  </a:lnTo>
                  <a:lnTo>
                    <a:pt x="256477" y="23922"/>
                  </a:lnTo>
                  <a:lnTo>
                    <a:pt x="251961" y="21168"/>
                  </a:lnTo>
                  <a:lnTo>
                    <a:pt x="247361" y="18557"/>
                  </a:lnTo>
                  <a:lnTo>
                    <a:pt x="242681" y="16093"/>
                  </a:lnTo>
                  <a:lnTo>
                    <a:pt x="237924" y="13779"/>
                  </a:lnTo>
                  <a:lnTo>
                    <a:pt x="233097" y="11616"/>
                  </a:lnTo>
                  <a:lnTo>
                    <a:pt x="228205" y="9607"/>
                  </a:lnTo>
                  <a:lnTo>
                    <a:pt x="223250" y="7754"/>
                  </a:lnTo>
                  <a:lnTo>
                    <a:pt x="218240" y="6058"/>
                  </a:lnTo>
                  <a:lnTo>
                    <a:pt x="213179" y="4522"/>
                  </a:lnTo>
                  <a:lnTo>
                    <a:pt x="208071" y="3147"/>
                  </a:lnTo>
                  <a:lnTo>
                    <a:pt x="202923" y="1934"/>
                  </a:lnTo>
                  <a:lnTo>
                    <a:pt x="197739" y="884"/>
                  </a:lnTo>
                  <a:lnTo>
                    <a:pt x="192524" y="0"/>
                  </a:lnTo>
                  <a:lnTo>
                    <a:pt x="167166" y="1652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645733" y="2406772"/>
              <a:ext cx="25358" cy="167167"/>
            </a:xfrm>
            <a:custGeom>
              <a:avLst/>
              <a:pathLst>
                <a:path w="25358" h="167167">
                  <a:moveTo>
                    <a:pt x="25358" y="1934"/>
                  </a:moveTo>
                  <a:lnTo>
                    <a:pt x="16941" y="860"/>
                  </a:lnTo>
                  <a:lnTo>
                    <a:pt x="8481" y="2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358824" y="2911194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19" y="4086"/>
                  </a:lnTo>
                  <a:lnTo>
                    <a:pt x="125277" y="5330"/>
                  </a:lnTo>
                  <a:lnTo>
                    <a:pt x="120176" y="6737"/>
                  </a:lnTo>
                  <a:lnTo>
                    <a:pt x="115122" y="8304"/>
                  </a:lnTo>
                  <a:lnTo>
                    <a:pt x="110121" y="10030"/>
                  </a:lnTo>
                  <a:lnTo>
                    <a:pt x="105177" y="11914"/>
                  </a:lnTo>
                  <a:lnTo>
                    <a:pt x="100294" y="13953"/>
                  </a:lnTo>
                  <a:lnTo>
                    <a:pt x="95479" y="16146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3" y="23622"/>
                  </a:lnTo>
                  <a:lnTo>
                    <a:pt x="76983" y="26405"/>
                  </a:lnTo>
                  <a:lnTo>
                    <a:pt x="72574" y="29329"/>
                  </a:lnTo>
                  <a:lnTo>
                    <a:pt x="68259" y="32391"/>
                  </a:lnTo>
                  <a:lnTo>
                    <a:pt x="64043" y="35589"/>
                  </a:lnTo>
                  <a:lnTo>
                    <a:pt x="59931" y="38918"/>
                  </a:lnTo>
                  <a:lnTo>
                    <a:pt x="55926" y="42375"/>
                  </a:lnTo>
                  <a:lnTo>
                    <a:pt x="52032" y="45958"/>
                  </a:lnTo>
                  <a:lnTo>
                    <a:pt x="48254" y="49662"/>
                  </a:lnTo>
                  <a:lnTo>
                    <a:pt x="44595" y="53484"/>
                  </a:lnTo>
                  <a:lnTo>
                    <a:pt x="41059" y="57419"/>
                  </a:lnTo>
                  <a:lnTo>
                    <a:pt x="37649" y="61465"/>
                  </a:lnTo>
                  <a:lnTo>
                    <a:pt x="34368" y="65616"/>
                  </a:lnTo>
                  <a:lnTo>
                    <a:pt x="31221" y="69869"/>
                  </a:lnTo>
                  <a:lnTo>
                    <a:pt x="28210" y="74220"/>
                  </a:lnTo>
                  <a:lnTo>
                    <a:pt x="25338" y="78664"/>
                  </a:lnTo>
                  <a:lnTo>
                    <a:pt x="22608" y="83196"/>
                  </a:lnTo>
                  <a:lnTo>
                    <a:pt x="20023" y="87812"/>
                  </a:lnTo>
                  <a:lnTo>
                    <a:pt x="17586" y="92508"/>
                  </a:lnTo>
                  <a:lnTo>
                    <a:pt x="15298" y="97279"/>
                  </a:lnTo>
                  <a:lnTo>
                    <a:pt x="13162" y="102120"/>
                  </a:lnTo>
                  <a:lnTo>
                    <a:pt x="11181" y="107026"/>
                  </a:lnTo>
                  <a:lnTo>
                    <a:pt x="9356" y="111992"/>
                  </a:lnTo>
                  <a:lnTo>
                    <a:pt x="7689" y="117014"/>
                  </a:lnTo>
                  <a:lnTo>
                    <a:pt x="6181" y="122086"/>
                  </a:lnTo>
                  <a:lnTo>
                    <a:pt x="4835" y="127202"/>
                  </a:lnTo>
                  <a:lnTo>
                    <a:pt x="3652" y="132359"/>
                  </a:lnTo>
                  <a:lnTo>
                    <a:pt x="2632" y="137551"/>
                  </a:lnTo>
                  <a:lnTo>
                    <a:pt x="1777" y="142773"/>
                  </a:lnTo>
                  <a:lnTo>
                    <a:pt x="1088" y="148019"/>
                  </a:lnTo>
                  <a:lnTo>
                    <a:pt x="565" y="153284"/>
                  </a:lnTo>
                  <a:lnTo>
                    <a:pt x="209" y="158563"/>
                  </a:lnTo>
                  <a:lnTo>
                    <a:pt x="21" y="163850"/>
                  </a:lnTo>
                  <a:lnTo>
                    <a:pt x="0" y="169141"/>
                  </a:lnTo>
                  <a:lnTo>
                    <a:pt x="146" y="174430"/>
                  </a:lnTo>
                  <a:lnTo>
                    <a:pt x="459" y="179712"/>
                  </a:lnTo>
                  <a:lnTo>
                    <a:pt x="940" y="184981"/>
                  </a:lnTo>
                  <a:lnTo>
                    <a:pt x="1587" y="190232"/>
                  </a:lnTo>
                  <a:lnTo>
                    <a:pt x="2400" y="195460"/>
                  </a:lnTo>
                  <a:lnTo>
                    <a:pt x="3378" y="200660"/>
                  </a:lnTo>
                  <a:lnTo>
                    <a:pt x="4520" y="205827"/>
                  </a:lnTo>
                  <a:lnTo>
                    <a:pt x="5824" y="210954"/>
                  </a:lnTo>
                  <a:lnTo>
                    <a:pt x="7291" y="216038"/>
                  </a:lnTo>
                  <a:lnTo>
                    <a:pt x="8918" y="221072"/>
                  </a:lnTo>
                  <a:lnTo>
                    <a:pt x="10703" y="226053"/>
                  </a:lnTo>
                  <a:lnTo>
                    <a:pt x="12645" y="230975"/>
                  </a:lnTo>
                  <a:lnTo>
                    <a:pt x="14742" y="235833"/>
                  </a:lnTo>
                  <a:lnTo>
                    <a:pt x="16991" y="240622"/>
                  </a:lnTo>
                  <a:lnTo>
                    <a:pt x="19391" y="245337"/>
                  </a:lnTo>
                  <a:lnTo>
                    <a:pt x="21939" y="249974"/>
                  </a:lnTo>
                  <a:lnTo>
                    <a:pt x="24632" y="254529"/>
                  </a:lnTo>
                  <a:lnTo>
                    <a:pt x="27468" y="258995"/>
                  </a:lnTo>
                  <a:lnTo>
                    <a:pt x="30444" y="263370"/>
                  </a:lnTo>
                  <a:lnTo>
                    <a:pt x="33557" y="267648"/>
                  </a:lnTo>
                  <a:lnTo>
                    <a:pt x="36804" y="271826"/>
                  </a:lnTo>
                  <a:lnTo>
                    <a:pt x="40181" y="275899"/>
                  </a:lnTo>
                  <a:lnTo>
                    <a:pt x="43686" y="279862"/>
                  </a:lnTo>
                  <a:lnTo>
                    <a:pt x="47314" y="283713"/>
                  </a:lnTo>
                  <a:lnTo>
                    <a:pt x="51063" y="287448"/>
                  </a:lnTo>
                  <a:lnTo>
                    <a:pt x="54927" y="291061"/>
                  </a:lnTo>
                  <a:lnTo>
                    <a:pt x="58904" y="294551"/>
                  </a:lnTo>
                  <a:lnTo>
                    <a:pt x="62990" y="297913"/>
                  </a:lnTo>
                  <a:lnTo>
                    <a:pt x="67180" y="301144"/>
                  </a:lnTo>
                  <a:lnTo>
                    <a:pt x="71470" y="304241"/>
                  </a:lnTo>
                  <a:lnTo>
                    <a:pt x="75856" y="307200"/>
                  </a:lnTo>
                  <a:lnTo>
                    <a:pt x="80333" y="310019"/>
                  </a:lnTo>
                  <a:lnTo>
                    <a:pt x="84897" y="312696"/>
                  </a:lnTo>
                  <a:lnTo>
                    <a:pt x="89544" y="315226"/>
                  </a:lnTo>
                  <a:lnTo>
                    <a:pt x="94268" y="317608"/>
                  </a:lnTo>
                  <a:lnTo>
                    <a:pt x="99066" y="319839"/>
                  </a:lnTo>
                  <a:lnTo>
                    <a:pt x="103932" y="321917"/>
                  </a:lnTo>
                  <a:lnTo>
                    <a:pt x="108861" y="323841"/>
                  </a:lnTo>
                  <a:lnTo>
                    <a:pt x="113848" y="325607"/>
                  </a:lnTo>
                  <a:lnTo>
                    <a:pt x="118889" y="327215"/>
                  </a:lnTo>
                  <a:lnTo>
                    <a:pt x="123978" y="328662"/>
                  </a:lnTo>
                  <a:lnTo>
                    <a:pt x="129111" y="329948"/>
                  </a:lnTo>
                  <a:lnTo>
                    <a:pt x="134281" y="331070"/>
                  </a:lnTo>
                  <a:lnTo>
                    <a:pt x="139485" y="332028"/>
                  </a:lnTo>
                  <a:lnTo>
                    <a:pt x="144716" y="332821"/>
                  </a:lnTo>
                  <a:lnTo>
                    <a:pt x="149970" y="333449"/>
                  </a:lnTo>
                  <a:lnTo>
                    <a:pt x="155240" y="333909"/>
                  </a:lnTo>
                  <a:lnTo>
                    <a:pt x="160523" y="334203"/>
                  </a:lnTo>
                  <a:lnTo>
                    <a:pt x="165813" y="334329"/>
                  </a:lnTo>
                  <a:lnTo>
                    <a:pt x="171104" y="334288"/>
                  </a:lnTo>
                  <a:lnTo>
                    <a:pt x="176390" y="334079"/>
                  </a:lnTo>
                  <a:lnTo>
                    <a:pt x="181668" y="333703"/>
                  </a:lnTo>
                  <a:lnTo>
                    <a:pt x="186931" y="333161"/>
                  </a:lnTo>
                  <a:lnTo>
                    <a:pt x="192174" y="332452"/>
                  </a:lnTo>
                  <a:lnTo>
                    <a:pt x="197393" y="331577"/>
                  </a:lnTo>
                  <a:lnTo>
                    <a:pt x="202581" y="330538"/>
                  </a:lnTo>
                  <a:lnTo>
                    <a:pt x="207733" y="329335"/>
                  </a:lnTo>
                  <a:lnTo>
                    <a:pt x="212845" y="327969"/>
                  </a:lnTo>
                  <a:lnTo>
                    <a:pt x="217911" y="326443"/>
                  </a:lnTo>
                  <a:lnTo>
                    <a:pt x="222926" y="324757"/>
                  </a:lnTo>
                  <a:lnTo>
                    <a:pt x="227885" y="322913"/>
                  </a:lnTo>
                  <a:lnTo>
                    <a:pt x="232784" y="320913"/>
                  </a:lnTo>
                  <a:lnTo>
                    <a:pt x="237616" y="318759"/>
                  </a:lnTo>
                  <a:lnTo>
                    <a:pt x="242378" y="316453"/>
                  </a:lnTo>
                  <a:lnTo>
                    <a:pt x="247065" y="313998"/>
                  </a:lnTo>
                  <a:lnTo>
                    <a:pt x="251672" y="311396"/>
                  </a:lnTo>
                  <a:lnTo>
                    <a:pt x="256194" y="308649"/>
                  </a:lnTo>
                  <a:lnTo>
                    <a:pt x="260627" y="305760"/>
                  </a:lnTo>
                  <a:lnTo>
                    <a:pt x="264966" y="302732"/>
                  </a:lnTo>
                  <a:lnTo>
                    <a:pt x="269207" y="299569"/>
                  </a:lnTo>
                  <a:lnTo>
                    <a:pt x="273346" y="296273"/>
                  </a:lnTo>
                  <a:lnTo>
                    <a:pt x="277379" y="292848"/>
                  </a:lnTo>
                  <a:lnTo>
                    <a:pt x="281301" y="289297"/>
                  </a:lnTo>
                  <a:lnTo>
                    <a:pt x="285109" y="285623"/>
                  </a:lnTo>
                  <a:lnTo>
                    <a:pt x="288799" y="281831"/>
                  </a:lnTo>
                  <a:lnTo>
                    <a:pt x="292366" y="277924"/>
                  </a:lnTo>
                  <a:lnTo>
                    <a:pt x="295809" y="273906"/>
                  </a:lnTo>
                  <a:lnTo>
                    <a:pt x="299122" y="269781"/>
                  </a:lnTo>
                  <a:lnTo>
                    <a:pt x="302304" y="265553"/>
                  </a:lnTo>
                  <a:lnTo>
                    <a:pt x="305350" y="261227"/>
                  </a:lnTo>
                  <a:lnTo>
                    <a:pt x="308257" y="256806"/>
                  </a:lnTo>
                  <a:lnTo>
                    <a:pt x="311023" y="252296"/>
                  </a:lnTo>
                  <a:lnTo>
                    <a:pt x="313645" y="247700"/>
                  </a:lnTo>
                  <a:lnTo>
                    <a:pt x="316120" y="243024"/>
                  </a:lnTo>
                  <a:lnTo>
                    <a:pt x="318447" y="238272"/>
                  </a:lnTo>
                  <a:lnTo>
                    <a:pt x="320621" y="233448"/>
                  </a:lnTo>
                  <a:lnTo>
                    <a:pt x="322642" y="228558"/>
                  </a:lnTo>
                  <a:lnTo>
                    <a:pt x="324507" y="223607"/>
                  </a:lnTo>
                  <a:lnTo>
                    <a:pt x="326214" y="218599"/>
                  </a:lnTo>
                  <a:lnTo>
                    <a:pt x="327762" y="213540"/>
                  </a:lnTo>
                  <a:lnTo>
                    <a:pt x="329149" y="208434"/>
                  </a:lnTo>
                  <a:lnTo>
                    <a:pt x="330374" y="203286"/>
                  </a:lnTo>
                  <a:lnTo>
                    <a:pt x="331435" y="198103"/>
                  </a:lnTo>
                  <a:lnTo>
                    <a:pt x="332332" y="192889"/>
                  </a:lnTo>
                  <a:lnTo>
                    <a:pt x="333063" y="187648"/>
                  </a:lnTo>
                  <a:lnTo>
                    <a:pt x="333628" y="182388"/>
                  </a:lnTo>
                  <a:lnTo>
                    <a:pt x="334027" y="177112"/>
                  </a:lnTo>
                  <a:lnTo>
                    <a:pt x="334258" y="171826"/>
                  </a:lnTo>
                  <a:lnTo>
                    <a:pt x="334322" y="166535"/>
                  </a:lnTo>
                  <a:lnTo>
                    <a:pt x="334218" y="161245"/>
                  </a:lnTo>
                  <a:lnTo>
                    <a:pt x="333947" y="155961"/>
                  </a:lnTo>
                  <a:lnTo>
                    <a:pt x="333509" y="15068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61883"/>
              <a:ext cx="166353" cy="16478"/>
            </a:xfrm>
            <a:custGeom>
              <a:avLst/>
              <a:pathLst>
                <a:path w="166353" h="16478">
                  <a:moveTo>
                    <a:pt x="166353" y="0"/>
                  </a:moveTo>
                  <a:lnTo>
                    <a:pt x="0" y="164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2924103"/>
              <a:ext cx="166353" cy="154258"/>
            </a:xfrm>
            <a:custGeom>
              <a:avLst/>
              <a:pathLst>
                <a:path w="166353" h="154258">
                  <a:moveTo>
                    <a:pt x="166353" y="137780"/>
                  </a:moveTo>
                  <a:lnTo>
                    <a:pt x="165727" y="132363"/>
                  </a:lnTo>
                  <a:lnTo>
                    <a:pt x="164925" y="126969"/>
                  </a:lnTo>
                  <a:lnTo>
                    <a:pt x="163947" y="121605"/>
                  </a:lnTo>
                  <a:lnTo>
                    <a:pt x="162794" y="116275"/>
                  </a:lnTo>
                  <a:lnTo>
                    <a:pt x="161469" y="110985"/>
                  </a:lnTo>
                  <a:lnTo>
                    <a:pt x="159972" y="105742"/>
                  </a:lnTo>
                  <a:lnTo>
                    <a:pt x="158304" y="100550"/>
                  </a:lnTo>
                  <a:lnTo>
                    <a:pt x="156468" y="95416"/>
                  </a:lnTo>
                  <a:lnTo>
                    <a:pt x="154466" y="90344"/>
                  </a:lnTo>
                  <a:lnTo>
                    <a:pt x="152299" y="85340"/>
                  </a:lnTo>
                  <a:lnTo>
                    <a:pt x="149970" y="80409"/>
                  </a:lnTo>
                  <a:lnTo>
                    <a:pt x="147482" y="75557"/>
                  </a:lnTo>
                  <a:lnTo>
                    <a:pt x="144837" y="70789"/>
                  </a:lnTo>
                  <a:lnTo>
                    <a:pt x="142037" y="66109"/>
                  </a:lnTo>
                  <a:lnTo>
                    <a:pt x="139087" y="61523"/>
                  </a:lnTo>
                  <a:lnTo>
                    <a:pt x="135988" y="57036"/>
                  </a:lnTo>
                  <a:lnTo>
                    <a:pt x="132745" y="52653"/>
                  </a:lnTo>
                  <a:lnTo>
                    <a:pt x="129360" y="48377"/>
                  </a:lnTo>
                  <a:lnTo>
                    <a:pt x="125838" y="44215"/>
                  </a:lnTo>
                  <a:lnTo>
                    <a:pt x="122182" y="40169"/>
                  </a:lnTo>
                  <a:lnTo>
                    <a:pt x="118396" y="36244"/>
                  </a:lnTo>
                  <a:lnTo>
                    <a:pt x="114484" y="32446"/>
                  </a:lnTo>
                  <a:lnTo>
                    <a:pt x="110450" y="28777"/>
                  </a:lnTo>
                  <a:lnTo>
                    <a:pt x="106299" y="25241"/>
                  </a:lnTo>
                  <a:lnTo>
                    <a:pt x="102034" y="21843"/>
                  </a:lnTo>
                  <a:lnTo>
                    <a:pt x="97661" y="18585"/>
                  </a:lnTo>
                  <a:lnTo>
                    <a:pt x="93184" y="15472"/>
                  </a:lnTo>
                  <a:lnTo>
                    <a:pt x="88608" y="12507"/>
                  </a:lnTo>
                  <a:lnTo>
                    <a:pt x="83937" y="9692"/>
                  </a:lnTo>
                  <a:lnTo>
                    <a:pt x="79178" y="7031"/>
                  </a:lnTo>
                  <a:lnTo>
                    <a:pt x="74334" y="4527"/>
                  </a:lnTo>
                  <a:lnTo>
                    <a:pt x="69411" y="2182"/>
                  </a:lnTo>
                  <a:lnTo>
                    <a:pt x="64414" y="0"/>
                  </a:lnTo>
                  <a:lnTo>
                    <a:pt x="0" y="1542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2911194"/>
              <a:ext cx="64414" cy="167167"/>
            </a:xfrm>
            <a:custGeom>
              <a:avLst/>
              <a:pathLst>
                <a:path w="64414" h="167167">
                  <a:moveTo>
                    <a:pt x="64414" y="12908"/>
                  </a:moveTo>
                  <a:lnTo>
                    <a:pt x="58826" y="10692"/>
                  </a:lnTo>
                  <a:lnTo>
                    <a:pt x="53162" y="8678"/>
                  </a:lnTo>
                  <a:lnTo>
                    <a:pt x="47430" y="6869"/>
                  </a:lnTo>
                  <a:lnTo>
                    <a:pt x="41636" y="5268"/>
                  </a:lnTo>
                  <a:lnTo>
                    <a:pt x="35789" y="3875"/>
                  </a:lnTo>
                  <a:lnTo>
                    <a:pt x="29895" y="2694"/>
                  </a:lnTo>
                  <a:lnTo>
                    <a:pt x="23962" y="1726"/>
                  </a:lnTo>
                  <a:lnTo>
                    <a:pt x="17999" y="971"/>
                  </a:lnTo>
                  <a:lnTo>
                    <a:pt x="12012" y="432"/>
                  </a:lnTo>
                  <a:lnTo>
                    <a:pt x="6010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358832" y="3429590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2" y="18601"/>
                  </a:lnTo>
                  <a:lnTo>
                    <a:pt x="85835" y="21108"/>
                  </a:lnTo>
                  <a:lnTo>
                    <a:pt x="81239" y="23763"/>
                  </a:lnTo>
                  <a:lnTo>
                    <a:pt x="76730" y="26562"/>
                  </a:lnTo>
                  <a:lnTo>
                    <a:pt x="72313" y="29503"/>
                  </a:lnTo>
                  <a:lnTo>
                    <a:pt x="67990" y="32583"/>
                  </a:lnTo>
                  <a:lnTo>
                    <a:pt x="63768" y="35799"/>
                  </a:lnTo>
                  <a:lnTo>
                    <a:pt x="59650" y="39147"/>
                  </a:lnTo>
                  <a:lnTo>
                    <a:pt x="55641" y="42623"/>
                  </a:lnTo>
                  <a:lnTo>
                    <a:pt x="51743" y="46226"/>
                  </a:lnTo>
                  <a:lnTo>
                    <a:pt x="47962" y="49950"/>
                  </a:lnTo>
                  <a:lnTo>
                    <a:pt x="44302" y="53793"/>
                  </a:lnTo>
                  <a:lnTo>
                    <a:pt x="40765" y="57749"/>
                  </a:lnTo>
                  <a:lnTo>
                    <a:pt x="37355" y="61816"/>
                  </a:lnTo>
                  <a:lnTo>
                    <a:pt x="34076" y="65990"/>
                  </a:lnTo>
                  <a:lnTo>
                    <a:pt x="30931" y="70265"/>
                  </a:lnTo>
                  <a:lnTo>
                    <a:pt x="27924" y="74638"/>
                  </a:lnTo>
                  <a:lnTo>
                    <a:pt x="25057" y="79104"/>
                  </a:lnTo>
                  <a:lnTo>
                    <a:pt x="22333" y="83659"/>
                  </a:lnTo>
                  <a:lnTo>
                    <a:pt x="19755" y="88298"/>
                  </a:lnTo>
                  <a:lnTo>
                    <a:pt x="17326" y="93016"/>
                  </a:lnTo>
                  <a:lnTo>
                    <a:pt x="15048" y="97810"/>
                  </a:lnTo>
                  <a:lnTo>
                    <a:pt x="12923" y="102673"/>
                  </a:lnTo>
                  <a:lnTo>
                    <a:pt x="10953" y="107601"/>
                  </a:lnTo>
                  <a:lnTo>
                    <a:pt x="9141" y="112589"/>
                  </a:lnTo>
                  <a:lnTo>
                    <a:pt x="7488" y="117632"/>
                  </a:lnTo>
                  <a:lnTo>
                    <a:pt x="5996" y="122726"/>
                  </a:lnTo>
                  <a:lnTo>
                    <a:pt x="4667" y="127863"/>
                  </a:lnTo>
                  <a:lnTo>
                    <a:pt x="3501" y="133041"/>
                  </a:lnTo>
                  <a:lnTo>
                    <a:pt x="2500" y="138253"/>
                  </a:lnTo>
                  <a:lnTo>
                    <a:pt x="1665" y="143494"/>
                  </a:lnTo>
                  <a:lnTo>
                    <a:pt x="997" y="148759"/>
                  </a:lnTo>
                  <a:lnTo>
                    <a:pt x="496" y="154043"/>
                  </a:lnTo>
                  <a:lnTo>
                    <a:pt x="164" y="159339"/>
                  </a:lnTo>
                  <a:lnTo>
                    <a:pt x="0" y="164644"/>
                  </a:lnTo>
                  <a:lnTo>
                    <a:pt x="4" y="169951"/>
                  </a:lnTo>
                  <a:lnTo>
                    <a:pt x="176" y="175256"/>
                  </a:lnTo>
                  <a:lnTo>
                    <a:pt x="517" y="180552"/>
                  </a:lnTo>
                  <a:lnTo>
                    <a:pt x="1026" y="185835"/>
                  </a:lnTo>
                  <a:lnTo>
                    <a:pt x="1702" y="191098"/>
                  </a:lnTo>
                  <a:lnTo>
                    <a:pt x="2545" y="196338"/>
                  </a:lnTo>
                  <a:lnTo>
                    <a:pt x="3554" y="201549"/>
                  </a:lnTo>
                  <a:lnTo>
                    <a:pt x="4728" y="206724"/>
                  </a:lnTo>
                  <a:lnTo>
                    <a:pt x="6066" y="211860"/>
                  </a:lnTo>
                  <a:lnTo>
                    <a:pt x="7566" y="216951"/>
                  </a:lnTo>
                  <a:lnTo>
                    <a:pt x="9226" y="221992"/>
                  </a:lnTo>
                  <a:lnTo>
                    <a:pt x="11046" y="226977"/>
                  </a:lnTo>
                  <a:lnTo>
                    <a:pt x="13024" y="231902"/>
                  </a:lnTo>
                  <a:lnTo>
                    <a:pt x="15156" y="236762"/>
                  </a:lnTo>
                  <a:lnTo>
                    <a:pt x="17442" y="241552"/>
                  </a:lnTo>
                  <a:lnTo>
                    <a:pt x="19879" y="246266"/>
                  </a:lnTo>
                  <a:lnTo>
                    <a:pt x="22464" y="250901"/>
                  </a:lnTo>
                  <a:lnTo>
                    <a:pt x="25195" y="255452"/>
                  </a:lnTo>
                  <a:lnTo>
                    <a:pt x="28069" y="259914"/>
                  </a:lnTo>
                  <a:lnTo>
                    <a:pt x="31083" y="264282"/>
                  </a:lnTo>
                  <a:lnTo>
                    <a:pt x="34234" y="268552"/>
                  </a:lnTo>
                  <a:lnTo>
                    <a:pt x="37520" y="272720"/>
                  </a:lnTo>
                  <a:lnTo>
                    <a:pt x="40936" y="276782"/>
                  </a:lnTo>
                  <a:lnTo>
                    <a:pt x="44479" y="280733"/>
                  </a:lnTo>
                  <a:lnTo>
                    <a:pt x="48146" y="284570"/>
                  </a:lnTo>
                  <a:lnTo>
                    <a:pt x="51933" y="288288"/>
                  </a:lnTo>
                  <a:lnTo>
                    <a:pt x="55835" y="291885"/>
                  </a:lnTo>
                  <a:lnTo>
                    <a:pt x="59851" y="295355"/>
                  </a:lnTo>
                  <a:lnTo>
                    <a:pt x="63974" y="298697"/>
                  </a:lnTo>
                  <a:lnTo>
                    <a:pt x="68201" y="301905"/>
                  </a:lnTo>
                  <a:lnTo>
                    <a:pt x="72528" y="304978"/>
                  </a:lnTo>
                  <a:lnTo>
                    <a:pt x="76950" y="307913"/>
                  </a:lnTo>
                  <a:lnTo>
                    <a:pt x="81464" y="310705"/>
                  </a:lnTo>
                  <a:lnTo>
                    <a:pt x="86063" y="313353"/>
                  </a:lnTo>
                  <a:lnTo>
                    <a:pt x="90745" y="315853"/>
                  </a:lnTo>
                  <a:lnTo>
                    <a:pt x="95503" y="318203"/>
                  </a:lnTo>
                  <a:lnTo>
                    <a:pt x="100333" y="320401"/>
                  </a:lnTo>
                  <a:lnTo>
                    <a:pt x="105231" y="322445"/>
                  </a:lnTo>
                  <a:lnTo>
                    <a:pt x="110192" y="324332"/>
                  </a:lnTo>
                  <a:lnTo>
                    <a:pt x="115209" y="326061"/>
                  </a:lnTo>
                  <a:lnTo>
                    <a:pt x="120279" y="327630"/>
                  </a:lnTo>
                  <a:lnTo>
                    <a:pt x="125397" y="329037"/>
                  </a:lnTo>
                  <a:lnTo>
                    <a:pt x="130556" y="330280"/>
                  </a:lnTo>
                  <a:lnTo>
                    <a:pt x="135752" y="331360"/>
                  </a:lnTo>
                  <a:lnTo>
                    <a:pt x="140980" y="332274"/>
                  </a:lnTo>
                  <a:lnTo>
                    <a:pt x="146235" y="333021"/>
                  </a:lnTo>
                  <a:lnTo>
                    <a:pt x="151510" y="333601"/>
                  </a:lnTo>
                  <a:lnTo>
                    <a:pt x="156801" y="334014"/>
                  </a:lnTo>
                  <a:lnTo>
                    <a:pt x="162103" y="334258"/>
                  </a:lnTo>
                  <a:lnTo>
                    <a:pt x="167409" y="334334"/>
                  </a:lnTo>
                  <a:lnTo>
                    <a:pt x="172716" y="334242"/>
                  </a:lnTo>
                  <a:lnTo>
                    <a:pt x="178016" y="333981"/>
                  </a:lnTo>
                  <a:lnTo>
                    <a:pt x="183306" y="333552"/>
                  </a:lnTo>
                  <a:lnTo>
                    <a:pt x="188580" y="332955"/>
                  </a:lnTo>
                  <a:lnTo>
                    <a:pt x="193832" y="332191"/>
                  </a:lnTo>
                  <a:lnTo>
                    <a:pt x="199057" y="331261"/>
                  </a:lnTo>
                  <a:lnTo>
                    <a:pt x="204250" y="330165"/>
                  </a:lnTo>
                  <a:lnTo>
                    <a:pt x="209405" y="328905"/>
                  </a:lnTo>
                  <a:lnTo>
                    <a:pt x="214518" y="327482"/>
                  </a:lnTo>
                  <a:lnTo>
                    <a:pt x="219583" y="325898"/>
                  </a:lnTo>
                  <a:lnTo>
                    <a:pt x="224595" y="324153"/>
                  </a:lnTo>
                  <a:lnTo>
                    <a:pt x="229550" y="322251"/>
                  </a:lnTo>
                  <a:lnTo>
                    <a:pt x="234441" y="320192"/>
                  </a:lnTo>
                  <a:lnTo>
                    <a:pt x="239265" y="317978"/>
                  </a:lnTo>
                  <a:lnTo>
                    <a:pt x="244016" y="315613"/>
                  </a:lnTo>
                  <a:lnTo>
                    <a:pt x="248689" y="313098"/>
                  </a:lnTo>
                  <a:lnTo>
                    <a:pt x="253281" y="310436"/>
                  </a:lnTo>
                  <a:lnTo>
                    <a:pt x="257785" y="307630"/>
                  </a:lnTo>
                  <a:lnTo>
                    <a:pt x="262198" y="304682"/>
                  </a:lnTo>
                  <a:lnTo>
                    <a:pt x="266516" y="301595"/>
                  </a:lnTo>
                  <a:lnTo>
                    <a:pt x="270733" y="298373"/>
                  </a:lnTo>
                  <a:lnTo>
                    <a:pt x="274846" y="295019"/>
                  </a:lnTo>
                  <a:lnTo>
                    <a:pt x="278850" y="291536"/>
                  </a:lnTo>
                  <a:lnTo>
                    <a:pt x="282741" y="287927"/>
                  </a:lnTo>
                  <a:lnTo>
                    <a:pt x="286517" y="284197"/>
                  </a:lnTo>
                  <a:lnTo>
                    <a:pt x="290171" y="280349"/>
                  </a:lnTo>
                  <a:lnTo>
                    <a:pt x="293702" y="276387"/>
                  </a:lnTo>
                  <a:lnTo>
                    <a:pt x="297105" y="272314"/>
                  </a:lnTo>
                  <a:lnTo>
                    <a:pt x="300378" y="268136"/>
                  </a:lnTo>
                  <a:lnTo>
                    <a:pt x="303516" y="263856"/>
                  </a:lnTo>
                  <a:lnTo>
                    <a:pt x="306516" y="259478"/>
                  </a:lnTo>
                  <a:lnTo>
                    <a:pt x="309376" y="255008"/>
                  </a:lnTo>
                  <a:lnTo>
                    <a:pt x="312093" y="250449"/>
                  </a:lnTo>
                  <a:lnTo>
                    <a:pt x="314664" y="245806"/>
                  </a:lnTo>
                  <a:lnTo>
                    <a:pt x="317086" y="241083"/>
                  </a:lnTo>
                  <a:lnTo>
                    <a:pt x="319356" y="236286"/>
                  </a:lnTo>
                  <a:lnTo>
                    <a:pt x="321474" y="231420"/>
                  </a:lnTo>
                  <a:lnTo>
                    <a:pt x="323436" y="226489"/>
                  </a:lnTo>
                  <a:lnTo>
                    <a:pt x="325240" y="221498"/>
                  </a:lnTo>
                  <a:lnTo>
                    <a:pt x="326885" y="216452"/>
                  </a:lnTo>
                  <a:lnTo>
                    <a:pt x="328369" y="211356"/>
                  </a:lnTo>
                  <a:lnTo>
                    <a:pt x="329691" y="206216"/>
                  </a:lnTo>
                  <a:lnTo>
                    <a:pt x="330848" y="201037"/>
                  </a:lnTo>
                  <a:lnTo>
                    <a:pt x="331841" y="195823"/>
                  </a:lnTo>
                  <a:lnTo>
                    <a:pt x="332667" y="190581"/>
                  </a:lnTo>
                  <a:lnTo>
                    <a:pt x="333327" y="185315"/>
                  </a:lnTo>
                  <a:lnTo>
                    <a:pt x="333820" y="180031"/>
                  </a:lnTo>
                  <a:lnTo>
                    <a:pt x="334144" y="174733"/>
                  </a:lnTo>
                  <a:lnTo>
                    <a:pt x="334300" y="169429"/>
                  </a:lnTo>
                  <a:lnTo>
                    <a:pt x="334288" y="164121"/>
                  </a:lnTo>
                  <a:lnTo>
                    <a:pt x="334107" y="158817"/>
                  </a:lnTo>
                  <a:lnTo>
                    <a:pt x="333758" y="153522"/>
                  </a:lnTo>
                  <a:lnTo>
                    <a:pt x="333240" y="148240"/>
                  </a:lnTo>
                  <a:lnTo>
                    <a:pt x="332556" y="142977"/>
                  </a:lnTo>
                  <a:lnTo>
                    <a:pt x="331705" y="137738"/>
                  </a:lnTo>
                  <a:lnTo>
                    <a:pt x="330688" y="132530"/>
                  </a:lnTo>
                  <a:lnTo>
                    <a:pt x="329506" y="127356"/>
                  </a:lnTo>
                  <a:lnTo>
                    <a:pt x="328160" y="122222"/>
                  </a:lnTo>
                  <a:lnTo>
                    <a:pt x="326652" y="117133"/>
                  </a:lnTo>
                  <a:lnTo>
                    <a:pt x="324983" y="112095"/>
                  </a:lnTo>
                  <a:lnTo>
                    <a:pt x="323156" y="107113"/>
                  </a:lnTo>
                  <a:lnTo>
                    <a:pt x="321171" y="102191"/>
                  </a:lnTo>
                  <a:lnTo>
                    <a:pt x="319031" y="97334"/>
                  </a:lnTo>
                  <a:lnTo>
                    <a:pt x="316737" y="92548"/>
                  </a:lnTo>
                  <a:lnTo>
                    <a:pt x="314293" y="87837"/>
                  </a:lnTo>
                  <a:lnTo>
                    <a:pt x="311701" y="83206"/>
                  </a:lnTo>
                  <a:lnTo>
                    <a:pt x="308963" y="78660"/>
                  </a:lnTo>
                  <a:lnTo>
                    <a:pt x="306082" y="74203"/>
                  </a:lnTo>
                  <a:lnTo>
                    <a:pt x="303061" y="69839"/>
                  </a:lnTo>
                  <a:lnTo>
                    <a:pt x="299903" y="65574"/>
                  </a:lnTo>
                  <a:lnTo>
                    <a:pt x="296611" y="61411"/>
                  </a:lnTo>
                  <a:lnTo>
                    <a:pt x="293189" y="57355"/>
                  </a:lnTo>
                  <a:lnTo>
                    <a:pt x="289639" y="53409"/>
                  </a:lnTo>
                  <a:lnTo>
                    <a:pt x="285966" y="49578"/>
                  </a:lnTo>
                  <a:lnTo>
                    <a:pt x="282174" y="45866"/>
                  </a:lnTo>
                  <a:lnTo>
                    <a:pt x="278265" y="42275"/>
                  </a:lnTo>
                  <a:lnTo>
                    <a:pt x="274245" y="38811"/>
                  </a:lnTo>
                  <a:lnTo>
                    <a:pt x="270116" y="3547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65067"/>
              <a:ext cx="102968" cy="131690"/>
            </a:xfrm>
            <a:custGeom>
              <a:avLst/>
              <a:pathLst>
                <a:path w="102968" h="131690">
                  <a:moveTo>
                    <a:pt x="102968" y="0"/>
                  </a:moveTo>
                  <a:lnTo>
                    <a:pt x="0" y="1316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56255"/>
              <a:ext cx="102968" cy="140502"/>
            </a:xfrm>
            <a:custGeom>
              <a:avLst/>
              <a:pathLst>
                <a:path w="102968" h="140502">
                  <a:moveTo>
                    <a:pt x="102968" y="8812"/>
                  </a:moveTo>
                  <a:lnTo>
                    <a:pt x="90575" y="0"/>
                  </a:lnTo>
                  <a:lnTo>
                    <a:pt x="0" y="1405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29590"/>
              <a:ext cx="90575" cy="167167"/>
            </a:xfrm>
            <a:custGeom>
              <a:avLst/>
              <a:pathLst>
                <a:path w="90575" h="167167">
                  <a:moveTo>
                    <a:pt x="90575" y="26664"/>
                  </a:moveTo>
                  <a:lnTo>
                    <a:pt x="85792" y="23693"/>
                  </a:lnTo>
                  <a:lnTo>
                    <a:pt x="80911" y="20886"/>
                  </a:lnTo>
                  <a:lnTo>
                    <a:pt x="75939" y="18244"/>
                  </a:lnTo>
                  <a:lnTo>
                    <a:pt x="70881" y="15771"/>
                  </a:lnTo>
                  <a:lnTo>
                    <a:pt x="65742" y="13470"/>
                  </a:lnTo>
                  <a:lnTo>
                    <a:pt x="60529" y="11343"/>
                  </a:lnTo>
                  <a:lnTo>
                    <a:pt x="55247" y="9393"/>
                  </a:lnTo>
                  <a:lnTo>
                    <a:pt x="49903" y="7622"/>
                  </a:lnTo>
                  <a:lnTo>
                    <a:pt x="44502" y="6032"/>
                  </a:lnTo>
                  <a:lnTo>
                    <a:pt x="39050" y="4625"/>
                  </a:lnTo>
                  <a:lnTo>
                    <a:pt x="33554" y="3402"/>
                  </a:lnTo>
                  <a:lnTo>
                    <a:pt x="28020" y="2365"/>
                  </a:lnTo>
                  <a:lnTo>
                    <a:pt x="22454" y="1514"/>
                  </a:lnTo>
                  <a:lnTo>
                    <a:pt x="16863" y="852"/>
                  </a:lnTo>
                  <a:lnTo>
                    <a:pt x="11252" y="379"/>
                  </a:lnTo>
                  <a:lnTo>
                    <a:pt x="5629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478580" y="3934012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5" y="1340"/>
                  </a:lnTo>
                  <a:lnTo>
                    <a:pt x="140783" y="2092"/>
                  </a:lnTo>
                  <a:lnTo>
                    <a:pt x="135567" y="3010"/>
                  </a:lnTo>
                  <a:lnTo>
                    <a:pt x="130383" y="4093"/>
                  </a:lnTo>
                  <a:lnTo>
                    <a:pt x="125236" y="5340"/>
                  </a:lnTo>
                  <a:lnTo>
                    <a:pt x="120131" y="6749"/>
                  </a:lnTo>
                  <a:lnTo>
                    <a:pt x="115074" y="8319"/>
                  </a:lnTo>
                  <a:lnTo>
                    <a:pt x="110068" y="10048"/>
                  </a:lnTo>
                  <a:lnTo>
                    <a:pt x="105120" y="11935"/>
                  </a:lnTo>
                  <a:lnTo>
                    <a:pt x="100234" y="13978"/>
                  </a:lnTo>
                  <a:lnTo>
                    <a:pt x="95415" y="16174"/>
                  </a:lnTo>
                  <a:lnTo>
                    <a:pt x="90668" y="18522"/>
                  </a:lnTo>
                  <a:lnTo>
                    <a:pt x="85998" y="21020"/>
                  </a:lnTo>
                  <a:lnTo>
                    <a:pt x="81410" y="23664"/>
                  </a:lnTo>
                  <a:lnTo>
                    <a:pt x="76907" y="26452"/>
                  </a:lnTo>
                  <a:lnTo>
                    <a:pt x="72495" y="29381"/>
                  </a:lnTo>
                  <a:lnTo>
                    <a:pt x="68178" y="32448"/>
                  </a:lnTo>
                  <a:lnTo>
                    <a:pt x="63961" y="35651"/>
                  </a:lnTo>
                  <a:lnTo>
                    <a:pt x="59847" y="38986"/>
                  </a:lnTo>
                  <a:lnTo>
                    <a:pt x="55840" y="42449"/>
                  </a:lnTo>
                  <a:lnTo>
                    <a:pt x="51946" y="46037"/>
                  </a:lnTo>
                  <a:lnTo>
                    <a:pt x="48167" y="49747"/>
                  </a:lnTo>
                  <a:lnTo>
                    <a:pt x="44507" y="53575"/>
                  </a:lnTo>
                  <a:lnTo>
                    <a:pt x="40970" y="57517"/>
                  </a:lnTo>
                  <a:lnTo>
                    <a:pt x="37561" y="61569"/>
                  </a:lnTo>
                  <a:lnTo>
                    <a:pt x="34281" y="65727"/>
                  </a:lnTo>
                  <a:lnTo>
                    <a:pt x="31134" y="69986"/>
                  </a:lnTo>
                  <a:lnTo>
                    <a:pt x="28124" y="74344"/>
                  </a:lnTo>
                  <a:lnTo>
                    <a:pt x="25254" y="78794"/>
                  </a:lnTo>
                  <a:lnTo>
                    <a:pt x="22526" y="83333"/>
                  </a:lnTo>
                  <a:lnTo>
                    <a:pt x="19943" y="87956"/>
                  </a:lnTo>
                  <a:lnTo>
                    <a:pt x="17508" y="92659"/>
                  </a:lnTo>
                  <a:lnTo>
                    <a:pt x="15223" y="97436"/>
                  </a:lnTo>
                  <a:lnTo>
                    <a:pt x="13090" y="102284"/>
                  </a:lnTo>
                  <a:lnTo>
                    <a:pt x="11112" y="107196"/>
                  </a:lnTo>
                  <a:lnTo>
                    <a:pt x="9291" y="112169"/>
                  </a:lnTo>
                  <a:lnTo>
                    <a:pt x="7628" y="117197"/>
                  </a:lnTo>
                  <a:lnTo>
                    <a:pt x="6125" y="122275"/>
                  </a:lnTo>
                  <a:lnTo>
                    <a:pt x="4784" y="127398"/>
                  </a:lnTo>
                  <a:lnTo>
                    <a:pt x="3606" y="132561"/>
                  </a:lnTo>
                  <a:lnTo>
                    <a:pt x="2592" y="137759"/>
                  </a:lnTo>
                  <a:lnTo>
                    <a:pt x="1743" y="142987"/>
                  </a:lnTo>
                  <a:lnTo>
                    <a:pt x="1060" y="148238"/>
                  </a:lnTo>
                  <a:lnTo>
                    <a:pt x="544" y="153509"/>
                  </a:lnTo>
                  <a:lnTo>
                    <a:pt x="195" y="158793"/>
                  </a:lnTo>
                  <a:lnTo>
                    <a:pt x="13" y="164086"/>
                  </a:lnTo>
                  <a:lnTo>
                    <a:pt x="0" y="169381"/>
                  </a:lnTo>
                  <a:lnTo>
                    <a:pt x="154" y="174675"/>
                  </a:lnTo>
                  <a:lnTo>
                    <a:pt x="475" y="179961"/>
                  </a:lnTo>
                  <a:lnTo>
                    <a:pt x="964" y="185234"/>
                  </a:lnTo>
                  <a:lnTo>
                    <a:pt x="1620" y="190489"/>
                  </a:lnTo>
                  <a:lnTo>
                    <a:pt x="2442" y="195721"/>
                  </a:lnTo>
                  <a:lnTo>
                    <a:pt x="3429" y="200924"/>
                  </a:lnTo>
                  <a:lnTo>
                    <a:pt x="4580" y="206093"/>
                  </a:lnTo>
                  <a:lnTo>
                    <a:pt x="5895" y="211223"/>
                  </a:lnTo>
                  <a:lnTo>
                    <a:pt x="7371" y="216309"/>
                  </a:lnTo>
                  <a:lnTo>
                    <a:pt x="9008" y="221345"/>
                  </a:lnTo>
                  <a:lnTo>
                    <a:pt x="10803" y="226327"/>
                  </a:lnTo>
                  <a:lnTo>
                    <a:pt x="12756" y="231250"/>
                  </a:lnTo>
                  <a:lnTo>
                    <a:pt x="14863" y="236109"/>
                  </a:lnTo>
                  <a:lnTo>
                    <a:pt x="17123" y="240898"/>
                  </a:lnTo>
                  <a:lnTo>
                    <a:pt x="19534" y="245613"/>
                  </a:lnTo>
                  <a:lnTo>
                    <a:pt x="22093" y="250250"/>
                  </a:lnTo>
                  <a:lnTo>
                    <a:pt x="24797" y="254803"/>
                  </a:lnTo>
                  <a:lnTo>
                    <a:pt x="27645" y="259268"/>
                  </a:lnTo>
                  <a:lnTo>
                    <a:pt x="30632" y="263641"/>
                  </a:lnTo>
                  <a:lnTo>
                    <a:pt x="33756" y="267917"/>
                  </a:lnTo>
                  <a:lnTo>
                    <a:pt x="37015" y="272092"/>
                  </a:lnTo>
                  <a:lnTo>
                    <a:pt x="40404" y="276161"/>
                  </a:lnTo>
                  <a:lnTo>
                    <a:pt x="43920" y="280121"/>
                  </a:lnTo>
                  <a:lnTo>
                    <a:pt x="47559" y="283968"/>
                  </a:lnTo>
                  <a:lnTo>
                    <a:pt x="51319" y="287698"/>
                  </a:lnTo>
                  <a:lnTo>
                    <a:pt x="55195" y="291306"/>
                  </a:lnTo>
                  <a:lnTo>
                    <a:pt x="59183" y="294790"/>
                  </a:lnTo>
                  <a:lnTo>
                    <a:pt x="63280" y="298146"/>
                  </a:lnTo>
                  <a:lnTo>
                    <a:pt x="67481" y="301371"/>
                  </a:lnTo>
                  <a:lnTo>
                    <a:pt x="71782" y="304460"/>
                  </a:lnTo>
                  <a:lnTo>
                    <a:pt x="76179" y="307412"/>
                  </a:lnTo>
                  <a:lnTo>
                    <a:pt x="80667" y="310224"/>
                  </a:lnTo>
                  <a:lnTo>
                    <a:pt x="85242" y="312891"/>
                  </a:lnTo>
                  <a:lnTo>
                    <a:pt x="89899" y="315413"/>
                  </a:lnTo>
                  <a:lnTo>
                    <a:pt x="94633" y="317785"/>
                  </a:lnTo>
                  <a:lnTo>
                    <a:pt x="99441" y="320007"/>
                  </a:lnTo>
                  <a:lnTo>
                    <a:pt x="104316" y="322075"/>
                  </a:lnTo>
                  <a:lnTo>
                    <a:pt x="109254" y="323988"/>
                  </a:lnTo>
                  <a:lnTo>
                    <a:pt x="114251" y="325743"/>
                  </a:lnTo>
                  <a:lnTo>
                    <a:pt x="119300" y="327339"/>
                  </a:lnTo>
                  <a:lnTo>
                    <a:pt x="124398" y="328774"/>
                  </a:lnTo>
                  <a:lnTo>
                    <a:pt x="129538" y="330048"/>
                  </a:lnTo>
                  <a:lnTo>
                    <a:pt x="134716" y="331157"/>
                  </a:lnTo>
                  <a:lnTo>
                    <a:pt x="139927" y="332103"/>
                  </a:lnTo>
                  <a:lnTo>
                    <a:pt x="145165" y="332882"/>
                  </a:lnTo>
                  <a:lnTo>
                    <a:pt x="150425" y="333495"/>
                  </a:lnTo>
                  <a:lnTo>
                    <a:pt x="155702" y="333942"/>
                  </a:lnTo>
                  <a:lnTo>
                    <a:pt x="160991" y="334221"/>
                  </a:lnTo>
                  <a:lnTo>
                    <a:pt x="166285" y="334332"/>
                  </a:lnTo>
                  <a:lnTo>
                    <a:pt x="171581" y="334276"/>
                  </a:lnTo>
                  <a:lnTo>
                    <a:pt x="176872" y="334052"/>
                  </a:lnTo>
                  <a:lnTo>
                    <a:pt x="182153" y="333660"/>
                  </a:lnTo>
                  <a:lnTo>
                    <a:pt x="187419" y="333101"/>
                  </a:lnTo>
                  <a:lnTo>
                    <a:pt x="192665" y="332376"/>
                  </a:lnTo>
                  <a:lnTo>
                    <a:pt x="197886" y="331485"/>
                  </a:lnTo>
                  <a:lnTo>
                    <a:pt x="203075" y="330429"/>
                  </a:lnTo>
                  <a:lnTo>
                    <a:pt x="208228" y="329209"/>
                  </a:lnTo>
                  <a:lnTo>
                    <a:pt x="213341" y="327827"/>
                  </a:lnTo>
                  <a:lnTo>
                    <a:pt x="218406" y="326283"/>
                  </a:lnTo>
                  <a:lnTo>
                    <a:pt x="223421" y="324580"/>
                  </a:lnTo>
                  <a:lnTo>
                    <a:pt x="228379" y="322718"/>
                  </a:lnTo>
                  <a:lnTo>
                    <a:pt x="233275" y="320701"/>
                  </a:lnTo>
                  <a:lnTo>
                    <a:pt x="238105" y="318529"/>
                  </a:lnTo>
                  <a:lnTo>
                    <a:pt x="242864" y="316206"/>
                  </a:lnTo>
                  <a:lnTo>
                    <a:pt x="247547" y="313733"/>
                  </a:lnTo>
                  <a:lnTo>
                    <a:pt x="252149" y="311113"/>
                  </a:lnTo>
                  <a:lnTo>
                    <a:pt x="256666" y="308348"/>
                  </a:lnTo>
                  <a:lnTo>
                    <a:pt x="261093" y="305442"/>
                  </a:lnTo>
                  <a:lnTo>
                    <a:pt x="265426" y="302397"/>
                  </a:lnTo>
                  <a:lnTo>
                    <a:pt x="269660" y="299216"/>
                  </a:lnTo>
                  <a:lnTo>
                    <a:pt x="273792" y="295903"/>
                  </a:lnTo>
                  <a:lnTo>
                    <a:pt x="277816" y="292461"/>
                  </a:lnTo>
                  <a:lnTo>
                    <a:pt x="281729" y="288892"/>
                  </a:lnTo>
                  <a:lnTo>
                    <a:pt x="285527" y="285202"/>
                  </a:lnTo>
                  <a:lnTo>
                    <a:pt x="289207" y="281393"/>
                  </a:lnTo>
                  <a:lnTo>
                    <a:pt x="292764" y="277470"/>
                  </a:lnTo>
                  <a:lnTo>
                    <a:pt x="296195" y="273436"/>
                  </a:lnTo>
                  <a:lnTo>
                    <a:pt x="299496" y="269295"/>
                  </a:lnTo>
                  <a:lnTo>
                    <a:pt x="302665" y="265051"/>
                  </a:lnTo>
                  <a:lnTo>
                    <a:pt x="305697" y="260710"/>
                  </a:lnTo>
                  <a:lnTo>
                    <a:pt x="308591" y="256274"/>
                  </a:lnTo>
                  <a:lnTo>
                    <a:pt x="311342" y="251750"/>
                  </a:lnTo>
                  <a:lnTo>
                    <a:pt x="313949" y="247140"/>
                  </a:lnTo>
                  <a:lnTo>
                    <a:pt x="316409" y="242450"/>
                  </a:lnTo>
                  <a:lnTo>
                    <a:pt x="318718" y="237684"/>
                  </a:lnTo>
                  <a:lnTo>
                    <a:pt x="320876" y="232848"/>
                  </a:lnTo>
                  <a:lnTo>
                    <a:pt x="322879" y="227946"/>
                  </a:lnTo>
                  <a:lnTo>
                    <a:pt x="324726" y="222983"/>
                  </a:lnTo>
                  <a:lnTo>
                    <a:pt x="326415" y="217963"/>
                  </a:lnTo>
                  <a:lnTo>
                    <a:pt x="327944" y="212893"/>
                  </a:lnTo>
                  <a:lnTo>
                    <a:pt x="329312" y="207777"/>
                  </a:lnTo>
                  <a:lnTo>
                    <a:pt x="330517" y="202620"/>
                  </a:lnTo>
                  <a:lnTo>
                    <a:pt x="331558" y="197428"/>
                  </a:lnTo>
                  <a:lnTo>
                    <a:pt x="332434" y="192205"/>
                  </a:lnTo>
                  <a:lnTo>
                    <a:pt x="333144" y="186957"/>
                  </a:lnTo>
                  <a:lnTo>
                    <a:pt x="333688" y="181689"/>
                  </a:lnTo>
                  <a:lnTo>
                    <a:pt x="334064" y="176407"/>
                  </a:lnTo>
                  <a:lnTo>
                    <a:pt x="334273" y="171115"/>
                  </a:lnTo>
                  <a:lnTo>
                    <a:pt x="334314" y="165819"/>
                  </a:lnTo>
                  <a:lnTo>
                    <a:pt x="334188" y="160525"/>
                  </a:lnTo>
                  <a:lnTo>
                    <a:pt x="333894" y="155237"/>
                  </a:lnTo>
                  <a:lnTo>
                    <a:pt x="333432" y="149962"/>
                  </a:lnTo>
                  <a:lnTo>
                    <a:pt x="332804" y="144703"/>
                  </a:lnTo>
                  <a:lnTo>
                    <a:pt x="332009" y="139468"/>
                  </a:lnTo>
                  <a:lnTo>
                    <a:pt x="331049" y="134259"/>
                  </a:lnTo>
                  <a:lnTo>
                    <a:pt x="329924" y="129084"/>
                  </a:lnTo>
                  <a:lnTo>
                    <a:pt x="328636" y="123948"/>
                  </a:lnTo>
                  <a:lnTo>
                    <a:pt x="327186" y="118854"/>
                  </a:lnTo>
                  <a:lnTo>
                    <a:pt x="325576" y="113809"/>
                  </a:lnTo>
                  <a:lnTo>
                    <a:pt x="323806" y="108818"/>
                  </a:lnTo>
                  <a:lnTo>
                    <a:pt x="321879" y="103885"/>
                  </a:lnTo>
                  <a:lnTo>
                    <a:pt x="319797" y="99016"/>
                  </a:lnTo>
                  <a:lnTo>
                    <a:pt x="317562" y="94215"/>
                  </a:lnTo>
                  <a:lnTo>
                    <a:pt x="315175" y="89487"/>
                  </a:lnTo>
                  <a:lnTo>
                    <a:pt x="312640" y="84838"/>
                  </a:lnTo>
                  <a:lnTo>
                    <a:pt x="309960" y="80270"/>
                  </a:lnTo>
                  <a:lnTo>
                    <a:pt x="307136" y="75791"/>
                  </a:lnTo>
                  <a:lnTo>
                    <a:pt x="304171" y="71402"/>
                  </a:lnTo>
                  <a:lnTo>
                    <a:pt x="301069" y="67110"/>
                  </a:lnTo>
                  <a:lnTo>
                    <a:pt x="297832" y="62919"/>
                  </a:lnTo>
                  <a:lnTo>
                    <a:pt x="294464" y="58832"/>
                  </a:lnTo>
                  <a:lnTo>
                    <a:pt x="290969" y="54853"/>
                  </a:lnTo>
                  <a:lnTo>
                    <a:pt x="287349" y="50988"/>
                  </a:lnTo>
                  <a:lnTo>
                    <a:pt x="283609" y="47239"/>
                  </a:lnTo>
                  <a:lnTo>
                    <a:pt x="279752" y="43610"/>
                  </a:lnTo>
                  <a:lnTo>
                    <a:pt x="275781" y="40105"/>
                  </a:lnTo>
                  <a:lnTo>
                    <a:pt x="271702" y="36728"/>
                  </a:lnTo>
                  <a:lnTo>
                    <a:pt x="267518" y="33482"/>
                  </a:lnTo>
                  <a:lnTo>
                    <a:pt x="263233" y="30370"/>
                  </a:lnTo>
                  <a:lnTo>
                    <a:pt x="258852" y="27395"/>
                  </a:lnTo>
                  <a:lnTo>
                    <a:pt x="254378" y="24561"/>
                  </a:lnTo>
                  <a:lnTo>
                    <a:pt x="249817" y="21869"/>
                  </a:lnTo>
                  <a:lnTo>
                    <a:pt x="245174" y="19324"/>
                  </a:lnTo>
                  <a:lnTo>
                    <a:pt x="240451" y="16926"/>
                  </a:lnTo>
                  <a:lnTo>
                    <a:pt x="235656" y="14680"/>
                  </a:lnTo>
                  <a:lnTo>
                    <a:pt x="230791" y="12587"/>
                  </a:lnTo>
                  <a:lnTo>
                    <a:pt x="225863" y="10648"/>
                  </a:lnTo>
                  <a:lnTo>
                    <a:pt x="220876" y="8867"/>
                  </a:lnTo>
                  <a:lnTo>
                    <a:pt x="215834" y="7245"/>
                  </a:lnTo>
                  <a:lnTo>
                    <a:pt x="210744" y="5783"/>
                  </a:lnTo>
                  <a:lnTo>
                    <a:pt x="205610" y="448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8496"/>
              <a:ext cx="38458" cy="162683"/>
            </a:xfrm>
            <a:custGeom>
              <a:avLst/>
              <a:pathLst>
                <a:path w="38458" h="162683">
                  <a:moveTo>
                    <a:pt x="38458" y="0"/>
                  </a:moveTo>
                  <a:lnTo>
                    <a:pt x="0" y="1626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8055"/>
              <a:ext cx="38458" cy="163124"/>
            </a:xfrm>
            <a:custGeom>
              <a:avLst/>
              <a:pathLst>
                <a:path w="38458" h="163124">
                  <a:moveTo>
                    <a:pt x="38458" y="441"/>
                  </a:moveTo>
                  <a:lnTo>
                    <a:pt x="36542" y="0"/>
                  </a:lnTo>
                  <a:lnTo>
                    <a:pt x="0" y="163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12"/>
              <a:ext cx="36542" cy="167167"/>
            </a:xfrm>
            <a:custGeom>
              <a:avLst/>
              <a:pathLst>
                <a:path w="36542" h="167167">
                  <a:moveTo>
                    <a:pt x="36542" y="4042"/>
                  </a:moveTo>
                  <a:lnTo>
                    <a:pt x="30527" y="2811"/>
                  </a:lnTo>
                  <a:lnTo>
                    <a:pt x="24471" y="1800"/>
                  </a:lnTo>
                  <a:lnTo>
                    <a:pt x="18382" y="1013"/>
                  </a:lnTo>
                  <a:lnTo>
                    <a:pt x="12268" y="450"/>
                  </a:lnTo>
                  <a:lnTo>
                    <a:pt x="6138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711621" y="4397268"/>
              <a:ext cx="334325" cy="334315"/>
            </a:xfrm>
            <a:custGeom>
              <a:avLst/>
              <a:pathLst>
                <a:path w="334325" h="334315">
                  <a:moveTo>
                    <a:pt x="167161" y="0"/>
                  </a:moveTo>
                  <a:lnTo>
                    <a:pt x="161883" y="83"/>
                  </a:lnTo>
                  <a:lnTo>
                    <a:pt x="156610" y="333"/>
                  </a:lnTo>
                  <a:lnTo>
                    <a:pt x="151347" y="749"/>
                  </a:lnTo>
                  <a:lnTo>
                    <a:pt x="146101" y="1331"/>
                  </a:lnTo>
                  <a:lnTo>
                    <a:pt x="140875" y="2079"/>
                  </a:lnTo>
                  <a:lnTo>
                    <a:pt x="135675" y="2991"/>
                  </a:lnTo>
                  <a:lnTo>
                    <a:pt x="130507" y="4068"/>
                  </a:lnTo>
                  <a:lnTo>
                    <a:pt x="125375" y="5306"/>
                  </a:lnTo>
                  <a:lnTo>
                    <a:pt x="120286" y="6706"/>
                  </a:lnTo>
                  <a:lnTo>
                    <a:pt x="115242" y="8266"/>
                  </a:lnTo>
                  <a:lnTo>
                    <a:pt x="110251" y="9985"/>
                  </a:lnTo>
                  <a:lnTo>
                    <a:pt x="105316" y="11860"/>
                  </a:lnTo>
                  <a:lnTo>
                    <a:pt x="100443" y="13891"/>
                  </a:lnTo>
                  <a:lnTo>
                    <a:pt x="95637" y="16074"/>
                  </a:lnTo>
                  <a:lnTo>
                    <a:pt x="90902" y="18407"/>
                  </a:lnTo>
                  <a:lnTo>
                    <a:pt x="86243" y="20889"/>
                  </a:lnTo>
                  <a:lnTo>
                    <a:pt x="81664" y="23517"/>
                  </a:lnTo>
                  <a:lnTo>
                    <a:pt x="77171" y="26289"/>
                  </a:lnTo>
                  <a:lnTo>
                    <a:pt x="72768" y="29200"/>
                  </a:lnTo>
                  <a:lnTo>
                    <a:pt x="68459" y="32250"/>
                  </a:lnTo>
                  <a:lnTo>
                    <a:pt x="64248" y="35433"/>
                  </a:lnTo>
                  <a:lnTo>
                    <a:pt x="60140" y="38749"/>
                  </a:lnTo>
                  <a:lnTo>
                    <a:pt x="56138" y="42192"/>
                  </a:lnTo>
                  <a:lnTo>
                    <a:pt x="52247" y="45760"/>
                  </a:lnTo>
                  <a:lnTo>
                    <a:pt x="48471" y="49449"/>
                  </a:lnTo>
                  <a:lnTo>
                    <a:pt x="44813" y="53255"/>
                  </a:lnTo>
                  <a:lnTo>
                    <a:pt x="41278" y="57175"/>
                  </a:lnTo>
                  <a:lnTo>
                    <a:pt x="37867" y="61205"/>
                  </a:lnTo>
                  <a:lnTo>
                    <a:pt x="34586" y="65340"/>
                  </a:lnTo>
                  <a:lnTo>
                    <a:pt x="31437" y="69577"/>
                  </a:lnTo>
                  <a:lnTo>
                    <a:pt x="28423" y="73911"/>
                  </a:lnTo>
                  <a:lnTo>
                    <a:pt x="25548" y="78338"/>
                  </a:lnTo>
                  <a:lnTo>
                    <a:pt x="22814" y="82854"/>
                  </a:lnTo>
                  <a:lnTo>
                    <a:pt x="20223" y="87454"/>
                  </a:lnTo>
                  <a:lnTo>
                    <a:pt x="17780" y="92133"/>
                  </a:lnTo>
                  <a:lnTo>
                    <a:pt x="15485" y="96887"/>
                  </a:lnTo>
                  <a:lnTo>
                    <a:pt x="13342" y="101711"/>
                  </a:lnTo>
                  <a:lnTo>
                    <a:pt x="11351" y="106601"/>
                  </a:lnTo>
                  <a:lnTo>
                    <a:pt x="9517" y="111551"/>
                  </a:lnTo>
                  <a:lnTo>
                    <a:pt x="7839" y="116556"/>
                  </a:lnTo>
                  <a:lnTo>
                    <a:pt x="6321" y="121612"/>
                  </a:lnTo>
                  <a:lnTo>
                    <a:pt x="4962" y="126713"/>
                  </a:lnTo>
                  <a:lnTo>
                    <a:pt x="3766" y="131855"/>
                  </a:lnTo>
                  <a:lnTo>
                    <a:pt x="2733" y="137032"/>
                  </a:lnTo>
                  <a:lnTo>
                    <a:pt x="1863" y="142239"/>
                  </a:lnTo>
                  <a:lnTo>
                    <a:pt x="1158" y="147470"/>
                  </a:lnTo>
                  <a:lnTo>
                    <a:pt x="619" y="152722"/>
                  </a:lnTo>
                  <a:lnTo>
                    <a:pt x="246" y="157988"/>
                  </a:lnTo>
                  <a:lnTo>
                    <a:pt x="39" y="163262"/>
                  </a:lnTo>
                  <a:lnTo>
                    <a:pt x="0" y="168541"/>
                  </a:lnTo>
                  <a:lnTo>
                    <a:pt x="126" y="173819"/>
                  </a:lnTo>
                  <a:lnTo>
                    <a:pt x="420" y="179090"/>
                  </a:lnTo>
                  <a:lnTo>
                    <a:pt x="879" y="184349"/>
                  </a:lnTo>
                  <a:lnTo>
                    <a:pt x="1505" y="189590"/>
                  </a:lnTo>
                  <a:lnTo>
                    <a:pt x="2295" y="194810"/>
                  </a:lnTo>
                  <a:lnTo>
                    <a:pt x="3250" y="200002"/>
                  </a:lnTo>
                  <a:lnTo>
                    <a:pt x="4369" y="205161"/>
                  </a:lnTo>
                  <a:lnTo>
                    <a:pt x="5650" y="210282"/>
                  </a:lnTo>
                  <a:lnTo>
                    <a:pt x="7091" y="215360"/>
                  </a:lnTo>
                  <a:lnTo>
                    <a:pt x="8693" y="220391"/>
                  </a:lnTo>
                  <a:lnTo>
                    <a:pt x="10453" y="225368"/>
                  </a:lnTo>
                  <a:lnTo>
                    <a:pt x="12368" y="230287"/>
                  </a:lnTo>
                  <a:lnTo>
                    <a:pt x="14439" y="235143"/>
                  </a:lnTo>
                  <a:lnTo>
                    <a:pt x="16661" y="239931"/>
                  </a:lnTo>
                  <a:lnTo>
                    <a:pt x="19034" y="244647"/>
                  </a:lnTo>
                  <a:lnTo>
                    <a:pt x="21554" y="249285"/>
                  </a:lnTo>
                  <a:lnTo>
                    <a:pt x="24219" y="253842"/>
                  </a:lnTo>
                  <a:lnTo>
                    <a:pt x="27027" y="258312"/>
                  </a:lnTo>
                  <a:lnTo>
                    <a:pt x="29975" y="262692"/>
                  </a:lnTo>
                  <a:lnTo>
                    <a:pt x="33060" y="266976"/>
                  </a:lnTo>
                  <a:lnTo>
                    <a:pt x="36278" y="271160"/>
                  </a:lnTo>
                  <a:lnTo>
                    <a:pt x="39627" y="275241"/>
                  </a:lnTo>
                  <a:lnTo>
                    <a:pt x="43103" y="279214"/>
                  </a:lnTo>
                  <a:lnTo>
                    <a:pt x="46703" y="283075"/>
                  </a:lnTo>
                  <a:lnTo>
                    <a:pt x="50423" y="286821"/>
                  </a:lnTo>
                  <a:lnTo>
                    <a:pt x="54259" y="290447"/>
                  </a:lnTo>
                  <a:lnTo>
                    <a:pt x="58208" y="293951"/>
                  </a:lnTo>
                  <a:lnTo>
                    <a:pt x="62265" y="297328"/>
                  </a:lnTo>
                  <a:lnTo>
                    <a:pt x="66428" y="300575"/>
                  </a:lnTo>
                  <a:lnTo>
                    <a:pt x="70690" y="303689"/>
                  </a:lnTo>
                  <a:lnTo>
                    <a:pt x="75049" y="306667"/>
                  </a:lnTo>
                  <a:lnTo>
                    <a:pt x="79500" y="309506"/>
                  </a:lnTo>
                  <a:lnTo>
                    <a:pt x="84038" y="312203"/>
                  </a:lnTo>
                  <a:lnTo>
                    <a:pt x="88659" y="314755"/>
                  </a:lnTo>
                  <a:lnTo>
                    <a:pt x="93358" y="317160"/>
                  </a:lnTo>
                  <a:lnTo>
                    <a:pt x="98131" y="319416"/>
                  </a:lnTo>
                  <a:lnTo>
                    <a:pt x="102973" y="321520"/>
                  </a:lnTo>
                  <a:lnTo>
                    <a:pt x="107878" y="323469"/>
                  </a:lnTo>
                  <a:lnTo>
                    <a:pt x="112843" y="325263"/>
                  </a:lnTo>
                  <a:lnTo>
                    <a:pt x="117862" y="326900"/>
                  </a:lnTo>
                  <a:lnTo>
                    <a:pt x="122930" y="328377"/>
                  </a:lnTo>
                  <a:lnTo>
                    <a:pt x="128043" y="329693"/>
                  </a:lnTo>
                  <a:lnTo>
                    <a:pt x="133194" y="330847"/>
                  </a:lnTo>
                  <a:lnTo>
                    <a:pt x="138379" y="331838"/>
                  </a:lnTo>
                  <a:lnTo>
                    <a:pt x="143593" y="332665"/>
                  </a:lnTo>
                  <a:lnTo>
                    <a:pt x="148830" y="333326"/>
                  </a:lnTo>
                  <a:lnTo>
                    <a:pt x="154086" y="333822"/>
                  </a:lnTo>
                  <a:lnTo>
                    <a:pt x="159354" y="334152"/>
                  </a:lnTo>
                  <a:lnTo>
                    <a:pt x="164631" y="334315"/>
                  </a:lnTo>
                  <a:lnTo>
                    <a:pt x="169910" y="334312"/>
                  </a:lnTo>
                  <a:lnTo>
                    <a:pt x="175186" y="334142"/>
                  </a:lnTo>
                  <a:lnTo>
                    <a:pt x="180454" y="333805"/>
                  </a:lnTo>
                  <a:lnTo>
                    <a:pt x="185709" y="333302"/>
                  </a:lnTo>
                  <a:lnTo>
                    <a:pt x="190946" y="332634"/>
                  </a:lnTo>
                  <a:lnTo>
                    <a:pt x="196159" y="331800"/>
                  </a:lnTo>
                  <a:lnTo>
                    <a:pt x="201343" y="330803"/>
                  </a:lnTo>
                  <a:lnTo>
                    <a:pt x="206492" y="329642"/>
                  </a:lnTo>
                  <a:lnTo>
                    <a:pt x="211603" y="328319"/>
                  </a:lnTo>
                  <a:lnTo>
                    <a:pt x="216669" y="326835"/>
                  </a:lnTo>
                  <a:lnTo>
                    <a:pt x="221686" y="325192"/>
                  </a:lnTo>
                  <a:lnTo>
                    <a:pt x="226648" y="323392"/>
                  </a:lnTo>
                  <a:lnTo>
                    <a:pt x="231552" y="321436"/>
                  </a:lnTo>
                  <a:lnTo>
                    <a:pt x="236390" y="319326"/>
                  </a:lnTo>
                  <a:lnTo>
                    <a:pt x="241160" y="317064"/>
                  </a:lnTo>
                  <a:lnTo>
                    <a:pt x="245857" y="314653"/>
                  </a:lnTo>
                  <a:lnTo>
                    <a:pt x="250474" y="312094"/>
                  </a:lnTo>
                  <a:lnTo>
                    <a:pt x="255009" y="309391"/>
                  </a:lnTo>
                  <a:lnTo>
                    <a:pt x="259456" y="306547"/>
                  </a:lnTo>
                  <a:lnTo>
                    <a:pt x="263811" y="303563"/>
                  </a:lnTo>
                  <a:lnTo>
                    <a:pt x="268069" y="300443"/>
                  </a:lnTo>
                  <a:lnTo>
                    <a:pt x="272227" y="297191"/>
                  </a:lnTo>
                  <a:lnTo>
                    <a:pt x="276280" y="293808"/>
                  </a:lnTo>
                  <a:lnTo>
                    <a:pt x="280224" y="290300"/>
                  </a:lnTo>
                  <a:lnTo>
                    <a:pt x="284056" y="286668"/>
                  </a:lnTo>
                  <a:lnTo>
                    <a:pt x="287771" y="282918"/>
                  </a:lnTo>
                  <a:lnTo>
                    <a:pt x="291366" y="279052"/>
                  </a:lnTo>
                  <a:lnTo>
                    <a:pt x="294837" y="275074"/>
                  </a:lnTo>
                  <a:lnTo>
                    <a:pt x="298180" y="270989"/>
                  </a:lnTo>
                  <a:lnTo>
                    <a:pt x="301393" y="266800"/>
                  </a:lnTo>
                  <a:lnTo>
                    <a:pt x="304472" y="262512"/>
                  </a:lnTo>
                  <a:lnTo>
                    <a:pt x="307414" y="258129"/>
                  </a:lnTo>
                  <a:lnTo>
                    <a:pt x="310216" y="253655"/>
                  </a:lnTo>
                  <a:lnTo>
                    <a:pt x="312876" y="249095"/>
                  </a:lnTo>
                  <a:lnTo>
                    <a:pt x="315390" y="244453"/>
                  </a:lnTo>
                  <a:lnTo>
                    <a:pt x="317756" y="239735"/>
                  </a:lnTo>
                  <a:lnTo>
                    <a:pt x="319973" y="234943"/>
                  </a:lnTo>
                  <a:lnTo>
                    <a:pt x="322037" y="230085"/>
                  </a:lnTo>
                  <a:lnTo>
                    <a:pt x="323946" y="225163"/>
                  </a:lnTo>
                  <a:lnTo>
                    <a:pt x="325699" y="220184"/>
                  </a:lnTo>
                  <a:lnTo>
                    <a:pt x="327294" y="215151"/>
                  </a:lnTo>
                  <a:lnTo>
                    <a:pt x="328729" y="210071"/>
                  </a:lnTo>
                  <a:lnTo>
                    <a:pt x="330003" y="204948"/>
                  </a:lnTo>
                  <a:lnTo>
                    <a:pt x="331115" y="199788"/>
                  </a:lnTo>
                  <a:lnTo>
                    <a:pt x="332063" y="194594"/>
                  </a:lnTo>
                  <a:lnTo>
                    <a:pt x="332847" y="189374"/>
                  </a:lnTo>
                  <a:lnTo>
                    <a:pt x="333466" y="184131"/>
                  </a:lnTo>
                  <a:lnTo>
                    <a:pt x="333918" y="178872"/>
                  </a:lnTo>
                  <a:lnTo>
                    <a:pt x="334205" y="173601"/>
                  </a:lnTo>
                  <a:lnTo>
                    <a:pt x="334325" y="168323"/>
                  </a:lnTo>
                  <a:lnTo>
                    <a:pt x="334278" y="163044"/>
                  </a:lnTo>
                  <a:lnTo>
                    <a:pt x="334064" y="157770"/>
                  </a:lnTo>
                  <a:lnTo>
                    <a:pt x="333684" y="152504"/>
                  </a:lnTo>
                  <a:lnTo>
                    <a:pt x="333138" y="147254"/>
                  </a:lnTo>
                  <a:lnTo>
                    <a:pt x="332427" y="142023"/>
                  </a:lnTo>
                  <a:lnTo>
                    <a:pt x="331551" y="136817"/>
                  </a:lnTo>
                  <a:lnTo>
                    <a:pt x="330510" y="131642"/>
                  </a:lnTo>
                  <a:lnTo>
                    <a:pt x="329307" y="126502"/>
                  </a:lnTo>
                  <a:lnTo>
                    <a:pt x="327942" y="121402"/>
                  </a:lnTo>
                  <a:lnTo>
                    <a:pt x="326417" y="116348"/>
                  </a:lnTo>
                  <a:lnTo>
                    <a:pt x="324733" y="111345"/>
                  </a:lnTo>
                  <a:lnTo>
                    <a:pt x="322892" y="106397"/>
                  </a:lnTo>
                  <a:lnTo>
                    <a:pt x="320895" y="101511"/>
                  </a:lnTo>
                  <a:lnTo>
                    <a:pt x="318746" y="96689"/>
                  </a:lnTo>
                  <a:lnTo>
                    <a:pt x="316445" y="91938"/>
                  </a:lnTo>
                  <a:lnTo>
                    <a:pt x="313995" y="87262"/>
                  </a:lnTo>
                  <a:lnTo>
                    <a:pt x="311399" y="82665"/>
                  </a:lnTo>
                  <a:lnTo>
                    <a:pt x="308659" y="78153"/>
                  </a:lnTo>
                  <a:lnTo>
                    <a:pt x="305778" y="73730"/>
                  </a:lnTo>
                  <a:lnTo>
                    <a:pt x="302758" y="69400"/>
                  </a:lnTo>
                  <a:lnTo>
                    <a:pt x="299603" y="65167"/>
                  </a:lnTo>
                  <a:lnTo>
                    <a:pt x="296317" y="61036"/>
                  </a:lnTo>
                  <a:lnTo>
                    <a:pt x="292901" y="57011"/>
                  </a:lnTo>
                  <a:lnTo>
                    <a:pt x="289360" y="53095"/>
                  </a:lnTo>
                  <a:lnTo>
                    <a:pt x="285698" y="49294"/>
                  </a:lnTo>
                  <a:lnTo>
                    <a:pt x="281917" y="45610"/>
                  </a:lnTo>
                  <a:lnTo>
                    <a:pt x="278021" y="42047"/>
                  </a:lnTo>
                  <a:lnTo>
                    <a:pt x="274015" y="38609"/>
                  </a:lnTo>
                  <a:lnTo>
                    <a:pt x="269903" y="35299"/>
                  </a:lnTo>
                  <a:lnTo>
                    <a:pt x="265688" y="32121"/>
                  </a:lnTo>
                  <a:lnTo>
                    <a:pt x="261375" y="29077"/>
                  </a:lnTo>
                  <a:lnTo>
                    <a:pt x="256967" y="26171"/>
                  </a:lnTo>
                  <a:lnTo>
                    <a:pt x="252471" y="23406"/>
                  </a:lnTo>
                  <a:lnTo>
                    <a:pt x="247889" y="20784"/>
                  </a:lnTo>
                  <a:lnTo>
                    <a:pt x="243227" y="18308"/>
                  </a:lnTo>
                  <a:lnTo>
                    <a:pt x="238488" y="15980"/>
                  </a:lnTo>
                  <a:lnTo>
                    <a:pt x="233679" y="13804"/>
                  </a:lnTo>
                  <a:lnTo>
                    <a:pt x="228803" y="11780"/>
                  </a:lnTo>
                  <a:lnTo>
                    <a:pt x="223866" y="9911"/>
                  </a:lnTo>
                  <a:lnTo>
                    <a:pt x="218873" y="8199"/>
                  </a:lnTo>
                  <a:lnTo>
                    <a:pt x="213827" y="6645"/>
                  </a:lnTo>
                  <a:lnTo>
                    <a:pt x="208736" y="5252"/>
                  </a:lnTo>
                  <a:lnTo>
                    <a:pt x="203602" y="402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401288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400871"/>
              <a:ext cx="36441" cy="163564"/>
            </a:xfrm>
            <a:custGeom>
              <a:avLst/>
              <a:pathLst>
                <a:path w="36441" h="163564">
                  <a:moveTo>
                    <a:pt x="36441" y="417"/>
                  </a:moveTo>
                  <a:lnTo>
                    <a:pt x="34519" y="0"/>
                  </a:lnTo>
                  <a:lnTo>
                    <a:pt x="0" y="163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268"/>
              <a:ext cx="34519" cy="167167"/>
            </a:xfrm>
            <a:custGeom>
              <a:avLst/>
              <a:pathLst>
                <a:path w="34519" h="167167">
                  <a:moveTo>
                    <a:pt x="34519" y="3602"/>
                  </a:moveTo>
                  <a:lnTo>
                    <a:pt x="27687" y="2308"/>
                  </a:lnTo>
                  <a:lnTo>
                    <a:pt x="20807" y="1300"/>
                  </a:lnTo>
                  <a:lnTo>
                    <a:pt x="13891" y="578"/>
                  </a:lnTo>
                  <a:lnTo>
                    <a:pt x="6951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045413" y="4794382"/>
              <a:ext cx="167153" cy="211989"/>
            </a:xfrm>
            <a:custGeom>
              <a:avLst/>
              <a:pathLst>
                <a:path w="167153" h="211989">
                  <a:moveTo>
                    <a:pt x="167153" y="0"/>
                  </a:moveTo>
                  <a:lnTo>
                    <a:pt x="161751" y="87"/>
                  </a:lnTo>
                  <a:lnTo>
                    <a:pt x="156355" y="349"/>
                  </a:lnTo>
                  <a:lnTo>
                    <a:pt x="150970" y="785"/>
                  </a:lnTo>
                  <a:lnTo>
                    <a:pt x="145602" y="1395"/>
                  </a:lnTo>
                  <a:lnTo>
                    <a:pt x="140256" y="2178"/>
                  </a:lnTo>
                  <a:lnTo>
                    <a:pt x="134939" y="3133"/>
                  </a:lnTo>
                  <a:lnTo>
                    <a:pt x="129655" y="4259"/>
                  </a:lnTo>
                  <a:lnTo>
                    <a:pt x="124410" y="5556"/>
                  </a:lnTo>
                  <a:lnTo>
                    <a:pt x="119210" y="7022"/>
                  </a:lnTo>
                  <a:lnTo>
                    <a:pt x="114060" y="8655"/>
                  </a:lnTo>
                  <a:lnTo>
                    <a:pt x="108966" y="10453"/>
                  </a:lnTo>
                  <a:lnTo>
                    <a:pt x="103932" y="12415"/>
                  </a:lnTo>
                  <a:lnTo>
                    <a:pt x="98964" y="14539"/>
                  </a:lnTo>
                  <a:lnTo>
                    <a:pt x="94068" y="16822"/>
                  </a:lnTo>
                  <a:lnTo>
                    <a:pt x="89248" y="19263"/>
                  </a:lnTo>
                  <a:lnTo>
                    <a:pt x="84509" y="21857"/>
                  </a:lnTo>
                  <a:lnTo>
                    <a:pt x="79857" y="24604"/>
                  </a:lnTo>
                  <a:lnTo>
                    <a:pt x="75295" y="27499"/>
                  </a:lnTo>
                  <a:lnTo>
                    <a:pt x="70830" y="30540"/>
                  </a:lnTo>
                  <a:lnTo>
                    <a:pt x="66465" y="33724"/>
                  </a:lnTo>
                  <a:lnTo>
                    <a:pt x="62206" y="37048"/>
                  </a:lnTo>
                  <a:lnTo>
                    <a:pt x="58056" y="40507"/>
                  </a:lnTo>
                  <a:lnTo>
                    <a:pt x="54020" y="44099"/>
                  </a:lnTo>
                  <a:lnTo>
                    <a:pt x="50102" y="47819"/>
                  </a:lnTo>
                  <a:lnTo>
                    <a:pt x="46306" y="51663"/>
                  </a:lnTo>
                  <a:lnTo>
                    <a:pt x="42637" y="55629"/>
                  </a:lnTo>
                  <a:lnTo>
                    <a:pt x="39098" y="59711"/>
                  </a:lnTo>
                  <a:lnTo>
                    <a:pt x="35692" y="63905"/>
                  </a:lnTo>
                  <a:lnTo>
                    <a:pt x="32424" y="68207"/>
                  </a:lnTo>
                  <a:lnTo>
                    <a:pt x="29297" y="72612"/>
                  </a:lnTo>
                  <a:lnTo>
                    <a:pt x="26313" y="77116"/>
                  </a:lnTo>
                  <a:lnTo>
                    <a:pt x="23477" y="81715"/>
                  </a:lnTo>
                  <a:lnTo>
                    <a:pt x="20791" y="86402"/>
                  </a:lnTo>
                  <a:lnTo>
                    <a:pt x="18257" y="91174"/>
                  </a:lnTo>
                  <a:lnTo>
                    <a:pt x="15879" y="96025"/>
                  </a:lnTo>
                  <a:lnTo>
                    <a:pt x="13659" y="100950"/>
                  </a:lnTo>
                  <a:lnTo>
                    <a:pt x="11600" y="105945"/>
                  </a:lnTo>
                  <a:lnTo>
                    <a:pt x="9703" y="111004"/>
                  </a:lnTo>
                  <a:lnTo>
                    <a:pt x="7970" y="116121"/>
                  </a:lnTo>
                  <a:lnTo>
                    <a:pt x="6404" y="121292"/>
                  </a:lnTo>
                  <a:lnTo>
                    <a:pt x="5005" y="126510"/>
                  </a:lnTo>
                  <a:lnTo>
                    <a:pt x="3776" y="131771"/>
                  </a:lnTo>
                  <a:lnTo>
                    <a:pt x="2717" y="137069"/>
                  </a:lnTo>
                  <a:lnTo>
                    <a:pt x="1831" y="142398"/>
                  </a:lnTo>
                  <a:lnTo>
                    <a:pt x="1117" y="147753"/>
                  </a:lnTo>
                  <a:lnTo>
                    <a:pt x="576" y="153129"/>
                  </a:lnTo>
                  <a:lnTo>
                    <a:pt x="209" y="158519"/>
                  </a:lnTo>
                  <a:lnTo>
                    <a:pt x="17" y="163918"/>
                  </a:lnTo>
                  <a:lnTo>
                    <a:pt x="0" y="169321"/>
                  </a:lnTo>
                  <a:lnTo>
                    <a:pt x="156" y="174721"/>
                  </a:lnTo>
                  <a:lnTo>
                    <a:pt x="488" y="180114"/>
                  </a:lnTo>
                  <a:lnTo>
                    <a:pt x="993" y="185493"/>
                  </a:lnTo>
                  <a:lnTo>
                    <a:pt x="1672" y="190852"/>
                  </a:lnTo>
                  <a:lnTo>
                    <a:pt x="2524" y="196188"/>
                  </a:lnTo>
                  <a:lnTo>
                    <a:pt x="3548" y="201492"/>
                  </a:lnTo>
                  <a:lnTo>
                    <a:pt x="4742" y="206761"/>
                  </a:lnTo>
                  <a:lnTo>
                    <a:pt x="6107" y="211989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1520" y="4961550"/>
              <a:ext cx="161046" cy="44821"/>
            </a:xfrm>
            <a:custGeom>
              <a:avLst/>
              <a:pathLst>
                <a:path w="161046" h="44821">
                  <a:moveTo>
                    <a:pt x="0" y="44821"/>
                  </a:moveTo>
                  <a:lnTo>
                    <a:pt x="1610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51520" y="4961550"/>
              <a:ext cx="161046" cy="71924"/>
            </a:xfrm>
            <a:custGeom>
              <a:avLst/>
              <a:pathLst>
                <a:path w="161046" h="71924">
                  <a:moveTo>
                    <a:pt x="0" y="44821"/>
                  </a:moveTo>
                  <a:lnTo>
                    <a:pt x="2092" y="51755"/>
                  </a:lnTo>
                  <a:lnTo>
                    <a:pt x="4484" y="58593"/>
                  </a:lnTo>
                  <a:lnTo>
                    <a:pt x="7169" y="65320"/>
                  </a:lnTo>
                  <a:lnTo>
                    <a:pt x="10143" y="71924"/>
                  </a:lnTo>
                  <a:lnTo>
                    <a:pt x="1610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61663" y="4794382"/>
              <a:ext cx="318061" cy="334324"/>
            </a:xfrm>
            <a:custGeom>
              <a:avLst/>
              <a:pathLst>
                <a:path w="318061" h="334324">
                  <a:moveTo>
                    <a:pt x="0" y="239092"/>
                  </a:moveTo>
                  <a:lnTo>
                    <a:pt x="2366" y="243860"/>
                  </a:lnTo>
                  <a:lnTo>
                    <a:pt x="4884" y="248551"/>
                  </a:lnTo>
                  <a:lnTo>
                    <a:pt x="7549" y="253159"/>
                  </a:lnTo>
                  <a:lnTo>
                    <a:pt x="10360" y="257681"/>
                  </a:lnTo>
                  <a:lnTo>
                    <a:pt x="13314" y="262110"/>
                  </a:lnTo>
                  <a:lnTo>
                    <a:pt x="16407" y="266443"/>
                  </a:lnTo>
                  <a:lnTo>
                    <a:pt x="19636" y="270675"/>
                  </a:lnTo>
                  <a:lnTo>
                    <a:pt x="22999" y="274803"/>
                  </a:lnTo>
                  <a:lnTo>
                    <a:pt x="26491" y="278821"/>
                  </a:lnTo>
                  <a:lnTo>
                    <a:pt x="30109" y="282726"/>
                  </a:lnTo>
                  <a:lnTo>
                    <a:pt x="33850" y="286514"/>
                  </a:lnTo>
                  <a:lnTo>
                    <a:pt x="37710" y="290180"/>
                  </a:lnTo>
                  <a:lnTo>
                    <a:pt x="41684" y="293722"/>
                  </a:lnTo>
                  <a:lnTo>
                    <a:pt x="45769" y="297136"/>
                  </a:lnTo>
                  <a:lnTo>
                    <a:pt x="49961" y="300418"/>
                  </a:lnTo>
                  <a:lnTo>
                    <a:pt x="54256" y="303564"/>
                  </a:lnTo>
                  <a:lnTo>
                    <a:pt x="58648" y="306573"/>
                  </a:lnTo>
                  <a:lnTo>
                    <a:pt x="63134" y="309440"/>
                  </a:lnTo>
                  <a:lnTo>
                    <a:pt x="67708" y="312162"/>
                  </a:lnTo>
                  <a:lnTo>
                    <a:pt x="72368" y="314738"/>
                  </a:lnTo>
                  <a:lnTo>
                    <a:pt x="77106" y="317164"/>
                  </a:lnTo>
                  <a:lnTo>
                    <a:pt x="81920" y="319438"/>
                  </a:lnTo>
                  <a:lnTo>
                    <a:pt x="86804" y="321557"/>
                  </a:lnTo>
                  <a:lnTo>
                    <a:pt x="91752" y="323520"/>
                  </a:lnTo>
                  <a:lnTo>
                    <a:pt x="96761" y="325324"/>
                  </a:lnTo>
                  <a:lnTo>
                    <a:pt x="101825" y="326968"/>
                  </a:lnTo>
                  <a:lnTo>
                    <a:pt x="106938" y="328449"/>
                  </a:lnTo>
                  <a:lnTo>
                    <a:pt x="112096" y="329768"/>
                  </a:lnTo>
                  <a:lnTo>
                    <a:pt x="117293" y="330921"/>
                  </a:lnTo>
                  <a:lnTo>
                    <a:pt x="122525" y="331908"/>
                  </a:lnTo>
                  <a:lnTo>
                    <a:pt x="127785" y="332728"/>
                  </a:lnTo>
                  <a:lnTo>
                    <a:pt x="133068" y="333380"/>
                  </a:lnTo>
                  <a:lnTo>
                    <a:pt x="138370" y="333864"/>
                  </a:lnTo>
                  <a:lnTo>
                    <a:pt x="143684" y="334178"/>
                  </a:lnTo>
                  <a:lnTo>
                    <a:pt x="149006" y="334324"/>
                  </a:lnTo>
                  <a:lnTo>
                    <a:pt x="154330" y="334299"/>
                  </a:lnTo>
                  <a:lnTo>
                    <a:pt x="159650" y="334105"/>
                  </a:lnTo>
                  <a:lnTo>
                    <a:pt x="164961" y="333742"/>
                  </a:lnTo>
                  <a:lnTo>
                    <a:pt x="170258" y="333210"/>
                  </a:lnTo>
                  <a:lnTo>
                    <a:pt x="175536" y="332510"/>
                  </a:lnTo>
                  <a:lnTo>
                    <a:pt x="180788" y="331641"/>
                  </a:lnTo>
                  <a:lnTo>
                    <a:pt x="186010" y="330606"/>
                  </a:lnTo>
                  <a:lnTo>
                    <a:pt x="191197" y="329405"/>
                  </a:lnTo>
                  <a:lnTo>
                    <a:pt x="196342" y="328040"/>
                  </a:lnTo>
                  <a:lnTo>
                    <a:pt x="201442" y="326512"/>
                  </a:lnTo>
                  <a:lnTo>
                    <a:pt x="206490" y="324822"/>
                  </a:lnTo>
                  <a:lnTo>
                    <a:pt x="211482" y="322972"/>
                  </a:lnTo>
                  <a:lnTo>
                    <a:pt x="216413" y="320964"/>
                  </a:lnTo>
                  <a:lnTo>
                    <a:pt x="221277" y="318800"/>
                  </a:lnTo>
                  <a:lnTo>
                    <a:pt x="226069" y="316482"/>
                  </a:lnTo>
                  <a:lnTo>
                    <a:pt x="230786" y="314013"/>
                  </a:lnTo>
                  <a:lnTo>
                    <a:pt x="235421" y="311394"/>
                  </a:lnTo>
                  <a:lnTo>
                    <a:pt x="239971" y="308630"/>
                  </a:lnTo>
                  <a:lnTo>
                    <a:pt x="244430" y="305722"/>
                  </a:lnTo>
                  <a:lnTo>
                    <a:pt x="248795" y="302674"/>
                  </a:lnTo>
                  <a:lnTo>
                    <a:pt x="253060" y="299488"/>
                  </a:lnTo>
                  <a:lnTo>
                    <a:pt x="257222" y="296168"/>
                  </a:lnTo>
                  <a:lnTo>
                    <a:pt x="261276" y="292717"/>
                  </a:lnTo>
                  <a:lnTo>
                    <a:pt x="265217" y="289139"/>
                  </a:lnTo>
                  <a:lnTo>
                    <a:pt x="269043" y="285437"/>
                  </a:lnTo>
                  <a:lnTo>
                    <a:pt x="272749" y="281615"/>
                  </a:lnTo>
                  <a:lnTo>
                    <a:pt x="276332" y="277677"/>
                  </a:lnTo>
                  <a:lnTo>
                    <a:pt x="279787" y="273627"/>
                  </a:lnTo>
                  <a:lnTo>
                    <a:pt x="283112" y="269469"/>
                  </a:lnTo>
                  <a:lnTo>
                    <a:pt x="286302" y="265207"/>
                  </a:lnTo>
                  <a:lnTo>
                    <a:pt x="289356" y="260846"/>
                  </a:lnTo>
                  <a:lnTo>
                    <a:pt x="292268" y="256390"/>
                  </a:lnTo>
                  <a:lnTo>
                    <a:pt x="295038" y="251843"/>
                  </a:lnTo>
                  <a:lnTo>
                    <a:pt x="297661" y="247211"/>
                  </a:lnTo>
                  <a:lnTo>
                    <a:pt x="300135" y="242497"/>
                  </a:lnTo>
                  <a:lnTo>
                    <a:pt x="302458" y="237707"/>
                  </a:lnTo>
                  <a:lnTo>
                    <a:pt x="304628" y="232845"/>
                  </a:lnTo>
                  <a:lnTo>
                    <a:pt x="306641" y="227917"/>
                  </a:lnTo>
                  <a:lnTo>
                    <a:pt x="308496" y="222927"/>
                  </a:lnTo>
                  <a:lnTo>
                    <a:pt x="310192" y="217881"/>
                  </a:lnTo>
                  <a:lnTo>
                    <a:pt x="311726" y="212783"/>
                  </a:lnTo>
                  <a:lnTo>
                    <a:pt x="313097" y="207639"/>
                  </a:lnTo>
                  <a:lnTo>
                    <a:pt x="314304" y="202453"/>
                  </a:lnTo>
                  <a:lnTo>
                    <a:pt x="315344" y="197232"/>
                  </a:lnTo>
                  <a:lnTo>
                    <a:pt x="316218" y="191981"/>
                  </a:lnTo>
                  <a:lnTo>
                    <a:pt x="316925" y="186704"/>
                  </a:lnTo>
                  <a:lnTo>
                    <a:pt x="317463" y="181408"/>
                  </a:lnTo>
                  <a:lnTo>
                    <a:pt x="317832" y="176097"/>
                  </a:lnTo>
                  <a:lnTo>
                    <a:pt x="318031" y="170777"/>
                  </a:lnTo>
                  <a:lnTo>
                    <a:pt x="318061" y="165453"/>
                  </a:lnTo>
                  <a:lnTo>
                    <a:pt x="317922" y="160131"/>
                  </a:lnTo>
                  <a:lnTo>
                    <a:pt x="317613" y="154817"/>
                  </a:lnTo>
                  <a:lnTo>
                    <a:pt x="317136" y="149515"/>
                  </a:lnTo>
                  <a:lnTo>
                    <a:pt x="316489" y="144230"/>
                  </a:lnTo>
                  <a:lnTo>
                    <a:pt x="315675" y="138969"/>
                  </a:lnTo>
                  <a:lnTo>
                    <a:pt x="314693" y="133737"/>
                  </a:lnTo>
                  <a:lnTo>
                    <a:pt x="313546" y="128538"/>
                  </a:lnTo>
                  <a:lnTo>
                    <a:pt x="312233" y="123379"/>
                  </a:lnTo>
                  <a:lnTo>
                    <a:pt x="310757" y="118264"/>
                  </a:lnTo>
                  <a:lnTo>
                    <a:pt x="309119" y="113198"/>
                  </a:lnTo>
                  <a:lnTo>
                    <a:pt x="307320" y="108188"/>
                  </a:lnTo>
                  <a:lnTo>
                    <a:pt x="305363" y="103237"/>
                  </a:lnTo>
                  <a:lnTo>
                    <a:pt x="303249" y="98351"/>
                  </a:lnTo>
                  <a:lnTo>
                    <a:pt x="300980" y="93535"/>
                  </a:lnTo>
                  <a:lnTo>
                    <a:pt x="298560" y="88793"/>
                  </a:lnTo>
                  <a:lnTo>
                    <a:pt x="295989" y="84131"/>
                  </a:lnTo>
                  <a:lnTo>
                    <a:pt x="293271" y="79554"/>
                  </a:lnTo>
                  <a:lnTo>
                    <a:pt x="290409" y="75065"/>
                  </a:lnTo>
                  <a:lnTo>
                    <a:pt x="287406" y="70669"/>
                  </a:lnTo>
                  <a:lnTo>
                    <a:pt x="284264" y="66371"/>
                  </a:lnTo>
                  <a:lnTo>
                    <a:pt x="280987" y="62176"/>
                  </a:lnTo>
                  <a:lnTo>
                    <a:pt x="277578" y="58087"/>
                  </a:lnTo>
                  <a:lnTo>
                    <a:pt x="274040" y="54109"/>
                  </a:lnTo>
                  <a:lnTo>
                    <a:pt x="270378" y="50245"/>
                  </a:lnTo>
                  <a:lnTo>
                    <a:pt x="266594" y="46500"/>
                  </a:lnTo>
                  <a:lnTo>
                    <a:pt x="262693" y="42877"/>
                  </a:lnTo>
                  <a:lnTo>
                    <a:pt x="258678" y="39381"/>
                  </a:lnTo>
                  <a:lnTo>
                    <a:pt x="254555" y="36014"/>
                  </a:lnTo>
                  <a:lnTo>
                    <a:pt x="250326" y="32780"/>
                  </a:lnTo>
                  <a:lnTo>
                    <a:pt x="245996" y="29682"/>
                  </a:lnTo>
                  <a:lnTo>
                    <a:pt x="241570" y="26723"/>
                  </a:lnTo>
                  <a:lnTo>
                    <a:pt x="237052" y="23908"/>
                  </a:lnTo>
                  <a:lnTo>
                    <a:pt x="232447" y="21237"/>
                  </a:lnTo>
                  <a:lnTo>
                    <a:pt x="227759" y="18714"/>
                  </a:lnTo>
                  <a:lnTo>
                    <a:pt x="222993" y="16342"/>
                  </a:lnTo>
                  <a:lnTo>
                    <a:pt x="218153" y="14123"/>
                  </a:lnTo>
                  <a:lnTo>
                    <a:pt x="213246" y="12060"/>
                  </a:lnTo>
                  <a:lnTo>
                    <a:pt x="208275" y="10153"/>
                  </a:lnTo>
                  <a:lnTo>
                    <a:pt x="203247" y="8406"/>
                  </a:lnTo>
                  <a:lnTo>
                    <a:pt x="198165" y="6820"/>
                  </a:lnTo>
                  <a:lnTo>
                    <a:pt x="193035" y="5396"/>
                  </a:lnTo>
                  <a:lnTo>
                    <a:pt x="187862" y="4136"/>
                  </a:lnTo>
                  <a:lnTo>
                    <a:pt x="182652" y="3042"/>
                  </a:lnTo>
                  <a:lnTo>
                    <a:pt x="177410" y="2114"/>
                  </a:lnTo>
                  <a:lnTo>
                    <a:pt x="172141" y="1354"/>
                  </a:lnTo>
                  <a:lnTo>
                    <a:pt x="166850" y="762"/>
                  </a:lnTo>
                  <a:lnTo>
                    <a:pt x="161543" y="338"/>
                  </a:lnTo>
                  <a:lnTo>
                    <a:pt x="156226" y="84"/>
                  </a:lnTo>
                  <a:lnTo>
                    <a:pt x="150903" y="0"/>
                  </a:lnTo>
                  <a:lnTo>
                    <a:pt x="1509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7950" y="5103947"/>
              <a:ext cx="1138" cy="167167"/>
            </a:xfrm>
            <a:custGeom>
              <a:avLst/>
              <a:pathLst>
                <a:path w="1138" h="167167">
                  <a:moveTo>
                    <a:pt x="1138" y="0"/>
                  </a:moveTo>
                  <a:lnTo>
                    <a:pt x="0" y="3"/>
                  </a:lnTo>
                  <a:lnTo>
                    <a:pt x="11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7950" y="5103951"/>
              <a:ext cx="1138" cy="167163"/>
            </a:xfrm>
            <a:custGeom>
              <a:avLst/>
              <a:pathLst>
                <a:path w="1138" h="167163">
                  <a:moveTo>
                    <a:pt x="0" y="0"/>
                  </a:moveTo>
                  <a:lnTo>
                    <a:pt x="1138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7950" y="5103951"/>
              <a:ext cx="1138" cy="167163"/>
            </a:xfrm>
            <a:custGeom>
              <a:avLst/>
              <a:pathLst>
                <a:path w="1138" h="167163">
                  <a:moveTo>
                    <a:pt x="0" y="0"/>
                  </a:moveTo>
                  <a:lnTo>
                    <a:pt x="1138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7950" y="5103951"/>
              <a:ext cx="1138" cy="167163"/>
            </a:xfrm>
            <a:custGeom>
              <a:avLst/>
              <a:pathLst>
                <a:path w="1138" h="167163">
                  <a:moveTo>
                    <a:pt x="0" y="0"/>
                  </a:moveTo>
                  <a:lnTo>
                    <a:pt x="1138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7950" y="5103951"/>
              <a:ext cx="1138" cy="167163"/>
            </a:xfrm>
            <a:custGeom>
              <a:avLst/>
              <a:pathLst>
                <a:path w="1138" h="167163">
                  <a:moveTo>
                    <a:pt x="0" y="0"/>
                  </a:moveTo>
                  <a:lnTo>
                    <a:pt x="1138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7950" y="5103951"/>
              <a:ext cx="1138" cy="167163"/>
            </a:xfrm>
            <a:custGeom>
              <a:avLst/>
              <a:pathLst>
                <a:path w="1138" h="167163">
                  <a:moveTo>
                    <a:pt x="0" y="0"/>
                  </a:moveTo>
                  <a:lnTo>
                    <a:pt x="1138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7950" y="5103951"/>
              <a:ext cx="1138" cy="167163"/>
            </a:xfrm>
            <a:custGeom>
              <a:avLst/>
              <a:pathLst>
                <a:path w="1138" h="167163">
                  <a:moveTo>
                    <a:pt x="0" y="0"/>
                  </a:moveTo>
                  <a:lnTo>
                    <a:pt x="1138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7950" y="5103951"/>
              <a:ext cx="1138" cy="167163"/>
            </a:xfrm>
            <a:custGeom>
              <a:avLst/>
              <a:pathLst>
                <a:path w="1138" h="167163">
                  <a:moveTo>
                    <a:pt x="0" y="0"/>
                  </a:moveTo>
                  <a:lnTo>
                    <a:pt x="1138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7950" y="5103951"/>
              <a:ext cx="1138" cy="167163"/>
            </a:xfrm>
            <a:custGeom>
              <a:avLst/>
              <a:pathLst>
                <a:path w="1138" h="167163">
                  <a:moveTo>
                    <a:pt x="0" y="0"/>
                  </a:moveTo>
                  <a:lnTo>
                    <a:pt x="1138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461931" y="5103951"/>
              <a:ext cx="334303" cy="334330"/>
            </a:xfrm>
            <a:custGeom>
              <a:avLst/>
              <a:pathLst>
                <a:path w="334303" h="334330">
                  <a:moveTo>
                    <a:pt x="166018" y="0"/>
                  </a:moveTo>
                  <a:lnTo>
                    <a:pt x="160722" y="119"/>
                  </a:lnTo>
                  <a:lnTo>
                    <a:pt x="155433" y="407"/>
                  </a:lnTo>
                  <a:lnTo>
                    <a:pt x="150156" y="862"/>
                  </a:lnTo>
                  <a:lnTo>
                    <a:pt x="144895" y="1484"/>
                  </a:lnTo>
                  <a:lnTo>
                    <a:pt x="139657" y="2273"/>
                  </a:lnTo>
                  <a:lnTo>
                    <a:pt x="134447" y="3227"/>
                  </a:lnTo>
                  <a:lnTo>
                    <a:pt x="129269" y="4346"/>
                  </a:lnTo>
                  <a:lnTo>
                    <a:pt x="124129" y="5628"/>
                  </a:lnTo>
                  <a:lnTo>
                    <a:pt x="119033" y="7072"/>
                  </a:lnTo>
                  <a:lnTo>
                    <a:pt x="113985" y="8677"/>
                  </a:lnTo>
                  <a:lnTo>
                    <a:pt x="108990" y="10441"/>
                  </a:lnTo>
                  <a:lnTo>
                    <a:pt x="104054" y="12363"/>
                  </a:lnTo>
                  <a:lnTo>
                    <a:pt x="99181" y="14440"/>
                  </a:lnTo>
                  <a:lnTo>
                    <a:pt x="94377" y="16670"/>
                  </a:lnTo>
                  <a:lnTo>
                    <a:pt x="89645" y="19052"/>
                  </a:lnTo>
                  <a:lnTo>
                    <a:pt x="84991" y="21582"/>
                  </a:lnTo>
                  <a:lnTo>
                    <a:pt x="80420" y="24258"/>
                  </a:lnTo>
                  <a:lnTo>
                    <a:pt x="75936" y="27078"/>
                  </a:lnTo>
                  <a:lnTo>
                    <a:pt x="71543" y="30039"/>
                  </a:lnTo>
                  <a:lnTo>
                    <a:pt x="67247" y="33137"/>
                  </a:lnTo>
                  <a:lnTo>
                    <a:pt x="63051" y="36370"/>
                  </a:lnTo>
                  <a:lnTo>
                    <a:pt x="58959" y="39734"/>
                  </a:lnTo>
                  <a:lnTo>
                    <a:pt x="54976" y="43226"/>
                  </a:lnTo>
                  <a:lnTo>
                    <a:pt x="51105" y="46842"/>
                  </a:lnTo>
                  <a:lnTo>
                    <a:pt x="47351" y="50579"/>
                  </a:lnTo>
                  <a:lnTo>
                    <a:pt x="43718" y="54434"/>
                  </a:lnTo>
                  <a:lnTo>
                    <a:pt x="40208" y="58401"/>
                  </a:lnTo>
                  <a:lnTo>
                    <a:pt x="36826" y="62478"/>
                  </a:lnTo>
                  <a:lnTo>
                    <a:pt x="33575" y="66660"/>
                  </a:lnTo>
                  <a:lnTo>
                    <a:pt x="30457" y="70943"/>
                  </a:lnTo>
                  <a:lnTo>
                    <a:pt x="27478" y="75322"/>
                  </a:lnTo>
                  <a:lnTo>
                    <a:pt x="24638" y="79794"/>
                  </a:lnTo>
                  <a:lnTo>
                    <a:pt x="21941" y="84353"/>
                  </a:lnTo>
                  <a:lnTo>
                    <a:pt x="19390" y="88995"/>
                  </a:lnTo>
                  <a:lnTo>
                    <a:pt x="16988" y="93716"/>
                  </a:lnTo>
                  <a:lnTo>
                    <a:pt x="14736" y="98511"/>
                  </a:lnTo>
                  <a:lnTo>
                    <a:pt x="12638" y="103375"/>
                  </a:lnTo>
                  <a:lnTo>
                    <a:pt x="10694" y="108302"/>
                  </a:lnTo>
                  <a:lnTo>
                    <a:pt x="8908" y="113289"/>
                  </a:lnTo>
                  <a:lnTo>
                    <a:pt x="7281" y="118330"/>
                  </a:lnTo>
                  <a:lnTo>
                    <a:pt x="5814" y="123420"/>
                  </a:lnTo>
                  <a:lnTo>
                    <a:pt x="4509" y="128554"/>
                  </a:lnTo>
                  <a:lnTo>
                    <a:pt x="3367" y="133726"/>
                  </a:lnTo>
                  <a:lnTo>
                    <a:pt x="2390" y="138933"/>
                  </a:lnTo>
                  <a:lnTo>
                    <a:pt x="1578" y="144167"/>
                  </a:lnTo>
                  <a:lnTo>
                    <a:pt x="933" y="149425"/>
                  </a:lnTo>
                  <a:lnTo>
                    <a:pt x="454" y="154700"/>
                  </a:lnTo>
                  <a:lnTo>
                    <a:pt x="143" y="159988"/>
                  </a:lnTo>
                  <a:lnTo>
                    <a:pt x="0" y="165283"/>
                  </a:lnTo>
                  <a:lnTo>
                    <a:pt x="24" y="170580"/>
                  </a:lnTo>
                  <a:lnTo>
                    <a:pt x="216" y="175874"/>
                  </a:lnTo>
                  <a:lnTo>
                    <a:pt x="576" y="181159"/>
                  </a:lnTo>
                  <a:lnTo>
                    <a:pt x="1103" y="186429"/>
                  </a:lnTo>
                  <a:lnTo>
                    <a:pt x="1797" y="191681"/>
                  </a:lnTo>
                  <a:lnTo>
                    <a:pt x="2656" y="196908"/>
                  </a:lnTo>
                  <a:lnTo>
                    <a:pt x="3681" y="202105"/>
                  </a:lnTo>
                  <a:lnTo>
                    <a:pt x="4871" y="207267"/>
                  </a:lnTo>
                  <a:lnTo>
                    <a:pt x="6223" y="212388"/>
                  </a:lnTo>
                  <a:lnTo>
                    <a:pt x="7736" y="217464"/>
                  </a:lnTo>
                  <a:lnTo>
                    <a:pt x="9410" y="222490"/>
                  </a:lnTo>
                  <a:lnTo>
                    <a:pt x="11242" y="227460"/>
                  </a:lnTo>
                  <a:lnTo>
                    <a:pt x="13231" y="232370"/>
                  </a:lnTo>
                  <a:lnTo>
                    <a:pt x="15374" y="237214"/>
                  </a:lnTo>
                  <a:lnTo>
                    <a:pt x="17670" y="241988"/>
                  </a:lnTo>
                  <a:lnTo>
                    <a:pt x="20116" y="246686"/>
                  </a:lnTo>
                  <a:lnTo>
                    <a:pt x="22709" y="251305"/>
                  </a:lnTo>
                  <a:lnTo>
                    <a:pt x="25447" y="255840"/>
                  </a:lnTo>
                  <a:lnTo>
                    <a:pt x="28328" y="260285"/>
                  </a:lnTo>
                  <a:lnTo>
                    <a:pt x="31348" y="264637"/>
                  </a:lnTo>
                  <a:lnTo>
                    <a:pt x="34505" y="268891"/>
                  </a:lnTo>
                  <a:lnTo>
                    <a:pt x="37794" y="273042"/>
                  </a:lnTo>
                  <a:lnTo>
                    <a:pt x="41214" y="277088"/>
                  </a:lnTo>
                  <a:lnTo>
                    <a:pt x="44760" y="281023"/>
                  </a:lnTo>
                  <a:lnTo>
                    <a:pt x="48429" y="284844"/>
                  </a:lnTo>
                  <a:lnTo>
                    <a:pt x="52217" y="288546"/>
                  </a:lnTo>
                  <a:lnTo>
                    <a:pt x="56120" y="292127"/>
                  </a:lnTo>
                  <a:lnTo>
                    <a:pt x="60135" y="295582"/>
                  </a:lnTo>
                  <a:lnTo>
                    <a:pt x="64258" y="298908"/>
                  </a:lnTo>
                  <a:lnTo>
                    <a:pt x="68484" y="302103"/>
                  </a:lnTo>
                  <a:lnTo>
                    <a:pt x="72809" y="305161"/>
                  </a:lnTo>
                  <a:lnTo>
                    <a:pt x="77228" y="308081"/>
                  </a:lnTo>
                  <a:lnTo>
                    <a:pt x="81738" y="310859"/>
                  </a:lnTo>
                  <a:lnTo>
                    <a:pt x="86334" y="313494"/>
                  </a:lnTo>
                  <a:lnTo>
                    <a:pt x="91010" y="315981"/>
                  </a:lnTo>
                  <a:lnTo>
                    <a:pt x="95764" y="318319"/>
                  </a:lnTo>
                  <a:lnTo>
                    <a:pt x="100589" y="320505"/>
                  </a:lnTo>
                  <a:lnTo>
                    <a:pt x="105481" y="322537"/>
                  </a:lnTo>
                  <a:lnTo>
                    <a:pt x="110434" y="324413"/>
                  </a:lnTo>
                  <a:lnTo>
                    <a:pt x="115445" y="326131"/>
                  </a:lnTo>
                  <a:lnTo>
                    <a:pt x="120507" y="327690"/>
                  </a:lnTo>
                  <a:lnTo>
                    <a:pt x="125617" y="329087"/>
                  </a:lnTo>
                  <a:lnTo>
                    <a:pt x="130768" y="330322"/>
                  </a:lnTo>
                  <a:lnTo>
                    <a:pt x="135956" y="331393"/>
                  </a:lnTo>
                  <a:lnTo>
                    <a:pt x="141175" y="332299"/>
                  </a:lnTo>
                  <a:lnTo>
                    <a:pt x="146420" y="333039"/>
                  </a:lnTo>
                  <a:lnTo>
                    <a:pt x="151686" y="333613"/>
                  </a:lnTo>
                  <a:lnTo>
                    <a:pt x="156967" y="334020"/>
                  </a:lnTo>
                  <a:lnTo>
                    <a:pt x="162259" y="334259"/>
                  </a:lnTo>
                  <a:lnTo>
                    <a:pt x="167556" y="334330"/>
                  </a:lnTo>
                  <a:lnTo>
                    <a:pt x="172852" y="334233"/>
                  </a:lnTo>
                  <a:lnTo>
                    <a:pt x="178142" y="333969"/>
                  </a:lnTo>
                  <a:lnTo>
                    <a:pt x="183422" y="333537"/>
                  </a:lnTo>
                  <a:lnTo>
                    <a:pt x="188685" y="332938"/>
                  </a:lnTo>
                  <a:lnTo>
                    <a:pt x="193926" y="332173"/>
                  </a:lnTo>
                  <a:lnTo>
                    <a:pt x="199141" y="331242"/>
                  </a:lnTo>
                  <a:lnTo>
                    <a:pt x="204323" y="330146"/>
                  </a:lnTo>
                  <a:lnTo>
                    <a:pt x="209469" y="328887"/>
                  </a:lnTo>
                  <a:lnTo>
                    <a:pt x="214571" y="327465"/>
                  </a:lnTo>
                  <a:lnTo>
                    <a:pt x="219626" y="325882"/>
                  </a:lnTo>
                  <a:lnTo>
                    <a:pt x="224629" y="324140"/>
                  </a:lnTo>
                  <a:lnTo>
                    <a:pt x="229574" y="322241"/>
                  </a:lnTo>
                  <a:lnTo>
                    <a:pt x="234456" y="320185"/>
                  </a:lnTo>
                  <a:lnTo>
                    <a:pt x="239270" y="317976"/>
                  </a:lnTo>
                  <a:lnTo>
                    <a:pt x="244012" y="315616"/>
                  </a:lnTo>
                  <a:lnTo>
                    <a:pt x="248677" y="313106"/>
                  </a:lnTo>
                  <a:lnTo>
                    <a:pt x="253260" y="310450"/>
                  </a:lnTo>
                  <a:lnTo>
                    <a:pt x="257757" y="307650"/>
                  </a:lnTo>
                  <a:lnTo>
                    <a:pt x="262162" y="304709"/>
                  </a:lnTo>
                  <a:lnTo>
                    <a:pt x="266472" y="301630"/>
                  </a:lnTo>
                  <a:lnTo>
                    <a:pt x="270683" y="298416"/>
                  </a:lnTo>
                  <a:lnTo>
                    <a:pt x="274789" y="295070"/>
                  </a:lnTo>
                  <a:lnTo>
                    <a:pt x="278788" y="291595"/>
                  </a:lnTo>
                  <a:lnTo>
                    <a:pt x="282674" y="287996"/>
                  </a:lnTo>
                  <a:lnTo>
                    <a:pt x="286445" y="284275"/>
                  </a:lnTo>
                  <a:lnTo>
                    <a:pt x="290095" y="280437"/>
                  </a:lnTo>
                  <a:lnTo>
                    <a:pt x="293622" y="276485"/>
                  </a:lnTo>
                  <a:lnTo>
                    <a:pt x="297023" y="272423"/>
                  </a:lnTo>
                  <a:lnTo>
                    <a:pt x="300292" y="268256"/>
                  </a:lnTo>
                  <a:lnTo>
                    <a:pt x="303428" y="263987"/>
                  </a:lnTo>
                  <a:lnTo>
                    <a:pt x="306428" y="259621"/>
                  </a:lnTo>
                  <a:lnTo>
                    <a:pt x="309287" y="255162"/>
                  </a:lnTo>
                  <a:lnTo>
                    <a:pt x="312004" y="250614"/>
                  </a:lnTo>
                  <a:lnTo>
                    <a:pt x="314575" y="245983"/>
                  </a:lnTo>
                  <a:lnTo>
                    <a:pt x="316999" y="241273"/>
                  </a:lnTo>
                  <a:lnTo>
                    <a:pt x="319271" y="236488"/>
                  </a:lnTo>
                  <a:lnTo>
                    <a:pt x="321391" y="231634"/>
                  </a:lnTo>
                  <a:lnTo>
                    <a:pt x="323357" y="226715"/>
                  </a:lnTo>
                  <a:lnTo>
                    <a:pt x="325165" y="221736"/>
                  </a:lnTo>
                  <a:lnTo>
                    <a:pt x="326815" y="216703"/>
                  </a:lnTo>
                  <a:lnTo>
                    <a:pt x="328304" y="211619"/>
                  </a:lnTo>
                  <a:lnTo>
                    <a:pt x="329632" y="206491"/>
                  </a:lnTo>
                  <a:lnTo>
                    <a:pt x="330796" y="201324"/>
                  </a:lnTo>
                  <a:lnTo>
                    <a:pt x="331796" y="196122"/>
                  </a:lnTo>
                  <a:lnTo>
                    <a:pt x="332631" y="190891"/>
                  </a:lnTo>
                  <a:lnTo>
                    <a:pt x="333300" y="185636"/>
                  </a:lnTo>
                  <a:lnTo>
                    <a:pt x="333802" y="180363"/>
                  </a:lnTo>
                  <a:lnTo>
                    <a:pt x="334136" y="175076"/>
                  </a:lnTo>
                  <a:lnTo>
                    <a:pt x="334303" y="169782"/>
                  </a:lnTo>
                  <a:lnTo>
                    <a:pt x="334302" y="164485"/>
                  </a:lnTo>
                  <a:lnTo>
                    <a:pt x="334134" y="159191"/>
                  </a:lnTo>
                  <a:lnTo>
                    <a:pt x="333797" y="153904"/>
                  </a:lnTo>
                  <a:lnTo>
                    <a:pt x="333293" y="148631"/>
                  </a:lnTo>
                  <a:lnTo>
                    <a:pt x="332623" y="143377"/>
                  </a:lnTo>
                  <a:lnTo>
                    <a:pt x="331786" y="138146"/>
                  </a:lnTo>
                  <a:lnTo>
                    <a:pt x="330784" y="132945"/>
                  </a:lnTo>
                  <a:lnTo>
                    <a:pt x="329618" y="127778"/>
                  </a:lnTo>
                  <a:lnTo>
                    <a:pt x="328288" y="122650"/>
                  </a:lnTo>
                  <a:lnTo>
                    <a:pt x="326797" y="117567"/>
                  </a:lnTo>
                  <a:lnTo>
                    <a:pt x="325146" y="112534"/>
                  </a:lnTo>
                  <a:lnTo>
                    <a:pt x="323336" y="107556"/>
                  </a:lnTo>
                  <a:lnTo>
                    <a:pt x="321369" y="102638"/>
                  </a:lnTo>
                  <a:lnTo>
                    <a:pt x="319247" y="97784"/>
                  </a:lnTo>
                  <a:lnTo>
                    <a:pt x="316972" y="93000"/>
                  </a:lnTo>
                  <a:lnTo>
                    <a:pt x="314547" y="88291"/>
                  </a:lnTo>
                  <a:lnTo>
                    <a:pt x="311974" y="83660"/>
                  </a:lnTo>
                  <a:lnTo>
                    <a:pt x="309256" y="79114"/>
                  </a:lnTo>
                  <a:lnTo>
                    <a:pt x="306395" y="74656"/>
                  </a:lnTo>
                  <a:lnTo>
                    <a:pt x="303394" y="70291"/>
                  </a:lnTo>
                  <a:lnTo>
                    <a:pt x="300257" y="66023"/>
                  </a:lnTo>
                  <a:lnTo>
                    <a:pt x="296985" y="61857"/>
                  </a:lnTo>
                  <a:lnTo>
                    <a:pt x="293584" y="57796"/>
                  </a:lnTo>
                  <a:lnTo>
                    <a:pt x="290055" y="53846"/>
                  </a:lnTo>
                  <a:lnTo>
                    <a:pt x="286403" y="50009"/>
                  </a:lnTo>
                  <a:lnTo>
                    <a:pt x="282631" y="46289"/>
                  </a:lnTo>
                  <a:lnTo>
                    <a:pt x="278744" y="42691"/>
                  </a:lnTo>
                  <a:lnTo>
                    <a:pt x="274744" y="39218"/>
                  </a:lnTo>
                  <a:lnTo>
                    <a:pt x="270636" y="35874"/>
                  </a:lnTo>
                  <a:lnTo>
                    <a:pt x="266425" y="32661"/>
                  </a:lnTo>
                  <a:lnTo>
                    <a:pt x="262113" y="29584"/>
                  </a:lnTo>
                  <a:lnTo>
                    <a:pt x="257707" y="26644"/>
                  </a:lnTo>
                  <a:lnTo>
                    <a:pt x="253209" y="23846"/>
                  </a:lnTo>
                  <a:lnTo>
                    <a:pt x="248625" y="21191"/>
                  </a:lnTo>
                  <a:lnTo>
                    <a:pt x="243960" y="18683"/>
                  </a:lnTo>
                  <a:lnTo>
                    <a:pt x="239217" y="16325"/>
                  </a:lnTo>
                  <a:lnTo>
                    <a:pt x="234401" y="14117"/>
                  </a:lnTo>
                  <a:lnTo>
                    <a:pt x="229519" y="12063"/>
                  </a:lnTo>
                  <a:lnTo>
                    <a:pt x="224573" y="10165"/>
                  </a:lnTo>
                  <a:lnTo>
                    <a:pt x="219570" y="8425"/>
                  </a:lnTo>
                  <a:lnTo>
                    <a:pt x="214515" y="6844"/>
                  </a:lnTo>
                  <a:lnTo>
                    <a:pt x="167156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9088" y="5103947"/>
              <a:ext cx="47358" cy="167167"/>
            </a:xfrm>
            <a:custGeom>
              <a:avLst/>
              <a:pathLst>
                <a:path w="47358" h="167167">
                  <a:moveTo>
                    <a:pt x="47358" y="6848"/>
                  </a:moveTo>
                  <a:lnTo>
                    <a:pt x="41572" y="5251"/>
                  </a:lnTo>
                  <a:lnTo>
                    <a:pt x="35733" y="3863"/>
                  </a:lnTo>
                  <a:lnTo>
                    <a:pt x="29848" y="2686"/>
                  </a:lnTo>
                  <a:lnTo>
                    <a:pt x="23925" y="1720"/>
                  </a:lnTo>
                  <a:lnTo>
                    <a:pt x="17971" y="968"/>
                  </a:lnTo>
                  <a:lnTo>
                    <a:pt x="11993" y="430"/>
                  </a:lnTo>
                  <a:lnTo>
                    <a:pt x="600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3938746" y="5309273"/>
              <a:ext cx="167147" cy="228176"/>
            </a:xfrm>
            <a:custGeom>
              <a:avLst/>
              <a:pathLst>
                <a:path w="167147" h="228176">
                  <a:moveTo>
                    <a:pt x="167147" y="0"/>
                  </a:moveTo>
                  <a:lnTo>
                    <a:pt x="161731" y="87"/>
                  </a:lnTo>
                  <a:lnTo>
                    <a:pt x="156320" y="350"/>
                  </a:lnTo>
                  <a:lnTo>
                    <a:pt x="150921" y="789"/>
                  </a:lnTo>
                  <a:lnTo>
                    <a:pt x="145539" y="1402"/>
                  </a:lnTo>
                  <a:lnTo>
                    <a:pt x="140179" y="2189"/>
                  </a:lnTo>
                  <a:lnTo>
                    <a:pt x="134848" y="3150"/>
                  </a:lnTo>
                  <a:lnTo>
                    <a:pt x="129551" y="4282"/>
                  </a:lnTo>
                  <a:lnTo>
                    <a:pt x="124293" y="5586"/>
                  </a:lnTo>
                  <a:lnTo>
                    <a:pt x="119080" y="7059"/>
                  </a:lnTo>
                  <a:lnTo>
                    <a:pt x="113918" y="8701"/>
                  </a:lnTo>
                  <a:lnTo>
                    <a:pt x="108811" y="10509"/>
                  </a:lnTo>
                  <a:lnTo>
                    <a:pt x="103766" y="12481"/>
                  </a:lnTo>
                  <a:lnTo>
                    <a:pt x="98787" y="14616"/>
                  </a:lnTo>
                  <a:lnTo>
                    <a:pt x="93880" y="16911"/>
                  </a:lnTo>
                  <a:lnTo>
                    <a:pt x="89051" y="19364"/>
                  </a:lnTo>
                  <a:lnTo>
                    <a:pt x="84303" y="21972"/>
                  </a:lnTo>
                  <a:lnTo>
                    <a:pt x="79642" y="24732"/>
                  </a:lnTo>
                  <a:lnTo>
                    <a:pt x="75073" y="27642"/>
                  </a:lnTo>
                  <a:lnTo>
                    <a:pt x="70600" y="30699"/>
                  </a:lnTo>
                  <a:lnTo>
                    <a:pt x="66229" y="33898"/>
                  </a:lnTo>
                  <a:lnTo>
                    <a:pt x="61964" y="37238"/>
                  </a:lnTo>
                  <a:lnTo>
                    <a:pt x="57810" y="40714"/>
                  </a:lnTo>
                  <a:lnTo>
                    <a:pt x="53770" y="44323"/>
                  </a:lnTo>
                  <a:lnTo>
                    <a:pt x="49849" y="48061"/>
                  </a:lnTo>
                  <a:lnTo>
                    <a:pt x="46052" y="51925"/>
                  </a:lnTo>
                  <a:lnTo>
                    <a:pt x="42381" y="55909"/>
                  </a:lnTo>
                  <a:lnTo>
                    <a:pt x="38842" y="60010"/>
                  </a:lnTo>
                  <a:lnTo>
                    <a:pt x="35437" y="64223"/>
                  </a:lnTo>
                  <a:lnTo>
                    <a:pt x="32171" y="68545"/>
                  </a:lnTo>
                  <a:lnTo>
                    <a:pt x="29047" y="72970"/>
                  </a:lnTo>
                  <a:lnTo>
                    <a:pt x="26067" y="77494"/>
                  </a:lnTo>
                  <a:lnTo>
                    <a:pt x="23236" y="82112"/>
                  </a:lnTo>
                  <a:lnTo>
                    <a:pt x="20555" y="86819"/>
                  </a:lnTo>
                  <a:lnTo>
                    <a:pt x="18029" y="91611"/>
                  </a:lnTo>
                  <a:lnTo>
                    <a:pt x="15659" y="96482"/>
                  </a:lnTo>
                  <a:lnTo>
                    <a:pt x="13449" y="101428"/>
                  </a:lnTo>
                  <a:lnTo>
                    <a:pt x="11399" y="106442"/>
                  </a:lnTo>
                  <a:lnTo>
                    <a:pt x="9514" y="111521"/>
                  </a:lnTo>
                  <a:lnTo>
                    <a:pt x="7793" y="116657"/>
                  </a:lnTo>
                  <a:lnTo>
                    <a:pt x="6240" y="121847"/>
                  </a:lnTo>
                  <a:lnTo>
                    <a:pt x="4857" y="127084"/>
                  </a:lnTo>
                  <a:lnTo>
                    <a:pt x="3643" y="132364"/>
                  </a:lnTo>
                  <a:lnTo>
                    <a:pt x="2601" y="137680"/>
                  </a:lnTo>
                  <a:lnTo>
                    <a:pt x="1732" y="143026"/>
                  </a:lnTo>
                  <a:lnTo>
                    <a:pt x="1037" y="148399"/>
                  </a:lnTo>
                  <a:lnTo>
                    <a:pt x="516" y="153791"/>
                  </a:lnTo>
                  <a:lnTo>
                    <a:pt x="170" y="159197"/>
                  </a:lnTo>
                  <a:lnTo>
                    <a:pt x="0" y="164611"/>
                  </a:lnTo>
                  <a:lnTo>
                    <a:pt x="4" y="170028"/>
                  </a:lnTo>
                  <a:lnTo>
                    <a:pt x="185" y="175442"/>
                  </a:lnTo>
                  <a:lnTo>
                    <a:pt x="541" y="180847"/>
                  </a:lnTo>
                  <a:lnTo>
                    <a:pt x="1071" y="186238"/>
                  </a:lnTo>
                  <a:lnTo>
                    <a:pt x="1777" y="191609"/>
                  </a:lnTo>
                  <a:lnTo>
                    <a:pt x="2655" y="196955"/>
                  </a:lnTo>
                  <a:lnTo>
                    <a:pt x="3707" y="202269"/>
                  </a:lnTo>
                  <a:lnTo>
                    <a:pt x="4930" y="207546"/>
                  </a:lnTo>
                  <a:lnTo>
                    <a:pt x="6323" y="212781"/>
                  </a:lnTo>
                  <a:lnTo>
                    <a:pt x="7886" y="217968"/>
                  </a:lnTo>
                  <a:lnTo>
                    <a:pt x="9615" y="223101"/>
                  </a:lnTo>
                  <a:lnTo>
                    <a:pt x="11510" y="228176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3950257" y="5309273"/>
              <a:ext cx="322790" cy="334331"/>
            </a:xfrm>
            <a:custGeom>
              <a:avLst/>
              <a:pathLst>
                <a:path w="322790" h="334331">
                  <a:moveTo>
                    <a:pt x="0" y="228176"/>
                  </a:moveTo>
                  <a:lnTo>
                    <a:pt x="2009" y="233073"/>
                  </a:lnTo>
                  <a:lnTo>
                    <a:pt x="4173" y="237905"/>
                  </a:lnTo>
                  <a:lnTo>
                    <a:pt x="6489" y="242666"/>
                  </a:lnTo>
                  <a:lnTo>
                    <a:pt x="8955" y="247350"/>
                  </a:lnTo>
                  <a:lnTo>
                    <a:pt x="11567" y="251955"/>
                  </a:lnTo>
                  <a:lnTo>
                    <a:pt x="14324" y="256474"/>
                  </a:lnTo>
                  <a:lnTo>
                    <a:pt x="17223" y="260904"/>
                  </a:lnTo>
                  <a:lnTo>
                    <a:pt x="20261" y="265240"/>
                  </a:lnTo>
                  <a:lnTo>
                    <a:pt x="23434" y="269477"/>
                  </a:lnTo>
                  <a:lnTo>
                    <a:pt x="26740" y="273612"/>
                  </a:lnTo>
                  <a:lnTo>
                    <a:pt x="30175" y="277640"/>
                  </a:lnTo>
                  <a:lnTo>
                    <a:pt x="33736" y="281558"/>
                  </a:lnTo>
                  <a:lnTo>
                    <a:pt x="37419" y="285360"/>
                  </a:lnTo>
                  <a:lnTo>
                    <a:pt x="41221" y="289044"/>
                  </a:lnTo>
                  <a:lnTo>
                    <a:pt x="45138" y="292606"/>
                  </a:lnTo>
                  <a:lnTo>
                    <a:pt x="49165" y="296042"/>
                  </a:lnTo>
                  <a:lnTo>
                    <a:pt x="53299" y="299349"/>
                  </a:lnTo>
                  <a:lnTo>
                    <a:pt x="57536" y="302523"/>
                  </a:lnTo>
                  <a:lnTo>
                    <a:pt x="61871" y="305562"/>
                  </a:lnTo>
                  <a:lnTo>
                    <a:pt x="66301" y="308461"/>
                  </a:lnTo>
                  <a:lnTo>
                    <a:pt x="70820" y="311219"/>
                  </a:lnTo>
                  <a:lnTo>
                    <a:pt x="75424" y="313833"/>
                  </a:lnTo>
                  <a:lnTo>
                    <a:pt x="80108" y="316299"/>
                  </a:lnTo>
                  <a:lnTo>
                    <a:pt x="84868" y="318616"/>
                  </a:lnTo>
                  <a:lnTo>
                    <a:pt x="89699" y="320781"/>
                  </a:lnTo>
                  <a:lnTo>
                    <a:pt x="94596" y="322792"/>
                  </a:lnTo>
                  <a:lnTo>
                    <a:pt x="99555" y="324646"/>
                  </a:lnTo>
                  <a:lnTo>
                    <a:pt x="104569" y="326343"/>
                  </a:lnTo>
                  <a:lnTo>
                    <a:pt x="109635" y="327880"/>
                  </a:lnTo>
                  <a:lnTo>
                    <a:pt x="114747" y="329257"/>
                  </a:lnTo>
                  <a:lnTo>
                    <a:pt x="119900" y="330470"/>
                  </a:lnTo>
                  <a:lnTo>
                    <a:pt x="125089" y="331520"/>
                  </a:lnTo>
                  <a:lnTo>
                    <a:pt x="130309" y="332405"/>
                  </a:lnTo>
                  <a:lnTo>
                    <a:pt x="135554" y="333124"/>
                  </a:lnTo>
                  <a:lnTo>
                    <a:pt x="140819" y="333676"/>
                  </a:lnTo>
                  <a:lnTo>
                    <a:pt x="146099" y="334062"/>
                  </a:lnTo>
                  <a:lnTo>
                    <a:pt x="151388" y="334280"/>
                  </a:lnTo>
                  <a:lnTo>
                    <a:pt x="156682" y="334331"/>
                  </a:lnTo>
                  <a:lnTo>
                    <a:pt x="161975" y="334214"/>
                  </a:lnTo>
                  <a:lnTo>
                    <a:pt x="167261" y="333930"/>
                  </a:lnTo>
                  <a:lnTo>
                    <a:pt x="172536" y="333478"/>
                  </a:lnTo>
                  <a:lnTo>
                    <a:pt x="177793" y="332860"/>
                  </a:lnTo>
                  <a:lnTo>
                    <a:pt x="183029" y="332075"/>
                  </a:lnTo>
                  <a:lnTo>
                    <a:pt x="188237" y="331125"/>
                  </a:lnTo>
                  <a:lnTo>
                    <a:pt x="193412" y="330010"/>
                  </a:lnTo>
                  <a:lnTo>
                    <a:pt x="198550" y="328732"/>
                  </a:lnTo>
                  <a:lnTo>
                    <a:pt x="203644" y="327293"/>
                  </a:lnTo>
                  <a:lnTo>
                    <a:pt x="208690" y="325692"/>
                  </a:lnTo>
                  <a:lnTo>
                    <a:pt x="213683" y="323933"/>
                  </a:lnTo>
                  <a:lnTo>
                    <a:pt x="218618" y="322016"/>
                  </a:lnTo>
                  <a:lnTo>
                    <a:pt x="223490" y="319944"/>
                  </a:lnTo>
                  <a:lnTo>
                    <a:pt x="228294" y="317719"/>
                  </a:lnTo>
                  <a:lnTo>
                    <a:pt x="233024" y="315343"/>
                  </a:lnTo>
                  <a:lnTo>
                    <a:pt x="237677" y="312818"/>
                  </a:lnTo>
                  <a:lnTo>
                    <a:pt x="242248" y="310147"/>
                  </a:lnTo>
                  <a:lnTo>
                    <a:pt x="246732" y="307333"/>
                  </a:lnTo>
                  <a:lnTo>
                    <a:pt x="251125" y="304378"/>
                  </a:lnTo>
                  <a:lnTo>
                    <a:pt x="255422" y="301286"/>
                  </a:lnTo>
                  <a:lnTo>
                    <a:pt x="259619" y="298059"/>
                  </a:lnTo>
                  <a:lnTo>
                    <a:pt x="263711" y="294700"/>
                  </a:lnTo>
                  <a:lnTo>
                    <a:pt x="267695" y="291214"/>
                  </a:lnTo>
                  <a:lnTo>
                    <a:pt x="271567" y="287604"/>
                  </a:lnTo>
                  <a:lnTo>
                    <a:pt x="275323" y="283873"/>
                  </a:lnTo>
                  <a:lnTo>
                    <a:pt x="278958" y="280024"/>
                  </a:lnTo>
                  <a:lnTo>
                    <a:pt x="282470" y="276063"/>
                  </a:lnTo>
                  <a:lnTo>
                    <a:pt x="285854" y="271992"/>
                  </a:lnTo>
                  <a:lnTo>
                    <a:pt x="289108" y="267816"/>
                  </a:lnTo>
                  <a:lnTo>
                    <a:pt x="292228" y="263539"/>
                  </a:lnTo>
                  <a:lnTo>
                    <a:pt x="295212" y="259166"/>
                  </a:lnTo>
                  <a:lnTo>
                    <a:pt x="298055" y="254700"/>
                  </a:lnTo>
                  <a:lnTo>
                    <a:pt x="300755" y="250146"/>
                  </a:lnTo>
                  <a:lnTo>
                    <a:pt x="303310" y="245510"/>
                  </a:lnTo>
                  <a:lnTo>
                    <a:pt x="305716" y="240794"/>
                  </a:lnTo>
                  <a:lnTo>
                    <a:pt x="307972" y="236005"/>
                  </a:lnTo>
                  <a:lnTo>
                    <a:pt x="310076" y="231147"/>
                  </a:lnTo>
                  <a:lnTo>
                    <a:pt x="312024" y="226225"/>
                  </a:lnTo>
                  <a:lnTo>
                    <a:pt x="313816" y="221243"/>
                  </a:lnTo>
                  <a:lnTo>
                    <a:pt x="315449" y="216207"/>
                  </a:lnTo>
                  <a:lnTo>
                    <a:pt x="316922" y="211122"/>
                  </a:lnTo>
                  <a:lnTo>
                    <a:pt x="318233" y="205993"/>
                  </a:lnTo>
                  <a:lnTo>
                    <a:pt x="319380" y="200825"/>
                  </a:lnTo>
                  <a:lnTo>
                    <a:pt x="320364" y="195623"/>
                  </a:lnTo>
                  <a:lnTo>
                    <a:pt x="321183" y="190393"/>
                  </a:lnTo>
                  <a:lnTo>
                    <a:pt x="321835" y="185139"/>
                  </a:lnTo>
                  <a:lnTo>
                    <a:pt x="322321" y="179868"/>
                  </a:lnTo>
                  <a:lnTo>
                    <a:pt x="322639" y="174583"/>
                  </a:lnTo>
                  <a:lnTo>
                    <a:pt x="322790" y="169291"/>
                  </a:lnTo>
                  <a:lnTo>
                    <a:pt x="322774" y="163997"/>
                  </a:lnTo>
                  <a:lnTo>
                    <a:pt x="322590" y="158707"/>
                  </a:lnTo>
                  <a:lnTo>
                    <a:pt x="322238" y="153424"/>
                  </a:lnTo>
                  <a:lnTo>
                    <a:pt x="321719" y="148156"/>
                  </a:lnTo>
                  <a:lnTo>
                    <a:pt x="321034" y="142906"/>
                  </a:lnTo>
                  <a:lnTo>
                    <a:pt x="320183" y="137681"/>
                  </a:lnTo>
                  <a:lnTo>
                    <a:pt x="319167" y="132486"/>
                  </a:lnTo>
                  <a:lnTo>
                    <a:pt x="317987" y="127325"/>
                  </a:lnTo>
                  <a:lnTo>
                    <a:pt x="316644" y="122204"/>
                  </a:lnTo>
                  <a:lnTo>
                    <a:pt x="315139" y="117128"/>
                  </a:lnTo>
                  <a:lnTo>
                    <a:pt x="313475" y="112103"/>
                  </a:lnTo>
                  <a:lnTo>
                    <a:pt x="311652" y="107133"/>
                  </a:lnTo>
                  <a:lnTo>
                    <a:pt x="309673" y="102222"/>
                  </a:lnTo>
                  <a:lnTo>
                    <a:pt x="307539" y="97377"/>
                  </a:lnTo>
                  <a:lnTo>
                    <a:pt x="305253" y="92602"/>
                  </a:lnTo>
                  <a:lnTo>
                    <a:pt x="302817" y="87902"/>
                  </a:lnTo>
                  <a:lnTo>
                    <a:pt x="300233" y="83282"/>
                  </a:lnTo>
                  <a:lnTo>
                    <a:pt x="297504" y="78745"/>
                  </a:lnTo>
                  <a:lnTo>
                    <a:pt x="294633" y="74297"/>
                  </a:lnTo>
                  <a:lnTo>
                    <a:pt x="291623" y="69942"/>
                  </a:lnTo>
                  <a:lnTo>
                    <a:pt x="288476" y="65685"/>
                  </a:lnTo>
                  <a:lnTo>
                    <a:pt x="285196" y="61530"/>
                  </a:lnTo>
                  <a:lnTo>
                    <a:pt x="281786" y="57480"/>
                  </a:lnTo>
                  <a:lnTo>
                    <a:pt x="278250" y="53541"/>
                  </a:lnTo>
                  <a:lnTo>
                    <a:pt x="274590" y="49715"/>
                  </a:lnTo>
                  <a:lnTo>
                    <a:pt x="270812" y="46007"/>
                  </a:lnTo>
                  <a:lnTo>
                    <a:pt x="266917" y="42421"/>
                  </a:lnTo>
                  <a:lnTo>
                    <a:pt x="262912" y="38960"/>
                  </a:lnTo>
                  <a:lnTo>
                    <a:pt x="258798" y="35627"/>
                  </a:lnTo>
                  <a:lnTo>
                    <a:pt x="254581" y="32427"/>
                  </a:lnTo>
                  <a:lnTo>
                    <a:pt x="250265" y="29361"/>
                  </a:lnTo>
                  <a:lnTo>
                    <a:pt x="245854" y="26434"/>
                  </a:lnTo>
                  <a:lnTo>
                    <a:pt x="241353" y="23648"/>
                  </a:lnTo>
                  <a:lnTo>
                    <a:pt x="236765" y="21006"/>
                  </a:lnTo>
                  <a:lnTo>
                    <a:pt x="232096" y="18510"/>
                  </a:lnTo>
                  <a:lnTo>
                    <a:pt x="227351" y="16164"/>
                  </a:lnTo>
                  <a:lnTo>
                    <a:pt x="222533" y="13968"/>
                  </a:lnTo>
                  <a:lnTo>
                    <a:pt x="217649" y="11927"/>
                  </a:lnTo>
                  <a:lnTo>
                    <a:pt x="212702" y="10041"/>
                  </a:lnTo>
                  <a:lnTo>
                    <a:pt x="207698" y="8313"/>
                  </a:lnTo>
                  <a:lnTo>
                    <a:pt x="202642" y="6744"/>
                  </a:lnTo>
                  <a:lnTo>
                    <a:pt x="197538" y="5336"/>
                  </a:lnTo>
                  <a:lnTo>
                    <a:pt x="192393" y="4091"/>
                  </a:lnTo>
                  <a:lnTo>
                    <a:pt x="187211" y="3008"/>
                  </a:lnTo>
                  <a:lnTo>
                    <a:pt x="181997" y="2091"/>
                  </a:lnTo>
                  <a:lnTo>
                    <a:pt x="176757" y="1339"/>
                  </a:lnTo>
                  <a:lnTo>
                    <a:pt x="171495" y="753"/>
                  </a:lnTo>
                  <a:lnTo>
                    <a:pt x="166218" y="335"/>
                  </a:lnTo>
                  <a:lnTo>
                    <a:pt x="160930" y="83"/>
                  </a:lnTo>
                  <a:lnTo>
                    <a:pt x="155636" y="0"/>
                  </a:lnTo>
                  <a:lnTo>
                    <a:pt x="1556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587227" y="5399291"/>
              <a:ext cx="30052" cy="167167"/>
            </a:xfrm>
            <a:custGeom>
              <a:avLst/>
              <a:pathLst>
                <a:path w="30052" h="167167">
                  <a:moveTo>
                    <a:pt x="30052" y="0"/>
                  </a:moveTo>
                  <a:lnTo>
                    <a:pt x="22500" y="170"/>
                  </a:lnTo>
                  <a:lnTo>
                    <a:pt x="14964" y="682"/>
                  </a:lnTo>
                  <a:lnTo>
                    <a:pt x="7459" y="1533"/>
                  </a:lnTo>
                  <a:lnTo>
                    <a:pt x="0" y="2723"/>
                  </a:lnTo>
                  <a:lnTo>
                    <a:pt x="3005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450113" y="5402015"/>
              <a:ext cx="334329" cy="331597"/>
            </a:xfrm>
            <a:custGeom>
              <a:avLst/>
              <a:pathLst>
                <a:path w="334329" h="331597">
                  <a:moveTo>
                    <a:pt x="137114" y="0"/>
                  </a:moveTo>
                  <a:lnTo>
                    <a:pt x="131928" y="1032"/>
                  </a:lnTo>
                  <a:lnTo>
                    <a:pt x="126777" y="2229"/>
                  </a:lnTo>
                  <a:lnTo>
                    <a:pt x="121667" y="3587"/>
                  </a:lnTo>
                  <a:lnTo>
                    <a:pt x="116602" y="5107"/>
                  </a:lnTo>
                  <a:lnTo>
                    <a:pt x="111588" y="6786"/>
                  </a:lnTo>
                  <a:lnTo>
                    <a:pt x="106629" y="8622"/>
                  </a:lnTo>
                  <a:lnTo>
                    <a:pt x="101731" y="10615"/>
                  </a:lnTo>
                  <a:lnTo>
                    <a:pt x="96899" y="12762"/>
                  </a:lnTo>
                  <a:lnTo>
                    <a:pt x="92136" y="15060"/>
                  </a:lnTo>
                  <a:lnTo>
                    <a:pt x="87449" y="17508"/>
                  </a:lnTo>
                  <a:lnTo>
                    <a:pt x="82842" y="20103"/>
                  </a:lnTo>
                  <a:lnTo>
                    <a:pt x="78319" y="22842"/>
                  </a:lnTo>
                  <a:lnTo>
                    <a:pt x="73884" y="25723"/>
                  </a:lnTo>
                  <a:lnTo>
                    <a:pt x="69544" y="28743"/>
                  </a:lnTo>
                  <a:lnTo>
                    <a:pt x="65300" y="31898"/>
                  </a:lnTo>
                  <a:lnTo>
                    <a:pt x="61159" y="35186"/>
                  </a:lnTo>
                  <a:lnTo>
                    <a:pt x="57124" y="38604"/>
                  </a:lnTo>
                  <a:lnTo>
                    <a:pt x="53199" y="42147"/>
                  </a:lnTo>
                  <a:lnTo>
                    <a:pt x="49388" y="45813"/>
                  </a:lnTo>
                  <a:lnTo>
                    <a:pt x="45695" y="49598"/>
                  </a:lnTo>
                  <a:lnTo>
                    <a:pt x="42123" y="53497"/>
                  </a:lnTo>
                  <a:lnTo>
                    <a:pt x="38677" y="57507"/>
                  </a:lnTo>
                  <a:lnTo>
                    <a:pt x="35359" y="61625"/>
                  </a:lnTo>
                  <a:lnTo>
                    <a:pt x="32173" y="65845"/>
                  </a:lnTo>
                  <a:lnTo>
                    <a:pt x="29122" y="70164"/>
                  </a:lnTo>
                  <a:lnTo>
                    <a:pt x="26209" y="74577"/>
                  </a:lnTo>
                  <a:lnTo>
                    <a:pt x="23437" y="79081"/>
                  </a:lnTo>
                  <a:lnTo>
                    <a:pt x="20809" y="83669"/>
                  </a:lnTo>
                  <a:lnTo>
                    <a:pt x="18328" y="88339"/>
                  </a:lnTo>
                  <a:lnTo>
                    <a:pt x="15995" y="93084"/>
                  </a:lnTo>
                  <a:lnTo>
                    <a:pt x="13814" y="97901"/>
                  </a:lnTo>
                  <a:lnTo>
                    <a:pt x="11786" y="102785"/>
                  </a:lnTo>
                  <a:lnTo>
                    <a:pt x="9913" y="107730"/>
                  </a:lnTo>
                  <a:lnTo>
                    <a:pt x="8198" y="112732"/>
                  </a:lnTo>
                  <a:lnTo>
                    <a:pt x="6642" y="117786"/>
                  </a:lnTo>
                  <a:lnTo>
                    <a:pt x="5247" y="122886"/>
                  </a:lnTo>
                  <a:lnTo>
                    <a:pt x="4014" y="128028"/>
                  </a:lnTo>
                  <a:lnTo>
                    <a:pt x="2944" y="133207"/>
                  </a:lnTo>
                  <a:lnTo>
                    <a:pt x="2038" y="138417"/>
                  </a:lnTo>
                  <a:lnTo>
                    <a:pt x="1297" y="143652"/>
                  </a:lnTo>
                  <a:lnTo>
                    <a:pt x="723" y="148909"/>
                  </a:lnTo>
                  <a:lnTo>
                    <a:pt x="315" y="154181"/>
                  </a:lnTo>
                  <a:lnTo>
                    <a:pt x="73" y="159463"/>
                  </a:lnTo>
                  <a:lnTo>
                    <a:pt x="0" y="164751"/>
                  </a:lnTo>
                  <a:lnTo>
                    <a:pt x="93" y="170038"/>
                  </a:lnTo>
                  <a:lnTo>
                    <a:pt x="353" y="175319"/>
                  </a:lnTo>
                  <a:lnTo>
                    <a:pt x="781" y="180590"/>
                  </a:lnTo>
                  <a:lnTo>
                    <a:pt x="1375" y="185844"/>
                  </a:lnTo>
                  <a:lnTo>
                    <a:pt x="2135" y="191077"/>
                  </a:lnTo>
                  <a:lnTo>
                    <a:pt x="3060" y="196284"/>
                  </a:lnTo>
                  <a:lnTo>
                    <a:pt x="4149" y="201458"/>
                  </a:lnTo>
                  <a:lnTo>
                    <a:pt x="5401" y="206596"/>
                  </a:lnTo>
                  <a:lnTo>
                    <a:pt x="6815" y="211691"/>
                  </a:lnTo>
                  <a:lnTo>
                    <a:pt x="8390" y="216739"/>
                  </a:lnTo>
                  <a:lnTo>
                    <a:pt x="10123" y="221735"/>
                  </a:lnTo>
                  <a:lnTo>
                    <a:pt x="12014" y="226673"/>
                  </a:lnTo>
                  <a:lnTo>
                    <a:pt x="14060" y="231549"/>
                  </a:lnTo>
                  <a:lnTo>
                    <a:pt x="16259" y="236358"/>
                  </a:lnTo>
                  <a:lnTo>
                    <a:pt x="18609" y="241095"/>
                  </a:lnTo>
                  <a:lnTo>
                    <a:pt x="21107" y="245755"/>
                  </a:lnTo>
                  <a:lnTo>
                    <a:pt x="23752" y="250334"/>
                  </a:lnTo>
                  <a:lnTo>
                    <a:pt x="26540" y="254827"/>
                  </a:lnTo>
                  <a:lnTo>
                    <a:pt x="29470" y="259230"/>
                  </a:lnTo>
                  <a:lnTo>
                    <a:pt x="32536" y="263537"/>
                  </a:lnTo>
                  <a:lnTo>
                    <a:pt x="35738" y="267746"/>
                  </a:lnTo>
                  <a:lnTo>
                    <a:pt x="39071" y="271851"/>
                  </a:lnTo>
                  <a:lnTo>
                    <a:pt x="42532" y="275849"/>
                  </a:lnTo>
                  <a:lnTo>
                    <a:pt x="46118" y="279735"/>
                  </a:lnTo>
                  <a:lnTo>
                    <a:pt x="49825" y="283506"/>
                  </a:lnTo>
                  <a:lnTo>
                    <a:pt x="53650" y="287158"/>
                  </a:lnTo>
                  <a:lnTo>
                    <a:pt x="57588" y="290687"/>
                  </a:lnTo>
                  <a:lnTo>
                    <a:pt x="61635" y="294089"/>
                  </a:lnTo>
                  <a:lnTo>
                    <a:pt x="65789" y="297362"/>
                  </a:lnTo>
                  <a:lnTo>
                    <a:pt x="70043" y="300502"/>
                  </a:lnTo>
                  <a:lnTo>
                    <a:pt x="74395" y="303506"/>
                  </a:lnTo>
                  <a:lnTo>
                    <a:pt x="78840" y="306371"/>
                  </a:lnTo>
                  <a:lnTo>
                    <a:pt x="83373" y="309093"/>
                  </a:lnTo>
                  <a:lnTo>
                    <a:pt x="87990" y="311671"/>
                  </a:lnTo>
                  <a:lnTo>
                    <a:pt x="92686" y="314102"/>
                  </a:lnTo>
                  <a:lnTo>
                    <a:pt x="97457" y="316383"/>
                  </a:lnTo>
                  <a:lnTo>
                    <a:pt x="102297" y="318511"/>
                  </a:lnTo>
                  <a:lnTo>
                    <a:pt x="107203" y="320486"/>
                  </a:lnTo>
                  <a:lnTo>
                    <a:pt x="112168" y="322304"/>
                  </a:lnTo>
                  <a:lnTo>
                    <a:pt x="117188" y="323965"/>
                  </a:lnTo>
                  <a:lnTo>
                    <a:pt x="122259" y="325466"/>
                  </a:lnTo>
                  <a:lnTo>
                    <a:pt x="127374" y="326806"/>
                  </a:lnTo>
                  <a:lnTo>
                    <a:pt x="132529" y="327983"/>
                  </a:lnTo>
                  <a:lnTo>
                    <a:pt x="137719" y="328997"/>
                  </a:lnTo>
                  <a:lnTo>
                    <a:pt x="142938" y="329846"/>
                  </a:lnTo>
                  <a:lnTo>
                    <a:pt x="148182" y="330529"/>
                  </a:lnTo>
                  <a:lnTo>
                    <a:pt x="153444" y="331047"/>
                  </a:lnTo>
                  <a:lnTo>
                    <a:pt x="158721" y="331397"/>
                  </a:lnTo>
                  <a:lnTo>
                    <a:pt x="164005" y="331581"/>
                  </a:lnTo>
                  <a:lnTo>
                    <a:pt x="169293" y="331597"/>
                  </a:lnTo>
                  <a:lnTo>
                    <a:pt x="174579" y="331446"/>
                  </a:lnTo>
                  <a:lnTo>
                    <a:pt x="179857" y="331128"/>
                  </a:lnTo>
                  <a:lnTo>
                    <a:pt x="185123" y="330644"/>
                  </a:lnTo>
                  <a:lnTo>
                    <a:pt x="190371" y="329993"/>
                  </a:lnTo>
                  <a:lnTo>
                    <a:pt x="195595" y="329176"/>
                  </a:lnTo>
                  <a:lnTo>
                    <a:pt x="200791" y="328194"/>
                  </a:lnTo>
                  <a:lnTo>
                    <a:pt x="205953" y="327049"/>
                  </a:lnTo>
                  <a:lnTo>
                    <a:pt x="211077" y="325741"/>
                  </a:lnTo>
                  <a:lnTo>
                    <a:pt x="216156" y="324271"/>
                  </a:lnTo>
                  <a:lnTo>
                    <a:pt x="221187" y="322642"/>
                  </a:lnTo>
                  <a:lnTo>
                    <a:pt x="226164" y="320854"/>
                  </a:lnTo>
                  <a:lnTo>
                    <a:pt x="231081" y="318910"/>
                  </a:lnTo>
                  <a:lnTo>
                    <a:pt x="235935" y="316811"/>
                  </a:lnTo>
                  <a:lnTo>
                    <a:pt x="240719" y="314560"/>
                  </a:lnTo>
                  <a:lnTo>
                    <a:pt x="245430" y="312158"/>
                  </a:lnTo>
                  <a:lnTo>
                    <a:pt x="250063" y="309609"/>
                  </a:lnTo>
                  <a:lnTo>
                    <a:pt x="254613" y="306915"/>
                  </a:lnTo>
                  <a:lnTo>
                    <a:pt x="259076" y="304078"/>
                  </a:lnTo>
                  <a:lnTo>
                    <a:pt x="263446" y="301101"/>
                  </a:lnTo>
                  <a:lnTo>
                    <a:pt x="267720" y="297987"/>
                  </a:lnTo>
                  <a:lnTo>
                    <a:pt x="271893" y="294740"/>
                  </a:lnTo>
                  <a:lnTo>
                    <a:pt x="275962" y="291363"/>
                  </a:lnTo>
                  <a:lnTo>
                    <a:pt x="279922" y="287858"/>
                  </a:lnTo>
                  <a:lnTo>
                    <a:pt x="283769" y="284230"/>
                  </a:lnTo>
                  <a:lnTo>
                    <a:pt x="287499" y="280482"/>
                  </a:lnTo>
                  <a:lnTo>
                    <a:pt x="291109" y="276618"/>
                  </a:lnTo>
                  <a:lnTo>
                    <a:pt x="294595" y="272642"/>
                  </a:lnTo>
                  <a:lnTo>
                    <a:pt x="297953" y="268558"/>
                  </a:lnTo>
                  <a:lnTo>
                    <a:pt x="301181" y="264369"/>
                  </a:lnTo>
                  <a:lnTo>
                    <a:pt x="304274" y="260080"/>
                  </a:lnTo>
                  <a:lnTo>
                    <a:pt x="307231" y="255696"/>
                  </a:lnTo>
                  <a:lnTo>
                    <a:pt x="310047" y="251220"/>
                  </a:lnTo>
                  <a:lnTo>
                    <a:pt x="312720" y="246658"/>
                  </a:lnTo>
                  <a:lnTo>
                    <a:pt x="315247" y="242013"/>
                  </a:lnTo>
                  <a:lnTo>
                    <a:pt x="317627" y="237291"/>
                  </a:lnTo>
                  <a:lnTo>
                    <a:pt x="319855" y="232496"/>
                  </a:lnTo>
                  <a:lnTo>
                    <a:pt x="321931" y="227632"/>
                  </a:lnTo>
                  <a:lnTo>
                    <a:pt x="323853" y="222706"/>
                  </a:lnTo>
                  <a:lnTo>
                    <a:pt x="325617" y="217721"/>
                  </a:lnTo>
                  <a:lnTo>
                    <a:pt x="327223" y="212683"/>
                  </a:lnTo>
                  <a:lnTo>
                    <a:pt x="328668" y="207596"/>
                  </a:lnTo>
                  <a:lnTo>
                    <a:pt x="329952" y="202467"/>
                  </a:lnTo>
                  <a:lnTo>
                    <a:pt x="331074" y="197299"/>
                  </a:lnTo>
                  <a:lnTo>
                    <a:pt x="332031" y="192098"/>
                  </a:lnTo>
                  <a:lnTo>
                    <a:pt x="332823" y="186870"/>
                  </a:lnTo>
                  <a:lnTo>
                    <a:pt x="333449" y="181620"/>
                  </a:lnTo>
                  <a:lnTo>
                    <a:pt x="333909" y="176352"/>
                  </a:lnTo>
                  <a:lnTo>
                    <a:pt x="334203" y="171072"/>
                  </a:lnTo>
                  <a:lnTo>
                    <a:pt x="334329" y="165786"/>
                  </a:lnTo>
                  <a:lnTo>
                    <a:pt x="334288" y="160498"/>
                  </a:lnTo>
                  <a:lnTo>
                    <a:pt x="334079" y="155214"/>
                  </a:lnTo>
                  <a:lnTo>
                    <a:pt x="333704" y="149940"/>
                  </a:lnTo>
                  <a:lnTo>
                    <a:pt x="333162" y="144680"/>
                  </a:lnTo>
                  <a:lnTo>
                    <a:pt x="332454" y="139439"/>
                  </a:lnTo>
                  <a:lnTo>
                    <a:pt x="331580" y="134224"/>
                  </a:lnTo>
                  <a:lnTo>
                    <a:pt x="330542" y="129039"/>
                  </a:lnTo>
                  <a:lnTo>
                    <a:pt x="329340" y="123889"/>
                  </a:lnTo>
                  <a:lnTo>
                    <a:pt x="327977" y="118781"/>
                  </a:lnTo>
                  <a:lnTo>
                    <a:pt x="326452" y="113717"/>
                  </a:lnTo>
                  <a:lnTo>
                    <a:pt x="324768" y="108705"/>
                  </a:lnTo>
                  <a:lnTo>
                    <a:pt x="322926" y="103748"/>
                  </a:lnTo>
                  <a:lnTo>
                    <a:pt x="320928" y="98852"/>
                  </a:lnTo>
                  <a:lnTo>
                    <a:pt x="318777" y="94021"/>
                  </a:lnTo>
                  <a:lnTo>
                    <a:pt x="316474" y="89261"/>
                  </a:lnTo>
                  <a:lnTo>
                    <a:pt x="314021" y="84577"/>
                  </a:lnTo>
                  <a:lnTo>
                    <a:pt x="311422" y="79972"/>
                  </a:lnTo>
                  <a:lnTo>
                    <a:pt x="308678" y="75452"/>
                  </a:lnTo>
                  <a:lnTo>
                    <a:pt x="305792" y="71020"/>
                  </a:lnTo>
                  <a:lnTo>
                    <a:pt x="302768" y="66683"/>
                  </a:lnTo>
                  <a:lnTo>
                    <a:pt x="299608" y="62443"/>
                  </a:lnTo>
                  <a:lnTo>
                    <a:pt x="296316" y="58305"/>
                  </a:lnTo>
                  <a:lnTo>
                    <a:pt x="292894" y="54273"/>
                  </a:lnTo>
                  <a:lnTo>
                    <a:pt x="289347" y="50352"/>
                  </a:lnTo>
                  <a:lnTo>
                    <a:pt x="285677" y="46544"/>
                  </a:lnTo>
                  <a:lnTo>
                    <a:pt x="281889" y="42855"/>
                  </a:lnTo>
                  <a:lnTo>
                    <a:pt x="277986" y="39288"/>
                  </a:lnTo>
                  <a:lnTo>
                    <a:pt x="273972" y="35845"/>
                  </a:lnTo>
                  <a:lnTo>
                    <a:pt x="269851" y="32531"/>
                  </a:lnTo>
                  <a:lnTo>
                    <a:pt x="265628" y="29350"/>
                  </a:lnTo>
                  <a:lnTo>
                    <a:pt x="261306" y="26303"/>
                  </a:lnTo>
                  <a:lnTo>
                    <a:pt x="256890" y="23395"/>
                  </a:lnTo>
                  <a:lnTo>
                    <a:pt x="252384" y="20627"/>
                  </a:lnTo>
                  <a:lnTo>
                    <a:pt x="247792" y="18004"/>
                  </a:lnTo>
                  <a:lnTo>
                    <a:pt x="243120" y="15527"/>
                  </a:lnTo>
                  <a:lnTo>
                    <a:pt x="238372" y="13200"/>
                  </a:lnTo>
                  <a:lnTo>
                    <a:pt x="233553" y="11023"/>
                  </a:lnTo>
                  <a:lnTo>
                    <a:pt x="228668" y="9000"/>
                  </a:lnTo>
                  <a:lnTo>
                    <a:pt x="223720" y="7133"/>
                  </a:lnTo>
                  <a:lnTo>
                    <a:pt x="218717" y="5423"/>
                  </a:lnTo>
                  <a:lnTo>
                    <a:pt x="213661" y="3872"/>
                  </a:lnTo>
                  <a:lnTo>
                    <a:pt x="208559" y="2482"/>
                  </a:lnTo>
                  <a:lnTo>
                    <a:pt x="203416" y="1254"/>
                  </a:lnTo>
                  <a:lnTo>
                    <a:pt x="198237" y="189"/>
                  </a:lnTo>
                  <a:lnTo>
                    <a:pt x="167167" y="1644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617280" y="5399291"/>
              <a:ext cx="31069" cy="167167"/>
            </a:xfrm>
            <a:custGeom>
              <a:avLst/>
              <a:pathLst>
                <a:path w="31069" h="167167">
                  <a:moveTo>
                    <a:pt x="31069" y="2912"/>
                  </a:moveTo>
                  <a:lnTo>
                    <a:pt x="23361" y="1640"/>
                  </a:lnTo>
                  <a:lnTo>
                    <a:pt x="15603" y="729"/>
                  </a:lnTo>
                  <a:lnTo>
                    <a:pt x="7810" y="18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4968515" y="5369149"/>
              <a:ext cx="167160" cy="296334"/>
            </a:xfrm>
            <a:custGeom>
              <a:avLst/>
              <a:pathLst>
                <a:path w="167160" h="296334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2" y="763"/>
                  </a:lnTo>
                  <a:lnTo>
                    <a:pt x="145908" y="1356"/>
                  </a:lnTo>
                  <a:lnTo>
                    <a:pt x="140636" y="2117"/>
                  </a:lnTo>
                  <a:lnTo>
                    <a:pt x="135390" y="3046"/>
                  </a:lnTo>
                  <a:lnTo>
                    <a:pt x="130177" y="4142"/>
                  </a:lnTo>
                  <a:lnTo>
                    <a:pt x="125001" y="5403"/>
                  </a:lnTo>
                  <a:lnTo>
                    <a:pt x="119869" y="6828"/>
                  </a:lnTo>
                  <a:lnTo>
                    <a:pt x="114784" y="8416"/>
                  </a:lnTo>
                  <a:lnTo>
                    <a:pt x="109752" y="10166"/>
                  </a:lnTo>
                  <a:lnTo>
                    <a:pt x="104779" y="12075"/>
                  </a:lnTo>
                  <a:lnTo>
                    <a:pt x="99869" y="14141"/>
                  </a:lnTo>
                  <a:lnTo>
                    <a:pt x="95027" y="16363"/>
                  </a:lnTo>
                  <a:lnTo>
                    <a:pt x="90259" y="18738"/>
                  </a:lnTo>
                  <a:lnTo>
                    <a:pt x="85568" y="21264"/>
                  </a:lnTo>
                  <a:lnTo>
                    <a:pt x="80961" y="23937"/>
                  </a:lnTo>
                  <a:lnTo>
                    <a:pt x="76441" y="26757"/>
                  </a:lnTo>
                  <a:lnTo>
                    <a:pt x="72013" y="29718"/>
                  </a:lnTo>
                  <a:lnTo>
                    <a:pt x="67682" y="32820"/>
                  </a:lnTo>
                  <a:lnTo>
                    <a:pt x="63452" y="36058"/>
                  </a:lnTo>
                  <a:lnTo>
                    <a:pt x="59327" y="39429"/>
                  </a:lnTo>
                  <a:lnTo>
                    <a:pt x="55312" y="42929"/>
                  </a:lnTo>
                  <a:lnTo>
                    <a:pt x="51410" y="46556"/>
                  </a:lnTo>
                  <a:lnTo>
                    <a:pt x="47626" y="50306"/>
                  </a:lnTo>
                  <a:lnTo>
                    <a:pt x="43963" y="54174"/>
                  </a:lnTo>
                  <a:lnTo>
                    <a:pt x="40425" y="58156"/>
                  </a:lnTo>
                  <a:lnTo>
                    <a:pt x="37016" y="62250"/>
                  </a:lnTo>
                  <a:lnTo>
                    <a:pt x="33739" y="66450"/>
                  </a:lnTo>
                  <a:lnTo>
                    <a:pt x="30598" y="70752"/>
                  </a:lnTo>
                  <a:lnTo>
                    <a:pt x="27595" y="75152"/>
                  </a:lnTo>
                  <a:lnTo>
                    <a:pt x="24734" y="79646"/>
                  </a:lnTo>
                  <a:lnTo>
                    <a:pt x="22018" y="84228"/>
                  </a:lnTo>
                  <a:lnTo>
                    <a:pt x="19449" y="88895"/>
                  </a:lnTo>
                  <a:lnTo>
                    <a:pt x="17030" y="93641"/>
                  </a:lnTo>
                  <a:lnTo>
                    <a:pt x="14764" y="98462"/>
                  </a:lnTo>
                  <a:lnTo>
                    <a:pt x="12652" y="103353"/>
                  </a:lnTo>
                  <a:lnTo>
                    <a:pt x="10697" y="108308"/>
                  </a:lnTo>
                  <a:lnTo>
                    <a:pt x="8901" y="113324"/>
                  </a:lnTo>
                  <a:lnTo>
                    <a:pt x="7266" y="118393"/>
                  </a:lnTo>
                  <a:lnTo>
                    <a:pt x="5793" y="123513"/>
                  </a:lnTo>
                  <a:lnTo>
                    <a:pt x="4484" y="128677"/>
                  </a:lnTo>
                  <a:lnTo>
                    <a:pt x="3340" y="133880"/>
                  </a:lnTo>
                  <a:lnTo>
                    <a:pt x="2363" y="139116"/>
                  </a:lnTo>
                  <a:lnTo>
                    <a:pt x="1553" y="144381"/>
                  </a:lnTo>
                  <a:lnTo>
                    <a:pt x="911" y="149670"/>
                  </a:lnTo>
                  <a:lnTo>
                    <a:pt x="437" y="154976"/>
                  </a:lnTo>
                  <a:lnTo>
                    <a:pt x="134" y="160294"/>
                  </a:lnTo>
                  <a:lnTo>
                    <a:pt x="0" y="165619"/>
                  </a:lnTo>
                  <a:lnTo>
                    <a:pt x="35" y="170946"/>
                  </a:lnTo>
                  <a:lnTo>
                    <a:pt x="240" y="176270"/>
                  </a:lnTo>
                  <a:lnTo>
                    <a:pt x="615" y="181583"/>
                  </a:lnTo>
                  <a:lnTo>
                    <a:pt x="1159" y="186883"/>
                  </a:lnTo>
                  <a:lnTo>
                    <a:pt x="1872" y="192162"/>
                  </a:lnTo>
                  <a:lnTo>
                    <a:pt x="2752" y="197416"/>
                  </a:lnTo>
                  <a:lnTo>
                    <a:pt x="3799" y="202639"/>
                  </a:lnTo>
                  <a:lnTo>
                    <a:pt x="5012" y="207826"/>
                  </a:lnTo>
                  <a:lnTo>
                    <a:pt x="6390" y="212972"/>
                  </a:lnTo>
                  <a:lnTo>
                    <a:pt x="7931" y="218071"/>
                  </a:lnTo>
                  <a:lnTo>
                    <a:pt x="9634" y="223119"/>
                  </a:lnTo>
                  <a:lnTo>
                    <a:pt x="11497" y="228110"/>
                  </a:lnTo>
                  <a:lnTo>
                    <a:pt x="13518" y="233038"/>
                  </a:lnTo>
                  <a:lnTo>
                    <a:pt x="15695" y="237900"/>
                  </a:lnTo>
                  <a:lnTo>
                    <a:pt x="18025" y="242691"/>
                  </a:lnTo>
                  <a:lnTo>
                    <a:pt x="20507" y="247404"/>
                  </a:lnTo>
                  <a:lnTo>
                    <a:pt x="23138" y="252036"/>
                  </a:lnTo>
                  <a:lnTo>
                    <a:pt x="25916" y="256582"/>
                  </a:lnTo>
                  <a:lnTo>
                    <a:pt x="28836" y="261037"/>
                  </a:lnTo>
                  <a:lnTo>
                    <a:pt x="31898" y="265397"/>
                  </a:lnTo>
                  <a:lnTo>
                    <a:pt x="35096" y="269657"/>
                  </a:lnTo>
                  <a:lnTo>
                    <a:pt x="38429" y="273813"/>
                  </a:lnTo>
                  <a:lnTo>
                    <a:pt x="41892" y="277860"/>
                  </a:lnTo>
                  <a:lnTo>
                    <a:pt x="45483" y="281795"/>
                  </a:lnTo>
                  <a:lnTo>
                    <a:pt x="49197" y="285614"/>
                  </a:lnTo>
                  <a:lnTo>
                    <a:pt x="53031" y="289312"/>
                  </a:lnTo>
                  <a:lnTo>
                    <a:pt x="56981" y="292887"/>
                  </a:lnTo>
                  <a:lnTo>
                    <a:pt x="61042" y="296334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029558" y="5536317"/>
              <a:ext cx="106117" cy="129166"/>
            </a:xfrm>
            <a:custGeom>
              <a:avLst/>
              <a:pathLst>
                <a:path w="106117" h="129166">
                  <a:moveTo>
                    <a:pt x="0" y="129166"/>
                  </a:moveTo>
                  <a:lnTo>
                    <a:pt x="106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029558" y="5536317"/>
              <a:ext cx="106117" cy="129166"/>
            </a:xfrm>
            <a:custGeom>
              <a:avLst/>
              <a:pathLst>
                <a:path w="106117" h="129166">
                  <a:moveTo>
                    <a:pt x="0" y="129166"/>
                  </a:moveTo>
                  <a:lnTo>
                    <a:pt x="106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29558" y="5536317"/>
              <a:ext cx="106117" cy="129166"/>
            </a:xfrm>
            <a:custGeom>
              <a:avLst/>
              <a:pathLst>
                <a:path w="106117" h="129166">
                  <a:moveTo>
                    <a:pt x="0" y="129166"/>
                  </a:moveTo>
                  <a:lnTo>
                    <a:pt x="106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29558" y="5536317"/>
              <a:ext cx="106117" cy="129166"/>
            </a:xfrm>
            <a:custGeom>
              <a:avLst/>
              <a:pathLst>
                <a:path w="106117" h="129166">
                  <a:moveTo>
                    <a:pt x="0" y="129166"/>
                  </a:moveTo>
                  <a:lnTo>
                    <a:pt x="10611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29558" y="5536317"/>
              <a:ext cx="106117" cy="129166"/>
            </a:xfrm>
            <a:custGeom>
              <a:avLst/>
              <a:pathLst>
                <a:path w="106117" h="129166">
                  <a:moveTo>
                    <a:pt x="0" y="129166"/>
                  </a:moveTo>
                  <a:lnTo>
                    <a:pt x="10611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29558" y="5536317"/>
              <a:ext cx="159788" cy="167167"/>
            </a:xfrm>
            <a:custGeom>
              <a:avLst/>
              <a:pathLst>
                <a:path w="159788" h="167167">
                  <a:moveTo>
                    <a:pt x="0" y="129166"/>
                  </a:moveTo>
                  <a:lnTo>
                    <a:pt x="4283" y="132570"/>
                  </a:lnTo>
                  <a:lnTo>
                    <a:pt x="8676" y="135831"/>
                  </a:lnTo>
                  <a:lnTo>
                    <a:pt x="13173" y="138947"/>
                  </a:lnTo>
                  <a:lnTo>
                    <a:pt x="17769" y="141914"/>
                  </a:lnTo>
                  <a:lnTo>
                    <a:pt x="22460" y="144729"/>
                  </a:lnTo>
                  <a:lnTo>
                    <a:pt x="27241" y="147389"/>
                  </a:lnTo>
                  <a:lnTo>
                    <a:pt x="32106" y="149891"/>
                  </a:lnTo>
                  <a:lnTo>
                    <a:pt x="37051" y="152232"/>
                  </a:lnTo>
                  <a:lnTo>
                    <a:pt x="42070" y="154411"/>
                  </a:lnTo>
                  <a:lnTo>
                    <a:pt x="47157" y="156424"/>
                  </a:lnTo>
                  <a:lnTo>
                    <a:pt x="52307" y="158270"/>
                  </a:lnTo>
                  <a:lnTo>
                    <a:pt x="57515" y="159946"/>
                  </a:lnTo>
                  <a:lnTo>
                    <a:pt x="62775" y="161450"/>
                  </a:lnTo>
                  <a:lnTo>
                    <a:pt x="68081" y="162782"/>
                  </a:lnTo>
                  <a:lnTo>
                    <a:pt x="73428" y="163940"/>
                  </a:lnTo>
                  <a:lnTo>
                    <a:pt x="78810" y="164922"/>
                  </a:lnTo>
                  <a:lnTo>
                    <a:pt x="84222" y="165727"/>
                  </a:lnTo>
                  <a:lnTo>
                    <a:pt x="89657" y="166355"/>
                  </a:lnTo>
                  <a:lnTo>
                    <a:pt x="95109" y="166804"/>
                  </a:lnTo>
                  <a:lnTo>
                    <a:pt x="100573" y="167075"/>
                  </a:lnTo>
                  <a:lnTo>
                    <a:pt x="106043" y="167167"/>
                  </a:lnTo>
                  <a:lnTo>
                    <a:pt x="111514" y="167080"/>
                  </a:lnTo>
                  <a:lnTo>
                    <a:pt x="116978" y="166814"/>
                  </a:lnTo>
                  <a:lnTo>
                    <a:pt x="122431" y="166369"/>
                  </a:lnTo>
                  <a:lnTo>
                    <a:pt x="127866" y="165746"/>
                  </a:lnTo>
                  <a:lnTo>
                    <a:pt x="133279" y="164946"/>
                  </a:lnTo>
                  <a:lnTo>
                    <a:pt x="138661" y="163968"/>
                  </a:lnTo>
                  <a:lnTo>
                    <a:pt x="144010" y="162816"/>
                  </a:lnTo>
                  <a:lnTo>
                    <a:pt x="149317" y="161488"/>
                  </a:lnTo>
                  <a:lnTo>
                    <a:pt x="154578" y="159988"/>
                  </a:lnTo>
                  <a:lnTo>
                    <a:pt x="159788" y="158317"/>
                  </a:lnTo>
                  <a:lnTo>
                    <a:pt x="106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135676" y="5369149"/>
              <a:ext cx="167166" cy="325484"/>
            </a:xfrm>
            <a:custGeom>
              <a:avLst/>
              <a:pathLst>
                <a:path w="167166" h="325484">
                  <a:moveTo>
                    <a:pt x="53670" y="325484"/>
                  </a:moveTo>
                  <a:lnTo>
                    <a:pt x="58706" y="323687"/>
                  </a:lnTo>
                  <a:lnTo>
                    <a:pt x="63682" y="321729"/>
                  </a:lnTo>
                  <a:lnTo>
                    <a:pt x="68592" y="319614"/>
                  </a:lnTo>
                  <a:lnTo>
                    <a:pt x="73432" y="317342"/>
                  </a:lnTo>
                  <a:lnTo>
                    <a:pt x="78197" y="314917"/>
                  </a:lnTo>
                  <a:lnTo>
                    <a:pt x="82882" y="312341"/>
                  </a:lnTo>
                  <a:lnTo>
                    <a:pt x="87483" y="309616"/>
                  </a:lnTo>
                  <a:lnTo>
                    <a:pt x="91993" y="306745"/>
                  </a:lnTo>
                  <a:lnTo>
                    <a:pt x="96410" y="303732"/>
                  </a:lnTo>
                  <a:lnTo>
                    <a:pt x="100728" y="300579"/>
                  </a:lnTo>
                  <a:lnTo>
                    <a:pt x="104943" y="297289"/>
                  </a:lnTo>
                  <a:lnTo>
                    <a:pt x="109051" y="293866"/>
                  </a:lnTo>
                  <a:lnTo>
                    <a:pt x="113047" y="290314"/>
                  </a:lnTo>
                  <a:lnTo>
                    <a:pt x="116927" y="286636"/>
                  </a:lnTo>
                  <a:lnTo>
                    <a:pt x="120688" y="282835"/>
                  </a:lnTo>
                  <a:lnTo>
                    <a:pt x="124326" y="278917"/>
                  </a:lnTo>
                  <a:lnTo>
                    <a:pt x="127836" y="274883"/>
                  </a:lnTo>
                  <a:lnTo>
                    <a:pt x="131215" y="270740"/>
                  </a:lnTo>
                  <a:lnTo>
                    <a:pt x="134460" y="266491"/>
                  </a:lnTo>
                  <a:lnTo>
                    <a:pt x="137568" y="262140"/>
                  </a:lnTo>
                  <a:lnTo>
                    <a:pt x="140535" y="257692"/>
                  </a:lnTo>
                  <a:lnTo>
                    <a:pt x="143358" y="253151"/>
                  </a:lnTo>
                  <a:lnTo>
                    <a:pt x="146034" y="248523"/>
                  </a:lnTo>
                  <a:lnTo>
                    <a:pt x="148562" y="243811"/>
                  </a:lnTo>
                  <a:lnTo>
                    <a:pt x="150937" y="239020"/>
                  </a:lnTo>
                  <a:lnTo>
                    <a:pt x="153157" y="234157"/>
                  </a:lnTo>
                  <a:lnTo>
                    <a:pt x="155221" y="229224"/>
                  </a:lnTo>
                  <a:lnTo>
                    <a:pt x="157127" y="224229"/>
                  </a:lnTo>
                  <a:lnTo>
                    <a:pt x="158871" y="219174"/>
                  </a:lnTo>
                  <a:lnTo>
                    <a:pt x="160453" y="214067"/>
                  </a:lnTo>
                  <a:lnTo>
                    <a:pt x="161871" y="208912"/>
                  </a:lnTo>
                  <a:lnTo>
                    <a:pt x="163123" y="203714"/>
                  </a:lnTo>
                  <a:lnTo>
                    <a:pt x="164208" y="198478"/>
                  </a:lnTo>
                  <a:lnTo>
                    <a:pt x="165126" y="193211"/>
                  </a:lnTo>
                  <a:lnTo>
                    <a:pt x="165874" y="187917"/>
                  </a:lnTo>
                  <a:lnTo>
                    <a:pt x="166453" y="182601"/>
                  </a:lnTo>
                  <a:lnTo>
                    <a:pt x="166861" y="177270"/>
                  </a:lnTo>
                  <a:lnTo>
                    <a:pt x="167099" y="171929"/>
                  </a:lnTo>
                  <a:lnTo>
                    <a:pt x="167166" y="166583"/>
                  </a:lnTo>
                  <a:lnTo>
                    <a:pt x="167062" y="161237"/>
                  </a:lnTo>
                  <a:lnTo>
                    <a:pt x="166787" y="155897"/>
                  </a:lnTo>
                  <a:lnTo>
                    <a:pt x="166341" y="150569"/>
                  </a:lnTo>
                  <a:lnTo>
                    <a:pt x="165725" y="145258"/>
                  </a:lnTo>
                  <a:lnTo>
                    <a:pt x="164940" y="139969"/>
                  </a:lnTo>
                  <a:lnTo>
                    <a:pt x="163985" y="134708"/>
                  </a:lnTo>
                  <a:lnTo>
                    <a:pt x="162864" y="129480"/>
                  </a:lnTo>
                  <a:lnTo>
                    <a:pt x="161575" y="124291"/>
                  </a:lnTo>
                  <a:lnTo>
                    <a:pt x="160121" y="119146"/>
                  </a:lnTo>
                  <a:lnTo>
                    <a:pt x="158504" y="114050"/>
                  </a:lnTo>
                  <a:lnTo>
                    <a:pt x="156724" y="109008"/>
                  </a:lnTo>
                  <a:lnTo>
                    <a:pt x="154784" y="104026"/>
                  </a:lnTo>
                  <a:lnTo>
                    <a:pt x="152685" y="99108"/>
                  </a:lnTo>
                  <a:lnTo>
                    <a:pt x="150431" y="94260"/>
                  </a:lnTo>
                  <a:lnTo>
                    <a:pt x="148022" y="89486"/>
                  </a:lnTo>
                  <a:lnTo>
                    <a:pt x="145462" y="84792"/>
                  </a:lnTo>
                  <a:lnTo>
                    <a:pt x="142753" y="80182"/>
                  </a:lnTo>
                  <a:lnTo>
                    <a:pt x="139898" y="75662"/>
                  </a:lnTo>
                  <a:lnTo>
                    <a:pt x="136901" y="71234"/>
                  </a:lnTo>
                  <a:lnTo>
                    <a:pt x="133763" y="66905"/>
                  </a:lnTo>
                  <a:lnTo>
                    <a:pt x="130488" y="62679"/>
                  </a:lnTo>
                  <a:lnTo>
                    <a:pt x="127079" y="58559"/>
                  </a:lnTo>
                  <a:lnTo>
                    <a:pt x="123541" y="54551"/>
                  </a:lnTo>
                  <a:lnTo>
                    <a:pt x="119876" y="50657"/>
                  </a:lnTo>
                  <a:lnTo>
                    <a:pt x="116089" y="46883"/>
                  </a:lnTo>
                  <a:lnTo>
                    <a:pt x="112183" y="43232"/>
                  </a:lnTo>
                  <a:lnTo>
                    <a:pt x="108162" y="39708"/>
                  </a:lnTo>
                  <a:lnTo>
                    <a:pt x="104031" y="36314"/>
                  </a:lnTo>
                  <a:lnTo>
                    <a:pt x="99793" y="33054"/>
                  </a:lnTo>
                  <a:lnTo>
                    <a:pt x="95453" y="29931"/>
                  </a:lnTo>
                  <a:lnTo>
                    <a:pt x="91015" y="26949"/>
                  </a:lnTo>
                  <a:lnTo>
                    <a:pt x="86484" y="24110"/>
                  </a:lnTo>
                  <a:lnTo>
                    <a:pt x="81865" y="21417"/>
                  </a:lnTo>
                  <a:lnTo>
                    <a:pt x="77162" y="18874"/>
                  </a:lnTo>
                  <a:lnTo>
                    <a:pt x="72380" y="16482"/>
                  </a:lnTo>
                  <a:lnTo>
                    <a:pt x="67524" y="14244"/>
                  </a:lnTo>
                  <a:lnTo>
                    <a:pt x="62599" y="12163"/>
                  </a:lnTo>
                  <a:lnTo>
                    <a:pt x="57610" y="10240"/>
                  </a:lnTo>
                  <a:lnTo>
                    <a:pt x="52562" y="8478"/>
                  </a:lnTo>
                  <a:lnTo>
                    <a:pt x="47460" y="6878"/>
                  </a:lnTo>
                  <a:lnTo>
                    <a:pt x="42310" y="5443"/>
                  </a:lnTo>
                  <a:lnTo>
                    <a:pt x="37116" y="4172"/>
                  </a:lnTo>
                  <a:lnTo>
                    <a:pt x="31885" y="3069"/>
                  </a:lnTo>
                  <a:lnTo>
                    <a:pt x="26621" y="2133"/>
                  </a:lnTo>
                  <a:lnTo>
                    <a:pt x="21329" y="1366"/>
                  </a:lnTo>
                  <a:lnTo>
                    <a:pt x="16016" y="769"/>
                  </a:lnTo>
                  <a:lnTo>
                    <a:pt x="10686" y="341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521676" y="5220472"/>
              <a:ext cx="111458" cy="167167"/>
            </a:xfrm>
            <a:custGeom>
              <a:avLst/>
              <a:pathLst>
                <a:path w="111458" h="167167">
                  <a:moveTo>
                    <a:pt x="111458" y="0"/>
                  </a:moveTo>
                  <a:lnTo>
                    <a:pt x="105914" y="91"/>
                  </a:lnTo>
                  <a:lnTo>
                    <a:pt x="100375" y="367"/>
                  </a:lnTo>
                  <a:lnTo>
                    <a:pt x="94849" y="827"/>
                  </a:lnTo>
                  <a:lnTo>
                    <a:pt x="89341" y="1469"/>
                  </a:lnTo>
                  <a:lnTo>
                    <a:pt x="83857" y="2294"/>
                  </a:lnTo>
                  <a:lnTo>
                    <a:pt x="78404" y="3300"/>
                  </a:lnTo>
                  <a:lnTo>
                    <a:pt x="72986" y="4487"/>
                  </a:lnTo>
                  <a:lnTo>
                    <a:pt x="67612" y="5852"/>
                  </a:lnTo>
                  <a:lnTo>
                    <a:pt x="62285" y="7395"/>
                  </a:lnTo>
                  <a:lnTo>
                    <a:pt x="57013" y="9114"/>
                  </a:lnTo>
                  <a:lnTo>
                    <a:pt x="51801" y="11007"/>
                  </a:lnTo>
                  <a:lnTo>
                    <a:pt x="46654" y="13072"/>
                  </a:lnTo>
                  <a:lnTo>
                    <a:pt x="41578" y="15306"/>
                  </a:lnTo>
                  <a:lnTo>
                    <a:pt x="36580" y="17707"/>
                  </a:lnTo>
                  <a:lnTo>
                    <a:pt x="31664" y="20273"/>
                  </a:lnTo>
                  <a:lnTo>
                    <a:pt x="26835" y="23001"/>
                  </a:lnTo>
                  <a:lnTo>
                    <a:pt x="22100" y="25887"/>
                  </a:lnTo>
                  <a:lnTo>
                    <a:pt x="17463" y="28928"/>
                  </a:lnTo>
                  <a:lnTo>
                    <a:pt x="12930" y="32122"/>
                  </a:lnTo>
                  <a:lnTo>
                    <a:pt x="8505" y="35465"/>
                  </a:lnTo>
                  <a:lnTo>
                    <a:pt x="4193" y="38952"/>
                  </a:lnTo>
                  <a:lnTo>
                    <a:pt x="0" y="42580"/>
                  </a:lnTo>
                  <a:lnTo>
                    <a:pt x="1114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521676" y="5263052"/>
              <a:ext cx="111458" cy="124586"/>
            </a:xfrm>
            <a:custGeom>
              <a:avLst/>
              <a:pathLst>
                <a:path w="111458" h="124586">
                  <a:moveTo>
                    <a:pt x="0" y="0"/>
                  </a:moveTo>
                  <a:lnTo>
                    <a:pt x="111458" y="12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521676" y="5263052"/>
              <a:ext cx="111458" cy="124586"/>
            </a:xfrm>
            <a:custGeom>
              <a:avLst/>
              <a:pathLst>
                <a:path w="111458" h="124586">
                  <a:moveTo>
                    <a:pt x="0" y="0"/>
                  </a:moveTo>
                  <a:lnTo>
                    <a:pt x="111458" y="12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21676" y="5263052"/>
              <a:ext cx="111458" cy="124586"/>
            </a:xfrm>
            <a:custGeom>
              <a:avLst/>
              <a:pathLst>
                <a:path w="111458" h="124586">
                  <a:moveTo>
                    <a:pt x="0" y="0"/>
                  </a:moveTo>
                  <a:lnTo>
                    <a:pt x="111458" y="1245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21676" y="5263052"/>
              <a:ext cx="111458" cy="124586"/>
            </a:xfrm>
            <a:custGeom>
              <a:avLst/>
              <a:pathLst>
                <a:path w="111458" h="124586">
                  <a:moveTo>
                    <a:pt x="0" y="0"/>
                  </a:moveTo>
                  <a:lnTo>
                    <a:pt x="111458" y="1245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86720" y="5263052"/>
              <a:ext cx="146415" cy="124586"/>
            </a:xfrm>
            <a:custGeom>
              <a:avLst/>
              <a:pathLst>
                <a:path w="146415" h="124586">
                  <a:moveTo>
                    <a:pt x="34956" y="0"/>
                  </a:moveTo>
                  <a:lnTo>
                    <a:pt x="30365" y="4264"/>
                  </a:lnTo>
                  <a:lnTo>
                    <a:pt x="25937" y="8698"/>
                  </a:lnTo>
                  <a:lnTo>
                    <a:pt x="21678" y="13294"/>
                  </a:lnTo>
                  <a:lnTo>
                    <a:pt x="17595" y="18047"/>
                  </a:lnTo>
                  <a:lnTo>
                    <a:pt x="13693" y="22950"/>
                  </a:lnTo>
                  <a:lnTo>
                    <a:pt x="9977" y="27995"/>
                  </a:lnTo>
                  <a:lnTo>
                    <a:pt x="6453" y="33177"/>
                  </a:lnTo>
                  <a:lnTo>
                    <a:pt x="3126" y="38486"/>
                  </a:lnTo>
                  <a:lnTo>
                    <a:pt x="0" y="43917"/>
                  </a:lnTo>
                  <a:lnTo>
                    <a:pt x="146415" y="1245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465968" y="5220472"/>
              <a:ext cx="334326" cy="334322"/>
            </a:xfrm>
            <a:custGeom>
              <a:avLst/>
              <a:pathLst>
                <a:path w="334326" h="334322">
                  <a:moveTo>
                    <a:pt x="20751" y="86497"/>
                  </a:moveTo>
                  <a:lnTo>
                    <a:pt x="18275" y="91165"/>
                  </a:lnTo>
                  <a:lnTo>
                    <a:pt x="15947" y="95909"/>
                  </a:lnTo>
                  <a:lnTo>
                    <a:pt x="13770" y="100725"/>
                  </a:lnTo>
                  <a:lnTo>
                    <a:pt x="11747" y="105606"/>
                  </a:lnTo>
                  <a:lnTo>
                    <a:pt x="9879" y="110549"/>
                  </a:lnTo>
                  <a:lnTo>
                    <a:pt x="8168" y="115549"/>
                  </a:lnTo>
                  <a:lnTo>
                    <a:pt x="6616" y="120600"/>
                  </a:lnTo>
                  <a:lnTo>
                    <a:pt x="5224" y="125698"/>
                  </a:lnTo>
                  <a:lnTo>
                    <a:pt x="3995" y="130837"/>
                  </a:lnTo>
                  <a:lnTo>
                    <a:pt x="2928" y="136012"/>
                  </a:lnTo>
                  <a:lnTo>
                    <a:pt x="2025" y="141219"/>
                  </a:lnTo>
                  <a:lnTo>
                    <a:pt x="1288" y="146451"/>
                  </a:lnTo>
                  <a:lnTo>
                    <a:pt x="716" y="151705"/>
                  </a:lnTo>
                  <a:lnTo>
                    <a:pt x="310" y="156973"/>
                  </a:lnTo>
                  <a:lnTo>
                    <a:pt x="71" y="162252"/>
                  </a:lnTo>
                  <a:lnTo>
                    <a:pt x="0" y="167536"/>
                  </a:lnTo>
                  <a:lnTo>
                    <a:pt x="95" y="172819"/>
                  </a:lnTo>
                  <a:lnTo>
                    <a:pt x="357" y="178097"/>
                  </a:lnTo>
                  <a:lnTo>
                    <a:pt x="786" y="183364"/>
                  </a:lnTo>
                  <a:lnTo>
                    <a:pt x="1381" y="188615"/>
                  </a:lnTo>
                  <a:lnTo>
                    <a:pt x="2141" y="193844"/>
                  </a:lnTo>
                  <a:lnTo>
                    <a:pt x="3067" y="199046"/>
                  </a:lnTo>
                  <a:lnTo>
                    <a:pt x="4157" y="204217"/>
                  </a:lnTo>
                  <a:lnTo>
                    <a:pt x="5409" y="209351"/>
                  </a:lnTo>
                  <a:lnTo>
                    <a:pt x="6823" y="214442"/>
                  </a:lnTo>
                  <a:lnTo>
                    <a:pt x="8398" y="219487"/>
                  </a:lnTo>
                  <a:lnTo>
                    <a:pt x="10131" y="224479"/>
                  </a:lnTo>
                  <a:lnTo>
                    <a:pt x="12020" y="229414"/>
                  </a:lnTo>
                  <a:lnTo>
                    <a:pt x="14065" y="234286"/>
                  </a:lnTo>
                  <a:lnTo>
                    <a:pt x="16263" y="239092"/>
                  </a:lnTo>
                  <a:lnTo>
                    <a:pt x="18612" y="243825"/>
                  </a:lnTo>
                  <a:lnTo>
                    <a:pt x="21109" y="248482"/>
                  </a:lnTo>
                  <a:lnTo>
                    <a:pt x="23752" y="253058"/>
                  </a:lnTo>
                  <a:lnTo>
                    <a:pt x="26539" y="257548"/>
                  </a:lnTo>
                  <a:lnTo>
                    <a:pt x="29465" y="261948"/>
                  </a:lnTo>
                  <a:lnTo>
                    <a:pt x="32530" y="266252"/>
                  </a:lnTo>
                  <a:lnTo>
                    <a:pt x="35729" y="270458"/>
                  </a:lnTo>
                  <a:lnTo>
                    <a:pt x="39059" y="274561"/>
                  </a:lnTo>
                  <a:lnTo>
                    <a:pt x="42518" y="278556"/>
                  </a:lnTo>
                  <a:lnTo>
                    <a:pt x="46101" y="282441"/>
                  </a:lnTo>
                  <a:lnTo>
                    <a:pt x="49805" y="286209"/>
                  </a:lnTo>
                  <a:lnTo>
                    <a:pt x="53626" y="289859"/>
                  </a:lnTo>
                  <a:lnTo>
                    <a:pt x="57560" y="293387"/>
                  </a:lnTo>
                  <a:lnTo>
                    <a:pt x="61605" y="296788"/>
                  </a:lnTo>
                  <a:lnTo>
                    <a:pt x="65754" y="300060"/>
                  </a:lnTo>
                  <a:lnTo>
                    <a:pt x="70005" y="303199"/>
                  </a:lnTo>
                  <a:lnTo>
                    <a:pt x="74353" y="306202"/>
                  </a:lnTo>
                  <a:lnTo>
                    <a:pt x="78794" y="309066"/>
                  </a:lnTo>
                  <a:lnTo>
                    <a:pt x="83323" y="311788"/>
                  </a:lnTo>
                  <a:lnTo>
                    <a:pt x="87936" y="314366"/>
                  </a:lnTo>
                  <a:lnTo>
                    <a:pt x="92628" y="316796"/>
                  </a:lnTo>
                  <a:lnTo>
                    <a:pt x="97395" y="319078"/>
                  </a:lnTo>
                  <a:lnTo>
                    <a:pt x="102231" y="321207"/>
                  </a:lnTo>
                  <a:lnTo>
                    <a:pt x="107132" y="323182"/>
                  </a:lnTo>
                  <a:lnTo>
                    <a:pt x="112093" y="325002"/>
                  </a:lnTo>
                  <a:lnTo>
                    <a:pt x="117109" y="326664"/>
                  </a:lnTo>
                  <a:lnTo>
                    <a:pt x="122175" y="328166"/>
                  </a:lnTo>
                  <a:lnTo>
                    <a:pt x="127286" y="329508"/>
                  </a:lnTo>
                  <a:lnTo>
                    <a:pt x="132437" y="330687"/>
                  </a:lnTo>
                  <a:lnTo>
                    <a:pt x="137623" y="331703"/>
                  </a:lnTo>
                  <a:lnTo>
                    <a:pt x="142838" y="332555"/>
                  </a:lnTo>
                  <a:lnTo>
                    <a:pt x="148078" y="333241"/>
                  </a:lnTo>
                  <a:lnTo>
                    <a:pt x="153336" y="333761"/>
                  </a:lnTo>
                  <a:lnTo>
                    <a:pt x="158609" y="334115"/>
                  </a:lnTo>
                  <a:lnTo>
                    <a:pt x="163890" y="334302"/>
                  </a:lnTo>
                  <a:lnTo>
                    <a:pt x="169174" y="334322"/>
                  </a:lnTo>
                  <a:lnTo>
                    <a:pt x="174456" y="334175"/>
                  </a:lnTo>
                  <a:lnTo>
                    <a:pt x="179731" y="333862"/>
                  </a:lnTo>
                  <a:lnTo>
                    <a:pt x="184994" y="333381"/>
                  </a:lnTo>
                  <a:lnTo>
                    <a:pt x="190238" y="332735"/>
                  </a:lnTo>
                  <a:lnTo>
                    <a:pt x="195460" y="331923"/>
                  </a:lnTo>
                  <a:lnTo>
                    <a:pt x="200653" y="330946"/>
                  </a:lnTo>
                  <a:lnTo>
                    <a:pt x="205813" y="329806"/>
                  </a:lnTo>
                  <a:lnTo>
                    <a:pt x="210934" y="328503"/>
                  </a:lnTo>
                  <a:lnTo>
                    <a:pt x="216011" y="327039"/>
                  </a:lnTo>
                  <a:lnTo>
                    <a:pt x="221040" y="325416"/>
                  </a:lnTo>
                  <a:lnTo>
                    <a:pt x="226015" y="323634"/>
                  </a:lnTo>
                  <a:lnTo>
                    <a:pt x="230931" y="321696"/>
                  </a:lnTo>
                  <a:lnTo>
                    <a:pt x="235783" y="319603"/>
                  </a:lnTo>
                  <a:lnTo>
                    <a:pt x="240567" y="317358"/>
                  </a:lnTo>
                  <a:lnTo>
                    <a:pt x="245277" y="314963"/>
                  </a:lnTo>
                  <a:lnTo>
                    <a:pt x="249909" y="312420"/>
                  </a:lnTo>
                  <a:lnTo>
                    <a:pt x="254459" y="309733"/>
                  </a:lnTo>
                  <a:lnTo>
                    <a:pt x="258921" y="306902"/>
                  </a:lnTo>
                  <a:lnTo>
                    <a:pt x="263292" y="303932"/>
                  </a:lnTo>
                  <a:lnTo>
                    <a:pt x="267567" y="300826"/>
                  </a:lnTo>
                  <a:lnTo>
                    <a:pt x="271741" y="297586"/>
                  </a:lnTo>
                  <a:lnTo>
                    <a:pt x="275811" y="294215"/>
                  </a:lnTo>
                  <a:lnTo>
                    <a:pt x="279772" y="290718"/>
                  </a:lnTo>
                  <a:lnTo>
                    <a:pt x="283621" y="287097"/>
                  </a:lnTo>
                  <a:lnTo>
                    <a:pt x="287354" y="283357"/>
                  </a:lnTo>
                  <a:lnTo>
                    <a:pt x="290966" y="279500"/>
                  </a:lnTo>
                  <a:lnTo>
                    <a:pt x="294455" y="275531"/>
                  </a:lnTo>
                  <a:lnTo>
                    <a:pt x="297816" y="271453"/>
                  </a:lnTo>
                  <a:lnTo>
                    <a:pt x="301047" y="267272"/>
                  </a:lnTo>
                  <a:lnTo>
                    <a:pt x="304144" y="262990"/>
                  </a:lnTo>
                  <a:lnTo>
                    <a:pt x="307104" y="258613"/>
                  </a:lnTo>
                  <a:lnTo>
                    <a:pt x="309925" y="254144"/>
                  </a:lnTo>
                  <a:lnTo>
                    <a:pt x="312602" y="249589"/>
                  </a:lnTo>
                  <a:lnTo>
                    <a:pt x="315135" y="244951"/>
                  </a:lnTo>
                  <a:lnTo>
                    <a:pt x="317519" y="240235"/>
                  </a:lnTo>
                  <a:lnTo>
                    <a:pt x="319754" y="235447"/>
                  </a:lnTo>
                  <a:lnTo>
                    <a:pt x="321836" y="230590"/>
                  </a:lnTo>
                  <a:lnTo>
                    <a:pt x="323763" y="225670"/>
                  </a:lnTo>
                  <a:lnTo>
                    <a:pt x="325534" y="220691"/>
                  </a:lnTo>
                  <a:lnTo>
                    <a:pt x="327146" y="215659"/>
                  </a:lnTo>
                  <a:lnTo>
                    <a:pt x="328599" y="210578"/>
                  </a:lnTo>
                  <a:lnTo>
                    <a:pt x="329890" y="205454"/>
                  </a:lnTo>
                  <a:lnTo>
                    <a:pt x="331019" y="200292"/>
                  </a:lnTo>
                  <a:lnTo>
                    <a:pt x="331984" y="195096"/>
                  </a:lnTo>
                  <a:lnTo>
                    <a:pt x="332785" y="189873"/>
                  </a:lnTo>
                  <a:lnTo>
                    <a:pt x="333420" y="184627"/>
                  </a:lnTo>
                  <a:lnTo>
                    <a:pt x="333888" y="179364"/>
                  </a:lnTo>
                  <a:lnTo>
                    <a:pt x="334191" y="174088"/>
                  </a:lnTo>
                  <a:lnTo>
                    <a:pt x="334326" y="168805"/>
                  </a:lnTo>
                  <a:lnTo>
                    <a:pt x="334294" y="163521"/>
                  </a:lnTo>
                  <a:lnTo>
                    <a:pt x="334095" y="158241"/>
                  </a:lnTo>
                  <a:lnTo>
                    <a:pt x="333730" y="152969"/>
                  </a:lnTo>
                  <a:lnTo>
                    <a:pt x="333198" y="147712"/>
                  </a:lnTo>
                  <a:lnTo>
                    <a:pt x="332500" y="142474"/>
                  </a:lnTo>
                  <a:lnTo>
                    <a:pt x="331637" y="137260"/>
                  </a:lnTo>
                  <a:lnTo>
                    <a:pt x="330610" y="132077"/>
                  </a:lnTo>
                  <a:lnTo>
                    <a:pt x="329419" y="126929"/>
                  </a:lnTo>
                  <a:lnTo>
                    <a:pt x="328066" y="121820"/>
                  </a:lnTo>
                  <a:lnTo>
                    <a:pt x="326552" y="116758"/>
                  </a:lnTo>
                  <a:lnTo>
                    <a:pt x="324879" y="111745"/>
                  </a:lnTo>
                  <a:lnTo>
                    <a:pt x="323049" y="106788"/>
                  </a:lnTo>
                  <a:lnTo>
                    <a:pt x="321063" y="101891"/>
                  </a:lnTo>
                  <a:lnTo>
                    <a:pt x="318923" y="97060"/>
                  </a:lnTo>
                  <a:lnTo>
                    <a:pt x="316631" y="92298"/>
                  </a:lnTo>
                  <a:lnTo>
                    <a:pt x="314190" y="87612"/>
                  </a:lnTo>
                  <a:lnTo>
                    <a:pt x="311602" y="83004"/>
                  </a:lnTo>
                  <a:lnTo>
                    <a:pt x="308870" y="78481"/>
                  </a:lnTo>
                  <a:lnTo>
                    <a:pt x="305996" y="74047"/>
                  </a:lnTo>
                  <a:lnTo>
                    <a:pt x="302983" y="69705"/>
                  </a:lnTo>
                  <a:lnTo>
                    <a:pt x="299835" y="65461"/>
                  </a:lnTo>
                  <a:lnTo>
                    <a:pt x="296554" y="61319"/>
                  </a:lnTo>
                  <a:lnTo>
                    <a:pt x="293144" y="57282"/>
                  </a:lnTo>
                  <a:lnTo>
                    <a:pt x="289608" y="53356"/>
                  </a:lnTo>
                  <a:lnTo>
                    <a:pt x="285950" y="49542"/>
                  </a:lnTo>
                  <a:lnTo>
                    <a:pt x="282173" y="45847"/>
                  </a:lnTo>
                  <a:lnTo>
                    <a:pt x="278281" y="42272"/>
                  </a:lnTo>
                  <a:lnTo>
                    <a:pt x="274278" y="38823"/>
                  </a:lnTo>
                  <a:lnTo>
                    <a:pt x="270168" y="35502"/>
                  </a:lnTo>
                  <a:lnTo>
                    <a:pt x="265955" y="32312"/>
                  </a:lnTo>
                  <a:lnTo>
                    <a:pt x="261643" y="29257"/>
                  </a:lnTo>
                  <a:lnTo>
                    <a:pt x="257237" y="26340"/>
                  </a:lnTo>
                  <a:lnTo>
                    <a:pt x="252741" y="23563"/>
                  </a:lnTo>
                  <a:lnTo>
                    <a:pt x="248159" y="20930"/>
                  </a:lnTo>
                  <a:lnTo>
                    <a:pt x="243497" y="18443"/>
                  </a:lnTo>
                  <a:lnTo>
                    <a:pt x="238758" y="16105"/>
                  </a:lnTo>
                  <a:lnTo>
                    <a:pt x="233947" y="13918"/>
                  </a:lnTo>
                  <a:lnTo>
                    <a:pt x="229070" y="11884"/>
                  </a:lnTo>
                  <a:lnTo>
                    <a:pt x="224132" y="10005"/>
                  </a:lnTo>
                  <a:lnTo>
                    <a:pt x="219136" y="8283"/>
                  </a:lnTo>
                  <a:lnTo>
                    <a:pt x="214088" y="6720"/>
                  </a:lnTo>
                  <a:lnTo>
                    <a:pt x="208993" y="5317"/>
                  </a:lnTo>
                  <a:lnTo>
                    <a:pt x="203857" y="4076"/>
                  </a:lnTo>
                  <a:lnTo>
                    <a:pt x="198684" y="2997"/>
                  </a:lnTo>
                  <a:lnTo>
                    <a:pt x="193479" y="2083"/>
                  </a:lnTo>
                  <a:lnTo>
                    <a:pt x="188248" y="1334"/>
                  </a:lnTo>
                  <a:lnTo>
                    <a:pt x="182996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5917130" y="4961274"/>
              <a:ext cx="165709" cy="167167"/>
            </a:xfrm>
            <a:custGeom>
              <a:avLst/>
              <a:pathLst>
                <a:path w="165709" h="167167">
                  <a:moveTo>
                    <a:pt x="165709" y="0"/>
                  </a:moveTo>
                  <a:lnTo>
                    <a:pt x="160244" y="89"/>
                  </a:lnTo>
                  <a:lnTo>
                    <a:pt x="154785" y="357"/>
                  </a:lnTo>
                  <a:lnTo>
                    <a:pt x="149338" y="803"/>
                  </a:lnTo>
                  <a:lnTo>
                    <a:pt x="143908" y="1427"/>
                  </a:lnTo>
                  <a:lnTo>
                    <a:pt x="138502" y="2228"/>
                  </a:lnTo>
                  <a:lnTo>
                    <a:pt x="133125" y="3206"/>
                  </a:lnTo>
                  <a:lnTo>
                    <a:pt x="127782" y="4359"/>
                  </a:lnTo>
                  <a:lnTo>
                    <a:pt x="122480" y="5686"/>
                  </a:lnTo>
                  <a:lnTo>
                    <a:pt x="117224" y="7185"/>
                  </a:lnTo>
                  <a:lnTo>
                    <a:pt x="112020" y="8856"/>
                  </a:lnTo>
                  <a:lnTo>
                    <a:pt x="106874" y="10695"/>
                  </a:lnTo>
                  <a:lnTo>
                    <a:pt x="101790" y="12702"/>
                  </a:lnTo>
                  <a:lnTo>
                    <a:pt x="96775" y="14874"/>
                  </a:lnTo>
                  <a:lnTo>
                    <a:pt x="91833" y="17209"/>
                  </a:lnTo>
                  <a:lnTo>
                    <a:pt x="86970" y="19704"/>
                  </a:lnTo>
                  <a:lnTo>
                    <a:pt x="82192" y="22357"/>
                  </a:lnTo>
                  <a:lnTo>
                    <a:pt x="77503" y="25165"/>
                  </a:lnTo>
                  <a:lnTo>
                    <a:pt x="72908" y="28124"/>
                  </a:lnTo>
                  <a:lnTo>
                    <a:pt x="68412" y="31232"/>
                  </a:lnTo>
                  <a:lnTo>
                    <a:pt x="64020" y="34486"/>
                  </a:lnTo>
                  <a:lnTo>
                    <a:pt x="59737" y="37881"/>
                  </a:lnTo>
                  <a:lnTo>
                    <a:pt x="55567" y="41414"/>
                  </a:lnTo>
                  <a:lnTo>
                    <a:pt x="51515" y="45082"/>
                  </a:lnTo>
                  <a:lnTo>
                    <a:pt x="47585" y="48880"/>
                  </a:lnTo>
                  <a:lnTo>
                    <a:pt x="43782" y="52805"/>
                  </a:lnTo>
                  <a:lnTo>
                    <a:pt x="40108" y="56852"/>
                  </a:lnTo>
                  <a:lnTo>
                    <a:pt x="36569" y="61017"/>
                  </a:lnTo>
                  <a:lnTo>
                    <a:pt x="33168" y="65295"/>
                  </a:lnTo>
                  <a:lnTo>
                    <a:pt x="29909" y="69682"/>
                  </a:lnTo>
                  <a:lnTo>
                    <a:pt x="26795" y="74174"/>
                  </a:lnTo>
                  <a:lnTo>
                    <a:pt x="23829" y="78765"/>
                  </a:lnTo>
                  <a:lnTo>
                    <a:pt x="21015" y="83450"/>
                  </a:lnTo>
                  <a:lnTo>
                    <a:pt x="18355" y="88225"/>
                  </a:lnTo>
                  <a:lnTo>
                    <a:pt x="15853" y="93084"/>
                  </a:lnTo>
                  <a:lnTo>
                    <a:pt x="13512" y="98023"/>
                  </a:lnTo>
                  <a:lnTo>
                    <a:pt x="11333" y="103035"/>
                  </a:lnTo>
                  <a:lnTo>
                    <a:pt x="9319" y="108116"/>
                  </a:lnTo>
                  <a:lnTo>
                    <a:pt x="7472" y="113260"/>
                  </a:lnTo>
                  <a:lnTo>
                    <a:pt x="5794" y="118462"/>
                  </a:lnTo>
                  <a:lnTo>
                    <a:pt x="4288" y="123715"/>
                  </a:lnTo>
                  <a:lnTo>
                    <a:pt x="2953" y="129015"/>
                  </a:lnTo>
                  <a:lnTo>
                    <a:pt x="1793" y="134356"/>
                  </a:lnTo>
                  <a:lnTo>
                    <a:pt x="808" y="139732"/>
                  </a:lnTo>
                  <a:lnTo>
                    <a:pt x="0" y="145138"/>
                  </a:lnTo>
                  <a:lnTo>
                    <a:pt x="1657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17130" y="5106412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17130" y="5106412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17130" y="5106412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15676" y="5106412"/>
              <a:ext cx="167163" cy="96002"/>
            </a:xfrm>
            <a:custGeom>
              <a:avLst/>
              <a:pathLst>
                <a:path w="167163" h="96002">
                  <a:moveTo>
                    <a:pt x="1453" y="0"/>
                  </a:moveTo>
                  <a:lnTo>
                    <a:pt x="788" y="5768"/>
                  </a:lnTo>
                  <a:lnTo>
                    <a:pt x="324" y="11556"/>
                  </a:lnTo>
                  <a:lnTo>
                    <a:pt x="61" y="17357"/>
                  </a:lnTo>
                  <a:lnTo>
                    <a:pt x="0" y="23164"/>
                  </a:lnTo>
                  <a:lnTo>
                    <a:pt x="140" y="28969"/>
                  </a:lnTo>
                  <a:lnTo>
                    <a:pt x="482" y="34766"/>
                  </a:lnTo>
                  <a:lnTo>
                    <a:pt x="1025" y="40547"/>
                  </a:lnTo>
                  <a:lnTo>
                    <a:pt x="1768" y="46306"/>
                  </a:lnTo>
                  <a:lnTo>
                    <a:pt x="2711" y="52036"/>
                  </a:lnTo>
                  <a:lnTo>
                    <a:pt x="3852" y="57730"/>
                  </a:lnTo>
                  <a:lnTo>
                    <a:pt x="5191" y="63380"/>
                  </a:lnTo>
                  <a:lnTo>
                    <a:pt x="6725" y="68981"/>
                  </a:lnTo>
                  <a:lnTo>
                    <a:pt x="8452" y="74525"/>
                  </a:lnTo>
                  <a:lnTo>
                    <a:pt x="10371" y="80006"/>
                  </a:lnTo>
                  <a:lnTo>
                    <a:pt x="12480" y="85416"/>
                  </a:lnTo>
                  <a:lnTo>
                    <a:pt x="14775" y="90750"/>
                  </a:lnTo>
                  <a:lnTo>
                    <a:pt x="17253" y="96002"/>
                  </a:lnTo>
                  <a:lnTo>
                    <a:pt x="167163" y="22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32930" y="4961274"/>
              <a:ext cx="317057" cy="334334"/>
            </a:xfrm>
            <a:custGeom>
              <a:avLst/>
              <a:pathLst>
                <a:path w="317057" h="334334">
                  <a:moveTo>
                    <a:pt x="0" y="241140"/>
                  </a:moveTo>
                  <a:lnTo>
                    <a:pt x="2423" y="245861"/>
                  </a:lnTo>
                  <a:lnTo>
                    <a:pt x="4995" y="250503"/>
                  </a:lnTo>
                  <a:lnTo>
                    <a:pt x="7713" y="255060"/>
                  </a:lnTo>
                  <a:lnTo>
                    <a:pt x="10575" y="259529"/>
                  </a:lnTo>
                  <a:lnTo>
                    <a:pt x="13577" y="263906"/>
                  </a:lnTo>
                  <a:lnTo>
                    <a:pt x="16716" y="268184"/>
                  </a:lnTo>
                  <a:lnTo>
                    <a:pt x="19989" y="272361"/>
                  </a:lnTo>
                  <a:lnTo>
                    <a:pt x="23394" y="276432"/>
                  </a:lnTo>
                  <a:lnTo>
                    <a:pt x="26926" y="280392"/>
                  </a:lnTo>
                  <a:lnTo>
                    <a:pt x="30582" y="284239"/>
                  </a:lnTo>
                  <a:lnTo>
                    <a:pt x="34358" y="287967"/>
                  </a:lnTo>
                  <a:lnTo>
                    <a:pt x="38250" y="291574"/>
                  </a:lnTo>
                  <a:lnTo>
                    <a:pt x="42255" y="295056"/>
                  </a:lnTo>
                  <a:lnTo>
                    <a:pt x="46369" y="298408"/>
                  </a:lnTo>
                  <a:lnTo>
                    <a:pt x="50587" y="301629"/>
                  </a:lnTo>
                  <a:lnTo>
                    <a:pt x="54905" y="304714"/>
                  </a:lnTo>
                  <a:lnTo>
                    <a:pt x="59318" y="307660"/>
                  </a:lnTo>
                  <a:lnTo>
                    <a:pt x="63823" y="310464"/>
                  </a:lnTo>
                  <a:lnTo>
                    <a:pt x="68415" y="313125"/>
                  </a:lnTo>
                  <a:lnTo>
                    <a:pt x="73089" y="315638"/>
                  </a:lnTo>
                  <a:lnTo>
                    <a:pt x="77840" y="318001"/>
                  </a:lnTo>
                  <a:lnTo>
                    <a:pt x="82664" y="320213"/>
                  </a:lnTo>
                  <a:lnTo>
                    <a:pt x="87556" y="322270"/>
                  </a:lnTo>
                  <a:lnTo>
                    <a:pt x="92511" y="324171"/>
                  </a:lnTo>
                  <a:lnTo>
                    <a:pt x="97523" y="325914"/>
                  </a:lnTo>
                  <a:lnTo>
                    <a:pt x="102588" y="327497"/>
                  </a:lnTo>
                  <a:lnTo>
                    <a:pt x="107701" y="328918"/>
                  </a:lnTo>
                  <a:lnTo>
                    <a:pt x="112856" y="330176"/>
                  </a:lnTo>
                  <a:lnTo>
                    <a:pt x="118049" y="331270"/>
                  </a:lnTo>
                  <a:lnTo>
                    <a:pt x="123274" y="332199"/>
                  </a:lnTo>
                  <a:lnTo>
                    <a:pt x="128526" y="332961"/>
                  </a:lnTo>
                  <a:lnTo>
                    <a:pt x="133799" y="333556"/>
                  </a:lnTo>
                  <a:lnTo>
                    <a:pt x="139088" y="333984"/>
                  </a:lnTo>
                  <a:lnTo>
                    <a:pt x="144389" y="334243"/>
                  </a:lnTo>
                  <a:lnTo>
                    <a:pt x="149695" y="334334"/>
                  </a:lnTo>
                  <a:lnTo>
                    <a:pt x="155001" y="334257"/>
                  </a:lnTo>
                  <a:lnTo>
                    <a:pt x="160302" y="334011"/>
                  </a:lnTo>
                  <a:lnTo>
                    <a:pt x="165592" y="333597"/>
                  </a:lnTo>
                  <a:lnTo>
                    <a:pt x="170867" y="333015"/>
                  </a:lnTo>
                  <a:lnTo>
                    <a:pt x="176121" y="332267"/>
                  </a:lnTo>
                  <a:lnTo>
                    <a:pt x="181348" y="331351"/>
                  </a:lnTo>
                  <a:lnTo>
                    <a:pt x="186543" y="330271"/>
                  </a:lnTo>
                  <a:lnTo>
                    <a:pt x="191702" y="329026"/>
                  </a:lnTo>
                  <a:lnTo>
                    <a:pt x="196819" y="327618"/>
                  </a:lnTo>
                  <a:lnTo>
                    <a:pt x="201888" y="326048"/>
                  </a:lnTo>
                  <a:lnTo>
                    <a:pt x="206905" y="324318"/>
                  </a:lnTo>
                  <a:lnTo>
                    <a:pt x="211864" y="322430"/>
                  </a:lnTo>
                  <a:lnTo>
                    <a:pt x="216761" y="320385"/>
                  </a:lnTo>
                  <a:lnTo>
                    <a:pt x="221591" y="318186"/>
                  </a:lnTo>
                  <a:lnTo>
                    <a:pt x="226348" y="315835"/>
                  </a:lnTo>
                  <a:lnTo>
                    <a:pt x="231028" y="313334"/>
                  </a:lnTo>
                  <a:lnTo>
                    <a:pt x="235627" y="310685"/>
                  </a:lnTo>
                  <a:lnTo>
                    <a:pt x="240139" y="307892"/>
                  </a:lnTo>
                  <a:lnTo>
                    <a:pt x="244560" y="304957"/>
                  </a:lnTo>
                  <a:lnTo>
                    <a:pt x="248886" y="301883"/>
                  </a:lnTo>
                  <a:lnTo>
                    <a:pt x="253112" y="298674"/>
                  </a:lnTo>
                  <a:lnTo>
                    <a:pt x="257234" y="295332"/>
                  </a:lnTo>
                  <a:lnTo>
                    <a:pt x="261248" y="291861"/>
                  </a:lnTo>
                  <a:lnTo>
                    <a:pt x="265150" y="288264"/>
                  </a:lnTo>
                  <a:lnTo>
                    <a:pt x="268936" y="284545"/>
                  </a:lnTo>
                  <a:lnTo>
                    <a:pt x="272602" y="280708"/>
                  </a:lnTo>
                  <a:lnTo>
                    <a:pt x="276144" y="276756"/>
                  </a:lnTo>
                  <a:lnTo>
                    <a:pt x="279559" y="272694"/>
                  </a:lnTo>
                  <a:lnTo>
                    <a:pt x="282843" y="268526"/>
                  </a:lnTo>
                  <a:lnTo>
                    <a:pt x="285993" y="264255"/>
                  </a:lnTo>
                  <a:lnTo>
                    <a:pt x="289006" y="259887"/>
                  </a:lnTo>
                  <a:lnTo>
                    <a:pt x="291879" y="255425"/>
                  </a:lnTo>
                  <a:lnTo>
                    <a:pt x="294609" y="250875"/>
                  </a:lnTo>
                  <a:lnTo>
                    <a:pt x="297193" y="246240"/>
                  </a:lnTo>
                  <a:lnTo>
                    <a:pt x="299629" y="241525"/>
                  </a:lnTo>
                  <a:lnTo>
                    <a:pt x="301913" y="236735"/>
                  </a:lnTo>
                  <a:lnTo>
                    <a:pt x="304045" y="231875"/>
                  </a:lnTo>
                  <a:lnTo>
                    <a:pt x="306021" y="226950"/>
                  </a:lnTo>
                  <a:lnTo>
                    <a:pt x="307840" y="221965"/>
                  </a:lnTo>
                  <a:lnTo>
                    <a:pt x="309500" y="216925"/>
                  </a:lnTo>
                  <a:lnTo>
                    <a:pt x="310999" y="211834"/>
                  </a:lnTo>
                  <a:lnTo>
                    <a:pt x="312335" y="206698"/>
                  </a:lnTo>
                  <a:lnTo>
                    <a:pt x="313508" y="201523"/>
                  </a:lnTo>
                  <a:lnTo>
                    <a:pt x="314516" y="196313"/>
                  </a:lnTo>
                  <a:lnTo>
                    <a:pt x="315359" y="191073"/>
                  </a:lnTo>
                  <a:lnTo>
                    <a:pt x="316034" y="185810"/>
                  </a:lnTo>
                  <a:lnTo>
                    <a:pt x="316542" y="180527"/>
                  </a:lnTo>
                  <a:lnTo>
                    <a:pt x="316882" y="175232"/>
                  </a:lnTo>
                  <a:lnTo>
                    <a:pt x="317054" y="169928"/>
                  </a:lnTo>
                  <a:lnTo>
                    <a:pt x="317057" y="164621"/>
                  </a:lnTo>
                  <a:lnTo>
                    <a:pt x="316892" y="159317"/>
                  </a:lnTo>
                  <a:lnTo>
                    <a:pt x="316559" y="154021"/>
                  </a:lnTo>
                  <a:lnTo>
                    <a:pt x="316058" y="148738"/>
                  </a:lnTo>
                  <a:lnTo>
                    <a:pt x="315389" y="143473"/>
                  </a:lnTo>
                  <a:lnTo>
                    <a:pt x="314554" y="138233"/>
                  </a:lnTo>
                  <a:lnTo>
                    <a:pt x="313552" y="133021"/>
                  </a:lnTo>
                  <a:lnTo>
                    <a:pt x="312386" y="127844"/>
                  </a:lnTo>
                  <a:lnTo>
                    <a:pt x="311056" y="122707"/>
                  </a:lnTo>
                  <a:lnTo>
                    <a:pt x="309564" y="117614"/>
                  </a:lnTo>
                  <a:lnTo>
                    <a:pt x="307910" y="112572"/>
                  </a:lnTo>
                  <a:lnTo>
                    <a:pt x="306098" y="107584"/>
                  </a:lnTo>
                  <a:lnTo>
                    <a:pt x="304128" y="102657"/>
                  </a:lnTo>
                  <a:lnTo>
                    <a:pt x="302003" y="97794"/>
                  </a:lnTo>
                  <a:lnTo>
                    <a:pt x="299724" y="93001"/>
                  </a:lnTo>
                  <a:lnTo>
                    <a:pt x="297294" y="88284"/>
                  </a:lnTo>
                  <a:lnTo>
                    <a:pt x="294716" y="83645"/>
                  </a:lnTo>
                  <a:lnTo>
                    <a:pt x="291992" y="79091"/>
                  </a:lnTo>
                  <a:lnTo>
                    <a:pt x="289125" y="74626"/>
                  </a:lnTo>
                  <a:lnTo>
                    <a:pt x="286118" y="70253"/>
                  </a:lnTo>
                  <a:lnTo>
                    <a:pt x="282973" y="65979"/>
                  </a:lnTo>
                  <a:lnTo>
                    <a:pt x="279694" y="61806"/>
                  </a:lnTo>
                  <a:lnTo>
                    <a:pt x="276284" y="57740"/>
                  </a:lnTo>
                  <a:lnTo>
                    <a:pt x="272747" y="53784"/>
                  </a:lnTo>
                  <a:lnTo>
                    <a:pt x="269087" y="49942"/>
                  </a:lnTo>
                  <a:lnTo>
                    <a:pt x="265306" y="46218"/>
                  </a:lnTo>
                  <a:lnTo>
                    <a:pt x="261409" y="42616"/>
                  </a:lnTo>
                  <a:lnTo>
                    <a:pt x="257399" y="39140"/>
                  </a:lnTo>
                  <a:lnTo>
                    <a:pt x="253281" y="35793"/>
                  </a:lnTo>
                  <a:lnTo>
                    <a:pt x="249059" y="32578"/>
                  </a:lnTo>
                  <a:lnTo>
                    <a:pt x="244737" y="29498"/>
                  </a:lnTo>
                  <a:lnTo>
                    <a:pt x="240320" y="26558"/>
                  </a:lnTo>
                  <a:lnTo>
                    <a:pt x="235811" y="23759"/>
                  </a:lnTo>
                  <a:lnTo>
                    <a:pt x="231216" y="21105"/>
                  </a:lnTo>
                  <a:lnTo>
                    <a:pt x="226539" y="18598"/>
                  </a:lnTo>
                  <a:lnTo>
                    <a:pt x="221784" y="16240"/>
                  </a:lnTo>
                  <a:lnTo>
                    <a:pt x="216958" y="14035"/>
                  </a:lnTo>
                  <a:lnTo>
                    <a:pt x="212063" y="11984"/>
                  </a:lnTo>
                  <a:lnTo>
                    <a:pt x="207106" y="10089"/>
                  </a:lnTo>
                  <a:lnTo>
                    <a:pt x="202092" y="8353"/>
                  </a:lnTo>
                  <a:lnTo>
                    <a:pt x="197025" y="6776"/>
                  </a:lnTo>
                  <a:lnTo>
                    <a:pt x="191910" y="5362"/>
                  </a:lnTo>
                  <a:lnTo>
                    <a:pt x="186753" y="4110"/>
                  </a:lnTo>
                  <a:lnTo>
                    <a:pt x="181559" y="3023"/>
                  </a:lnTo>
                  <a:lnTo>
                    <a:pt x="176333" y="2101"/>
                  </a:lnTo>
                  <a:lnTo>
                    <a:pt x="171080" y="1345"/>
                  </a:lnTo>
                  <a:lnTo>
                    <a:pt x="165806" y="757"/>
                  </a:lnTo>
                  <a:lnTo>
                    <a:pt x="160516" y="336"/>
                  </a:lnTo>
                  <a:lnTo>
                    <a:pt x="155215" y="84"/>
                  </a:lnTo>
                  <a:lnTo>
                    <a:pt x="149909" y="0"/>
                  </a:lnTo>
                  <a:lnTo>
                    <a:pt x="1499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293380" y="4605529"/>
              <a:ext cx="167166" cy="323675"/>
            </a:xfrm>
            <a:custGeom>
              <a:avLst/>
              <a:pathLst>
                <a:path w="167166" h="323675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1" y="768"/>
                  </a:lnTo>
                  <a:lnTo>
                    <a:pt x="145838" y="1366"/>
                  </a:lnTo>
                  <a:lnTo>
                    <a:pt x="140547" y="2132"/>
                  </a:lnTo>
                  <a:lnTo>
                    <a:pt x="135283" y="3068"/>
                  </a:lnTo>
                  <a:lnTo>
                    <a:pt x="130052" y="4172"/>
                  </a:lnTo>
                  <a:lnTo>
                    <a:pt x="124858" y="5442"/>
                  </a:lnTo>
                  <a:lnTo>
                    <a:pt x="119708" y="6877"/>
                  </a:lnTo>
                  <a:lnTo>
                    <a:pt x="114607" y="8477"/>
                  </a:lnTo>
                  <a:lnTo>
                    <a:pt x="109559" y="10239"/>
                  </a:lnTo>
                  <a:lnTo>
                    <a:pt x="104570" y="12161"/>
                  </a:lnTo>
                  <a:lnTo>
                    <a:pt x="99646" y="14242"/>
                  </a:lnTo>
                  <a:lnTo>
                    <a:pt x="94790" y="16480"/>
                  </a:lnTo>
                  <a:lnTo>
                    <a:pt x="90008" y="18871"/>
                  </a:lnTo>
                  <a:lnTo>
                    <a:pt x="85306" y="21414"/>
                  </a:lnTo>
                  <a:lnTo>
                    <a:pt x="80687" y="24106"/>
                  </a:lnTo>
                  <a:lnTo>
                    <a:pt x="76156" y="26945"/>
                  </a:lnTo>
                  <a:lnTo>
                    <a:pt x="71719" y="29927"/>
                  </a:lnTo>
                  <a:lnTo>
                    <a:pt x="67379" y="33049"/>
                  </a:lnTo>
                  <a:lnTo>
                    <a:pt x="63141" y="36309"/>
                  </a:lnTo>
                  <a:lnTo>
                    <a:pt x="59010" y="39702"/>
                  </a:lnTo>
                  <a:lnTo>
                    <a:pt x="54989" y="43226"/>
                  </a:lnTo>
                  <a:lnTo>
                    <a:pt x="51083" y="46877"/>
                  </a:lnTo>
                  <a:lnTo>
                    <a:pt x="47296" y="50650"/>
                  </a:lnTo>
                  <a:lnTo>
                    <a:pt x="43631" y="54543"/>
                  </a:lnTo>
                  <a:lnTo>
                    <a:pt x="40093" y="58551"/>
                  </a:lnTo>
                  <a:lnTo>
                    <a:pt x="36684" y="62670"/>
                  </a:lnTo>
                  <a:lnTo>
                    <a:pt x="33410" y="66896"/>
                  </a:lnTo>
                  <a:lnTo>
                    <a:pt x="30272" y="71225"/>
                  </a:lnTo>
                  <a:lnTo>
                    <a:pt x="27274" y="75651"/>
                  </a:lnTo>
                  <a:lnTo>
                    <a:pt x="24419" y="80172"/>
                  </a:lnTo>
                  <a:lnTo>
                    <a:pt x="21710" y="84781"/>
                  </a:lnTo>
                  <a:lnTo>
                    <a:pt x="19150" y="89474"/>
                  </a:lnTo>
                  <a:lnTo>
                    <a:pt x="16741" y="94247"/>
                  </a:lnTo>
                  <a:lnTo>
                    <a:pt x="14486" y="99095"/>
                  </a:lnTo>
                  <a:lnTo>
                    <a:pt x="12387" y="104012"/>
                  </a:lnTo>
                  <a:lnTo>
                    <a:pt x="10447" y="108994"/>
                  </a:lnTo>
                  <a:lnTo>
                    <a:pt x="8667" y="114035"/>
                  </a:lnTo>
                  <a:lnTo>
                    <a:pt x="7049" y="119131"/>
                  </a:lnTo>
                  <a:lnTo>
                    <a:pt x="5595" y="124276"/>
                  </a:lnTo>
                  <a:lnTo>
                    <a:pt x="4306" y="129464"/>
                  </a:lnTo>
                  <a:lnTo>
                    <a:pt x="3183" y="134692"/>
                  </a:lnTo>
                  <a:lnTo>
                    <a:pt x="2229" y="139952"/>
                  </a:lnTo>
                  <a:lnTo>
                    <a:pt x="1443" y="145240"/>
                  </a:lnTo>
                  <a:lnTo>
                    <a:pt x="826" y="150551"/>
                  </a:lnTo>
                  <a:lnTo>
                    <a:pt x="380" y="155879"/>
                  </a:lnTo>
                  <a:lnTo>
                    <a:pt x="104" y="161218"/>
                  </a:lnTo>
                  <a:lnTo>
                    <a:pt x="0" y="166563"/>
                  </a:lnTo>
                  <a:lnTo>
                    <a:pt x="66" y="171909"/>
                  </a:lnTo>
                  <a:lnTo>
                    <a:pt x="303" y="177250"/>
                  </a:lnTo>
                  <a:lnTo>
                    <a:pt x="711" y="182581"/>
                  </a:lnTo>
                  <a:lnTo>
                    <a:pt x="1289" y="187896"/>
                  </a:lnTo>
                  <a:lnTo>
                    <a:pt x="2036" y="193190"/>
                  </a:lnTo>
                  <a:lnTo>
                    <a:pt x="2953" y="198457"/>
                  </a:lnTo>
                  <a:lnTo>
                    <a:pt x="4038" y="203692"/>
                  </a:lnTo>
                  <a:lnTo>
                    <a:pt x="5289" y="208890"/>
                  </a:lnTo>
                  <a:lnTo>
                    <a:pt x="6706" y="214045"/>
                  </a:lnTo>
                  <a:lnTo>
                    <a:pt x="8287" y="219152"/>
                  </a:lnTo>
                  <a:lnTo>
                    <a:pt x="10031" y="224206"/>
                  </a:lnTo>
                  <a:lnTo>
                    <a:pt x="11935" y="229202"/>
                  </a:lnTo>
                  <a:lnTo>
                    <a:pt x="13998" y="234134"/>
                  </a:lnTo>
                  <a:lnTo>
                    <a:pt x="16218" y="238998"/>
                  </a:lnTo>
                  <a:lnTo>
                    <a:pt x="18592" y="243788"/>
                  </a:lnTo>
                  <a:lnTo>
                    <a:pt x="21118" y="248500"/>
                  </a:lnTo>
                  <a:lnTo>
                    <a:pt x="23794" y="253129"/>
                  </a:lnTo>
                  <a:lnTo>
                    <a:pt x="26616" y="257670"/>
                  </a:lnTo>
                  <a:lnTo>
                    <a:pt x="29582" y="262118"/>
                  </a:lnTo>
                  <a:lnTo>
                    <a:pt x="32689" y="266469"/>
                  </a:lnTo>
                  <a:lnTo>
                    <a:pt x="35933" y="270719"/>
                  </a:lnTo>
                  <a:lnTo>
                    <a:pt x="39312" y="274862"/>
                  </a:lnTo>
                  <a:lnTo>
                    <a:pt x="42821" y="278896"/>
                  </a:lnTo>
                  <a:lnTo>
                    <a:pt x="46457" y="282815"/>
                  </a:lnTo>
                  <a:lnTo>
                    <a:pt x="50217" y="286616"/>
                  </a:lnTo>
                  <a:lnTo>
                    <a:pt x="54097" y="290294"/>
                  </a:lnTo>
                  <a:lnTo>
                    <a:pt x="58092" y="293847"/>
                  </a:lnTo>
                  <a:lnTo>
                    <a:pt x="62199" y="297270"/>
                  </a:lnTo>
                  <a:lnTo>
                    <a:pt x="66413" y="300560"/>
                  </a:lnTo>
                  <a:lnTo>
                    <a:pt x="70730" y="303714"/>
                  </a:lnTo>
                  <a:lnTo>
                    <a:pt x="75146" y="306728"/>
                  </a:lnTo>
                  <a:lnTo>
                    <a:pt x="79656" y="309599"/>
                  </a:lnTo>
                  <a:lnTo>
                    <a:pt x="84255" y="312325"/>
                  </a:lnTo>
                  <a:lnTo>
                    <a:pt x="88939" y="314902"/>
                  </a:lnTo>
                  <a:lnTo>
                    <a:pt x="93704" y="317328"/>
                  </a:lnTo>
                  <a:lnTo>
                    <a:pt x="98543" y="319600"/>
                  </a:lnTo>
                  <a:lnTo>
                    <a:pt x="103453" y="321717"/>
                  </a:lnTo>
                  <a:lnTo>
                    <a:pt x="108427" y="32367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01808" y="4772696"/>
              <a:ext cx="58738" cy="156507"/>
            </a:xfrm>
            <a:custGeom>
              <a:avLst/>
              <a:pathLst>
                <a:path w="58738" h="156507">
                  <a:moveTo>
                    <a:pt x="0" y="156507"/>
                  </a:moveTo>
                  <a:lnTo>
                    <a:pt x="587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01808" y="4772696"/>
              <a:ext cx="58738" cy="156507"/>
            </a:xfrm>
            <a:custGeom>
              <a:avLst/>
              <a:pathLst>
                <a:path w="58738" h="156507">
                  <a:moveTo>
                    <a:pt x="0" y="156507"/>
                  </a:moveTo>
                  <a:lnTo>
                    <a:pt x="587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01808" y="4772696"/>
              <a:ext cx="146336" cy="167155"/>
            </a:xfrm>
            <a:custGeom>
              <a:avLst/>
              <a:pathLst>
                <a:path w="146336" h="167155">
                  <a:moveTo>
                    <a:pt x="0" y="156507"/>
                  </a:moveTo>
                  <a:lnTo>
                    <a:pt x="5310" y="158399"/>
                  </a:lnTo>
                  <a:lnTo>
                    <a:pt x="10682" y="160111"/>
                  </a:lnTo>
                  <a:lnTo>
                    <a:pt x="16108" y="161640"/>
                  </a:lnTo>
                  <a:lnTo>
                    <a:pt x="21583" y="162986"/>
                  </a:lnTo>
                  <a:lnTo>
                    <a:pt x="27100" y="164146"/>
                  </a:lnTo>
                  <a:lnTo>
                    <a:pt x="32652" y="165119"/>
                  </a:lnTo>
                  <a:lnTo>
                    <a:pt x="38235" y="165905"/>
                  </a:lnTo>
                  <a:lnTo>
                    <a:pt x="43841" y="166502"/>
                  </a:lnTo>
                  <a:lnTo>
                    <a:pt x="49464" y="166909"/>
                  </a:lnTo>
                  <a:lnTo>
                    <a:pt x="55097" y="167127"/>
                  </a:lnTo>
                  <a:lnTo>
                    <a:pt x="60735" y="167155"/>
                  </a:lnTo>
                  <a:lnTo>
                    <a:pt x="66370" y="166993"/>
                  </a:lnTo>
                  <a:lnTo>
                    <a:pt x="71997" y="166640"/>
                  </a:lnTo>
                  <a:lnTo>
                    <a:pt x="77608" y="166098"/>
                  </a:lnTo>
                  <a:lnTo>
                    <a:pt x="83198" y="165368"/>
                  </a:lnTo>
                  <a:lnTo>
                    <a:pt x="88760" y="164449"/>
                  </a:lnTo>
                  <a:lnTo>
                    <a:pt x="94288" y="163343"/>
                  </a:lnTo>
                  <a:lnTo>
                    <a:pt x="99776" y="162051"/>
                  </a:lnTo>
                  <a:lnTo>
                    <a:pt x="105217" y="160576"/>
                  </a:lnTo>
                  <a:lnTo>
                    <a:pt x="110605" y="158917"/>
                  </a:lnTo>
                  <a:lnTo>
                    <a:pt x="115934" y="157078"/>
                  </a:lnTo>
                  <a:lnTo>
                    <a:pt x="121198" y="155060"/>
                  </a:lnTo>
                  <a:lnTo>
                    <a:pt x="126391" y="152865"/>
                  </a:lnTo>
                  <a:lnTo>
                    <a:pt x="131507" y="150497"/>
                  </a:lnTo>
                  <a:lnTo>
                    <a:pt x="136541" y="147958"/>
                  </a:lnTo>
                  <a:lnTo>
                    <a:pt x="141485" y="145250"/>
                  </a:lnTo>
                  <a:lnTo>
                    <a:pt x="146336" y="142378"/>
                  </a:lnTo>
                  <a:lnTo>
                    <a:pt x="5873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60546" y="4605529"/>
              <a:ext cx="167166" cy="309545"/>
            </a:xfrm>
            <a:custGeom>
              <a:avLst/>
              <a:pathLst>
                <a:path w="167166" h="309545">
                  <a:moveTo>
                    <a:pt x="87598" y="309545"/>
                  </a:moveTo>
                  <a:lnTo>
                    <a:pt x="92105" y="306672"/>
                  </a:lnTo>
                  <a:lnTo>
                    <a:pt x="96518" y="303656"/>
                  </a:lnTo>
                  <a:lnTo>
                    <a:pt x="100832" y="300500"/>
                  </a:lnTo>
                  <a:lnTo>
                    <a:pt x="105043" y="297208"/>
                  </a:lnTo>
                  <a:lnTo>
                    <a:pt x="109147" y="293784"/>
                  </a:lnTo>
                  <a:lnTo>
                    <a:pt x="113139" y="290229"/>
                  </a:lnTo>
                  <a:lnTo>
                    <a:pt x="117016" y="286549"/>
                  </a:lnTo>
                  <a:lnTo>
                    <a:pt x="120773" y="282747"/>
                  </a:lnTo>
                  <a:lnTo>
                    <a:pt x="124406" y="278827"/>
                  </a:lnTo>
                  <a:lnTo>
                    <a:pt x="127912" y="274793"/>
                  </a:lnTo>
                  <a:lnTo>
                    <a:pt x="131288" y="270648"/>
                  </a:lnTo>
                  <a:lnTo>
                    <a:pt x="134529" y="266398"/>
                  </a:lnTo>
                  <a:lnTo>
                    <a:pt x="137632" y="262046"/>
                  </a:lnTo>
                  <a:lnTo>
                    <a:pt x="140595" y="257598"/>
                  </a:lnTo>
                  <a:lnTo>
                    <a:pt x="143415" y="253057"/>
                  </a:lnTo>
                  <a:lnTo>
                    <a:pt x="146087" y="248428"/>
                  </a:lnTo>
                  <a:lnTo>
                    <a:pt x="148611" y="243716"/>
                  </a:lnTo>
                  <a:lnTo>
                    <a:pt x="150982" y="238925"/>
                  </a:lnTo>
                  <a:lnTo>
                    <a:pt x="153199" y="234062"/>
                  </a:lnTo>
                  <a:lnTo>
                    <a:pt x="155259" y="229130"/>
                  </a:lnTo>
                  <a:lnTo>
                    <a:pt x="157161" y="224134"/>
                  </a:lnTo>
                  <a:lnTo>
                    <a:pt x="158902" y="219081"/>
                  </a:lnTo>
                  <a:lnTo>
                    <a:pt x="160480" y="213974"/>
                  </a:lnTo>
                  <a:lnTo>
                    <a:pt x="161895" y="208820"/>
                  </a:lnTo>
                  <a:lnTo>
                    <a:pt x="163143" y="203622"/>
                  </a:lnTo>
                  <a:lnTo>
                    <a:pt x="164226" y="198388"/>
                  </a:lnTo>
                  <a:lnTo>
                    <a:pt x="165140" y="193122"/>
                  </a:lnTo>
                  <a:lnTo>
                    <a:pt x="165885" y="187829"/>
                  </a:lnTo>
                  <a:lnTo>
                    <a:pt x="166461" y="182515"/>
                  </a:lnTo>
                  <a:lnTo>
                    <a:pt x="166866" y="177185"/>
                  </a:lnTo>
                  <a:lnTo>
                    <a:pt x="167101" y="171845"/>
                  </a:lnTo>
                  <a:lnTo>
                    <a:pt x="167166" y="166501"/>
                  </a:lnTo>
                  <a:lnTo>
                    <a:pt x="167059" y="161157"/>
                  </a:lnTo>
                  <a:lnTo>
                    <a:pt x="166781" y="155819"/>
                  </a:lnTo>
                  <a:lnTo>
                    <a:pt x="166333" y="150493"/>
                  </a:lnTo>
                  <a:lnTo>
                    <a:pt x="165715" y="145183"/>
                  </a:lnTo>
                  <a:lnTo>
                    <a:pt x="164928" y="139897"/>
                  </a:lnTo>
                  <a:lnTo>
                    <a:pt x="163971" y="134638"/>
                  </a:lnTo>
                  <a:lnTo>
                    <a:pt x="162848" y="129412"/>
                  </a:lnTo>
                  <a:lnTo>
                    <a:pt x="161557" y="124225"/>
                  </a:lnTo>
                  <a:lnTo>
                    <a:pt x="160102" y="119082"/>
                  </a:lnTo>
                  <a:lnTo>
                    <a:pt x="158483" y="113988"/>
                  </a:lnTo>
                  <a:lnTo>
                    <a:pt x="156702" y="108949"/>
                  </a:lnTo>
                  <a:lnTo>
                    <a:pt x="154760" y="103968"/>
                  </a:lnTo>
                  <a:lnTo>
                    <a:pt x="152661" y="99053"/>
                  </a:lnTo>
                  <a:lnTo>
                    <a:pt x="150405" y="94207"/>
                  </a:lnTo>
                  <a:lnTo>
                    <a:pt x="147996" y="89436"/>
                  </a:lnTo>
                  <a:lnTo>
                    <a:pt x="145435" y="84744"/>
                  </a:lnTo>
                  <a:lnTo>
                    <a:pt x="142725" y="80137"/>
                  </a:lnTo>
                  <a:lnTo>
                    <a:pt x="139870" y="75618"/>
                  </a:lnTo>
                  <a:lnTo>
                    <a:pt x="136872" y="71193"/>
                  </a:lnTo>
                  <a:lnTo>
                    <a:pt x="133734" y="66867"/>
                  </a:lnTo>
                  <a:lnTo>
                    <a:pt x="130459" y="62642"/>
                  </a:lnTo>
                  <a:lnTo>
                    <a:pt x="127050" y="58525"/>
                  </a:lnTo>
                  <a:lnTo>
                    <a:pt x="123512" y="54519"/>
                  </a:lnTo>
                  <a:lnTo>
                    <a:pt x="119847" y="50628"/>
                  </a:lnTo>
                  <a:lnTo>
                    <a:pt x="116060" y="46856"/>
                  </a:lnTo>
                  <a:lnTo>
                    <a:pt x="112155" y="43207"/>
                  </a:lnTo>
                  <a:lnTo>
                    <a:pt x="108134" y="39684"/>
                  </a:lnTo>
                  <a:lnTo>
                    <a:pt x="104003" y="36292"/>
                  </a:lnTo>
                  <a:lnTo>
                    <a:pt x="99766" y="33034"/>
                  </a:lnTo>
                  <a:lnTo>
                    <a:pt x="95427" y="29913"/>
                  </a:lnTo>
                  <a:lnTo>
                    <a:pt x="90990" y="26933"/>
                  </a:lnTo>
                  <a:lnTo>
                    <a:pt x="86460" y="24095"/>
                  </a:lnTo>
                  <a:lnTo>
                    <a:pt x="81842" y="21404"/>
                  </a:lnTo>
                  <a:lnTo>
                    <a:pt x="77140" y="18862"/>
                  </a:lnTo>
                  <a:lnTo>
                    <a:pt x="72359" y="16472"/>
                  </a:lnTo>
                  <a:lnTo>
                    <a:pt x="67504" y="14235"/>
                  </a:lnTo>
                  <a:lnTo>
                    <a:pt x="62581" y="12155"/>
                  </a:lnTo>
                  <a:lnTo>
                    <a:pt x="57593" y="10234"/>
                  </a:lnTo>
                  <a:lnTo>
                    <a:pt x="52546" y="8473"/>
                  </a:lnTo>
                  <a:lnTo>
                    <a:pt x="47446" y="6874"/>
                  </a:lnTo>
                  <a:lnTo>
                    <a:pt x="42297" y="5439"/>
                  </a:lnTo>
                  <a:lnTo>
                    <a:pt x="37105" y="4170"/>
                  </a:lnTo>
                  <a:lnTo>
                    <a:pt x="31875" y="3067"/>
                  </a:lnTo>
                  <a:lnTo>
                    <a:pt x="26612" y="2131"/>
                  </a:lnTo>
                  <a:lnTo>
                    <a:pt x="21322" y="1365"/>
                  </a:lnTo>
                  <a:lnTo>
                    <a:pt x="16011" y="768"/>
                  </a:lnTo>
                  <a:lnTo>
                    <a:pt x="10683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578729" y="4172415"/>
              <a:ext cx="212334" cy="334319"/>
            </a:xfrm>
            <a:custGeom>
              <a:avLst/>
              <a:pathLst>
                <a:path w="212334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6"/>
                  </a:lnTo>
                  <a:lnTo>
                    <a:pt x="130124" y="4155"/>
                  </a:lnTo>
                  <a:lnTo>
                    <a:pt x="124940" y="5420"/>
                  </a:lnTo>
                  <a:lnTo>
                    <a:pt x="119800" y="6849"/>
                  </a:lnTo>
                  <a:lnTo>
                    <a:pt x="114708" y="8443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3" y="14185"/>
                  </a:lnTo>
                  <a:lnTo>
                    <a:pt x="94926" y="16413"/>
                  </a:lnTo>
                  <a:lnTo>
                    <a:pt x="90151" y="18795"/>
                  </a:lnTo>
                  <a:lnTo>
                    <a:pt x="85456" y="21328"/>
                  </a:lnTo>
                  <a:lnTo>
                    <a:pt x="80843" y="24010"/>
                  </a:lnTo>
                  <a:lnTo>
                    <a:pt x="76319" y="26838"/>
                  </a:lnTo>
                  <a:lnTo>
                    <a:pt x="71887" y="29808"/>
                  </a:lnTo>
                  <a:lnTo>
                    <a:pt x="67552" y="32919"/>
                  </a:lnTo>
                  <a:lnTo>
                    <a:pt x="63319" y="36166"/>
                  </a:lnTo>
                  <a:lnTo>
                    <a:pt x="59191" y="39547"/>
                  </a:lnTo>
                  <a:lnTo>
                    <a:pt x="55173" y="43057"/>
                  </a:lnTo>
                  <a:lnTo>
                    <a:pt x="51270" y="46694"/>
                  </a:lnTo>
                  <a:lnTo>
                    <a:pt x="47484" y="50454"/>
                  </a:lnTo>
                  <a:lnTo>
                    <a:pt x="43820" y="54333"/>
                  </a:lnTo>
                  <a:lnTo>
                    <a:pt x="40282" y="58326"/>
                  </a:lnTo>
                  <a:lnTo>
                    <a:pt x="36874" y="62431"/>
                  </a:lnTo>
                  <a:lnTo>
                    <a:pt x="33598" y="66642"/>
                  </a:lnTo>
                  <a:lnTo>
                    <a:pt x="30458" y="70956"/>
                  </a:lnTo>
                  <a:lnTo>
                    <a:pt x="27457" y="75367"/>
                  </a:lnTo>
                  <a:lnTo>
                    <a:pt x="24599" y="79872"/>
                  </a:lnTo>
                  <a:lnTo>
                    <a:pt x="21885" y="84466"/>
                  </a:lnTo>
                  <a:lnTo>
                    <a:pt x="19320" y="89145"/>
                  </a:lnTo>
                  <a:lnTo>
                    <a:pt x="16906" y="93902"/>
                  </a:lnTo>
                  <a:lnTo>
                    <a:pt x="14644" y="98735"/>
                  </a:lnTo>
                  <a:lnTo>
                    <a:pt x="12538" y="103637"/>
                  </a:lnTo>
                  <a:lnTo>
                    <a:pt x="10589" y="108604"/>
                  </a:lnTo>
                  <a:lnTo>
                    <a:pt x="8800" y="113630"/>
                  </a:lnTo>
                  <a:lnTo>
                    <a:pt x="7172" y="118711"/>
                  </a:lnTo>
                  <a:lnTo>
                    <a:pt x="5708" y="123842"/>
                  </a:lnTo>
                  <a:lnTo>
                    <a:pt x="4407" y="129016"/>
                  </a:lnTo>
                  <a:lnTo>
                    <a:pt x="3273" y="134229"/>
                  </a:lnTo>
                  <a:lnTo>
                    <a:pt x="2305" y="139476"/>
                  </a:lnTo>
                  <a:lnTo>
                    <a:pt x="1505" y="144751"/>
                  </a:lnTo>
                  <a:lnTo>
                    <a:pt x="874" y="150049"/>
                  </a:lnTo>
                  <a:lnTo>
                    <a:pt x="413" y="155365"/>
                  </a:lnTo>
                  <a:lnTo>
                    <a:pt x="121" y="160692"/>
                  </a:lnTo>
                  <a:lnTo>
                    <a:pt x="0" y="166026"/>
                  </a:lnTo>
                  <a:lnTo>
                    <a:pt x="48" y="171361"/>
                  </a:lnTo>
                  <a:lnTo>
                    <a:pt x="267" y="176692"/>
                  </a:lnTo>
                  <a:lnTo>
                    <a:pt x="656" y="182013"/>
                  </a:lnTo>
                  <a:lnTo>
                    <a:pt x="1215" y="187320"/>
                  </a:lnTo>
                  <a:lnTo>
                    <a:pt x="1942" y="192605"/>
                  </a:lnTo>
                  <a:lnTo>
                    <a:pt x="2838" y="197865"/>
                  </a:lnTo>
                  <a:lnTo>
                    <a:pt x="3902" y="203093"/>
                  </a:lnTo>
                  <a:lnTo>
                    <a:pt x="5131" y="208285"/>
                  </a:lnTo>
                  <a:lnTo>
                    <a:pt x="6526" y="213435"/>
                  </a:lnTo>
                  <a:lnTo>
                    <a:pt x="8084" y="218537"/>
                  </a:lnTo>
                  <a:lnTo>
                    <a:pt x="9805" y="223588"/>
                  </a:lnTo>
                  <a:lnTo>
                    <a:pt x="11685" y="228581"/>
                  </a:lnTo>
                  <a:lnTo>
                    <a:pt x="13724" y="233511"/>
                  </a:lnTo>
                  <a:lnTo>
                    <a:pt x="15920" y="238374"/>
                  </a:lnTo>
                  <a:lnTo>
                    <a:pt x="18269" y="243164"/>
                  </a:lnTo>
                  <a:lnTo>
                    <a:pt x="20770" y="247877"/>
                  </a:lnTo>
                  <a:lnTo>
                    <a:pt x="23421" y="252508"/>
                  </a:lnTo>
                  <a:lnTo>
                    <a:pt x="26217" y="257051"/>
                  </a:lnTo>
                  <a:lnTo>
                    <a:pt x="29157" y="261504"/>
                  </a:lnTo>
                  <a:lnTo>
                    <a:pt x="32238" y="265860"/>
                  </a:lnTo>
                  <a:lnTo>
                    <a:pt x="35456" y="270115"/>
                  </a:lnTo>
                  <a:lnTo>
                    <a:pt x="38809" y="274266"/>
                  </a:lnTo>
                  <a:lnTo>
                    <a:pt x="42292" y="278307"/>
                  </a:lnTo>
                  <a:lnTo>
                    <a:pt x="45902" y="282236"/>
                  </a:lnTo>
                  <a:lnTo>
                    <a:pt x="49636" y="286047"/>
                  </a:lnTo>
                  <a:lnTo>
                    <a:pt x="53490" y="289737"/>
                  </a:lnTo>
                  <a:lnTo>
                    <a:pt x="57459" y="293302"/>
                  </a:lnTo>
                  <a:lnTo>
                    <a:pt x="61540" y="296739"/>
                  </a:lnTo>
                  <a:lnTo>
                    <a:pt x="65729" y="300043"/>
                  </a:lnTo>
                  <a:lnTo>
                    <a:pt x="70021" y="303213"/>
                  </a:lnTo>
                  <a:lnTo>
                    <a:pt x="74412" y="306243"/>
                  </a:lnTo>
                  <a:lnTo>
                    <a:pt x="78898" y="309132"/>
                  </a:lnTo>
                  <a:lnTo>
                    <a:pt x="83473" y="311877"/>
                  </a:lnTo>
                  <a:lnTo>
                    <a:pt x="88134" y="314474"/>
                  </a:lnTo>
                  <a:lnTo>
                    <a:pt x="92875" y="316921"/>
                  </a:lnTo>
                  <a:lnTo>
                    <a:pt x="97692" y="319215"/>
                  </a:lnTo>
                  <a:lnTo>
                    <a:pt x="102579" y="321355"/>
                  </a:lnTo>
                  <a:lnTo>
                    <a:pt x="107533" y="323337"/>
                  </a:lnTo>
                  <a:lnTo>
                    <a:pt x="112547" y="325161"/>
                  </a:lnTo>
                  <a:lnTo>
                    <a:pt x="117617" y="326823"/>
                  </a:lnTo>
                  <a:lnTo>
                    <a:pt x="122737" y="328323"/>
                  </a:lnTo>
                  <a:lnTo>
                    <a:pt x="127902" y="329659"/>
                  </a:lnTo>
                  <a:lnTo>
                    <a:pt x="133108" y="330829"/>
                  </a:lnTo>
                  <a:lnTo>
                    <a:pt x="138348" y="331832"/>
                  </a:lnTo>
                  <a:lnTo>
                    <a:pt x="143618" y="332668"/>
                  </a:lnTo>
                  <a:lnTo>
                    <a:pt x="148911" y="333335"/>
                  </a:lnTo>
                  <a:lnTo>
                    <a:pt x="154223" y="333833"/>
                  </a:lnTo>
                  <a:lnTo>
                    <a:pt x="159549" y="334161"/>
                  </a:lnTo>
                  <a:lnTo>
                    <a:pt x="164882" y="334319"/>
                  </a:lnTo>
                  <a:lnTo>
                    <a:pt x="170217" y="334306"/>
                  </a:lnTo>
                  <a:lnTo>
                    <a:pt x="175549" y="334124"/>
                  </a:lnTo>
                  <a:lnTo>
                    <a:pt x="180873" y="333771"/>
                  </a:lnTo>
                  <a:lnTo>
                    <a:pt x="186183" y="333249"/>
                  </a:lnTo>
                  <a:lnTo>
                    <a:pt x="191473" y="332557"/>
                  </a:lnTo>
                  <a:lnTo>
                    <a:pt x="196739" y="331697"/>
                  </a:lnTo>
                  <a:lnTo>
                    <a:pt x="201974" y="330670"/>
                  </a:lnTo>
                  <a:lnTo>
                    <a:pt x="207174" y="329475"/>
                  </a:lnTo>
                  <a:lnTo>
                    <a:pt x="212334" y="328116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339583"/>
              <a:ext cx="45170" cy="160948"/>
            </a:xfrm>
            <a:custGeom>
              <a:avLst/>
              <a:pathLst>
                <a:path w="45170" h="160948">
                  <a:moveTo>
                    <a:pt x="45170" y="16094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339583"/>
              <a:ext cx="163380" cy="160948"/>
            </a:xfrm>
            <a:custGeom>
              <a:avLst/>
              <a:pathLst>
                <a:path w="163380" h="160948">
                  <a:moveTo>
                    <a:pt x="45170" y="160948"/>
                  </a:moveTo>
                  <a:lnTo>
                    <a:pt x="50431" y="159378"/>
                  </a:lnTo>
                  <a:lnTo>
                    <a:pt x="55638" y="157636"/>
                  </a:lnTo>
                  <a:lnTo>
                    <a:pt x="60785" y="155724"/>
                  </a:lnTo>
                  <a:lnTo>
                    <a:pt x="65866" y="153644"/>
                  </a:lnTo>
                  <a:lnTo>
                    <a:pt x="70876" y="151398"/>
                  </a:lnTo>
                  <a:lnTo>
                    <a:pt x="75810" y="148988"/>
                  </a:lnTo>
                  <a:lnTo>
                    <a:pt x="80662" y="146418"/>
                  </a:lnTo>
                  <a:lnTo>
                    <a:pt x="85427" y="143690"/>
                  </a:lnTo>
                  <a:lnTo>
                    <a:pt x="90100" y="140807"/>
                  </a:lnTo>
                  <a:lnTo>
                    <a:pt x="94675" y="137773"/>
                  </a:lnTo>
                  <a:lnTo>
                    <a:pt x="99149" y="134589"/>
                  </a:lnTo>
                  <a:lnTo>
                    <a:pt x="103515" y="131260"/>
                  </a:lnTo>
                  <a:lnTo>
                    <a:pt x="107770" y="127790"/>
                  </a:lnTo>
                  <a:lnTo>
                    <a:pt x="111909" y="124182"/>
                  </a:lnTo>
                  <a:lnTo>
                    <a:pt x="115927" y="120440"/>
                  </a:lnTo>
                  <a:lnTo>
                    <a:pt x="119819" y="116568"/>
                  </a:lnTo>
                  <a:lnTo>
                    <a:pt x="123583" y="112570"/>
                  </a:lnTo>
                  <a:lnTo>
                    <a:pt x="127213" y="108451"/>
                  </a:lnTo>
                  <a:lnTo>
                    <a:pt x="130706" y="104214"/>
                  </a:lnTo>
                  <a:lnTo>
                    <a:pt x="134058" y="99866"/>
                  </a:lnTo>
                  <a:lnTo>
                    <a:pt x="137265" y="95409"/>
                  </a:lnTo>
                  <a:lnTo>
                    <a:pt x="140325" y="90850"/>
                  </a:lnTo>
                  <a:lnTo>
                    <a:pt x="143232" y="86193"/>
                  </a:lnTo>
                  <a:lnTo>
                    <a:pt x="145986" y="81442"/>
                  </a:lnTo>
                  <a:lnTo>
                    <a:pt x="148582" y="76604"/>
                  </a:lnTo>
                  <a:lnTo>
                    <a:pt x="151017" y="71683"/>
                  </a:lnTo>
                  <a:lnTo>
                    <a:pt x="153290" y="66685"/>
                  </a:lnTo>
                  <a:lnTo>
                    <a:pt x="155397" y="61615"/>
                  </a:lnTo>
                  <a:lnTo>
                    <a:pt x="157337" y="56479"/>
                  </a:lnTo>
                  <a:lnTo>
                    <a:pt x="159107" y="51281"/>
                  </a:lnTo>
                  <a:lnTo>
                    <a:pt x="160705" y="46028"/>
                  </a:lnTo>
                  <a:lnTo>
                    <a:pt x="162130" y="40726"/>
                  </a:lnTo>
                  <a:lnTo>
                    <a:pt x="163380" y="35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745892" y="4172415"/>
              <a:ext cx="167151" cy="202547"/>
            </a:xfrm>
            <a:custGeom>
              <a:avLst/>
              <a:pathLst>
                <a:path w="167151" h="202547">
                  <a:moveTo>
                    <a:pt x="163380" y="202547"/>
                  </a:moveTo>
                  <a:lnTo>
                    <a:pt x="164442" y="197230"/>
                  </a:lnTo>
                  <a:lnTo>
                    <a:pt x="165330" y="191881"/>
                  </a:lnTo>
                  <a:lnTo>
                    <a:pt x="166045" y="186506"/>
                  </a:lnTo>
                  <a:lnTo>
                    <a:pt x="166584" y="181110"/>
                  </a:lnTo>
                  <a:lnTo>
                    <a:pt x="166949" y="175701"/>
                  </a:lnTo>
                  <a:lnTo>
                    <a:pt x="167138" y="170282"/>
                  </a:lnTo>
                  <a:lnTo>
                    <a:pt x="167151" y="164859"/>
                  </a:lnTo>
                  <a:lnTo>
                    <a:pt x="166988" y="159440"/>
                  </a:lnTo>
                  <a:lnTo>
                    <a:pt x="166650" y="154028"/>
                  </a:lnTo>
                  <a:lnTo>
                    <a:pt x="166136" y="148630"/>
                  </a:lnTo>
                  <a:lnTo>
                    <a:pt x="165447" y="143252"/>
                  </a:lnTo>
                  <a:lnTo>
                    <a:pt x="164585" y="137899"/>
                  </a:lnTo>
                  <a:lnTo>
                    <a:pt x="163549" y="132576"/>
                  </a:lnTo>
                  <a:lnTo>
                    <a:pt x="162341" y="127290"/>
                  </a:lnTo>
                  <a:lnTo>
                    <a:pt x="160962" y="122046"/>
                  </a:lnTo>
                  <a:lnTo>
                    <a:pt x="159414" y="116850"/>
                  </a:lnTo>
                  <a:lnTo>
                    <a:pt x="157699" y="111706"/>
                  </a:lnTo>
                  <a:lnTo>
                    <a:pt x="155817" y="106621"/>
                  </a:lnTo>
                  <a:lnTo>
                    <a:pt x="153771" y="101599"/>
                  </a:lnTo>
                  <a:lnTo>
                    <a:pt x="151564" y="96647"/>
                  </a:lnTo>
                  <a:lnTo>
                    <a:pt x="149197" y="91768"/>
                  </a:lnTo>
                  <a:lnTo>
                    <a:pt x="146674" y="86969"/>
                  </a:lnTo>
                  <a:lnTo>
                    <a:pt x="143995" y="82254"/>
                  </a:lnTo>
                  <a:lnTo>
                    <a:pt x="141166" y="77629"/>
                  </a:lnTo>
                  <a:lnTo>
                    <a:pt x="138188" y="73098"/>
                  </a:lnTo>
                  <a:lnTo>
                    <a:pt x="135064" y="68666"/>
                  </a:lnTo>
                  <a:lnTo>
                    <a:pt x="131799" y="64337"/>
                  </a:lnTo>
                  <a:lnTo>
                    <a:pt x="128394" y="60117"/>
                  </a:lnTo>
                  <a:lnTo>
                    <a:pt x="124855" y="56009"/>
                  </a:lnTo>
                  <a:lnTo>
                    <a:pt x="121184" y="52018"/>
                  </a:lnTo>
                  <a:lnTo>
                    <a:pt x="117386" y="48149"/>
                  </a:lnTo>
                  <a:lnTo>
                    <a:pt x="113464" y="44404"/>
                  </a:lnTo>
                  <a:lnTo>
                    <a:pt x="109423" y="40789"/>
                  </a:lnTo>
                  <a:lnTo>
                    <a:pt x="105267" y="37307"/>
                  </a:lnTo>
                  <a:lnTo>
                    <a:pt x="101000" y="33961"/>
                  </a:lnTo>
                  <a:lnTo>
                    <a:pt x="96627" y="30755"/>
                  </a:lnTo>
                  <a:lnTo>
                    <a:pt x="92152" y="27693"/>
                  </a:lnTo>
                  <a:lnTo>
                    <a:pt x="87580" y="24778"/>
                  </a:lnTo>
                  <a:lnTo>
                    <a:pt x="82916" y="22013"/>
                  </a:lnTo>
                  <a:lnTo>
                    <a:pt x="78165" y="19400"/>
                  </a:lnTo>
                  <a:lnTo>
                    <a:pt x="73332" y="16943"/>
                  </a:lnTo>
                  <a:lnTo>
                    <a:pt x="68421" y="14643"/>
                  </a:lnTo>
                  <a:lnTo>
                    <a:pt x="63438" y="12505"/>
                  </a:lnTo>
                  <a:lnTo>
                    <a:pt x="58389" y="10528"/>
                  </a:lnTo>
                  <a:lnTo>
                    <a:pt x="53278" y="8717"/>
                  </a:lnTo>
                  <a:lnTo>
                    <a:pt x="48111" y="7073"/>
                  </a:lnTo>
                  <a:lnTo>
                    <a:pt x="42894" y="5596"/>
                  </a:lnTo>
                  <a:lnTo>
                    <a:pt x="37631" y="4290"/>
                  </a:lnTo>
                  <a:lnTo>
                    <a:pt x="32329" y="3156"/>
                  </a:lnTo>
                  <a:lnTo>
                    <a:pt x="26993" y="2193"/>
                  </a:lnTo>
                  <a:lnTo>
                    <a:pt x="21629" y="1405"/>
                  </a:lnTo>
                  <a:lnTo>
                    <a:pt x="16241" y="790"/>
                  </a:lnTo>
                  <a:lnTo>
                    <a:pt x="10837" y="351"/>
                  </a:lnTo>
                  <a:lnTo>
                    <a:pt x="542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756330" y="3685283"/>
              <a:ext cx="186575" cy="334324"/>
            </a:xfrm>
            <a:custGeom>
              <a:avLst/>
              <a:pathLst>
                <a:path w="186575" h="334324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0" y="766"/>
                  </a:lnTo>
                  <a:lnTo>
                    <a:pt x="145864" y="1362"/>
                  </a:lnTo>
                  <a:lnTo>
                    <a:pt x="140580" y="2127"/>
                  </a:lnTo>
                  <a:lnTo>
                    <a:pt x="135323" y="3060"/>
                  </a:lnTo>
                  <a:lnTo>
                    <a:pt x="130099" y="4161"/>
                  </a:lnTo>
                  <a:lnTo>
                    <a:pt x="124912" y="5427"/>
                  </a:lnTo>
                  <a:lnTo>
                    <a:pt x="119768" y="6859"/>
                  </a:lnTo>
                  <a:lnTo>
                    <a:pt x="114673" y="8455"/>
                  </a:lnTo>
                  <a:lnTo>
                    <a:pt x="109631" y="10212"/>
                  </a:lnTo>
                  <a:lnTo>
                    <a:pt x="104648" y="12129"/>
                  </a:lnTo>
                  <a:lnTo>
                    <a:pt x="99729" y="14205"/>
                  </a:lnTo>
                  <a:lnTo>
                    <a:pt x="94878" y="16437"/>
                  </a:lnTo>
                  <a:lnTo>
                    <a:pt x="90101" y="18822"/>
                  </a:lnTo>
                  <a:lnTo>
                    <a:pt x="85403" y="21359"/>
                  </a:lnTo>
                  <a:lnTo>
                    <a:pt x="80788" y="24044"/>
                  </a:lnTo>
                  <a:lnTo>
                    <a:pt x="76262" y="26875"/>
                  </a:lnTo>
                  <a:lnTo>
                    <a:pt x="71828" y="29850"/>
                  </a:lnTo>
                  <a:lnTo>
                    <a:pt x="67491" y="32965"/>
                  </a:lnTo>
                  <a:lnTo>
                    <a:pt x="63256" y="36216"/>
                  </a:lnTo>
                  <a:lnTo>
                    <a:pt x="59127" y="39601"/>
                  </a:lnTo>
                  <a:lnTo>
                    <a:pt x="55108" y="43117"/>
                  </a:lnTo>
                  <a:lnTo>
                    <a:pt x="51204" y="46759"/>
                  </a:lnTo>
                  <a:lnTo>
                    <a:pt x="47418" y="50523"/>
                  </a:lnTo>
                  <a:lnTo>
                    <a:pt x="43754" y="54407"/>
                  </a:lnTo>
                  <a:lnTo>
                    <a:pt x="40216" y="58406"/>
                  </a:lnTo>
                  <a:lnTo>
                    <a:pt x="36807" y="62515"/>
                  </a:lnTo>
                  <a:lnTo>
                    <a:pt x="33532" y="66732"/>
                  </a:lnTo>
                  <a:lnTo>
                    <a:pt x="30392" y="71050"/>
                  </a:lnTo>
                  <a:lnTo>
                    <a:pt x="27393" y="75467"/>
                  </a:lnTo>
                  <a:lnTo>
                    <a:pt x="24535" y="79978"/>
                  </a:lnTo>
                  <a:lnTo>
                    <a:pt x="21824" y="84577"/>
                  </a:lnTo>
                  <a:lnTo>
                    <a:pt x="19260" y="89261"/>
                  </a:lnTo>
                  <a:lnTo>
                    <a:pt x="16848" y="94024"/>
                  </a:lnTo>
                  <a:lnTo>
                    <a:pt x="14589" y="98862"/>
                  </a:lnTo>
                  <a:lnTo>
                    <a:pt x="12485" y="103769"/>
                  </a:lnTo>
                  <a:lnTo>
                    <a:pt x="10539" y="108741"/>
                  </a:lnTo>
                  <a:lnTo>
                    <a:pt x="8753" y="113773"/>
                  </a:lnTo>
                  <a:lnTo>
                    <a:pt x="7129" y="118859"/>
                  </a:lnTo>
                  <a:lnTo>
                    <a:pt x="5668" y="123994"/>
                  </a:lnTo>
                  <a:lnTo>
                    <a:pt x="4371" y="129174"/>
                  </a:lnTo>
                  <a:lnTo>
                    <a:pt x="3241" y="134392"/>
                  </a:lnTo>
                  <a:lnTo>
                    <a:pt x="2278" y="139644"/>
                  </a:lnTo>
                  <a:lnTo>
                    <a:pt x="1483" y="144924"/>
                  </a:lnTo>
                  <a:lnTo>
                    <a:pt x="857" y="150226"/>
                  </a:lnTo>
                  <a:lnTo>
                    <a:pt x="401" y="155546"/>
                  </a:lnTo>
                  <a:lnTo>
                    <a:pt x="115" y="160877"/>
                  </a:lnTo>
                  <a:lnTo>
                    <a:pt x="0" y="166215"/>
                  </a:lnTo>
                  <a:lnTo>
                    <a:pt x="54" y="171554"/>
                  </a:lnTo>
                  <a:lnTo>
                    <a:pt x="280" y="176889"/>
                  </a:lnTo>
                  <a:lnTo>
                    <a:pt x="675" y="182213"/>
                  </a:lnTo>
                  <a:lnTo>
                    <a:pt x="1241" y="187523"/>
                  </a:lnTo>
                  <a:lnTo>
                    <a:pt x="1975" y="192811"/>
                  </a:lnTo>
                  <a:lnTo>
                    <a:pt x="2879" y="198073"/>
                  </a:lnTo>
                  <a:lnTo>
                    <a:pt x="3949" y="203304"/>
                  </a:lnTo>
                  <a:lnTo>
                    <a:pt x="5187" y="208498"/>
                  </a:lnTo>
                  <a:lnTo>
                    <a:pt x="6589" y="213650"/>
                  </a:lnTo>
                  <a:lnTo>
                    <a:pt x="8156" y="218754"/>
                  </a:lnTo>
                  <a:lnTo>
                    <a:pt x="9884" y="223806"/>
                  </a:lnTo>
                  <a:lnTo>
                    <a:pt x="11773" y="228800"/>
                  </a:lnTo>
                  <a:lnTo>
                    <a:pt x="13821" y="233731"/>
                  </a:lnTo>
                  <a:lnTo>
                    <a:pt x="16025" y="238594"/>
                  </a:lnTo>
                  <a:lnTo>
                    <a:pt x="18383" y="243384"/>
                  </a:lnTo>
                  <a:lnTo>
                    <a:pt x="20893" y="248097"/>
                  </a:lnTo>
                  <a:lnTo>
                    <a:pt x="23552" y="252727"/>
                  </a:lnTo>
                  <a:lnTo>
                    <a:pt x="26358" y="257269"/>
                  </a:lnTo>
                  <a:lnTo>
                    <a:pt x="29307" y="261720"/>
                  </a:lnTo>
                  <a:lnTo>
                    <a:pt x="32397" y="266074"/>
                  </a:lnTo>
                  <a:lnTo>
                    <a:pt x="35624" y="270328"/>
                  </a:lnTo>
                  <a:lnTo>
                    <a:pt x="38986" y="274476"/>
                  </a:lnTo>
                  <a:lnTo>
                    <a:pt x="42478" y="278515"/>
                  </a:lnTo>
                  <a:lnTo>
                    <a:pt x="46098" y="282440"/>
                  </a:lnTo>
                  <a:lnTo>
                    <a:pt x="49841" y="286247"/>
                  </a:lnTo>
                  <a:lnTo>
                    <a:pt x="53703" y="289933"/>
                  </a:lnTo>
                  <a:lnTo>
                    <a:pt x="57682" y="293494"/>
                  </a:lnTo>
                  <a:lnTo>
                    <a:pt x="61772" y="296926"/>
                  </a:lnTo>
                  <a:lnTo>
                    <a:pt x="65970" y="300226"/>
                  </a:lnTo>
                  <a:lnTo>
                    <a:pt x="70271" y="303390"/>
                  </a:lnTo>
                  <a:lnTo>
                    <a:pt x="74670" y="306414"/>
                  </a:lnTo>
                  <a:lnTo>
                    <a:pt x="79165" y="309297"/>
                  </a:lnTo>
                  <a:lnTo>
                    <a:pt x="83748" y="312035"/>
                  </a:lnTo>
                  <a:lnTo>
                    <a:pt x="88417" y="314625"/>
                  </a:lnTo>
                  <a:lnTo>
                    <a:pt x="93167" y="317065"/>
                  </a:lnTo>
                  <a:lnTo>
                    <a:pt x="97991" y="319351"/>
                  </a:lnTo>
                  <a:lnTo>
                    <a:pt x="102887" y="321483"/>
                  </a:lnTo>
                  <a:lnTo>
                    <a:pt x="107848" y="323457"/>
                  </a:lnTo>
                  <a:lnTo>
                    <a:pt x="112869" y="325271"/>
                  </a:lnTo>
                  <a:lnTo>
                    <a:pt x="117946" y="326925"/>
                  </a:lnTo>
                  <a:lnTo>
                    <a:pt x="123073" y="328415"/>
                  </a:lnTo>
                  <a:lnTo>
                    <a:pt x="128245" y="329741"/>
                  </a:lnTo>
                  <a:lnTo>
                    <a:pt x="133457" y="330901"/>
                  </a:lnTo>
                  <a:lnTo>
                    <a:pt x="138703" y="331894"/>
                  </a:lnTo>
                  <a:lnTo>
                    <a:pt x="143978" y="332719"/>
                  </a:lnTo>
                  <a:lnTo>
                    <a:pt x="149277" y="333375"/>
                  </a:lnTo>
                  <a:lnTo>
                    <a:pt x="154594" y="333861"/>
                  </a:lnTo>
                  <a:lnTo>
                    <a:pt x="159924" y="334178"/>
                  </a:lnTo>
                  <a:lnTo>
                    <a:pt x="165261" y="334324"/>
                  </a:lnTo>
                  <a:lnTo>
                    <a:pt x="170600" y="334299"/>
                  </a:lnTo>
                  <a:lnTo>
                    <a:pt x="175936" y="334104"/>
                  </a:lnTo>
                  <a:lnTo>
                    <a:pt x="181263" y="333739"/>
                  </a:lnTo>
                  <a:lnTo>
                    <a:pt x="186575" y="333204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453"/>
              <a:ext cx="167154" cy="333033"/>
            </a:xfrm>
            <a:custGeom>
              <a:avLst/>
              <a:pathLst>
                <a:path w="167154" h="333033">
                  <a:moveTo>
                    <a:pt x="19410" y="333033"/>
                  </a:moveTo>
                  <a:lnTo>
                    <a:pt x="24720" y="332326"/>
                  </a:lnTo>
                  <a:lnTo>
                    <a:pt x="30004" y="331449"/>
                  </a:lnTo>
                  <a:lnTo>
                    <a:pt x="35257" y="330403"/>
                  </a:lnTo>
                  <a:lnTo>
                    <a:pt x="40474" y="329190"/>
                  </a:lnTo>
                  <a:lnTo>
                    <a:pt x="45650" y="327810"/>
                  </a:lnTo>
                  <a:lnTo>
                    <a:pt x="50778" y="326265"/>
                  </a:lnTo>
                  <a:lnTo>
                    <a:pt x="55855" y="324556"/>
                  </a:lnTo>
                  <a:lnTo>
                    <a:pt x="60874" y="322686"/>
                  </a:lnTo>
                  <a:lnTo>
                    <a:pt x="65831" y="320656"/>
                  </a:lnTo>
                  <a:lnTo>
                    <a:pt x="70720" y="318468"/>
                  </a:lnTo>
                  <a:lnTo>
                    <a:pt x="75537" y="316124"/>
                  </a:lnTo>
                  <a:lnTo>
                    <a:pt x="80275" y="313628"/>
                  </a:lnTo>
                  <a:lnTo>
                    <a:pt x="84932" y="310980"/>
                  </a:lnTo>
                  <a:lnTo>
                    <a:pt x="89501" y="308185"/>
                  </a:lnTo>
                  <a:lnTo>
                    <a:pt x="93979" y="305246"/>
                  </a:lnTo>
                  <a:lnTo>
                    <a:pt x="98360" y="302164"/>
                  </a:lnTo>
                  <a:lnTo>
                    <a:pt x="102640" y="298943"/>
                  </a:lnTo>
                  <a:lnTo>
                    <a:pt x="106814" y="295587"/>
                  </a:lnTo>
                  <a:lnTo>
                    <a:pt x="110879" y="292099"/>
                  </a:lnTo>
                  <a:lnTo>
                    <a:pt x="114830" y="288482"/>
                  </a:lnTo>
                  <a:lnTo>
                    <a:pt x="118664" y="284741"/>
                  </a:lnTo>
                  <a:lnTo>
                    <a:pt x="122375" y="280879"/>
                  </a:lnTo>
                  <a:lnTo>
                    <a:pt x="125961" y="276900"/>
                  </a:lnTo>
                  <a:lnTo>
                    <a:pt x="129417" y="272808"/>
                  </a:lnTo>
                  <a:lnTo>
                    <a:pt x="132741" y="268607"/>
                  </a:lnTo>
                  <a:lnTo>
                    <a:pt x="135928" y="264302"/>
                  </a:lnTo>
                  <a:lnTo>
                    <a:pt x="138975" y="259897"/>
                  </a:lnTo>
                  <a:lnTo>
                    <a:pt x="141880" y="255397"/>
                  </a:lnTo>
                  <a:lnTo>
                    <a:pt x="144640" y="250806"/>
                  </a:lnTo>
                  <a:lnTo>
                    <a:pt x="147251" y="246129"/>
                  </a:lnTo>
                  <a:lnTo>
                    <a:pt x="149710" y="241371"/>
                  </a:lnTo>
                  <a:lnTo>
                    <a:pt x="152016" y="236537"/>
                  </a:lnTo>
                  <a:lnTo>
                    <a:pt x="154166" y="231631"/>
                  </a:lnTo>
                  <a:lnTo>
                    <a:pt x="156158" y="226658"/>
                  </a:lnTo>
                  <a:lnTo>
                    <a:pt x="157989" y="221625"/>
                  </a:lnTo>
                  <a:lnTo>
                    <a:pt x="159658" y="216535"/>
                  </a:lnTo>
                  <a:lnTo>
                    <a:pt x="161163" y="211394"/>
                  </a:lnTo>
                  <a:lnTo>
                    <a:pt x="162503" y="206208"/>
                  </a:lnTo>
                  <a:lnTo>
                    <a:pt x="163676" y="200982"/>
                  </a:lnTo>
                  <a:lnTo>
                    <a:pt x="164681" y="195721"/>
                  </a:lnTo>
                  <a:lnTo>
                    <a:pt x="165516" y="190430"/>
                  </a:lnTo>
                  <a:lnTo>
                    <a:pt x="166182" y="185115"/>
                  </a:lnTo>
                  <a:lnTo>
                    <a:pt x="166677" y="179782"/>
                  </a:lnTo>
                  <a:lnTo>
                    <a:pt x="167001" y="174435"/>
                  </a:lnTo>
                  <a:lnTo>
                    <a:pt x="167154" y="169081"/>
                  </a:lnTo>
                  <a:lnTo>
                    <a:pt x="167135" y="163725"/>
                  </a:lnTo>
                  <a:lnTo>
                    <a:pt x="166944" y="158372"/>
                  </a:lnTo>
                  <a:lnTo>
                    <a:pt x="166582" y="153027"/>
                  </a:lnTo>
                  <a:lnTo>
                    <a:pt x="166049" y="147698"/>
                  </a:lnTo>
                  <a:lnTo>
                    <a:pt x="165346" y="142388"/>
                  </a:lnTo>
                  <a:lnTo>
                    <a:pt x="164472" y="137103"/>
                  </a:lnTo>
                  <a:lnTo>
                    <a:pt x="163430" y="131849"/>
                  </a:lnTo>
                  <a:lnTo>
                    <a:pt x="162220" y="126631"/>
                  </a:lnTo>
                  <a:lnTo>
                    <a:pt x="160844" y="121455"/>
                  </a:lnTo>
                  <a:lnTo>
                    <a:pt x="159302" y="116325"/>
                  </a:lnTo>
                  <a:lnTo>
                    <a:pt x="157597" y="111247"/>
                  </a:lnTo>
                  <a:lnTo>
                    <a:pt x="155730" y="106227"/>
                  </a:lnTo>
                  <a:lnTo>
                    <a:pt x="153703" y="101269"/>
                  </a:lnTo>
                  <a:lnTo>
                    <a:pt x="151519" y="96378"/>
                  </a:lnTo>
                  <a:lnTo>
                    <a:pt x="149178" y="91560"/>
                  </a:lnTo>
                  <a:lnTo>
                    <a:pt x="146685" y="86819"/>
                  </a:lnTo>
                  <a:lnTo>
                    <a:pt x="144041" y="82161"/>
                  </a:lnTo>
                  <a:lnTo>
                    <a:pt x="141249" y="77590"/>
                  </a:lnTo>
                  <a:lnTo>
                    <a:pt x="138312" y="73110"/>
                  </a:lnTo>
                  <a:lnTo>
                    <a:pt x="135233" y="68727"/>
                  </a:lnTo>
                  <a:lnTo>
                    <a:pt x="132016" y="64445"/>
                  </a:lnTo>
                  <a:lnTo>
                    <a:pt x="128662" y="60268"/>
                  </a:lnTo>
                  <a:lnTo>
                    <a:pt x="125177" y="56201"/>
                  </a:lnTo>
                  <a:lnTo>
                    <a:pt x="121563" y="52248"/>
                  </a:lnTo>
                  <a:lnTo>
                    <a:pt x="117824" y="48412"/>
                  </a:lnTo>
                  <a:lnTo>
                    <a:pt x="113965" y="44698"/>
                  </a:lnTo>
                  <a:lnTo>
                    <a:pt x="109988" y="41109"/>
                  </a:lnTo>
                  <a:lnTo>
                    <a:pt x="105898" y="37650"/>
                  </a:lnTo>
                  <a:lnTo>
                    <a:pt x="101700" y="34324"/>
                  </a:lnTo>
                  <a:lnTo>
                    <a:pt x="97397" y="31134"/>
                  </a:lnTo>
                  <a:lnTo>
                    <a:pt x="92995" y="28083"/>
                  </a:lnTo>
                  <a:lnTo>
                    <a:pt x="88496" y="25175"/>
                  </a:lnTo>
                  <a:lnTo>
                    <a:pt x="83907" y="22413"/>
                  </a:lnTo>
                  <a:lnTo>
                    <a:pt x="79232" y="19799"/>
                  </a:lnTo>
                  <a:lnTo>
                    <a:pt x="74475" y="17336"/>
                  </a:lnTo>
                  <a:lnTo>
                    <a:pt x="69642" y="15027"/>
                  </a:lnTo>
                  <a:lnTo>
                    <a:pt x="64738" y="12873"/>
                  </a:lnTo>
                  <a:lnTo>
                    <a:pt x="59767" y="10878"/>
                  </a:lnTo>
                  <a:lnTo>
                    <a:pt x="54735" y="9044"/>
                  </a:lnTo>
                  <a:lnTo>
                    <a:pt x="49646" y="7371"/>
                  </a:lnTo>
                  <a:lnTo>
                    <a:pt x="44507" y="5863"/>
                  </a:lnTo>
                  <a:lnTo>
                    <a:pt x="39321" y="4519"/>
                  </a:lnTo>
                  <a:lnTo>
                    <a:pt x="34096" y="3343"/>
                  </a:lnTo>
                  <a:lnTo>
                    <a:pt x="28835" y="2335"/>
                  </a:lnTo>
                  <a:lnTo>
                    <a:pt x="23545" y="1495"/>
                  </a:lnTo>
                  <a:lnTo>
                    <a:pt x="18231" y="826"/>
                  </a:lnTo>
                  <a:lnTo>
                    <a:pt x="12897" y="327"/>
                  </a:lnTo>
                  <a:lnTo>
                    <a:pt x="7551" y="0"/>
                  </a:lnTo>
                  <a:lnTo>
                    <a:pt x="0" y="166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7551" cy="167167"/>
            </a:xfrm>
            <a:custGeom>
              <a:avLst/>
              <a:pathLst>
                <a:path w="7551" h="167167">
                  <a:moveTo>
                    <a:pt x="7551" y="17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tx95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2025-06-26T12:19:13Z</dcterms:modified>
  <cp:category/>
</cp:coreProperties>
</file>