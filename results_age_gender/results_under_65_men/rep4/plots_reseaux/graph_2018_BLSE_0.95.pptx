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199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321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79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79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08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301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46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92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79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79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64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15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46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63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79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08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64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1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53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64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51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51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184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24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92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10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51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199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21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74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79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08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01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21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74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92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46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01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21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74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51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63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01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199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21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13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54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79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199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21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66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51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79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199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21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73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79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77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99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21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79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13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54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46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79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08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01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79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08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64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01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15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31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66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51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1946" y="3170392"/>
              <a:ext cx="51832" cy="167167"/>
            </a:xfrm>
            <a:custGeom>
              <a:avLst/>
              <a:pathLst>
                <a:path w="51832" h="167167">
                  <a:moveTo>
                    <a:pt x="51832" y="0"/>
                  </a:moveTo>
                  <a:lnTo>
                    <a:pt x="45977" y="102"/>
                  </a:lnTo>
                  <a:lnTo>
                    <a:pt x="40130" y="410"/>
                  </a:lnTo>
                  <a:lnTo>
                    <a:pt x="34297" y="922"/>
                  </a:lnTo>
                  <a:lnTo>
                    <a:pt x="28486" y="1638"/>
                  </a:lnTo>
                  <a:lnTo>
                    <a:pt x="22703" y="2557"/>
                  </a:lnTo>
                  <a:lnTo>
                    <a:pt x="16956" y="3678"/>
                  </a:lnTo>
                  <a:lnTo>
                    <a:pt x="11252" y="5000"/>
                  </a:lnTo>
                  <a:lnTo>
                    <a:pt x="5597" y="6520"/>
                  </a:lnTo>
                  <a:lnTo>
                    <a:pt x="0" y="8238"/>
                  </a:lnTo>
                  <a:lnTo>
                    <a:pt x="5183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816625" y="3171272"/>
              <a:ext cx="334313" cy="333453"/>
            </a:xfrm>
            <a:custGeom>
              <a:avLst/>
              <a:pathLst>
                <a:path w="334313" h="333453">
                  <a:moveTo>
                    <a:pt x="115321" y="7358"/>
                  </a:moveTo>
                  <a:lnTo>
                    <a:pt x="110309" y="9081"/>
                  </a:lnTo>
                  <a:lnTo>
                    <a:pt x="105355" y="10962"/>
                  </a:lnTo>
                  <a:lnTo>
                    <a:pt x="100462" y="12999"/>
                  </a:lnTo>
                  <a:lnTo>
                    <a:pt x="95637" y="15190"/>
                  </a:lnTo>
                  <a:lnTo>
                    <a:pt x="90883" y="17533"/>
                  </a:lnTo>
                  <a:lnTo>
                    <a:pt x="86206" y="20026"/>
                  </a:lnTo>
                  <a:lnTo>
                    <a:pt x="81610" y="22665"/>
                  </a:lnTo>
                  <a:lnTo>
                    <a:pt x="77101" y="25449"/>
                  </a:lnTo>
                  <a:lnTo>
                    <a:pt x="72681" y="28374"/>
                  </a:lnTo>
                  <a:lnTo>
                    <a:pt x="68357" y="31438"/>
                  </a:lnTo>
                  <a:lnTo>
                    <a:pt x="64132" y="34638"/>
                  </a:lnTo>
                  <a:lnTo>
                    <a:pt x="60011" y="37970"/>
                  </a:lnTo>
                  <a:lnTo>
                    <a:pt x="55997" y="41430"/>
                  </a:lnTo>
                  <a:lnTo>
                    <a:pt x="52095" y="45017"/>
                  </a:lnTo>
                  <a:lnTo>
                    <a:pt x="48309" y="48725"/>
                  </a:lnTo>
                  <a:lnTo>
                    <a:pt x="44642" y="52551"/>
                  </a:lnTo>
                  <a:lnTo>
                    <a:pt x="41098" y="56492"/>
                  </a:lnTo>
                  <a:lnTo>
                    <a:pt x="37681" y="60543"/>
                  </a:lnTo>
                  <a:lnTo>
                    <a:pt x="34394" y="64700"/>
                  </a:lnTo>
                  <a:lnTo>
                    <a:pt x="31241" y="68959"/>
                  </a:lnTo>
                  <a:lnTo>
                    <a:pt x="28224" y="73317"/>
                  </a:lnTo>
                  <a:lnTo>
                    <a:pt x="25347" y="77767"/>
                  </a:lnTo>
                  <a:lnTo>
                    <a:pt x="22612" y="82307"/>
                  </a:lnTo>
                  <a:lnTo>
                    <a:pt x="20023" y="86931"/>
                  </a:lnTo>
                  <a:lnTo>
                    <a:pt x="17581" y="91635"/>
                  </a:lnTo>
                  <a:lnTo>
                    <a:pt x="15290" y="96413"/>
                  </a:lnTo>
                  <a:lnTo>
                    <a:pt x="13151" y="101263"/>
                  </a:lnTo>
                  <a:lnTo>
                    <a:pt x="11167" y="106177"/>
                  </a:lnTo>
                  <a:lnTo>
                    <a:pt x="9340" y="111152"/>
                  </a:lnTo>
                  <a:lnTo>
                    <a:pt x="7672" y="116182"/>
                  </a:lnTo>
                  <a:lnTo>
                    <a:pt x="6164" y="121263"/>
                  </a:lnTo>
                  <a:lnTo>
                    <a:pt x="4817" y="126388"/>
                  </a:lnTo>
                  <a:lnTo>
                    <a:pt x="3634" y="131554"/>
                  </a:lnTo>
                  <a:lnTo>
                    <a:pt x="2615" y="136755"/>
                  </a:lnTo>
                  <a:lnTo>
                    <a:pt x="1762" y="141986"/>
                  </a:lnTo>
                  <a:lnTo>
                    <a:pt x="1075" y="147241"/>
                  </a:lnTo>
                  <a:lnTo>
                    <a:pt x="554" y="152515"/>
                  </a:lnTo>
                  <a:lnTo>
                    <a:pt x="202" y="157803"/>
                  </a:lnTo>
                  <a:lnTo>
                    <a:pt x="17" y="163099"/>
                  </a:lnTo>
                  <a:lnTo>
                    <a:pt x="0" y="168399"/>
                  </a:lnTo>
                  <a:lnTo>
                    <a:pt x="150" y="173696"/>
                  </a:lnTo>
                  <a:lnTo>
                    <a:pt x="469" y="178986"/>
                  </a:lnTo>
                  <a:lnTo>
                    <a:pt x="956" y="184264"/>
                  </a:lnTo>
                  <a:lnTo>
                    <a:pt x="1609" y="189523"/>
                  </a:lnTo>
                  <a:lnTo>
                    <a:pt x="2429" y="194759"/>
                  </a:lnTo>
                  <a:lnTo>
                    <a:pt x="3414" y="199966"/>
                  </a:lnTo>
                  <a:lnTo>
                    <a:pt x="4564" y="205140"/>
                  </a:lnTo>
                  <a:lnTo>
                    <a:pt x="5877" y="210274"/>
                  </a:lnTo>
                  <a:lnTo>
                    <a:pt x="7353" y="215364"/>
                  </a:lnTo>
                  <a:lnTo>
                    <a:pt x="8989" y="220405"/>
                  </a:lnTo>
                  <a:lnTo>
                    <a:pt x="10783" y="225392"/>
                  </a:lnTo>
                  <a:lnTo>
                    <a:pt x="12736" y="230319"/>
                  </a:lnTo>
                  <a:lnTo>
                    <a:pt x="14843" y="235181"/>
                  </a:lnTo>
                  <a:lnTo>
                    <a:pt x="17103" y="239975"/>
                  </a:lnTo>
                  <a:lnTo>
                    <a:pt x="19515" y="244694"/>
                  </a:lnTo>
                  <a:lnTo>
                    <a:pt x="22074" y="249335"/>
                  </a:lnTo>
                  <a:lnTo>
                    <a:pt x="24780" y="253892"/>
                  </a:lnTo>
                  <a:lnTo>
                    <a:pt x="27628" y="258361"/>
                  </a:lnTo>
                  <a:lnTo>
                    <a:pt x="30617" y="262738"/>
                  </a:lnTo>
                  <a:lnTo>
                    <a:pt x="33743" y="267017"/>
                  </a:lnTo>
                  <a:lnTo>
                    <a:pt x="37003" y="271195"/>
                  </a:lnTo>
                  <a:lnTo>
                    <a:pt x="40394" y="275268"/>
                  </a:lnTo>
                  <a:lnTo>
                    <a:pt x="43912" y="279232"/>
                  </a:lnTo>
                  <a:lnTo>
                    <a:pt x="47554" y="283082"/>
                  </a:lnTo>
                  <a:lnTo>
                    <a:pt x="51317" y="286814"/>
                  </a:lnTo>
                  <a:lnTo>
                    <a:pt x="55195" y="290425"/>
                  </a:lnTo>
                  <a:lnTo>
                    <a:pt x="59187" y="293912"/>
                  </a:lnTo>
                  <a:lnTo>
                    <a:pt x="63287" y="297270"/>
                  </a:lnTo>
                  <a:lnTo>
                    <a:pt x="67491" y="300497"/>
                  </a:lnTo>
                  <a:lnTo>
                    <a:pt x="71795" y="303589"/>
                  </a:lnTo>
                  <a:lnTo>
                    <a:pt x="76195" y="306542"/>
                  </a:lnTo>
                  <a:lnTo>
                    <a:pt x="80687" y="309355"/>
                  </a:lnTo>
                  <a:lnTo>
                    <a:pt x="85266" y="312024"/>
                  </a:lnTo>
                  <a:lnTo>
                    <a:pt x="89927" y="314547"/>
                  </a:lnTo>
                  <a:lnTo>
                    <a:pt x="94665" y="316920"/>
                  </a:lnTo>
                  <a:lnTo>
                    <a:pt x="99476" y="319142"/>
                  </a:lnTo>
                  <a:lnTo>
                    <a:pt x="104356" y="321211"/>
                  </a:lnTo>
                  <a:lnTo>
                    <a:pt x="109298" y="323124"/>
                  </a:lnTo>
                  <a:lnTo>
                    <a:pt x="114299" y="324879"/>
                  </a:lnTo>
                  <a:lnTo>
                    <a:pt x="119353" y="326475"/>
                  </a:lnTo>
                  <a:lnTo>
                    <a:pt x="124454" y="327909"/>
                  </a:lnTo>
                  <a:lnTo>
                    <a:pt x="129599" y="329182"/>
                  </a:lnTo>
                  <a:lnTo>
                    <a:pt x="134782" y="330290"/>
                  </a:lnTo>
                  <a:lnTo>
                    <a:pt x="139996" y="331234"/>
                  </a:lnTo>
                  <a:lnTo>
                    <a:pt x="145239" y="332012"/>
                  </a:lnTo>
                  <a:lnTo>
                    <a:pt x="150503" y="332623"/>
                  </a:lnTo>
                  <a:lnTo>
                    <a:pt x="155784" y="333067"/>
                  </a:lnTo>
                  <a:lnTo>
                    <a:pt x="161077" y="333344"/>
                  </a:lnTo>
                  <a:lnTo>
                    <a:pt x="166375" y="333453"/>
                  </a:lnTo>
                  <a:lnTo>
                    <a:pt x="171675" y="333393"/>
                  </a:lnTo>
                  <a:lnTo>
                    <a:pt x="176969" y="333166"/>
                  </a:lnTo>
                  <a:lnTo>
                    <a:pt x="182254" y="332771"/>
                  </a:lnTo>
                  <a:lnTo>
                    <a:pt x="187524" y="332209"/>
                  </a:lnTo>
                  <a:lnTo>
                    <a:pt x="192773" y="331480"/>
                  </a:lnTo>
                  <a:lnTo>
                    <a:pt x="197997" y="330585"/>
                  </a:lnTo>
                  <a:lnTo>
                    <a:pt x="203189" y="329524"/>
                  </a:lnTo>
                  <a:lnTo>
                    <a:pt x="208346" y="328300"/>
                  </a:lnTo>
                  <a:lnTo>
                    <a:pt x="213461" y="326913"/>
                  </a:lnTo>
                  <a:lnTo>
                    <a:pt x="218529" y="325364"/>
                  </a:lnTo>
                  <a:lnTo>
                    <a:pt x="223546" y="323656"/>
                  </a:lnTo>
                  <a:lnTo>
                    <a:pt x="228506" y="321789"/>
                  </a:lnTo>
                  <a:lnTo>
                    <a:pt x="233404" y="319766"/>
                  </a:lnTo>
                  <a:lnTo>
                    <a:pt x="238236" y="317589"/>
                  </a:lnTo>
                  <a:lnTo>
                    <a:pt x="242997" y="315260"/>
                  </a:lnTo>
                  <a:lnTo>
                    <a:pt x="247681" y="312781"/>
                  </a:lnTo>
                  <a:lnTo>
                    <a:pt x="252284" y="310154"/>
                  </a:lnTo>
                  <a:lnTo>
                    <a:pt x="256802" y="307383"/>
                  </a:lnTo>
                  <a:lnTo>
                    <a:pt x="261229" y="304471"/>
                  </a:lnTo>
                  <a:lnTo>
                    <a:pt x="265562" y="301419"/>
                  </a:lnTo>
                  <a:lnTo>
                    <a:pt x="269796" y="298232"/>
                  </a:lnTo>
                  <a:lnTo>
                    <a:pt x="273927" y="294912"/>
                  </a:lnTo>
                  <a:lnTo>
                    <a:pt x="277951" y="291463"/>
                  </a:lnTo>
                  <a:lnTo>
                    <a:pt x="281863" y="287888"/>
                  </a:lnTo>
                  <a:lnTo>
                    <a:pt x="285660" y="284190"/>
                  </a:lnTo>
                  <a:lnTo>
                    <a:pt x="289338" y="280375"/>
                  </a:lnTo>
                  <a:lnTo>
                    <a:pt x="292893" y="276444"/>
                  </a:lnTo>
                  <a:lnTo>
                    <a:pt x="296322" y="272403"/>
                  </a:lnTo>
                  <a:lnTo>
                    <a:pt x="299620" y="268255"/>
                  </a:lnTo>
                  <a:lnTo>
                    <a:pt x="302786" y="264005"/>
                  </a:lnTo>
                  <a:lnTo>
                    <a:pt x="305816" y="259656"/>
                  </a:lnTo>
                  <a:lnTo>
                    <a:pt x="308706" y="255214"/>
                  </a:lnTo>
                  <a:lnTo>
                    <a:pt x="311453" y="250682"/>
                  </a:lnTo>
                  <a:lnTo>
                    <a:pt x="314056" y="246066"/>
                  </a:lnTo>
                  <a:lnTo>
                    <a:pt x="316511" y="241369"/>
                  </a:lnTo>
                  <a:lnTo>
                    <a:pt x="318816" y="236597"/>
                  </a:lnTo>
                  <a:lnTo>
                    <a:pt x="320969" y="231754"/>
                  </a:lnTo>
                  <a:lnTo>
                    <a:pt x="322967" y="226845"/>
                  </a:lnTo>
                  <a:lnTo>
                    <a:pt x="324808" y="221876"/>
                  </a:lnTo>
                  <a:lnTo>
                    <a:pt x="326491" y="216850"/>
                  </a:lnTo>
                  <a:lnTo>
                    <a:pt x="328013" y="211774"/>
                  </a:lnTo>
                  <a:lnTo>
                    <a:pt x="329374" y="206652"/>
                  </a:lnTo>
                  <a:lnTo>
                    <a:pt x="330573" y="201490"/>
                  </a:lnTo>
                  <a:lnTo>
                    <a:pt x="331606" y="196292"/>
                  </a:lnTo>
                  <a:lnTo>
                    <a:pt x="332475" y="191064"/>
                  </a:lnTo>
                  <a:lnTo>
                    <a:pt x="333177" y="185811"/>
                  </a:lnTo>
                  <a:lnTo>
                    <a:pt x="333712" y="180538"/>
                  </a:lnTo>
                  <a:lnTo>
                    <a:pt x="334081" y="175251"/>
                  </a:lnTo>
                  <a:lnTo>
                    <a:pt x="334281" y="169955"/>
                  </a:lnTo>
                  <a:lnTo>
                    <a:pt x="334313" y="164656"/>
                  </a:lnTo>
                  <a:lnTo>
                    <a:pt x="334177" y="159358"/>
                  </a:lnTo>
                  <a:lnTo>
                    <a:pt x="333874" y="154067"/>
                  </a:lnTo>
                  <a:lnTo>
                    <a:pt x="333403" y="148788"/>
                  </a:lnTo>
                  <a:lnTo>
                    <a:pt x="332764" y="143527"/>
                  </a:lnTo>
                  <a:lnTo>
                    <a:pt x="331960" y="138289"/>
                  </a:lnTo>
                  <a:lnTo>
                    <a:pt x="330989" y="133079"/>
                  </a:lnTo>
                  <a:lnTo>
                    <a:pt x="329854" y="127902"/>
                  </a:lnTo>
                  <a:lnTo>
                    <a:pt x="328556" y="122764"/>
                  </a:lnTo>
                  <a:lnTo>
                    <a:pt x="327095" y="117669"/>
                  </a:lnTo>
                  <a:lnTo>
                    <a:pt x="325474" y="112624"/>
                  </a:lnTo>
                  <a:lnTo>
                    <a:pt x="323693" y="107632"/>
                  </a:lnTo>
                  <a:lnTo>
                    <a:pt x="321755" y="102700"/>
                  </a:lnTo>
                  <a:lnTo>
                    <a:pt x="319662" y="97831"/>
                  </a:lnTo>
                  <a:lnTo>
                    <a:pt x="317415" y="93031"/>
                  </a:lnTo>
                  <a:lnTo>
                    <a:pt x="315017" y="88305"/>
                  </a:lnTo>
                  <a:lnTo>
                    <a:pt x="312471" y="83657"/>
                  </a:lnTo>
                  <a:lnTo>
                    <a:pt x="309779" y="79092"/>
                  </a:lnTo>
                  <a:lnTo>
                    <a:pt x="306943" y="74615"/>
                  </a:lnTo>
                  <a:lnTo>
                    <a:pt x="303967" y="70229"/>
                  </a:lnTo>
                  <a:lnTo>
                    <a:pt x="300853" y="65941"/>
                  </a:lnTo>
                  <a:lnTo>
                    <a:pt x="297605" y="61753"/>
                  </a:lnTo>
                  <a:lnTo>
                    <a:pt x="294226" y="57670"/>
                  </a:lnTo>
                  <a:lnTo>
                    <a:pt x="290719" y="53697"/>
                  </a:lnTo>
                  <a:lnTo>
                    <a:pt x="287088" y="49837"/>
                  </a:lnTo>
                  <a:lnTo>
                    <a:pt x="283336" y="46093"/>
                  </a:lnTo>
                  <a:lnTo>
                    <a:pt x="279468" y="42471"/>
                  </a:lnTo>
                  <a:lnTo>
                    <a:pt x="275487" y="38973"/>
                  </a:lnTo>
                  <a:lnTo>
                    <a:pt x="271397" y="35603"/>
                  </a:lnTo>
                  <a:lnTo>
                    <a:pt x="267202" y="32364"/>
                  </a:lnTo>
                  <a:lnTo>
                    <a:pt x="262906" y="29260"/>
                  </a:lnTo>
                  <a:lnTo>
                    <a:pt x="258514" y="26294"/>
                  </a:lnTo>
                  <a:lnTo>
                    <a:pt x="254031" y="23468"/>
                  </a:lnTo>
                  <a:lnTo>
                    <a:pt x="249460" y="20786"/>
                  </a:lnTo>
                  <a:lnTo>
                    <a:pt x="244806" y="18250"/>
                  </a:lnTo>
                  <a:lnTo>
                    <a:pt x="240075" y="15863"/>
                  </a:lnTo>
                  <a:lnTo>
                    <a:pt x="235270" y="13627"/>
                  </a:lnTo>
                  <a:lnTo>
                    <a:pt x="230396" y="11544"/>
                  </a:lnTo>
                  <a:lnTo>
                    <a:pt x="225459" y="9617"/>
                  </a:lnTo>
                  <a:lnTo>
                    <a:pt x="220464" y="7848"/>
                  </a:lnTo>
                  <a:lnTo>
                    <a:pt x="215415" y="6238"/>
                  </a:lnTo>
                  <a:lnTo>
                    <a:pt x="210317" y="4788"/>
                  </a:lnTo>
                  <a:lnTo>
                    <a:pt x="205176" y="3501"/>
                  </a:lnTo>
                  <a:lnTo>
                    <a:pt x="199997" y="2378"/>
                  </a:lnTo>
                  <a:lnTo>
                    <a:pt x="194785" y="1419"/>
                  </a:lnTo>
                  <a:lnTo>
                    <a:pt x="189545" y="626"/>
                  </a:lnTo>
                  <a:lnTo>
                    <a:pt x="184282" y="0"/>
                  </a:lnTo>
                  <a:lnTo>
                    <a:pt x="167154" y="1662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83779" y="3170392"/>
              <a:ext cx="17128" cy="167167"/>
            </a:xfrm>
            <a:custGeom>
              <a:avLst/>
              <a:pathLst>
                <a:path w="17128" h="167167">
                  <a:moveTo>
                    <a:pt x="17128" y="879"/>
                  </a:moveTo>
                  <a:lnTo>
                    <a:pt x="8575" y="2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59" y="2633064"/>
              <a:ext cx="167152" cy="232481"/>
            </a:xfrm>
            <a:custGeom>
              <a:avLst/>
              <a:pathLst>
                <a:path w="167152" h="232481">
                  <a:moveTo>
                    <a:pt x="167152" y="0"/>
                  </a:moveTo>
                  <a:lnTo>
                    <a:pt x="161748" y="87"/>
                  </a:lnTo>
                  <a:lnTo>
                    <a:pt x="156350" y="349"/>
                  </a:lnTo>
                  <a:lnTo>
                    <a:pt x="150963" y="785"/>
                  </a:lnTo>
                  <a:lnTo>
                    <a:pt x="145593" y="1395"/>
                  </a:lnTo>
                  <a:lnTo>
                    <a:pt x="140246" y="2179"/>
                  </a:lnTo>
                  <a:lnTo>
                    <a:pt x="134927" y="3135"/>
                  </a:lnTo>
                  <a:lnTo>
                    <a:pt x="129641" y="4262"/>
                  </a:lnTo>
                  <a:lnTo>
                    <a:pt x="124395" y="5560"/>
                  </a:lnTo>
                  <a:lnTo>
                    <a:pt x="119193" y="7027"/>
                  </a:lnTo>
                  <a:lnTo>
                    <a:pt x="114041" y="8661"/>
                  </a:lnTo>
                  <a:lnTo>
                    <a:pt x="108945" y="10460"/>
                  </a:lnTo>
                  <a:lnTo>
                    <a:pt x="103910" y="12424"/>
                  </a:lnTo>
                  <a:lnTo>
                    <a:pt x="98941" y="14549"/>
                  </a:lnTo>
                  <a:lnTo>
                    <a:pt x="94043" y="16834"/>
                  </a:lnTo>
                  <a:lnTo>
                    <a:pt x="89222" y="19276"/>
                  </a:lnTo>
                  <a:lnTo>
                    <a:pt x="84482" y="21872"/>
                  </a:lnTo>
                  <a:lnTo>
                    <a:pt x="79828" y="24620"/>
                  </a:lnTo>
                  <a:lnTo>
                    <a:pt x="75266" y="27518"/>
                  </a:lnTo>
                  <a:lnTo>
                    <a:pt x="70800" y="30561"/>
                  </a:lnTo>
                  <a:lnTo>
                    <a:pt x="66434" y="33747"/>
                  </a:lnTo>
                  <a:lnTo>
                    <a:pt x="62174" y="37072"/>
                  </a:lnTo>
                  <a:lnTo>
                    <a:pt x="58024" y="40534"/>
                  </a:lnTo>
                  <a:lnTo>
                    <a:pt x="53987" y="44128"/>
                  </a:lnTo>
                  <a:lnTo>
                    <a:pt x="50069" y="47850"/>
                  </a:lnTo>
                  <a:lnTo>
                    <a:pt x="46273" y="51697"/>
                  </a:lnTo>
                  <a:lnTo>
                    <a:pt x="42604" y="55665"/>
                  </a:lnTo>
                  <a:lnTo>
                    <a:pt x="39064" y="59749"/>
                  </a:lnTo>
                  <a:lnTo>
                    <a:pt x="35659" y="63946"/>
                  </a:lnTo>
                  <a:lnTo>
                    <a:pt x="32391" y="68250"/>
                  </a:lnTo>
                  <a:lnTo>
                    <a:pt x="29264" y="72658"/>
                  </a:lnTo>
                  <a:lnTo>
                    <a:pt x="26281" y="77165"/>
                  </a:lnTo>
                  <a:lnTo>
                    <a:pt x="23445" y="81766"/>
                  </a:lnTo>
                  <a:lnTo>
                    <a:pt x="20760" y="86456"/>
                  </a:lnTo>
                  <a:lnTo>
                    <a:pt x="18227" y="91230"/>
                  </a:lnTo>
                  <a:lnTo>
                    <a:pt x="15850" y="96084"/>
                  </a:lnTo>
                  <a:lnTo>
                    <a:pt x="13632" y="101012"/>
                  </a:lnTo>
                  <a:lnTo>
                    <a:pt x="11573" y="106009"/>
                  </a:lnTo>
                  <a:lnTo>
                    <a:pt x="9678" y="111070"/>
                  </a:lnTo>
                  <a:lnTo>
                    <a:pt x="7947" y="116190"/>
                  </a:lnTo>
                  <a:lnTo>
                    <a:pt x="6382" y="121363"/>
                  </a:lnTo>
                  <a:lnTo>
                    <a:pt x="4985" y="126584"/>
                  </a:lnTo>
                  <a:lnTo>
                    <a:pt x="3758" y="131847"/>
                  </a:lnTo>
                  <a:lnTo>
                    <a:pt x="2702" y="137148"/>
                  </a:lnTo>
                  <a:lnTo>
                    <a:pt x="1817" y="142479"/>
                  </a:lnTo>
                  <a:lnTo>
                    <a:pt x="1106" y="147837"/>
                  </a:lnTo>
                  <a:lnTo>
                    <a:pt x="568" y="153214"/>
                  </a:lnTo>
                  <a:lnTo>
                    <a:pt x="204" y="158607"/>
                  </a:lnTo>
                  <a:lnTo>
                    <a:pt x="14" y="164008"/>
                  </a:lnTo>
                  <a:lnTo>
                    <a:pt x="0" y="169412"/>
                  </a:lnTo>
                  <a:lnTo>
                    <a:pt x="159" y="174814"/>
                  </a:lnTo>
                  <a:lnTo>
                    <a:pt x="494" y="180208"/>
                  </a:lnTo>
                  <a:lnTo>
                    <a:pt x="1003" y="185589"/>
                  </a:lnTo>
                  <a:lnTo>
                    <a:pt x="1685" y="190950"/>
                  </a:lnTo>
                  <a:lnTo>
                    <a:pt x="2540" y="196286"/>
                  </a:lnTo>
                  <a:lnTo>
                    <a:pt x="3568" y="201592"/>
                  </a:lnTo>
                  <a:lnTo>
                    <a:pt x="4766" y="206862"/>
                  </a:lnTo>
                  <a:lnTo>
                    <a:pt x="6134" y="212091"/>
                  </a:lnTo>
                  <a:lnTo>
                    <a:pt x="7670" y="217272"/>
                  </a:lnTo>
                  <a:lnTo>
                    <a:pt x="9373" y="222402"/>
                  </a:lnTo>
                  <a:lnTo>
                    <a:pt x="11241" y="227473"/>
                  </a:lnTo>
                  <a:lnTo>
                    <a:pt x="13272" y="232481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65131" y="2800231"/>
              <a:ext cx="153879" cy="65314"/>
            </a:xfrm>
            <a:custGeom>
              <a:avLst/>
              <a:pathLst>
                <a:path w="153879" h="65314">
                  <a:moveTo>
                    <a:pt x="0" y="65314"/>
                  </a:moveTo>
                  <a:lnTo>
                    <a:pt x="15387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65131" y="2640927"/>
              <a:ext cx="321041" cy="326468"/>
            </a:xfrm>
            <a:custGeom>
              <a:avLst/>
              <a:pathLst>
                <a:path w="321041" h="326468">
                  <a:moveTo>
                    <a:pt x="0" y="224618"/>
                  </a:moveTo>
                  <a:lnTo>
                    <a:pt x="2152" y="229473"/>
                  </a:lnTo>
                  <a:lnTo>
                    <a:pt x="4457" y="234258"/>
                  </a:lnTo>
                  <a:lnTo>
                    <a:pt x="6914" y="238966"/>
                  </a:lnTo>
                  <a:lnTo>
                    <a:pt x="9518" y="243594"/>
                  </a:lnTo>
                  <a:lnTo>
                    <a:pt x="12269" y="248137"/>
                  </a:lnTo>
                  <a:lnTo>
                    <a:pt x="15162" y="252591"/>
                  </a:lnTo>
                  <a:lnTo>
                    <a:pt x="18195" y="256950"/>
                  </a:lnTo>
                  <a:lnTo>
                    <a:pt x="21365" y="261211"/>
                  </a:lnTo>
                  <a:lnTo>
                    <a:pt x="24669" y="265369"/>
                  </a:lnTo>
                  <a:lnTo>
                    <a:pt x="28104" y="269420"/>
                  </a:lnTo>
                  <a:lnTo>
                    <a:pt x="31665" y="273359"/>
                  </a:lnTo>
                  <a:lnTo>
                    <a:pt x="35349" y="277184"/>
                  </a:lnTo>
                  <a:lnTo>
                    <a:pt x="39154" y="280889"/>
                  </a:lnTo>
                  <a:lnTo>
                    <a:pt x="43074" y="284472"/>
                  </a:lnTo>
                  <a:lnTo>
                    <a:pt x="47106" y="287929"/>
                  </a:lnTo>
                  <a:lnTo>
                    <a:pt x="51245" y="291256"/>
                  </a:lnTo>
                  <a:lnTo>
                    <a:pt x="55489" y="294449"/>
                  </a:lnTo>
                  <a:lnTo>
                    <a:pt x="59831" y="297506"/>
                  </a:lnTo>
                  <a:lnTo>
                    <a:pt x="64269" y="300424"/>
                  </a:lnTo>
                  <a:lnTo>
                    <a:pt x="68796" y="303199"/>
                  </a:lnTo>
                  <a:lnTo>
                    <a:pt x="73410" y="305829"/>
                  </a:lnTo>
                  <a:lnTo>
                    <a:pt x="78105" y="308312"/>
                  </a:lnTo>
                  <a:lnTo>
                    <a:pt x="82877" y="310643"/>
                  </a:lnTo>
                  <a:lnTo>
                    <a:pt x="87720" y="312822"/>
                  </a:lnTo>
                  <a:lnTo>
                    <a:pt x="92630" y="314846"/>
                  </a:lnTo>
                  <a:lnTo>
                    <a:pt x="97601" y="316714"/>
                  </a:lnTo>
                  <a:lnTo>
                    <a:pt x="102630" y="318422"/>
                  </a:lnTo>
                  <a:lnTo>
                    <a:pt x="107710" y="319969"/>
                  </a:lnTo>
                  <a:lnTo>
                    <a:pt x="112837" y="321355"/>
                  </a:lnTo>
                  <a:lnTo>
                    <a:pt x="118005" y="322577"/>
                  </a:lnTo>
                  <a:lnTo>
                    <a:pt x="123210" y="323634"/>
                  </a:lnTo>
                  <a:lnTo>
                    <a:pt x="128445" y="324525"/>
                  </a:lnTo>
                  <a:lnTo>
                    <a:pt x="133706" y="325250"/>
                  </a:lnTo>
                  <a:lnTo>
                    <a:pt x="138988" y="325807"/>
                  </a:lnTo>
                  <a:lnTo>
                    <a:pt x="144284" y="326196"/>
                  </a:lnTo>
                  <a:lnTo>
                    <a:pt x="149590" y="326416"/>
                  </a:lnTo>
                  <a:lnTo>
                    <a:pt x="154901" y="326468"/>
                  </a:lnTo>
                  <a:lnTo>
                    <a:pt x="160210" y="326352"/>
                  </a:lnTo>
                  <a:lnTo>
                    <a:pt x="165513" y="326066"/>
                  </a:lnTo>
                  <a:lnTo>
                    <a:pt x="170804" y="325612"/>
                  </a:lnTo>
                  <a:lnTo>
                    <a:pt x="176079" y="324991"/>
                  </a:lnTo>
                  <a:lnTo>
                    <a:pt x="181331" y="324202"/>
                  </a:lnTo>
                  <a:lnTo>
                    <a:pt x="186555" y="323247"/>
                  </a:lnTo>
                  <a:lnTo>
                    <a:pt x="191746" y="322126"/>
                  </a:lnTo>
                  <a:lnTo>
                    <a:pt x="196899" y="320841"/>
                  </a:lnTo>
                  <a:lnTo>
                    <a:pt x="202008" y="319393"/>
                  </a:lnTo>
                  <a:lnTo>
                    <a:pt x="207069" y="317784"/>
                  </a:lnTo>
                  <a:lnTo>
                    <a:pt x="212076" y="316014"/>
                  </a:lnTo>
                  <a:lnTo>
                    <a:pt x="217025" y="314086"/>
                  </a:lnTo>
                  <a:lnTo>
                    <a:pt x="221910" y="312002"/>
                  </a:lnTo>
                  <a:lnTo>
                    <a:pt x="226726" y="309764"/>
                  </a:lnTo>
                  <a:lnTo>
                    <a:pt x="231468" y="307375"/>
                  </a:lnTo>
                  <a:lnTo>
                    <a:pt x="236133" y="304835"/>
                  </a:lnTo>
                  <a:lnTo>
                    <a:pt x="240714" y="302149"/>
                  </a:lnTo>
                  <a:lnTo>
                    <a:pt x="245208" y="299319"/>
                  </a:lnTo>
                  <a:lnTo>
                    <a:pt x="249609" y="296347"/>
                  </a:lnTo>
                  <a:lnTo>
                    <a:pt x="253914" y="293237"/>
                  </a:lnTo>
                  <a:lnTo>
                    <a:pt x="258118" y="289992"/>
                  </a:lnTo>
                  <a:lnTo>
                    <a:pt x="262217" y="286615"/>
                  </a:lnTo>
                  <a:lnTo>
                    <a:pt x="266206" y="283109"/>
                  </a:lnTo>
                  <a:lnTo>
                    <a:pt x="270082" y="279479"/>
                  </a:lnTo>
                  <a:lnTo>
                    <a:pt x="273841" y="275727"/>
                  </a:lnTo>
                  <a:lnTo>
                    <a:pt x="277478" y="271857"/>
                  </a:lnTo>
                  <a:lnTo>
                    <a:pt x="280991" y="267874"/>
                  </a:lnTo>
                  <a:lnTo>
                    <a:pt x="284376" y="263782"/>
                  </a:lnTo>
                  <a:lnTo>
                    <a:pt x="287629" y="259584"/>
                  </a:lnTo>
                  <a:lnTo>
                    <a:pt x="290746" y="255285"/>
                  </a:lnTo>
                  <a:lnTo>
                    <a:pt x="293726" y="250889"/>
                  </a:lnTo>
                  <a:lnTo>
                    <a:pt x="296565" y="246400"/>
                  </a:lnTo>
                  <a:lnTo>
                    <a:pt x="299259" y="241824"/>
                  </a:lnTo>
                  <a:lnTo>
                    <a:pt x="301807" y="237164"/>
                  </a:lnTo>
                  <a:lnTo>
                    <a:pt x="304206" y="232426"/>
                  </a:lnTo>
                  <a:lnTo>
                    <a:pt x="306453" y="227614"/>
                  </a:lnTo>
                  <a:lnTo>
                    <a:pt x="308546" y="222733"/>
                  </a:lnTo>
                  <a:lnTo>
                    <a:pt x="310482" y="217788"/>
                  </a:lnTo>
                  <a:lnTo>
                    <a:pt x="312261" y="212784"/>
                  </a:lnTo>
                  <a:lnTo>
                    <a:pt x="313880" y="207726"/>
                  </a:lnTo>
                  <a:lnTo>
                    <a:pt x="315337" y="202619"/>
                  </a:lnTo>
                  <a:lnTo>
                    <a:pt x="316632" y="197469"/>
                  </a:lnTo>
                  <a:lnTo>
                    <a:pt x="317762" y="192280"/>
                  </a:lnTo>
                  <a:lnTo>
                    <a:pt x="318727" y="187057"/>
                  </a:lnTo>
                  <a:lnTo>
                    <a:pt x="319525" y="181807"/>
                  </a:lnTo>
                  <a:lnTo>
                    <a:pt x="320156" y="176534"/>
                  </a:lnTo>
                  <a:lnTo>
                    <a:pt x="320620" y="171243"/>
                  </a:lnTo>
                  <a:lnTo>
                    <a:pt x="320915" y="165941"/>
                  </a:lnTo>
                  <a:lnTo>
                    <a:pt x="321041" y="160632"/>
                  </a:lnTo>
                  <a:lnTo>
                    <a:pt x="320999" y="155321"/>
                  </a:lnTo>
                  <a:lnTo>
                    <a:pt x="320788" y="150015"/>
                  </a:lnTo>
                  <a:lnTo>
                    <a:pt x="320409" y="144717"/>
                  </a:lnTo>
                  <a:lnTo>
                    <a:pt x="319862" y="139435"/>
                  </a:lnTo>
                  <a:lnTo>
                    <a:pt x="319147" y="134173"/>
                  </a:lnTo>
                  <a:lnTo>
                    <a:pt x="318265" y="128936"/>
                  </a:lnTo>
                  <a:lnTo>
                    <a:pt x="317218" y="123729"/>
                  </a:lnTo>
                  <a:lnTo>
                    <a:pt x="316005" y="118559"/>
                  </a:lnTo>
                  <a:lnTo>
                    <a:pt x="314629" y="113429"/>
                  </a:lnTo>
                  <a:lnTo>
                    <a:pt x="313091" y="108346"/>
                  </a:lnTo>
                  <a:lnTo>
                    <a:pt x="311392" y="103315"/>
                  </a:lnTo>
                  <a:lnTo>
                    <a:pt x="309534" y="98340"/>
                  </a:lnTo>
                  <a:lnTo>
                    <a:pt x="307519" y="93426"/>
                  </a:lnTo>
                  <a:lnTo>
                    <a:pt x="305348" y="88579"/>
                  </a:lnTo>
                  <a:lnTo>
                    <a:pt x="303025" y="83803"/>
                  </a:lnTo>
                  <a:lnTo>
                    <a:pt x="300552" y="79104"/>
                  </a:lnTo>
                  <a:lnTo>
                    <a:pt x="297930" y="74485"/>
                  </a:lnTo>
                  <a:lnTo>
                    <a:pt x="295163" y="69952"/>
                  </a:lnTo>
                  <a:lnTo>
                    <a:pt x="292254" y="65509"/>
                  </a:lnTo>
                  <a:lnTo>
                    <a:pt x="289205" y="61161"/>
                  </a:lnTo>
                  <a:lnTo>
                    <a:pt x="286019" y="56912"/>
                  </a:lnTo>
                  <a:lnTo>
                    <a:pt x="282700" y="52766"/>
                  </a:lnTo>
                  <a:lnTo>
                    <a:pt x="279250" y="48728"/>
                  </a:lnTo>
                  <a:lnTo>
                    <a:pt x="275675" y="44802"/>
                  </a:lnTo>
                  <a:lnTo>
                    <a:pt x="271976" y="40991"/>
                  </a:lnTo>
                  <a:lnTo>
                    <a:pt x="268158" y="37299"/>
                  </a:lnTo>
                  <a:lnTo>
                    <a:pt x="264225" y="33730"/>
                  </a:lnTo>
                  <a:lnTo>
                    <a:pt x="260181" y="30289"/>
                  </a:lnTo>
                  <a:lnTo>
                    <a:pt x="256029" y="26977"/>
                  </a:lnTo>
                  <a:lnTo>
                    <a:pt x="251774" y="23799"/>
                  </a:lnTo>
                  <a:lnTo>
                    <a:pt x="247420" y="20758"/>
                  </a:lnTo>
                  <a:lnTo>
                    <a:pt x="242972" y="17856"/>
                  </a:lnTo>
                  <a:lnTo>
                    <a:pt x="238434" y="15098"/>
                  </a:lnTo>
                  <a:lnTo>
                    <a:pt x="233811" y="12485"/>
                  </a:lnTo>
                  <a:lnTo>
                    <a:pt x="229107" y="10020"/>
                  </a:lnTo>
                  <a:lnTo>
                    <a:pt x="224327" y="7705"/>
                  </a:lnTo>
                  <a:lnTo>
                    <a:pt x="219476" y="5544"/>
                  </a:lnTo>
                  <a:lnTo>
                    <a:pt x="214558" y="3538"/>
                  </a:lnTo>
                  <a:lnTo>
                    <a:pt x="209580" y="1689"/>
                  </a:lnTo>
                  <a:lnTo>
                    <a:pt x="204545" y="0"/>
                  </a:lnTo>
                  <a:lnTo>
                    <a:pt x="153879" y="1593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919011" y="2633064"/>
              <a:ext cx="50665" cy="167167"/>
            </a:xfrm>
            <a:custGeom>
              <a:avLst/>
              <a:pathLst>
                <a:path w="50665" h="167167">
                  <a:moveTo>
                    <a:pt x="50665" y="7862"/>
                  </a:moveTo>
                  <a:lnTo>
                    <a:pt x="44498" y="6031"/>
                  </a:lnTo>
                  <a:lnTo>
                    <a:pt x="38264" y="4438"/>
                  </a:lnTo>
                  <a:lnTo>
                    <a:pt x="31973" y="3086"/>
                  </a:lnTo>
                  <a:lnTo>
                    <a:pt x="25636" y="1977"/>
                  </a:lnTo>
                  <a:lnTo>
                    <a:pt x="19260" y="1113"/>
                  </a:lnTo>
                  <a:lnTo>
                    <a:pt x="12856" y="495"/>
                  </a:lnTo>
                  <a:lnTo>
                    <a:pt x="6432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70849" y="2126963"/>
              <a:ext cx="57622" cy="167167"/>
            </a:xfrm>
            <a:custGeom>
              <a:avLst/>
              <a:pathLst>
                <a:path w="57622" h="167167">
                  <a:moveTo>
                    <a:pt x="57622" y="0"/>
                  </a:moveTo>
                  <a:lnTo>
                    <a:pt x="51740" y="103"/>
                  </a:lnTo>
                  <a:lnTo>
                    <a:pt x="45866" y="413"/>
                  </a:lnTo>
                  <a:lnTo>
                    <a:pt x="40006" y="930"/>
                  </a:lnTo>
                  <a:lnTo>
                    <a:pt x="34168" y="1653"/>
                  </a:lnTo>
                  <a:lnTo>
                    <a:pt x="28359" y="2581"/>
                  </a:lnTo>
                  <a:lnTo>
                    <a:pt x="22586" y="3712"/>
                  </a:lnTo>
                  <a:lnTo>
                    <a:pt x="16857" y="5046"/>
                  </a:lnTo>
                  <a:lnTo>
                    <a:pt x="11178" y="6581"/>
                  </a:lnTo>
                  <a:lnTo>
                    <a:pt x="5556" y="8314"/>
                  </a:lnTo>
                  <a:lnTo>
                    <a:pt x="0" y="10245"/>
                  </a:lnTo>
                  <a:lnTo>
                    <a:pt x="5762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70849" y="2137208"/>
              <a:ext cx="57622" cy="156922"/>
            </a:xfrm>
            <a:custGeom>
              <a:avLst/>
              <a:pathLst>
                <a:path w="57622" h="156922">
                  <a:moveTo>
                    <a:pt x="0" y="0"/>
                  </a:moveTo>
                  <a:lnTo>
                    <a:pt x="57622" y="1569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561314" y="2137208"/>
              <a:ext cx="263222" cy="324084"/>
            </a:xfrm>
            <a:custGeom>
              <a:avLst/>
              <a:pathLst>
                <a:path w="263222" h="324084">
                  <a:moveTo>
                    <a:pt x="109535" y="0"/>
                  </a:moveTo>
                  <a:lnTo>
                    <a:pt x="104576" y="1910"/>
                  </a:lnTo>
                  <a:lnTo>
                    <a:pt x="99680" y="3978"/>
                  </a:lnTo>
                  <a:lnTo>
                    <a:pt x="94852" y="6200"/>
                  </a:lnTo>
                  <a:lnTo>
                    <a:pt x="90098" y="8575"/>
                  </a:lnTo>
                  <a:lnTo>
                    <a:pt x="85421" y="11099"/>
                  </a:lnTo>
                  <a:lnTo>
                    <a:pt x="80827" y="13771"/>
                  </a:lnTo>
                  <a:lnTo>
                    <a:pt x="76320" y="16588"/>
                  </a:lnTo>
                  <a:lnTo>
                    <a:pt x="71905" y="19546"/>
                  </a:lnTo>
                  <a:lnTo>
                    <a:pt x="67587" y="22644"/>
                  </a:lnTo>
                  <a:lnTo>
                    <a:pt x="63369" y="25877"/>
                  </a:lnTo>
                  <a:lnTo>
                    <a:pt x="59255" y="29242"/>
                  </a:lnTo>
                  <a:lnTo>
                    <a:pt x="55251" y="32737"/>
                  </a:lnTo>
                  <a:lnTo>
                    <a:pt x="51360" y="36357"/>
                  </a:lnTo>
                  <a:lnTo>
                    <a:pt x="47586" y="40098"/>
                  </a:lnTo>
                  <a:lnTo>
                    <a:pt x="43933" y="43958"/>
                  </a:lnTo>
                  <a:lnTo>
                    <a:pt x="40405" y="47932"/>
                  </a:lnTo>
                  <a:lnTo>
                    <a:pt x="37004" y="52017"/>
                  </a:lnTo>
                  <a:lnTo>
                    <a:pt x="33735" y="56207"/>
                  </a:lnTo>
                  <a:lnTo>
                    <a:pt x="30601" y="60499"/>
                  </a:lnTo>
                  <a:lnTo>
                    <a:pt x="27605" y="64889"/>
                  </a:lnTo>
                  <a:lnTo>
                    <a:pt x="24750" y="69371"/>
                  </a:lnTo>
                  <a:lnTo>
                    <a:pt x="22039" y="73942"/>
                  </a:lnTo>
                  <a:lnTo>
                    <a:pt x="19475" y="78597"/>
                  </a:lnTo>
                  <a:lnTo>
                    <a:pt x="17059" y="83331"/>
                  </a:lnTo>
                  <a:lnTo>
                    <a:pt x="14796" y="88140"/>
                  </a:lnTo>
                  <a:lnTo>
                    <a:pt x="12687" y="93018"/>
                  </a:lnTo>
                  <a:lnTo>
                    <a:pt x="10733" y="97960"/>
                  </a:lnTo>
                  <a:lnTo>
                    <a:pt x="8938" y="102963"/>
                  </a:lnTo>
                  <a:lnTo>
                    <a:pt x="7303" y="108019"/>
                  </a:lnTo>
                  <a:lnTo>
                    <a:pt x="5829" y="113125"/>
                  </a:lnTo>
                  <a:lnTo>
                    <a:pt x="4518" y="118276"/>
                  </a:lnTo>
                  <a:lnTo>
                    <a:pt x="3372" y="123465"/>
                  </a:lnTo>
                  <a:lnTo>
                    <a:pt x="2391" y="128689"/>
                  </a:lnTo>
                  <a:lnTo>
                    <a:pt x="1577" y="133940"/>
                  </a:lnTo>
                  <a:lnTo>
                    <a:pt x="930" y="139215"/>
                  </a:lnTo>
                  <a:lnTo>
                    <a:pt x="451" y="144508"/>
                  </a:lnTo>
                  <a:lnTo>
                    <a:pt x="141" y="149814"/>
                  </a:lnTo>
                  <a:lnTo>
                    <a:pt x="0" y="155126"/>
                  </a:lnTo>
                  <a:lnTo>
                    <a:pt x="27" y="160441"/>
                  </a:lnTo>
                  <a:lnTo>
                    <a:pt x="223" y="165752"/>
                  </a:lnTo>
                  <a:lnTo>
                    <a:pt x="588" y="171054"/>
                  </a:lnTo>
                  <a:lnTo>
                    <a:pt x="1122" y="176342"/>
                  </a:lnTo>
                  <a:lnTo>
                    <a:pt x="1823" y="181610"/>
                  </a:lnTo>
                  <a:lnTo>
                    <a:pt x="2691" y="186853"/>
                  </a:lnTo>
                  <a:lnTo>
                    <a:pt x="3726" y="192066"/>
                  </a:lnTo>
                  <a:lnTo>
                    <a:pt x="4926" y="197243"/>
                  </a:lnTo>
                  <a:lnTo>
                    <a:pt x="6289" y="202380"/>
                  </a:lnTo>
                  <a:lnTo>
                    <a:pt x="7816" y="207470"/>
                  </a:lnTo>
                  <a:lnTo>
                    <a:pt x="9503" y="212510"/>
                  </a:lnTo>
                  <a:lnTo>
                    <a:pt x="11350" y="217493"/>
                  </a:lnTo>
                  <a:lnTo>
                    <a:pt x="13354" y="222415"/>
                  </a:lnTo>
                  <a:lnTo>
                    <a:pt x="15513" y="227271"/>
                  </a:lnTo>
                  <a:lnTo>
                    <a:pt x="17826" y="232056"/>
                  </a:lnTo>
                  <a:lnTo>
                    <a:pt x="20290" y="236765"/>
                  </a:lnTo>
                  <a:lnTo>
                    <a:pt x="22902" y="241393"/>
                  </a:lnTo>
                  <a:lnTo>
                    <a:pt x="25660" y="245936"/>
                  </a:lnTo>
                  <a:lnTo>
                    <a:pt x="28561" y="250389"/>
                  </a:lnTo>
                  <a:lnTo>
                    <a:pt x="31603" y="254748"/>
                  </a:lnTo>
                  <a:lnTo>
                    <a:pt x="34781" y="259007"/>
                  </a:lnTo>
                  <a:lnTo>
                    <a:pt x="38093" y="263164"/>
                  </a:lnTo>
                  <a:lnTo>
                    <a:pt x="41535" y="267213"/>
                  </a:lnTo>
                  <a:lnTo>
                    <a:pt x="45105" y="271150"/>
                  </a:lnTo>
                  <a:lnTo>
                    <a:pt x="48797" y="274972"/>
                  </a:lnTo>
                  <a:lnTo>
                    <a:pt x="52610" y="278675"/>
                  </a:lnTo>
                  <a:lnTo>
                    <a:pt x="56538" y="282255"/>
                  </a:lnTo>
                  <a:lnTo>
                    <a:pt x="60578" y="285708"/>
                  </a:lnTo>
                  <a:lnTo>
                    <a:pt x="64725" y="289030"/>
                  </a:lnTo>
                  <a:lnTo>
                    <a:pt x="68977" y="292220"/>
                  </a:lnTo>
                  <a:lnTo>
                    <a:pt x="73327" y="295272"/>
                  </a:lnTo>
                  <a:lnTo>
                    <a:pt x="77772" y="298185"/>
                  </a:lnTo>
                  <a:lnTo>
                    <a:pt x="82308" y="300955"/>
                  </a:lnTo>
                  <a:lnTo>
                    <a:pt x="86929" y="303579"/>
                  </a:lnTo>
                  <a:lnTo>
                    <a:pt x="91632" y="306056"/>
                  </a:lnTo>
                  <a:lnTo>
                    <a:pt x="96411" y="308381"/>
                  </a:lnTo>
                  <a:lnTo>
                    <a:pt x="101261" y="310553"/>
                  </a:lnTo>
                  <a:lnTo>
                    <a:pt x="106178" y="312570"/>
                  </a:lnTo>
                  <a:lnTo>
                    <a:pt x="111156" y="314430"/>
                  </a:lnTo>
                  <a:lnTo>
                    <a:pt x="116191" y="316131"/>
                  </a:lnTo>
                  <a:lnTo>
                    <a:pt x="121278" y="317670"/>
                  </a:lnTo>
                  <a:lnTo>
                    <a:pt x="126411" y="319047"/>
                  </a:lnTo>
                  <a:lnTo>
                    <a:pt x="131585" y="320261"/>
                  </a:lnTo>
                  <a:lnTo>
                    <a:pt x="136795" y="321309"/>
                  </a:lnTo>
                  <a:lnTo>
                    <a:pt x="142036" y="322191"/>
                  </a:lnTo>
                  <a:lnTo>
                    <a:pt x="147303" y="322906"/>
                  </a:lnTo>
                  <a:lnTo>
                    <a:pt x="152589" y="323453"/>
                  </a:lnTo>
                  <a:lnTo>
                    <a:pt x="157890" y="323832"/>
                  </a:lnTo>
                  <a:lnTo>
                    <a:pt x="163200" y="324042"/>
                  </a:lnTo>
                  <a:lnTo>
                    <a:pt x="168515" y="324084"/>
                  </a:lnTo>
                  <a:lnTo>
                    <a:pt x="173828" y="323956"/>
                  </a:lnTo>
                  <a:lnTo>
                    <a:pt x="179134" y="323660"/>
                  </a:lnTo>
                  <a:lnTo>
                    <a:pt x="184428" y="323195"/>
                  </a:lnTo>
                  <a:lnTo>
                    <a:pt x="189705" y="322562"/>
                  </a:lnTo>
                  <a:lnTo>
                    <a:pt x="194959" y="321761"/>
                  </a:lnTo>
                  <a:lnTo>
                    <a:pt x="200185" y="320794"/>
                  </a:lnTo>
                  <a:lnTo>
                    <a:pt x="205377" y="319662"/>
                  </a:lnTo>
                  <a:lnTo>
                    <a:pt x="210531" y="318364"/>
                  </a:lnTo>
                  <a:lnTo>
                    <a:pt x="215641" y="316904"/>
                  </a:lnTo>
                  <a:lnTo>
                    <a:pt x="220702" y="315282"/>
                  </a:lnTo>
                  <a:lnTo>
                    <a:pt x="225709" y="313500"/>
                  </a:lnTo>
                  <a:lnTo>
                    <a:pt x="230656" y="311560"/>
                  </a:lnTo>
                  <a:lnTo>
                    <a:pt x="235540" y="309463"/>
                  </a:lnTo>
                  <a:lnTo>
                    <a:pt x="240354" y="307212"/>
                  </a:lnTo>
                  <a:lnTo>
                    <a:pt x="245095" y="304809"/>
                  </a:lnTo>
                  <a:lnTo>
                    <a:pt x="249756" y="302257"/>
                  </a:lnTo>
                  <a:lnTo>
                    <a:pt x="254334" y="299558"/>
                  </a:lnTo>
                  <a:lnTo>
                    <a:pt x="258824" y="296715"/>
                  </a:lnTo>
                  <a:lnTo>
                    <a:pt x="263222" y="293730"/>
                  </a:lnTo>
                  <a:lnTo>
                    <a:pt x="167157" y="1569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728472" y="2126963"/>
              <a:ext cx="167167" cy="303975"/>
            </a:xfrm>
            <a:custGeom>
              <a:avLst/>
              <a:pathLst>
                <a:path w="167167" h="303975">
                  <a:moveTo>
                    <a:pt x="96064" y="303975"/>
                  </a:moveTo>
                  <a:lnTo>
                    <a:pt x="100394" y="300830"/>
                  </a:lnTo>
                  <a:lnTo>
                    <a:pt x="104622" y="297548"/>
                  </a:lnTo>
                  <a:lnTo>
                    <a:pt x="108742" y="294132"/>
                  </a:lnTo>
                  <a:lnTo>
                    <a:pt x="112751" y="290586"/>
                  </a:lnTo>
                  <a:lnTo>
                    <a:pt x="116644" y="286913"/>
                  </a:lnTo>
                  <a:lnTo>
                    <a:pt x="120417" y="283117"/>
                  </a:lnTo>
                  <a:lnTo>
                    <a:pt x="124067" y="279203"/>
                  </a:lnTo>
                  <a:lnTo>
                    <a:pt x="127590" y="275174"/>
                  </a:lnTo>
                  <a:lnTo>
                    <a:pt x="130983" y="271034"/>
                  </a:lnTo>
                  <a:lnTo>
                    <a:pt x="134240" y="266788"/>
                  </a:lnTo>
                  <a:lnTo>
                    <a:pt x="137361" y="262439"/>
                  </a:lnTo>
                  <a:lnTo>
                    <a:pt x="140340" y="257993"/>
                  </a:lnTo>
                  <a:lnTo>
                    <a:pt x="143176" y="253454"/>
                  </a:lnTo>
                  <a:lnTo>
                    <a:pt x="145865" y="248827"/>
                  </a:lnTo>
                  <a:lnTo>
                    <a:pt x="148404" y="244115"/>
                  </a:lnTo>
                  <a:lnTo>
                    <a:pt x="150791" y="239325"/>
                  </a:lnTo>
                  <a:lnTo>
                    <a:pt x="153024" y="234461"/>
                  </a:lnTo>
                  <a:lnTo>
                    <a:pt x="155100" y="229528"/>
                  </a:lnTo>
                  <a:lnTo>
                    <a:pt x="157017" y="224531"/>
                  </a:lnTo>
                  <a:lnTo>
                    <a:pt x="158772" y="219475"/>
                  </a:lnTo>
                  <a:lnTo>
                    <a:pt x="160366" y="214365"/>
                  </a:lnTo>
                  <a:lnTo>
                    <a:pt x="161794" y="209207"/>
                  </a:lnTo>
                  <a:lnTo>
                    <a:pt x="163057" y="204006"/>
                  </a:lnTo>
                  <a:lnTo>
                    <a:pt x="164153" y="198768"/>
                  </a:lnTo>
                  <a:lnTo>
                    <a:pt x="165080" y="193497"/>
                  </a:lnTo>
                  <a:lnTo>
                    <a:pt x="165839" y="188198"/>
                  </a:lnTo>
                  <a:lnTo>
                    <a:pt x="166427" y="182879"/>
                  </a:lnTo>
                  <a:lnTo>
                    <a:pt x="166845" y="177543"/>
                  </a:lnTo>
                  <a:lnTo>
                    <a:pt x="167091" y="172197"/>
                  </a:lnTo>
                  <a:lnTo>
                    <a:pt x="167167" y="166845"/>
                  </a:lnTo>
                  <a:lnTo>
                    <a:pt x="167071" y="161494"/>
                  </a:lnTo>
                  <a:lnTo>
                    <a:pt x="166803" y="156148"/>
                  </a:lnTo>
                  <a:lnTo>
                    <a:pt x="166365" y="150814"/>
                  </a:lnTo>
                  <a:lnTo>
                    <a:pt x="165756" y="145497"/>
                  </a:lnTo>
                  <a:lnTo>
                    <a:pt x="164978" y="140202"/>
                  </a:lnTo>
                  <a:lnTo>
                    <a:pt x="164030" y="134934"/>
                  </a:lnTo>
                  <a:lnTo>
                    <a:pt x="162914" y="129700"/>
                  </a:lnTo>
                  <a:lnTo>
                    <a:pt x="161631" y="124504"/>
                  </a:lnTo>
                  <a:lnTo>
                    <a:pt x="160183" y="119351"/>
                  </a:lnTo>
                  <a:lnTo>
                    <a:pt x="158570" y="114248"/>
                  </a:lnTo>
                  <a:lnTo>
                    <a:pt x="156794" y="109199"/>
                  </a:lnTo>
                  <a:lnTo>
                    <a:pt x="154858" y="104209"/>
                  </a:lnTo>
                  <a:lnTo>
                    <a:pt x="152764" y="99284"/>
                  </a:lnTo>
                  <a:lnTo>
                    <a:pt x="150512" y="94429"/>
                  </a:lnTo>
                  <a:lnTo>
                    <a:pt x="148107" y="89648"/>
                  </a:lnTo>
                  <a:lnTo>
                    <a:pt x="145549" y="84946"/>
                  </a:lnTo>
                  <a:lnTo>
                    <a:pt x="142842" y="80329"/>
                  </a:lnTo>
                  <a:lnTo>
                    <a:pt x="139989" y="75801"/>
                  </a:lnTo>
                  <a:lnTo>
                    <a:pt x="136993" y="71366"/>
                  </a:lnTo>
                  <a:lnTo>
                    <a:pt x="133856" y="67030"/>
                  </a:lnTo>
                  <a:lnTo>
                    <a:pt x="130581" y="62796"/>
                  </a:lnTo>
                  <a:lnTo>
                    <a:pt x="127173" y="58669"/>
                  </a:lnTo>
                  <a:lnTo>
                    <a:pt x="123635" y="54654"/>
                  </a:lnTo>
                  <a:lnTo>
                    <a:pt x="119970" y="50754"/>
                  </a:lnTo>
                  <a:lnTo>
                    <a:pt x="116182" y="46973"/>
                  </a:lnTo>
                  <a:lnTo>
                    <a:pt x="112274" y="43315"/>
                  </a:lnTo>
                  <a:lnTo>
                    <a:pt x="108252" y="39784"/>
                  </a:lnTo>
                  <a:lnTo>
                    <a:pt x="104119" y="36384"/>
                  </a:lnTo>
                  <a:lnTo>
                    <a:pt x="99879" y="33118"/>
                  </a:lnTo>
                  <a:lnTo>
                    <a:pt x="95536" y="29989"/>
                  </a:lnTo>
                  <a:lnTo>
                    <a:pt x="91096" y="27001"/>
                  </a:lnTo>
                  <a:lnTo>
                    <a:pt x="86562" y="24157"/>
                  </a:lnTo>
                  <a:lnTo>
                    <a:pt x="81940" y="21459"/>
                  </a:lnTo>
                  <a:lnTo>
                    <a:pt x="77233" y="18911"/>
                  </a:lnTo>
                  <a:lnTo>
                    <a:pt x="72448" y="16514"/>
                  </a:lnTo>
                  <a:lnTo>
                    <a:pt x="67588" y="14272"/>
                  </a:lnTo>
                  <a:lnTo>
                    <a:pt x="62659" y="12187"/>
                  </a:lnTo>
                  <a:lnTo>
                    <a:pt x="57665" y="10261"/>
                  </a:lnTo>
                  <a:lnTo>
                    <a:pt x="52613" y="8495"/>
                  </a:lnTo>
                  <a:lnTo>
                    <a:pt x="47507" y="6892"/>
                  </a:lnTo>
                  <a:lnTo>
                    <a:pt x="42351" y="5453"/>
                  </a:lnTo>
                  <a:lnTo>
                    <a:pt x="37153" y="4181"/>
                  </a:lnTo>
                  <a:lnTo>
                    <a:pt x="31916" y="3075"/>
                  </a:lnTo>
                  <a:lnTo>
                    <a:pt x="26647" y="2137"/>
                  </a:lnTo>
                  <a:lnTo>
                    <a:pt x="21350" y="1369"/>
                  </a:lnTo>
                  <a:lnTo>
                    <a:pt x="16032" y="770"/>
                  </a:lnTo>
                  <a:lnTo>
                    <a:pt x="10697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5567" y="1681503"/>
              <a:ext cx="37667" cy="167167"/>
            </a:xfrm>
            <a:custGeom>
              <a:avLst/>
              <a:pathLst>
                <a:path w="37667" h="167167">
                  <a:moveTo>
                    <a:pt x="37667" y="0"/>
                  </a:moveTo>
                  <a:lnTo>
                    <a:pt x="31336" y="119"/>
                  </a:lnTo>
                  <a:lnTo>
                    <a:pt x="25015" y="479"/>
                  </a:lnTo>
                  <a:lnTo>
                    <a:pt x="18711" y="1078"/>
                  </a:lnTo>
                  <a:lnTo>
                    <a:pt x="12435" y="1915"/>
                  </a:lnTo>
                  <a:lnTo>
                    <a:pt x="6194" y="2989"/>
                  </a:lnTo>
                  <a:lnTo>
                    <a:pt x="0" y="4299"/>
                  </a:lnTo>
                  <a:lnTo>
                    <a:pt x="3766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256085" y="1685802"/>
              <a:ext cx="334312" cy="330034"/>
            </a:xfrm>
            <a:custGeom>
              <a:avLst/>
              <a:pathLst>
                <a:path w="334312" h="330034">
                  <a:moveTo>
                    <a:pt x="129481" y="0"/>
                  </a:moveTo>
                  <a:lnTo>
                    <a:pt x="124348" y="1272"/>
                  </a:lnTo>
                  <a:lnTo>
                    <a:pt x="119259" y="2707"/>
                  </a:lnTo>
                  <a:lnTo>
                    <a:pt x="114217" y="4302"/>
                  </a:lnTo>
                  <a:lnTo>
                    <a:pt x="109228" y="6056"/>
                  </a:lnTo>
                  <a:lnTo>
                    <a:pt x="104297" y="7966"/>
                  </a:lnTo>
                  <a:lnTo>
                    <a:pt x="99429" y="10032"/>
                  </a:lnTo>
                  <a:lnTo>
                    <a:pt x="94628" y="12250"/>
                  </a:lnTo>
                  <a:lnTo>
                    <a:pt x="89900" y="14619"/>
                  </a:lnTo>
                  <a:lnTo>
                    <a:pt x="85250" y="17137"/>
                  </a:lnTo>
                  <a:lnTo>
                    <a:pt x="80681" y="19800"/>
                  </a:lnTo>
                  <a:lnTo>
                    <a:pt x="76200" y="22607"/>
                  </a:lnTo>
                  <a:lnTo>
                    <a:pt x="71809" y="25553"/>
                  </a:lnTo>
                  <a:lnTo>
                    <a:pt x="67513" y="28638"/>
                  </a:lnTo>
                  <a:lnTo>
                    <a:pt x="63317" y="31856"/>
                  </a:lnTo>
                  <a:lnTo>
                    <a:pt x="59225" y="35206"/>
                  </a:lnTo>
                  <a:lnTo>
                    <a:pt x="55241" y="38684"/>
                  </a:lnTo>
                  <a:lnTo>
                    <a:pt x="51369" y="42285"/>
                  </a:lnTo>
                  <a:lnTo>
                    <a:pt x="47613" y="46008"/>
                  </a:lnTo>
                  <a:lnTo>
                    <a:pt x="43977" y="49847"/>
                  </a:lnTo>
                  <a:lnTo>
                    <a:pt x="40464" y="53800"/>
                  </a:lnTo>
                  <a:lnTo>
                    <a:pt x="37077" y="57861"/>
                  </a:lnTo>
                  <a:lnTo>
                    <a:pt x="33821" y="62028"/>
                  </a:lnTo>
                  <a:lnTo>
                    <a:pt x="30698" y="66296"/>
                  </a:lnTo>
                  <a:lnTo>
                    <a:pt x="27712" y="70660"/>
                  </a:lnTo>
                  <a:lnTo>
                    <a:pt x="24865" y="75116"/>
                  </a:lnTo>
                  <a:lnTo>
                    <a:pt x="22161" y="79661"/>
                  </a:lnTo>
                  <a:lnTo>
                    <a:pt x="19601" y="84288"/>
                  </a:lnTo>
                  <a:lnTo>
                    <a:pt x="17190" y="88995"/>
                  </a:lnTo>
                  <a:lnTo>
                    <a:pt x="14928" y="93775"/>
                  </a:lnTo>
                  <a:lnTo>
                    <a:pt x="12819" y="98624"/>
                  </a:lnTo>
                  <a:lnTo>
                    <a:pt x="10864" y="103538"/>
                  </a:lnTo>
                  <a:lnTo>
                    <a:pt x="9066" y="108511"/>
                  </a:lnTo>
                  <a:lnTo>
                    <a:pt x="7425" y="113538"/>
                  </a:lnTo>
                  <a:lnTo>
                    <a:pt x="5945" y="118615"/>
                  </a:lnTo>
                  <a:lnTo>
                    <a:pt x="4626" y="123736"/>
                  </a:lnTo>
                  <a:lnTo>
                    <a:pt x="3469" y="128896"/>
                  </a:lnTo>
                  <a:lnTo>
                    <a:pt x="2477" y="134090"/>
                  </a:lnTo>
                  <a:lnTo>
                    <a:pt x="1649" y="139313"/>
                  </a:lnTo>
                  <a:lnTo>
                    <a:pt x="987" y="144560"/>
                  </a:lnTo>
                  <a:lnTo>
                    <a:pt x="491" y="149824"/>
                  </a:lnTo>
                  <a:lnTo>
                    <a:pt x="162" y="155102"/>
                  </a:lnTo>
                  <a:lnTo>
                    <a:pt x="0" y="160388"/>
                  </a:lnTo>
                  <a:lnTo>
                    <a:pt x="5" y="165676"/>
                  </a:lnTo>
                  <a:lnTo>
                    <a:pt x="177" y="170962"/>
                  </a:lnTo>
                  <a:lnTo>
                    <a:pt x="517" y="176239"/>
                  </a:lnTo>
                  <a:lnTo>
                    <a:pt x="1023" y="181503"/>
                  </a:lnTo>
                  <a:lnTo>
                    <a:pt x="1696" y="186748"/>
                  </a:lnTo>
                  <a:lnTo>
                    <a:pt x="2534" y="191969"/>
                  </a:lnTo>
                  <a:lnTo>
                    <a:pt x="3536" y="197161"/>
                  </a:lnTo>
                  <a:lnTo>
                    <a:pt x="4703" y="202319"/>
                  </a:lnTo>
                  <a:lnTo>
                    <a:pt x="6032" y="207438"/>
                  </a:lnTo>
                  <a:lnTo>
                    <a:pt x="7523" y="212512"/>
                  </a:lnTo>
                  <a:lnTo>
                    <a:pt x="9173" y="217536"/>
                  </a:lnTo>
                  <a:lnTo>
                    <a:pt x="10981" y="222505"/>
                  </a:lnTo>
                  <a:lnTo>
                    <a:pt x="12945" y="227415"/>
                  </a:lnTo>
                  <a:lnTo>
                    <a:pt x="15064" y="232260"/>
                  </a:lnTo>
                  <a:lnTo>
                    <a:pt x="17335" y="237036"/>
                  </a:lnTo>
                  <a:lnTo>
                    <a:pt x="19756" y="241737"/>
                  </a:lnTo>
                  <a:lnTo>
                    <a:pt x="22324" y="246360"/>
                  </a:lnTo>
                  <a:lnTo>
                    <a:pt x="25038" y="250899"/>
                  </a:lnTo>
                  <a:lnTo>
                    <a:pt x="27893" y="255350"/>
                  </a:lnTo>
                  <a:lnTo>
                    <a:pt x="30888" y="259708"/>
                  </a:lnTo>
                  <a:lnTo>
                    <a:pt x="34019" y="263969"/>
                  </a:lnTo>
                  <a:lnTo>
                    <a:pt x="37284" y="268130"/>
                  </a:lnTo>
                  <a:lnTo>
                    <a:pt x="40678" y="272185"/>
                  </a:lnTo>
                  <a:lnTo>
                    <a:pt x="44199" y="276130"/>
                  </a:lnTo>
                  <a:lnTo>
                    <a:pt x="47843" y="279963"/>
                  </a:lnTo>
                  <a:lnTo>
                    <a:pt x="51606" y="283678"/>
                  </a:lnTo>
                  <a:lnTo>
                    <a:pt x="55485" y="287272"/>
                  </a:lnTo>
                  <a:lnTo>
                    <a:pt x="59476" y="290741"/>
                  </a:lnTo>
                  <a:lnTo>
                    <a:pt x="63575" y="294083"/>
                  </a:lnTo>
                  <a:lnTo>
                    <a:pt x="67777" y="297293"/>
                  </a:lnTo>
                  <a:lnTo>
                    <a:pt x="72079" y="300369"/>
                  </a:lnTo>
                  <a:lnTo>
                    <a:pt x="76475" y="303308"/>
                  </a:lnTo>
                  <a:lnTo>
                    <a:pt x="80963" y="306105"/>
                  </a:lnTo>
                  <a:lnTo>
                    <a:pt x="85536" y="308760"/>
                  </a:lnTo>
                  <a:lnTo>
                    <a:pt x="90192" y="311268"/>
                  </a:lnTo>
                  <a:lnTo>
                    <a:pt x="94924" y="313628"/>
                  </a:lnTo>
                  <a:lnTo>
                    <a:pt x="99729" y="315837"/>
                  </a:lnTo>
                  <a:lnTo>
                    <a:pt x="104601" y="317893"/>
                  </a:lnTo>
                  <a:lnTo>
                    <a:pt x="109536" y="319794"/>
                  </a:lnTo>
                  <a:lnTo>
                    <a:pt x="114528" y="321538"/>
                  </a:lnTo>
                  <a:lnTo>
                    <a:pt x="119573" y="323123"/>
                  </a:lnTo>
                  <a:lnTo>
                    <a:pt x="124666" y="324547"/>
                  </a:lnTo>
                  <a:lnTo>
                    <a:pt x="129801" y="325810"/>
                  </a:lnTo>
                  <a:lnTo>
                    <a:pt x="134974" y="326910"/>
                  </a:lnTo>
                  <a:lnTo>
                    <a:pt x="140178" y="327845"/>
                  </a:lnTo>
                  <a:lnTo>
                    <a:pt x="145410" y="328616"/>
                  </a:lnTo>
                  <a:lnTo>
                    <a:pt x="150664" y="329221"/>
                  </a:lnTo>
                  <a:lnTo>
                    <a:pt x="155934" y="329659"/>
                  </a:lnTo>
                  <a:lnTo>
                    <a:pt x="161215" y="329930"/>
                  </a:lnTo>
                  <a:lnTo>
                    <a:pt x="166502" y="330034"/>
                  </a:lnTo>
                  <a:lnTo>
                    <a:pt x="171790" y="329971"/>
                  </a:lnTo>
                  <a:lnTo>
                    <a:pt x="177073" y="329740"/>
                  </a:lnTo>
                  <a:lnTo>
                    <a:pt x="182346" y="329343"/>
                  </a:lnTo>
                  <a:lnTo>
                    <a:pt x="187604" y="328779"/>
                  </a:lnTo>
                  <a:lnTo>
                    <a:pt x="192842" y="328049"/>
                  </a:lnTo>
                  <a:lnTo>
                    <a:pt x="198053" y="327154"/>
                  </a:lnTo>
                  <a:lnTo>
                    <a:pt x="203234" y="326094"/>
                  </a:lnTo>
                  <a:lnTo>
                    <a:pt x="208379" y="324871"/>
                  </a:lnTo>
                  <a:lnTo>
                    <a:pt x="213483" y="323486"/>
                  </a:lnTo>
                  <a:lnTo>
                    <a:pt x="218540" y="321940"/>
                  </a:lnTo>
                  <a:lnTo>
                    <a:pt x="223545" y="320235"/>
                  </a:lnTo>
                  <a:lnTo>
                    <a:pt x="228495" y="318372"/>
                  </a:lnTo>
                  <a:lnTo>
                    <a:pt x="233383" y="316354"/>
                  </a:lnTo>
                  <a:lnTo>
                    <a:pt x="238204" y="314182"/>
                  </a:lnTo>
                  <a:lnTo>
                    <a:pt x="242955" y="311859"/>
                  </a:lnTo>
                  <a:lnTo>
                    <a:pt x="247629" y="309387"/>
                  </a:lnTo>
                  <a:lnTo>
                    <a:pt x="252224" y="306768"/>
                  </a:lnTo>
                  <a:lnTo>
                    <a:pt x="256733" y="304005"/>
                  </a:lnTo>
                  <a:lnTo>
                    <a:pt x="261152" y="301101"/>
                  </a:lnTo>
                  <a:lnTo>
                    <a:pt x="265477" y="298058"/>
                  </a:lnTo>
                  <a:lnTo>
                    <a:pt x="269704" y="294880"/>
                  </a:lnTo>
                  <a:lnTo>
                    <a:pt x="273828" y="291571"/>
                  </a:lnTo>
                  <a:lnTo>
                    <a:pt x="277846" y="288132"/>
                  </a:lnTo>
                  <a:lnTo>
                    <a:pt x="281753" y="284568"/>
                  </a:lnTo>
                  <a:lnTo>
                    <a:pt x="285545" y="280882"/>
                  </a:lnTo>
                  <a:lnTo>
                    <a:pt x="289218" y="277078"/>
                  </a:lnTo>
                  <a:lnTo>
                    <a:pt x="292769" y="273160"/>
                  </a:lnTo>
                  <a:lnTo>
                    <a:pt x="296195" y="269131"/>
                  </a:lnTo>
                  <a:lnTo>
                    <a:pt x="299492" y="264996"/>
                  </a:lnTo>
                  <a:lnTo>
                    <a:pt x="302656" y="260759"/>
                  </a:lnTo>
                  <a:lnTo>
                    <a:pt x="305684" y="256424"/>
                  </a:lnTo>
                  <a:lnTo>
                    <a:pt x="308574" y="251996"/>
                  </a:lnTo>
                  <a:lnTo>
                    <a:pt x="311323" y="247478"/>
                  </a:lnTo>
                  <a:lnTo>
                    <a:pt x="313927" y="242875"/>
                  </a:lnTo>
                  <a:lnTo>
                    <a:pt x="316384" y="238192"/>
                  </a:lnTo>
                  <a:lnTo>
                    <a:pt x="318692" y="233434"/>
                  </a:lnTo>
                  <a:lnTo>
                    <a:pt x="320848" y="228606"/>
                  </a:lnTo>
                  <a:lnTo>
                    <a:pt x="322850" y="223711"/>
                  </a:lnTo>
                  <a:lnTo>
                    <a:pt x="324697" y="218756"/>
                  </a:lnTo>
                  <a:lnTo>
                    <a:pt x="326386" y="213745"/>
                  </a:lnTo>
                  <a:lnTo>
                    <a:pt x="327915" y="208683"/>
                  </a:lnTo>
                  <a:lnTo>
                    <a:pt x="329284" y="203575"/>
                  </a:lnTo>
                  <a:lnTo>
                    <a:pt x="330490" y="198426"/>
                  </a:lnTo>
                  <a:lnTo>
                    <a:pt x="331533" y="193242"/>
                  </a:lnTo>
                  <a:lnTo>
                    <a:pt x="332412" y="188027"/>
                  </a:lnTo>
                  <a:lnTo>
                    <a:pt x="333125" y="182787"/>
                  </a:lnTo>
                  <a:lnTo>
                    <a:pt x="333672" y="177528"/>
                  </a:lnTo>
                  <a:lnTo>
                    <a:pt x="334052" y="172253"/>
                  </a:lnTo>
                  <a:lnTo>
                    <a:pt x="334266" y="166969"/>
                  </a:lnTo>
                  <a:lnTo>
                    <a:pt x="334312" y="161681"/>
                  </a:lnTo>
                  <a:lnTo>
                    <a:pt x="334191" y="156394"/>
                  </a:lnTo>
                  <a:lnTo>
                    <a:pt x="333902" y="151114"/>
                  </a:lnTo>
                  <a:lnTo>
                    <a:pt x="333447" y="145846"/>
                  </a:lnTo>
                  <a:lnTo>
                    <a:pt x="332825" y="140594"/>
                  </a:lnTo>
                  <a:lnTo>
                    <a:pt x="332038" y="135365"/>
                  </a:lnTo>
                  <a:lnTo>
                    <a:pt x="331086" y="130163"/>
                  </a:lnTo>
                  <a:lnTo>
                    <a:pt x="329969" y="124994"/>
                  </a:lnTo>
                  <a:lnTo>
                    <a:pt x="328690" y="119863"/>
                  </a:lnTo>
                  <a:lnTo>
                    <a:pt x="327249" y="114775"/>
                  </a:lnTo>
                  <a:lnTo>
                    <a:pt x="325647" y="109735"/>
                  </a:lnTo>
                  <a:lnTo>
                    <a:pt x="323887" y="104749"/>
                  </a:lnTo>
                  <a:lnTo>
                    <a:pt x="321971" y="99820"/>
                  </a:lnTo>
                  <a:lnTo>
                    <a:pt x="319899" y="94954"/>
                  </a:lnTo>
                  <a:lnTo>
                    <a:pt x="317675" y="90157"/>
                  </a:lnTo>
                  <a:lnTo>
                    <a:pt x="315299" y="85432"/>
                  </a:lnTo>
                  <a:lnTo>
                    <a:pt x="312776" y="80785"/>
                  </a:lnTo>
                  <a:lnTo>
                    <a:pt x="310107" y="76220"/>
                  </a:lnTo>
                  <a:lnTo>
                    <a:pt x="307295" y="71741"/>
                  </a:lnTo>
                  <a:lnTo>
                    <a:pt x="304342" y="67354"/>
                  </a:lnTo>
                  <a:lnTo>
                    <a:pt x="301252" y="63063"/>
                  </a:lnTo>
                  <a:lnTo>
                    <a:pt x="298028" y="58871"/>
                  </a:lnTo>
                  <a:lnTo>
                    <a:pt x="294674" y="54783"/>
                  </a:lnTo>
                  <a:lnTo>
                    <a:pt x="291191" y="50804"/>
                  </a:lnTo>
                  <a:lnTo>
                    <a:pt x="287584" y="46936"/>
                  </a:lnTo>
                  <a:lnTo>
                    <a:pt x="283857" y="43185"/>
                  </a:lnTo>
                  <a:lnTo>
                    <a:pt x="280013" y="39553"/>
                  </a:lnTo>
                  <a:lnTo>
                    <a:pt x="276056" y="36045"/>
                  </a:lnTo>
                  <a:lnTo>
                    <a:pt x="271990" y="32664"/>
                  </a:lnTo>
                  <a:lnTo>
                    <a:pt x="267820" y="29413"/>
                  </a:lnTo>
                  <a:lnTo>
                    <a:pt x="263548" y="26295"/>
                  </a:lnTo>
                  <a:lnTo>
                    <a:pt x="259180" y="23314"/>
                  </a:lnTo>
                  <a:lnTo>
                    <a:pt x="254720" y="20473"/>
                  </a:lnTo>
                  <a:lnTo>
                    <a:pt x="250172" y="17775"/>
                  </a:lnTo>
                  <a:lnTo>
                    <a:pt x="245541" y="15221"/>
                  </a:lnTo>
                  <a:lnTo>
                    <a:pt x="240832" y="12816"/>
                  </a:lnTo>
                  <a:lnTo>
                    <a:pt x="236049" y="10560"/>
                  </a:lnTo>
                  <a:lnTo>
                    <a:pt x="231197" y="8457"/>
                  </a:lnTo>
                  <a:lnTo>
                    <a:pt x="226281" y="6508"/>
                  </a:lnTo>
                  <a:lnTo>
                    <a:pt x="221306" y="4716"/>
                  </a:lnTo>
                  <a:lnTo>
                    <a:pt x="167149" y="1628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423235" y="1681503"/>
              <a:ext cx="54157" cy="167167"/>
            </a:xfrm>
            <a:custGeom>
              <a:avLst/>
              <a:pathLst>
                <a:path w="54157" h="167167">
                  <a:moveTo>
                    <a:pt x="54157" y="9015"/>
                  </a:moveTo>
                  <a:lnTo>
                    <a:pt x="48324" y="7137"/>
                  </a:lnTo>
                  <a:lnTo>
                    <a:pt x="42426" y="5473"/>
                  </a:lnTo>
                  <a:lnTo>
                    <a:pt x="36472" y="4027"/>
                  </a:lnTo>
                  <a:lnTo>
                    <a:pt x="30468" y="2800"/>
                  </a:lnTo>
                  <a:lnTo>
                    <a:pt x="24424" y="1793"/>
                  </a:lnTo>
                  <a:lnTo>
                    <a:pt x="18347" y="1009"/>
                  </a:lnTo>
                  <a:lnTo>
                    <a:pt x="12245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853876" y="1322571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378107" y="1071028"/>
              <a:ext cx="334309" cy="334333"/>
            </a:xfrm>
            <a:custGeom>
              <a:avLst/>
              <a:pathLst>
                <a:path w="334309" h="334333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2" y="758"/>
                  </a:lnTo>
                  <a:lnTo>
                    <a:pt x="145964" y="1348"/>
                  </a:lnTo>
                  <a:lnTo>
                    <a:pt x="140707" y="2104"/>
                  </a:lnTo>
                  <a:lnTo>
                    <a:pt x="135477" y="3027"/>
                  </a:lnTo>
                  <a:lnTo>
                    <a:pt x="130279" y="4116"/>
                  </a:lnTo>
                  <a:lnTo>
                    <a:pt x="125119" y="5370"/>
                  </a:lnTo>
                  <a:lnTo>
                    <a:pt x="120000" y="6787"/>
                  </a:lnTo>
                  <a:lnTo>
                    <a:pt x="114930" y="8365"/>
                  </a:lnTo>
                  <a:lnTo>
                    <a:pt x="109912" y="10104"/>
                  </a:lnTo>
                  <a:lnTo>
                    <a:pt x="104952" y="12002"/>
                  </a:lnTo>
                  <a:lnTo>
                    <a:pt x="100054" y="14056"/>
                  </a:lnTo>
                  <a:lnTo>
                    <a:pt x="95224" y="16264"/>
                  </a:lnTo>
                  <a:lnTo>
                    <a:pt x="90467" y="18625"/>
                  </a:lnTo>
                  <a:lnTo>
                    <a:pt x="85788" y="21136"/>
                  </a:lnTo>
                  <a:lnTo>
                    <a:pt x="81190" y="23794"/>
                  </a:lnTo>
                  <a:lnTo>
                    <a:pt x="76679" y="26597"/>
                  </a:lnTo>
                  <a:lnTo>
                    <a:pt x="72260" y="29542"/>
                  </a:lnTo>
                  <a:lnTo>
                    <a:pt x="67936" y="32625"/>
                  </a:lnTo>
                  <a:lnTo>
                    <a:pt x="63712" y="35845"/>
                  </a:lnTo>
                  <a:lnTo>
                    <a:pt x="59593" y="39197"/>
                  </a:lnTo>
                  <a:lnTo>
                    <a:pt x="55582" y="42678"/>
                  </a:lnTo>
                  <a:lnTo>
                    <a:pt x="51684" y="46285"/>
                  </a:lnTo>
                  <a:lnTo>
                    <a:pt x="47903" y="50014"/>
                  </a:lnTo>
                  <a:lnTo>
                    <a:pt x="44241" y="53861"/>
                  </a:lnTo>
                  <a:lnTo>
                    <a:pt x="40704" y="57822"/>
                  </a:lnTo>
                  <a:lnTo>
                    <a:pt x="37295" y="61894"/>
                  </a:lnTo>
                  <a:lnTo>
                    <a:pt x="34016" y="66072"/>
                  </a:lnTo>
                  <a:lnTo>
                    <a:pt x="30872" y="70352"/>
                  </a:lnTo>
                  <a:lnTo>
                    <a:pt x="27866" y="74729"/>
                  </a:lnTo>
                  <a:lnTo>
                    <a:pt x="25000" y="79200"/>
                  </a:lnTo>
                  <a:lnTo>
                    <a:pt x="22277" y="83760"/>
                  </a:lnTo>
                  <a:lnTo>
                    <a:pt x="19701" y="88404"/>
                  </a:lnTo>
                  <a:lnTo>
                    <a:pt x="17273" y="93128"/>
                  </a:lnTo>
                  <a:lnTo>
                    <a:pt x="14997" y="97926"/>
                  </a:lnTo>
                  <a:lnTo>
                    <a:pt x="12874" y="102794"/>
                  </a:lnTo>
                  <a:lnTo>
                    <a:pt x="10908" y="107727"/>
                  </a:lnTo>
                  <a:lnTo>
                    <a:pt x="9098" y="112720"/>
                  </a:lnTo>
                  <a:lnTo>
                    <a:pt x="7449" y="117768"/>
                  </a:lnTo>
                  <a:lnTo>
                    <a:pt x="5960" y="122866"/>
                  </a:lnTo>
                  <a:lnTo>
                    <a:pt x="4634" y="128008"/>
                  </a:lnTo>
                  <a:lnTo>
                    <a:pt x="3472" y="133191"/>
                  </a:lnTo>
                  <a:lnTo>
                    <a:pt x="2476" y="138407"/>
                  </a:lnTo>
                  <a:lnTo>
                    <a:pt x="1645" y="143652"/>
                  </a:lnTo>
                  <a:lnTo>
                    <a:pt x="982" y="148921"/>
                  </a:lnTo>
                  <a:lnTo>
                    <a:pt x="486" y="154209"/>
                  </a:lnTo>
                  <a:lnTo>
                    <a:pt x="158" y="159510"/>
                  </a:lnTo>
                  <a:lnTo>
                    <a:pt x="0" y="164818"/>
                  </a:lnTo>
                  <a:lnTo>
                    <a:pt x="9" y="170129"/>
                  </a:lnTo>
                  <a:lnTo>
                    <a:pt x="188" y="175436"/>
                  </a:lnTo>
                  <a:lnTo>
                    <a:pt x="535" y="180736"/>
                  </a:lnTo>
                  <a:lnTo>
                    <a:pt x="1050" y="186021"/>
                  </a:lnTo>
                  <a:lnTo>
                    <a:pt x="1732" y="191288"/>
                  </a:lnTo>
                  <a:lnTo>
                    <a:pt x="2582" y="196530"/>
                  </a:lnTo>
                  <a:lnTo>
                    <a:pt x="3598" y="201743"/>
                  </a:lnTo>
                  <a:lnTo>
                    <a:pt x="4779" y="206921"/>
                  </a:lnTo>
                  <a:lnTo>
                    <a:pt x="6123" y="212059"/>
                  </a:lnTo>
                  <a:lnTo>
                    <a:pt x="7631" y="217151"/>
                  </a:lnTo>
                  <a:lnTo>
                    <a:pt x="9299" y="222193"/>
                  </a:lnTo>
                  <a:lnTo>
                    <a:pt x="11126" y="227179"/>
                  </a:lnTo>
                  <a:lnTo>
                    <a:pt x="13112" y="232105"/>
                  </a:lnTo>
                  <a:lnTo>
                    <a:pt x="15252" y="236965"/>
                  </a:lnTo>
                  <a:lnTo>
                    <a:pt x="17546" y="241755"/>
                  </a:lnTo>
                  <a:lnTo>
                    <a:pt x="19991" y="246470"/>
                  </a:lnTo>
                  <a:lnTo>
                    <a:pt x="22584" y="251104"/>
                  </a:lnTo>
                  <a:lnTo>
                    <a:pt x="25323" y="255654"/>
                  </a:lnTo>
                  <a:lnTo>
                    <a:pt x="28205" y="260114"/>
                  </a:lnTo>
                  <a:lnTo>
                    <a:pt x="31228" y="264481"/>
                  </a:lnTo>
                  <a:lnTo>
                    <a:pt x="34388" y="268750"/>
                  </a:lnTo>
                  <a:lnTo>
                    <a:pt x="37682" y="272916"/>
                  </a:lnTo>
                  <a:lnTo>
                    <a:pt x="41106" y="276975"/>
                  </a:lnTo>
                  <a:lnTo>
                    <a:pt x="44658" y="280923"/>
                  </a:lnTo>
                  <a:lnTo>
                    <a:pt x="48333" y="284757"/>
                  </a:lnTo>
                  <a:lnTo>
                    <a:pt x="52128" y="288472"/>
                  </a:lnTo>
                  <a:lnTo>
                    <a:pt x="56039" y="292064"/>
                  </a:lnTo>
                  <a:lnTo>
                    <a:pt x="60063" y="295530"/>
                  </a:lnTo>
                  <a:lnTo>
                    <a:pt x="64194" y="298867"/>
                  </a:lnTo>
                  <a:lnTo>
                    <a:pt x="68430" y="302071"/>
                  </a:lnTo>
                  <a:lnTo>
                    <a:pt x="72765" y="305139"/>
                  </a:lnTo>
                  <a:lnTo>
                    <a:pt x="77195" y="308068"/>
                  </a:lnTo>
                  <a:lnTo>
                    <a:pt x="81716" y="310854"/>
                  </a:lnTo>
                  <a:lnTo>
                    <a:pt x="86324" y="313495"/>
                  </a:lnTo>
                  <a:lnTo>
                    <a:pt x="91012" y="315989"/>
                  </a:lnTo>
                  <a:lnTo>
                    <a:pt x="95778" y="318332"/>
                  </a:lnTo>
                  <a:lnTo>
                    <a:pt x="100616" y="320523"/>
                  </a:lnTo>
                  <a:lnTo>
                    <a:pt x="105521" y="322559"/>
                  </a:lnTo>
                  <a:lnTo>
                    <a:pt x="110488" y="324438"/>
                  </a:lnTo>
                  <a:lnTo>
                    <a:pt x="115512" y="326159"/>
                  </a:lnTo>
                  <a:lnTo>
                    <a:pt x="120589" y="327719"/>
                  </a:lnTo>
                  <a:lnTo>
                    <a:pt x="125712" y="329117"/>
                  </a:lnTo>
                  <a:lnTo>
                    <a:pt x="130877" y="330352"/>
                  </a:lnTo>
                  <a:lnTo>
                    <a:pt x="136079" y="331421"/>
                  </a:lnTo>
                  <a:lnTo>
                    <a:pt x="141312" y="332326"/>
                  </a:lnTo>
                  <a:lnTo>
                    <a:pt x="146572" y="333063"/>
                  </a:lnTo>
                  <a:lnTo>
                    <a:pt x="151852" y="333633"/>
                  </a:lnTo>
                  <a:lnTo>
                    <a:pt x="157147" y="334035"/>
                  </a:lnTo>
                  <a:lnTo>
                    <a:pt x="162453" y="334268"/>
                  </a:lnTo>
                  <a:lnTo>
                    <a:pt x="167763" y="334333"/>
                  </a:lnTo>
                  <a:lnTo>
                    <a:pt x="173073" y="334229"/>
                  </a:lnTo>
                  <a:lnTo>
                    <a:pt x="178377" y="333957"/>
                  </a:lnTo>
                  <a:lnTo>
                    <a:pt x="183669" y="333516"/>
                  </a:lnTo>
                  <a:lnTo>
                    <a:pt x="188945" y="332908"/>
                  </a:lnTo>
                  <a:lnTo>
                    <a:pt x="194199" y="332132"/>
                  </a:lnTo>
                  <a:lnTo>
                    <a:pt x="199425" y="331189"/>
                  </a:lnTo>
                  <a:lnTo>
                    <a:pt x="204619" y="330081"/>
                  </a:lnTo>
                  <a:lnTo>
                    <a:pt x="209775" y="328809"/>
                  </a:lnTo>
                  <a:lnTo>
                    <a:pt x="214888" y="327373"/>
                  </a:lnTo>
                  <a:lnTo>
                    <a:pt x="219953" y="325776"/>
                  </a:lnTo>
                  <a:lnTo>
                    <a:pt x="224964" y="324019"/>
                  </a:lnTo>
                  <a:lnTo>
                    <a:pt x="229918" y="322103"/>
                  </a:lnTo>
                  <a:lnTo>
                    <a:pt x="234808" y="320031"/>
                  </a:lnTo>
                  <a:lnTo>
                    <a:pt x="239629" y="317805"/>
                  </a:lnTo>
                  <a:lnTo>
                    <a:pt x="244378" y="315427"/>
                  </a:lnTo>
                  <a:lnTo>
                    <a:pt x="249048" y="312899"/>
                  </a:lnTo>
                  <a:lnTo>
                    <a:pt x="253636" y="310224"/>
                  </a:lnTo>
                  <a:lnTo>
                    <a:pt x="258136" y="307404"/>
                  </a:lnTo>
                  <a:lnTo>
                    <a:pt x="262545" y="304443"/>
                  </a:lnTo>
                  <a:lnTo>
                    <a:pt x="266858" y="301344"/>
                  </a:lnTo>
                  <a:lnTo>
                    <a:pt x="271069" y="298109"/>
                  </a:lnTo>
                  <a:lnTo>
                    <a:pt x="275176" y="294742"/>
                  </a:lnTo>
                  <a:lnTo>
                    <a:pt x="279174" y="291246"/>
                  </a:lnTo>
                  <a:lnTo>
                    <a:pt x="283059" y="287625"/>
                  </a:lnTo>
                  <a:lnTo>
                    <a:pt x="286827" y="283882"/>
                  </a:lnTo>
                  <a:lnTo>
                    <a:pt x="290474" y="280022"/>
                  </a:lnTo>
                  <a:lnTo>
                    <a:pt x="293997" y="276048"/>
                  </a:lnTo>
                  <a:lnTo>
                    <a:pt x="297391" y="271964"/>
                  </a:lnTo>
                  <a:lnTo>
                    <a:pt x="300654" y="267774"/>
                  </a:lnTo>
                  <a:lnTo>
                    <a:pt x="303783" y="263482"/>
                  </a:lnTo>
                  <a:lnTo>
                    <a:pt x="306773" y="259093"/>
                  </a:lnTo>
                  <a:lnTo>
                    <a:pt x="309623" y="254612"/>
                  </a:lnTo>
                  <a:lnTo>
                    <a:pt x="312328" y="250042"/>
                  </a:lnTo>
                  <a:lnTo>
                    <a:pt x="314888" y="245389"/>
                  </a:lnTo>
                  <a:lnTo>
                    <a:pt x="317298" y="240656"/>
                  </a:lnTo>
                  <a:lnTo>
                    <a:pt x="319557" y="235850"/>
                  </a:lnTo>
                  <a:lnTo>
                    <a:pt x="321661" y="230974"/>
                  </a:lnTo>
                  <a:lnTo>
                    <a:pt x="323610" y="226034"/>
                  </a:lnTo>
                  <a:lnTo>
                    <a:pt x="325401" y="221034"/>
                  </a:lnTo>
                  <a:lnTo>
                    <a:pt x="327032" y="215980"/>
                  </a:lnTo>
                  <a:lnTo>
                    <a:pt x="328502" y="210877"/>
                  </a:lnTo>
                  <a:lnTo>
                    <a:pt x="329809" y="205729"/>
                  </a:lnTo>
                  <a:lnTo>
                    <a:pt x="330952" y="200543"/>
                  </a:lnTo>
                  <a:lnTo>
                    <a:pt x="331930" y="195323"/>
                  </a:lnTo>
                  <a:lnTo>
                    <a:pt x="332741" y="190075"/>
                  </a:lnTo>
                  <a:lnTo>
                    <a:pt x="333385" y="184803"/>
                  </a:lnTo>
                  <a:lnTo>
                    <a:pt x="333861" y="179514"/>
                  </a:lnTo>
                  <a:lnTo>
                    <a:pt x="334169" y="174212"/>
                  </a:lnTo>
                  <a:lnTo>
                    <a:pt x="334309" y="168903"/>
                  </a:lnTo>
                  <a:lnTo>
                    <a:pt x="334280" y="163593"/>
                  </a:lnTo>
                  <a:lnTo>
                    <a:pt x="334082" y="158285"/>
                  </a:lnTo>
                  <a:lnTo>
                    <a:pt x="333715" y="152987"/>
                  </a:lnTo>
                  <a:lnTo>
                    <a:pt x="333181" y="147704"/>
                  </a:lnTo>
                  <a:lnTo>
                    <a:pt x="332479" y="142440"/>
                  </a:lnTo>
                  <a:lnTo>
                    <a:pt x="331610" y="137200"/>
                  </a:lnTo>
                  <a:lnTo>
                    <a:pt x="330575" y="131991"/>
                  </a:lnTo>
                  <a:lnTo>
                    <a:pt x="329375" y="126818"/>
                  </a:lnTo>
                  <a:lnTo>
                    <a:pt x="328012" y="121685"/>
                  </a:lnTo>
                  <a:lnTo>
                    <a:pt x="326486" y="116598"/>
                  </a:lnTo>
                  <a:lnTo>
                    <a:pt x="324799" y="111563"/>
                  </a:lnTo>
                  <a:lnTo>
                    <a:pt x="322953" y="106583"/>
                  </a:lnTo>
                  <a:lnTo>
                    <a:pt x="320950" y="101665"/>
                  </a:lnTo>
                  <a:lnTo>
                    <a:pt x="318792" y="96812"/>
                  </a:lnTo>
                  <a:lnTo>
                    <a:pt x="316481" y="92031"/>
                  </a:lnTo>
                  <a:lnTo>
                    <a:pt x="314019" y="87325"/>
                  </a:lnTo>
                  <a:lnTo>
                    <a:pt x="311408" y="82700"/>
                  </a:lnTo>
                  <a:lnTo>
                    <a:pt x="308652" y="78161"/>
                  </a:lnTo>
                  <a:lnTo>
                    <a:pt x="305754" y="73711"/>
                  </a:lnTo>
                  <a:lnTo>
                    <a:pt x="302715" y="6935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40384"/>
              <a:ext cx="135564" cy="97811"/>
            </a:xfrm>
            <a:custGeom>
              <a:avLst/>
              <a:pathLst>
                <a:path w="135564" h="97811">
                  <a:moveTo>
                    <a:pt x="135564" y="0"/>
                  </a:moveTo>
                  <a:lnTo>
                    <a:pt x="0" y="978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071028"/>
              <a:ext cx="135564" cy="167167"/>
            </a:xfrm>
            <a:custGeom>
              <a:avLst/>
              <a:pathLst>
                <a:path w="135564" h="167167">
                  <a:moveTo>
                    <a:pt x="135564" y="69355"/>
                  </a:moveTo>
                  <a:lnTo>
                    <a:pt x="132303" y="64987"/>
                  </a:lnTo>
                  <a:lnTo>
                    <a:pt x="128901" y="60727"/>
                  </a:lnTo>
                  <a:lnTo>
                    <a:pt x="125361" y="56581"/>
                  </a:lnTo>
                  <a:lnTo>
                    <a:pt x="121689" y="52552"/>
                  </a:lnTo>
                  <a:lnTo>
                    <a:pt x="117887" y="48645"/>
                  </a:lnTo>
                  <a:lnTo>
                    <a:pt x="113959" y="44864"/>
                  </a:lnTo>
                  <a:lnTo>
                    <a:pt x="109911" y="41213"/>
                  </a:lnTo>
                  <a:lnTo>
                    <a:pt x="105745" y="37696"/>
                  </a:lnTo>
                  <a:lnTo>
                    <a:pt x="101467" y="34317"/>
                  </a:lnTo>
                  <a:lnTo>
                    <a:pt x="97082" y="31079"/>
                  </a:lnTo>
                  <a:lnTo>
                    <a:pt x="92593" y="27985"/>
                  </a:lnTo>
                  <a:lnTo>
                    <a:pt x="88005" y="25040"/>
                  </a:lnTo>
                  <a:lnTo>
                    <a:pt x="83324" y="22246"/>
                  </a:lnTo>
                  <a:lnTo>
                    <a:pt x="78554" y="19606"/>
                  </a:lnTo>
                  <a:lnTo>
                    <a:pt x="73701" y="17123"/>
                  </a:lnTo>
                  <a:lnTo>
                    <a:pt x="68769" y="14800"/>
                  </a:lnTo>
                  <a:lnTo>
                    <a:pt x="63764" y="12639"/>
                  </a:lnTo>
                  <a:lnTo>
                    <a:pt x="58692" y="10642"/>
                  </a:lnTo>
                  <a:lnTo>
                    <a:pt x="53557" y="8811"/>
                  </a:lnTo>
                  <a:lnTo>
                    <a:pt x="48364" y="7149"/>
                  </a:lnTo>
                  <a:lnTo>
                    <a:pt x="43121" y="5657"/>
                  </a:lnTo>
                  <a:lnTo>
                    <a:pt x="37832" y="4337"/>
                  </a:lnTo>
                  <a:lnTo>
                    <a:pt x="32502" y="3190"/>
                  </a:lnTo>
                  <a:lnTo>
                    <a:pt x="27138" y="2217"/>
                  </a:lnTo>
                  <a:lnTo>
                    <a:pt x="21745" y="1420"/>
                  </a:lnTo>
                  <a:lnTo>
                    <a:pt x="16329" y="799"/>
                  </a:lnTo>
                  <a:lnTo>
                    <a:pt x="10895" y="355"/>
                  </a:lnTo>
                  <a:lnTo>
                    <a:pt x="5450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98714" y="941493"/>
              <a:ext cx="124829" cy="167167"/>
            </a:xfrm>
            <a:custGeom>
              <a:avLst/>
              <a:pathLst>
                <a:path w="124829" h="167167">
                  <a:moveTo>
                    <a:pt x="124829" y="0"/>
                  </a:moveTo>
                  <a:lnTo>
                    <a:pt x="119192" y="95"/>
                  </a:lnTo>
                  <a:lnTo>
                    <a:pt x="113562" y="380"/>
                  </a:lnTo>
                  <a:lnTo>
                    <a:pt x="107944" y="854"/>
                  </a:lnTo>
                  <a:lnTo>
                    <a:pt x="102346" y="1518"/>
                  </a:lnTo>
                  <a:lnTo>
                    <a:pt x="96773" y="2371"/>
                  </a:lnTo>
                  <a:lnTo>
                    <a:pt x="91232" y="3410"/>
                  </a:lnTo>
                  <a:lnTo>
                    <a:pt x="85730" y="4636"/>
                  </a:lnTo>
                  <a:lnTo>
                    <a:pt x="80272" y="6047"/>
                  </a:lnTo>
                  <a:lnTo>
                    <a:pt x="74864" y="7641"/>
                  </a:lnTo>
                  <a:lnTo>
                    <a:pt x="69514" y="9417"/>
                  </a:lnTo>
                  <a:lnTo>
                    <a:pt x="64226" y="11371"/>
                  </a:lnTo>
                  <a:lnTo>
                    <a:pt x="59007" y="13503"/>
                  </a:lnTo>
                  <a:lnTo>
                    <a:pt x="53863" y="15810"/>
                  </a:lnTo>
                  <a:lnTo>
                    <a:pt x="48800" y="18289"/>
                  </a:lnTo>
                  <a:lnTo>
                    <a:pt x="43823" y="20938"/>
                  </a:lnTo>
                  <a:lnTo>
                    <a:pt x="38938" y="23752"/>
                  </a:lnTo>
                  <a:lnTo>
                    <a:pt x="34151" y="26730"/>
                  </a:lnTo>
                  <a:lnTo>
                    <a:pt x="29468" y="29867"/>
                  </a:lnTo>
                  <a:lnTo>
                    <a:pt x="24892" y="33161"/>
                  </a:lnTo>
                  <a:lnTo>
                    <a:pt x="20431" y="36607"/>
                  </a:lnTo>
                  <a:lnTo>
                    <a:pt x="16088" y="40201"/>
                  </a:lnTo>
                  <a:lnTo>
                    <a:pt x="11868" y="43940"/>
                  </a:lnTo>
                  <a:lnTo>
                    <a:pt x="7777" y="47819"/>
                  </a:lnTo>
                  <a:lnTo>
                    <a:pt x="3820" y="51834"/>
                  </a:lnTo>
                  <a:lnTo>
                    <a:pt x="0" y="55980"/>
                  </a:lnTo>
                  <a:lnTo>
                    <a:pt x="12482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98714" y="997473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856376" y="951320"/>
              <a:ext cx="334329" cy="324496"/>
            </a:xfrm>
            <a:custGeom>
              <a:avLst/>
              <a:pathLst>
                <a:path w="334329" h="324496">
                  <a:moveTo>
                    <a:pt x="42338" y="46153"/>
                  </a:moveTo>
                  <a:lnTo>
                    <a:pt x="38882" y="50159"/>
                  </a:lnTo>
                  <a:lnTo>
                    <a:pt x="35554" y="54272"/>
                  </a:lnTo>
                  <a:lnTo>
                    <a:pt x="32359" y="58488"/>
                  </a:lnTo>
                  <a:lnTo>
                    <a:pt x="29298" y="62803"/>
                  </a:lnTo>
                  <a:lnTo>
                    <a:pt x="26376" y="67213"/>
                  </a:lnTo>
                  <a:lnTo>
                    <a:pt x="23595" y="71713"/>
                  </a:lnTo>
                  <a:lnTo>
                    <a:pt x="20957" y="76299"/>
                  </a:lnTo>
                  <a:lnTo>
                    <a:pt x="18466" y="80967"/>
                  </a:lnTo>
                  <a:lnTo>
                    <a:pt x="16123" y="85710"/>
                  </a:lnTo>
                  <a:lnTo>
                    <a:pt x="13932" y="90526"/>
                  </a:lnTo>
                  <a:lnTo>
                    <a:pt x="11895" y="95408"/>
                  </a:lnTo>
                  <a:lnTo>
                    <a:pt x="10013" y="100352"/>
                  </a:lnTo>
                  <a:lnTo>
                    <a:pt x="8288" y="105354"/>
                  </a:lnTo>
                  <a:lnTo>
                    <a:pt x="6723" y="110407"/>
                  </a:lnTo>
                  <a:lnTo>
                    <a:pt x="5318" y="115508"/>
                  </a:lnTo>
                  <a:lnTo>
                    <a:pt x="4075" y="120650"/>
                  </a:lnTo>
                  <a:lnTo>
                    <a:pt x="2996" y="125830"/>
                  </a:lnTo>
                  <a:lnTo>
                    <a:pt x="2081" y="131040"/>
                  </a:lnTo>
                  <a:lnTo>
                    <a:pt x="1332" y="136277"/>
                  </a:lnTo>
                  <a:lnTo>
                    <a:pt x="748" y="141536"/>
                  </a:lnTo>
                  <a:lnTo>
                    <a:pt x="332" y="146810"/>
                  </a:lnTo>
                  <a:lnTo>
                    <a:pt x="82" y="152094"/>
                  </a:lnTo>
                  <a:lnTo>
                    <a:pt x="0" y="157384"/>
                  </a:lnTo>
                  <a:lnTo>
                    <a:pt x="85" y="162674"/>
                  </a:lnTo>
                  <a:lnTo>
                    <a:pt x="337" y="167958"/>
                  </a:lnTo>
                  <a:lnTo>
                    <a:pt x="757" y="173232"/>
                  </a:lnTo>
                  <a:lnTo>
                    <a:pt x="1343" y="178490"/>
                  </a:lnTo>
                  <a:lnTo>
                    <a:pt x="2095" y="183726"/>
                  </a:lnTo>
                  <a:lnTo>
                    <a:pt x="3013" y="188937"/>
                  </a:lnTo>
                  <a:lnTo>
                    <a:pt x="4095" y="194115"/>
                  </a:lnTo>
                  <a:lnTo>
                    <a:pt x="5340" y="199257"/>
                  </a:lnTo>
                  <a:lnTo>
                    <a:pt x="6748" y="204357"/>
                  </a:lnTo>
                  <a:lnTo>
                    <a:pt x="8316" y="209409"/>
                  </a:lnTo>
                  <a:lnTo>
                    <a:pt x="10043" y="214410"/>
                  </a:lnTo>
                  <a:lnTo>
                    <a:pt x="11927" y="219353"/>
                  </a:lnTo>
                  <a:lnTo>
                    <a:pt x="13967" y="224235"/>
                  </a:lnTo>
                  <a:lnTo>
                    <a:pt x="16161" y="229049"/>
                  </a:lnTo>
                  <a:lnTo>
                    <a:pt x="18506" y="233791"/>
                  </a:lnTo>
                  <a:lnTo>
                    <a:pt x="20999" y="238457"/>
                  </a:lnTo>
                  <a:lnTo>
                    <a:pt x="23639" y="243042"/>
                  </a:lnTo>
                  <a:lnTo>
                    <a:pt x="26423" y="247541"/>
                  </a:lnTo>
                  <a:lnTo>
                    <a:pt x="29348" y="251949"/>
                  </a:lnTo>
                  <a:lnTo>
                    <a:pt x="32411" y="256263"/>
                  </a:lnTo>
                  <a:lnTo>
                    <a:pt x="35608" y="260478"/>
                  </a:lnTo>
                  <a:lnTo>
                    <a:pt x="38938" y="264589"/>
                  </a:lnTo>
                  <a:lnTo>
                    <a:pt x="42396" y="268593"/>
                  </a:lnTo>
                  <a:lnTo>
                    <a:pt x="45979" y="272485"/>
                  </a:lnTo>
                  <a:lnTo>
                    <a:pt x="49683" y="276262"/>
                  </a:lnTo>
                  <a:lnTo>
                    <a:pt x="53505" y="279920"/>
                  </a:lnTo>
                  <a:lnTo>
                    <a:pt x="57441" y="283456"/>
                  </a:lnTo>
                  <a:lnTo>
                    <a:pt x="61487" y="286865"/>
                  </a:lnTo>
                  <a:lnTo>
                    <a:pt x="65638" y="290144"/>
                  </a:lnTo>
                  <a:lnTo>
                    <a:pt x="69891" y="293290"/>
                  </a:lnTo>
                  <a:lnTo>
                    <a:pt x="74242" y="296300"/>
                  </a:lnTo>
                  <a:lnTo>
                    <a:pt x="78686" y="299171"/>
                  </a:lnTo>
                  <a:lnTo>
                    <a:pt x="83218" y="301900"/>
                  </a:lnTo>
                  <a:lnTo>
                    <a:pt x="87835" y="304484"/>
                  </a:lnTo>
                  <a:lnTo>
                    <a:pt x="92530" y="306921"/>
                  </a:lnTo>
                  <a:lnTo>
                    <a:pt x="97301" y="309208"/>
                  </a:lnTo>
                  <a:lnTo>
                    <a:pt x="102142" y="311342"/>
                  </a:lnTo>
                  <a:lnTo>
                    <a:pt x="107047" y="313323"/>
                  </a:lnTo>
                  <a:lnTo>
                    <a:pt x="112013" y="315147"/>
                  </a:lnTo>
                  <a:lnTo>
                    <a:pt x="117035" y="316813"/>
                  </a:lnTo>
                  <a:lnTo>
                    <a:pt x="122106" y="318320"/>
                  </a:lnTo>
                  <a:lnTo>
                    <a:pt x="127223" y="319665"/>
                  </a:lnTo>
                  <a:lnTo>
                    <a:pt x="132379" y="320848"/>
                  </a:lnTo>
                  <a:lnTo>
                    <a:pt x="137570" y="321867"/>
                  </a:lnTo>
                  <a:lnTo>
                    <a:pt x="142792" y="322721"/>
                  </a:lnTo>
                  <a:lnTo>
                    <a:pt x="148037" y="323409"/>
                  </a:lnTo>
                  <a:lnTo>
                    <a:pt x="153302" y="323932"/>
                  </a:lnTo>
                  <a:lnTo>
                    <a:pt x="158580" y="324287"/>
                  </a:lnTo>
                  <a:lnTo>
                    <a:pt x="163867" y="324475"/>
                  </a:lnTo>
                  <a:lnTo>
                    <a:pt x="169158" y="324496"/>
                  </a:lnTo>
                  <a:lnTo>
                    <a:pt x="174446" y="324349"/>
                  </a:lnTo>
                  <a:lnTo>
                    <a:pt x="179727" y="324035"/>
                  </a:lnTo>
                  <a:lnTo>
                    <a:pt x="184996" y="323554"/>
                  </a:lnTo>
                  <a:lnTo>
                    <a:pt x="190246" y="322907"/>
                  </a:lnTo>
                  <a:lnTo>
                    <a:pt x="195474" y="322093"/>
                  </a:lnTo>
                  <a:lnTo>
                    <a:pt x="200673" y="321115"/>
                  </a:lnTo>
                  <a:lnTo>
                    <a:pt x="205839" y="319973"/>
                  </a:lnTo>
                  <a:lnTo>
                    <a:pt x="210966" y="318668"/>
                  </a:lnTo>
                  <a:lnTo>
                    <a:pt x="216049" y="317201"/>
                  </a:lnTo>
                  <a:lnTo>
                    <a:pt x="221083" y="315574"/>
                  </a:lnTo>
                  <a:lnTo>
                    <a:pt x="226063" y="313789"/>
                  </a:lnTo>
                  <a:lnTo>
                    <a:pt x="230984" y="311847"/>
                  </a:lnTo>
                  <a:lnTo>
                    <a:pt x="235841" y="309750"/>
                  </a:lnTo>
                  <a:lnTo>
                    <a:pt x="240630" y="307501"/>
                  </a:lnTo>
                  <a:lnTo>
                    <a:pt x="245344" y="305101"/>
                  </a:lnTo>
                  <a:lnTo>
                    <a:pt x="249981" y="302553"/>
                  </a:lnTo>
                  <a:lnTo>
                    <a:pt x="254534" y="299860"/>
                  </a:lnTo>
                  <a:lnTo>
                    <a:pt x="259001" y="297024"/>
                  </a:lnTo>
                  <a:lnTo>
                    <a:pt x="263375" y="294048"/>
                  </a:lnTo>
                  <a:lnTo>
                    <a:pt x="267652" y="290935"/>
                  </a:lnTo>
                  <a:lnTo>
                    <a:pt x="271830" y="287688"/>
                  </a:lnTo>
                  <a:lnTo>
                    <a:pt x="275902" y="284311"/>
                  </a:lnTo>
                  <a:lnTo>
                    <a:pt x="279865" y="280807"/>
                  </a:lnTo>
                  <a:lnTo>
                    <a:pt x="283716" y="277179"/>
                  </a:lnTo>
                  <a:lnTo>
                    <a:pt x="287449" y="273431"/>
                  </a:lnTo>
                  <a:lnTo>
                    <a:pt x="291063" y="269567"/>
                  </a:lnTo>
                  <a:lnTo>
                    <a:pt x="294552" y="265590"/>
                  </a:lnTo>
                  <a:lnTo>
                    <a:pt x="297914" y="261505"/>
                  </a:lnTo>
                  <a:lnTo>
                    <a:pt x="301144" y="257315"/>
                  </a:lnTo>
                  <a:lnTo>
                    <a:pt x="304241" y="253026"/>
                  </a:lnTo>
                  <a:lnTo>
                    <a:pt x="307200" y="248640"/>
                  </a:lnTo>
                  <a:lnTo>
                    <a:pt x="310019" y="244163"/>
                  </a:lnTo>
                  <a:lnTo>
                    <a:pt x="312695" y="239600"/>
                  </a:lnTo>
                  <a:lnTo>
                    <a:pt x="315225" y="234953"/>
                  </a:lnTo>
                  <a:lnTo>
                    <a:pt x="317607" y="230229"/>
                  </a:lnTo>
                  <a:lnTo>
                    <a:pt x="319838" y="225433"/>
                  </a:lnTo>
                  <a:lnTo>
                    <a:pt x="321916" y="220567"/>
                  </a:lnTo>
                  <a:lnTo>
                    <a:pt x="323839" y="215639"/>
                  </a:lnTo>
                  <a:lnTo>
                    <a:pt x="325606" y="210652"/>
                  </a:lnTo>
                  <a:lnTo>
                    <a:pt x="327213" y="205612"/>
                  </a:lnTo>
                  <a:lnTo>
                    <a:pt x="328661" y="200523"/>
                  </a:lnTo>
                  <a:lnTo>
                    <a:pt x="329946" y="195391"/>
                  </a:lnTo>
                  <a:lnTo>
                    <a:pt x="331069" y="190221"/>
                  </a:lnTo>
                  <a:lnTo>
                    <a:pt x="332027" y="185018"/>
                  </a:lnTo>
                  <a:lnTo>
                    <a:pt x="332820" y="179788"/>
                  </a:lnTo>
                  <a:lnTo>
                    <a:pt x="333448" y="174535"/>
                  </a:lnTo>
                  <a:lnTo>
                    <a:pt x="333909" y="169264"/>
                  </a:lnTo>
                  <a:lnTo>
                    <a:pt x="334202" y="163982"/>
                  </a:lnTo>
                  <a:lnTo>
                    <a:pt x="334329" y="158693"/>
                  </a:lnTo>
                  <a:lnTo>
                    <a:pt x="334288" y="153403"/>
                  </a:lnTo>
                  <a:lnTo>
                    <a:pt x="334080" y="148117"/>
                  </a:lnTo>
                  <a:lnTo>
                    <a:pt x="333704" y="142839"/>
                  </a:lnTo>
                  <a:lnTo>
                    <a:pt x="333162" y="137577"/>
                  </a:lnTo>
                  <a:lnTo>
                    <a:pt x="332454" y="132334"/>
                  </a:lnTo>
                  <a:lnTo>
                    <a:pt x="331579" y="127116"/>
                  </a:lnTo>
                  <a:lnTo>
                    <a:pt x="330541" y="121929"/>
                  </a:lnTo>
                  <a:lnTo>
                    <a:pt x="329338" y="116777"/>
                  </a:lnTo>
                  <a:lnTo>
                    <a:pt x="327974" y="111666"/>
                  </a:lnTo>
                  <a:lnTo>
                    <a:pt x="326448" y="106600"/>
                  </a:lnTo>
                  <a:lnTo>
                    <a:pt x="324762" y="101585"/>
                  </a:lnTo>
                  <a:lnTo>
                    <a:pt x="322919" y="96626"/>
                  </a:lnTo>
                  <a:lnTo>
                    <a:pt x="320920" y="91728"/>
                  </a:lnTo>
                  <a:lnTo>
                    <a:pt x="318767" y="86896"/>
                  </a:lnTo>
                  <a:lnTo>
                    <a:pt x="316462" y="82134"/>
                  </a:lnTo>
                  <a:lnTo>
                    <a:pt x="314007" y="77447"/>
                  </a:lnTo>
                  <a:lnTo>
                    <a:pt x="311406" y="72841"/>
                  </a:lnTo>
                  <a:lnTo>
                    <a:pt x="308659" y="68319"/>
                  </a:lnTo>
                  <a:lnTo>
                    <a:pt x="305772" y="63886"/>
                  </a:lnTo>
                  <a:lnTo>
                    <a:pt x="302745" y="59547"/>
                  </a:lnTo>
                  <a:lnTo>
                    <a:pt x="299583" y="55306"/>
                  </a:lnTo>
                  <a:lnTo>
                    <a:pt x="296288" y="51167"/>
                  </a:lnTo>
                  <a:lnTo>
                    <a:pt x="292863" y="47134"/>
                  </a:lnTo>
                  <a:lnTo>
                    <a:pt x="289313" y="43212"/>
                  </a:lnTo>
                  <a:lnTo>
                    <a:pt x="285640" y="39404"/>
                  </a:lnTo>
                  <a:lnTo>
                    <a:pt x="281849" y="35714"/>
                  </a:lnTo>
                  <a:lnTo>
                    <a:pt x="277943" y="32146"/>
                  </a:lnTo>
                  <a:lnTo>
                    <a:pt x="273926" y="28703"/>
                  </a:lnTo>
                  <a:lnTo>
                    <a:pt x="269802" y="25389"/>
                  </a:lnTo>
                  <a:lnTo>
                    <a:pt x="265575" y="22208"/>
                  </a:lnTo>
                  <a:lnTo>
                    <a:pt x="261250" y="19161"/>
                  </a:lnTo>
                  <a:lnTo>
                    <a:pt x="256830" y="16253"/>
                  </a:lnTo>
                  <a:lnTo>
                    <a:pt x="252321" y="13487"/>
                  </a:lnTo>
                  <a:lnTo>
                    <a:pt x="247726" y="10864"/>
                  </a:lnTo>
                  <a:lnTo>
                    <a:pt x="243051" y="8388"/>
                  </a:lnTo>
                  <a:lnTo>
                    <a:pt x="238299" y="6062"/>
                  </a:lnTo>
                  <a:lnTo>
                    <a:pt x="233477" y="3887"/>
                  </a:lnTo>
                  <a:lnTo>
                    <a:pt x="228588" y="1865"/>
                  </a:lnTo>
                  <a:lnTo>
                    <a:pt x="223637" y="0"/>
                  </a:lnTo>
                  <a:lnTo>
                    <a:pt x="167167" y="1573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5023544" y="941493"/>
              <a:ext cx="56470" cy="167167"/>
            </a:xfrm>
            <a:custGeom>
              <a:avLst/>
              <a:pathLst>
                <a:path w="56470" h="167167">
                  <a:moveTo>
                    <a:pt x="56470" y="9826"/>
                  </a:moveTo>
                  <a:lnTo>
                    <a:pt x="50406" y="7780"/>
                  </a:lnTo>
                  <a:lnTo>
                    <a:pt x="44268" y="5967"/>
                  </a:lnTo>
                  <a:lnTo>
                    <a:pt x="38065" y="4391"/>
                  </a:lnTo>
                  <a:lnTo>
                    <a:pt x="31806" y="3053"/>
                  </a:lnTo>
                  <a:lnTo>
                    <a:pt x="25501" y="1956"/>
                  </a:lnTo>
                  <a:lnTo>
                    <a:pt x="19158" y="1101"/>
                  </a:lnTo>
                  <a:lnTo>
                    <a:pt x="12788" y="489"/>
                  </a:lnTo>
                  <a:lnTo>
                    <a:pt x="6398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95744" y="941493"/>
              <a:ext cx="90471" cy="167167"/>
            </a:xfrm>
            <a:custGeom>
              <a:avLst/>
              <a:pathLst>
                <a:path w="90471" h="167167">
                  <a:moveTo>
                    <a:pt x="90471" y="0"/>
                  </a:moveTo>
                  <a:lnTo>
                    <a:pt x="84848" y="94"/>
                  </a:lnTo>
                  <a:lnTo>
                    <a:pt x="79233" y="378"/>
                  </a:lnTo>
                  <a:lnTo>
                    <a:pt x="73629" y="850"/>
                  </a:lnTo>
                  <a:lnTo>
                    <a:pt x="68045" y="1511"/>
                  </a:lnTo>
                  <a:lnTo>
                    <a:pt x="62486" y="2358"/>
                  </a:lnTo>
                  <a:lnTo>
                    <a:pt x="56959" y="3393"/>
                  </a:lnTo>
                  <a:lnTo>
                    <a:pt x="51470" y="4613"/>
                  </a:lnTo>
                  <a:lnTo>
                    <a:pt x="46025" y="6016"/>
                  </a:lnTo>
                  <a:lnTo>
                    <a:pt x="40630" y="7602"/>
                  </a:lnTo>
                  <a:lnTo>
                    <a:pt x="35292" y="9369"/>
                  </a:lnTo>
                  <a:lnTo>
                    <a:pt x="30016" y="11314"/>
                  </a:lnTo>
                  <a:lnTo>
                    <a:pt x="24808" y="13435"/>
                  </a:lnTo>
                  <a:lnTo>
                    <a:pt x="19675" y="15731"/>
                  </a:lnTo>
                  <a:lnTo>
                    <a:pt x="14622" y="18198"/>
                  </a:lnTo>
                  <a:lnTo>
                    <a:pt x="9654" y="20833"/>
                  </a:lnTo>
                  <a:lnTo>
                    <a:pt x="4778" y="23634"/>
                  </a:lnTo>
                  <a:lnTo>
                    <a:pt x="0" y="26597"/>
                  </a:lnTo>
                  <a:lnTo>
                    <a:pt x="9047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95744" y="968090"/>
              <a:ext cx="90471" cy="140569"/>
            </a:xfrm>
            <a:custGeom>
              <a:avLst/>
              <a:pathLst>
                <a:path w="90471" h="140569">
                  <a:moveTo>
                    <a:pt x="0" y="0"/>
                  </a:moveTo>
                  <a:lnTo>
                    <a:pt x="90471" y="1405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19048" y="968090"/>
              <a:ext cx="167167" cy="304824"/>
            </a:xfrm>
            <a:custGeom>
              <a:avLst/>
              <a:pathLst>
                <a:path w="167167" h="304824">
                  <a:moveTo>
                    <a:pt x="76696" y="0"/>
                  </a:moveTo>
                  <a:lnTo>
                    <a:pt x="72217" y="2985"/>
                  </a:lnTo>
                  <a:lnTo>
                    <a:pt x="67837" y="6113"/>
                  </a:lnTo>
                  <a:lnTo>
                    <a:pt x="63560" y="9381"/>
                  </a:lnTo>
                  <a:lnTo>
                    <a:pt x="59390" y="12784"/>
                  </a:lnTo>
                  <a:lnTo>
                    <a:pt x="55332" y="16320"/>
                  </a:lnTo>
                  <a:lnTo>
                    <a:pt x="51390" y="19985"/>
                  </a:lnTo>
                  <a:lnTo>
                    <a:pt x="47568" y="23775"/>
                  </a:lnTo>
                  <a:lnTo>
                    <a:pt x="43869" y="27686"/>
                  </a:lnTo>
                  <a:lnTo>
                    <a:pt x="40299" y="31714"/>
                  </a:lnTo>
                  <a:lnTo>
                    <a:pt x="36860" y="35855"/>
                  </a:lnTo>
                  <a:lnTo>
                    <a:pt x="33557" y="40104"/>
                  </a:lnTo>
                  <a:lnTo>
                    <a:pt x="30392" y="44458"/>
                  </a:lnTo>
                  <a:lnTo>
                    <a:pt x="27368" y="48911"/>
                  </a:lnTo>
                  <a:lnTo>
                    <a:pt x="24490" y="53459"/>
                  </a:lnTo>
                  <a:lnTo>
                    <a:pt x="21759" y="58097"/>
                  </a:lnTo>
                  <a:lnTo>
                    <a:pt x="19180" y="62821"/>
                  </a:lnTo>
                  <a:lnTo>
                    <a:pt x="16753" y="67626"/>
                  </a:lnTo>
                  <a:lnTo>
                    <a:pt x="14483" y="72506"/>
                  </a:lnTo>
                  <a:lnTo>
                    <a:pt x="12371" y="77457"/>
                  </a:lnTo>
                  <a:lnTo>
                    <a:pt x="10419" y="82473"/>
                  </a:lnTo>
                  <a:lnTo>
                    <a:pt x="8630" y="87550"/>
                  </a:lnTo>
                  <a:lnTo>
                    <a:pt x="7006" y="92681"/>
                  </a:lnTo>
                  <a:lnTo>
                    <a:pt x="5547" y="97862"/>
                  </a:lnTo>
                  <a:lnTo>
                    <a:pt x="4256" y="103088"/>
                  </a:lnTo>
                  <a:lnTo>
                    <a:pt x="3133" y="108352"/>
                  </a:lnTo>
                  <a:lnTo>
                    <a:pt x="2181" y="113649"/>
                  </a:lnTo>
                  <a:lnTo>
                    <a:pt x="1400" y="118975"/>
                  </a:lnTo>
                  <a:lnTo>
                    <a:pt x="791" y="124323"/>
                  </a:lnTo>
                  <a:lnTo>
                    <a:pt x="354" y="129687"/>
                  </a:lnTo>
                  <a:lnTo>
                    <a:pt x="90" y="135063"/>
                  </a:lnTo>
                  <a:lnTo>
                    <a:pt x="0" y="140445"/>
                  </a:lnTo>
                  <a:lnTo>
                    <a:pt x="82" y="145827"/>
                  </a:lnTo>
                  <a:lnTo>
                    <a:pt x="338" y="151203"/>
                  </a:lnTo>
                  <a:lnTo>
                    <a:pt x="767" y="156569"/>
                  </a:lnTo>
                  <a:lnTo>
                    <a:pt x="1368" y="161918"/>
                  </a:lnTo>
                  <a:lnTo>
                    <a:pt x="2141" y="167244"/>
                  </a:lnTo>
                  <a:lnTo>
                    <a:pt x="3086" y="172543"/>
                  </a:lnTo>
                  <a:lnTo>
                    <a:pt x="4200" y="177809"/>
                  </a:lnTo>
                  <a:lnTo>
                    <a:pt x="5484" y="183036"/>
                  </a:lnTo>
                  <a:lnTo>
                    <a:pt x="6935" y="188220"/>
                  </a:lnTo>
                  <a:lnTo>
                    <a:pt x="8552" y="193354"/>
                  </a:lnTo>
                  <a:lnTo>
                    <a:pt x="10333" y="198433"/>
                  </a:lnTo>
                  <a:lnTo>
                    <a:pt x="12277" y="203452"/>
                  </a:lnTo>
                  <a:lnTo>
                    <a:pt x="14382" y="208406"/>
                  </a:lnTo>
                  <a:lnTo>
                    <a:pt x="16645" y="213289"/>
                  </a:lnTo>
                  <a:lnTo>
                    <a:pt x="19064" y="218097"/>
                  </a:lnTo>
                  <a:lnTo>
                    <a:pt x="21637" y="222825"/>
                  </a:lnTo>
                  <a:lnTo>
                    <a:pt x="24361" y="227468"/>
                  </a:lnTo>
                  <a:lnTo>
                    <a:pt x="27232" y="232020"/>
                  </a:lnTo>
                  <a:lnTo>
                    <a:pt x="30249" y="236478"/>
                  </a:lnTo>
                  <a:lnTo>
                    <a:pt x="33408" y="240836"/>
                  </a:lnTo>
                  <a:lnTo>
                    <a:pt x="36705" y="245090"/>
                  </a:lnTo>
                  <a:lnTo>
                    <a:pt x="40138" y="249236"/>
                  </a:lnTo>
                  <a:lnTo>
                    <a:pt x="43702" y="253270"/>
                  </a:lnTo>
                  <a:lnTo>
                    <a:pt x="47394" y="257186"/>
                  </a:lnTo>
                  <a:lnTo>
                    <a:pt x="51211" y="260982"/>
                  </a:lnTo>
                  <a:lnTo>
                    <a:pt x="55147" y="264652"/>
                  </a:lnTo>
                  <a:lnTo>
                    <a:pt x="59200" y="268194"/>
                  </a:lnTo>
                  <a:lnTo>
                    <a:pt x="63365" y="271604"/>
                  </a:lnTo>
                  <a:lnTo>
                    <a:pt x="67637" y="274878"/>
                  </a:lnTo>
                  <a:lnTo>
                    <a:pt x="72013" y="278013"/>
                  </a:lnTo>
                  <a:lnTo>
                    <a:pt x="76487" y="281005"/>
                  </a:lnTo>
                  <a:lnTo>
                    <a:pt x="81055" y="283851"/>
                  </a:lnTo>
                  <a:lnTo>
                    <a:pt x="85712" y="286549"/>
                  </a:lnTo>
                  <a:lnTo>
                    <a:pt x="90454" y="289096"/>
                  </a:lnTo>
                  <a:lnTo>
                    <a:pt x="95276" y="291489"/>
                  </a:lnTo>
                  <a:lnTo>
                    <a:pt x="100172" y="293725"/>
                  </a:lnTo>
                  <a:lnTo>
                    <a:pt x="105137" y="295802"/>
                  </a:lnTo>
                  <a:lnTo>
                    <a:pt x="110167" y="297719"/>
                  </a:lnTo>
                  <a:lnTo>
                    <a:pt x="115256" y="299473"/>
                  </a:lnTo>
                  <a:lnTo>
                    <a:pt x="120398" y="301061"/>
                  </a:lnTo>
                  <a:lnTo>
                    <a:pt x="125590" y="302484"/>
                  </a:lnTo>
                  <a:lnTo>
                    <a:pt x="130824" y="303738"/>
                  </a:lnTo>
                  <a:lnTo>
                    <a:pt x="136096" y="304824"/>
                  </a:lnTo>
                  <a:lnTo>
                    <a:pt x="167167" y="1405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455144" y="941493"/>
              <a:ext cx="198238" cy="334332"/>
            </a:xfrm>
            <a:custGeom>
              <a:avLst/>
              <a:pathLst>
                <a:path w="198238" h="334332">
                  <a:moveTo>
                    <a:pt x="0" y="331421"/>
                  </a:moveTo>
                  <a:lnTo>
                    <a:pt x="5272" y="332332"/>
                  </a:lnTo>
                  <a:lnTo>
                    <a:pt x="10570" y="333073"/>
                  </a:lnTo>
                  <a:lnTo>
                    <a:pt x="15889" y="333644"/>
                  </a:lnTo>
                  <a:lnTo>
                    <a:pt x="21224" y="334044"/>
                  </a:lnTo>
                  <a:lnTo>
                    <a:pt x="26570" y="334274"/>
                  </a:lnTo>
                  <a:lnTo>
                    <a:pt x="31919" y="334332"/>
                  </a:lnTo>
                  <a:lnTo>
                    <a:pt x="37268" y="334219"/>
                  </a:lnTo>
                  <a:lnTo>
                    <a:pt x="42610" y="333936"/>
                  </a:lnTo>
                  <a:lnTo>
                    <a:pt x="47941" y="333481"/>
                  </a:lnTo>
                  <a:lnTo>
                    <a:pt x="53255" y="332856"/>
                  </a:lnTo>
                  <a:lnTo>
                    <a:pt x="58545" y="332061"/>
                  </a:lnTo>
                  <a:lnTo>
                    <a:pt x="63808" y="331098"/>
                  </a:lnTo>
                  <a:lnTo>
                    <a:pt x="69037" y="329966"/>
                  </a:lnTo>
                  <a:lnTo>
                    <a:pt x="74227" y="328668"/>
                  </a:lnTo>
                  <a:lnTo>
                    <a:pt x="79373" y="327204"/>
                  </a:lnTo>
                  <a:lnTo>
                    <a:pt x="84469" y="325576"/>
                  </a:lnTo>
                  <a:lnTo>
                    <a:pt x="89511" y="323787"/>
                  </a:lnTo>
                  <a:lnTo>
                    <a:pt x="94493" y="321836"/>
                  </a:lnTo>
                  <a:lnTo>
                    <a:pt x="99410" y="319728"/>
                  </a:lnTo>
                  <a:lnTo>
                    <a:pt x="104257" y="317463"/>
                  </a:lnTo>
                  <a:lnTo>
                    <a:pt x="109028" y="315044"/>
                  </a:lnTo>
                  <a:lnTo>
                    <a:pt x="113721" y="312473"/>
                  </a:lnTo>
                  <a:lnTo>
                    <a:pt x="118328" y="309754"/>
                  </a:lnTo>
                  <a:lnTo>
                    <a:pt x="122846" y="306889"/>
                  </a:lnTo>
                  <a:lnTo>
                    <a:pt x="127270" y="303881"/>
                  </a:lnTo>
                  <a:lnTo>
                    <a:pt x="131596" y="300732"/>
                  </a:lnTo>
                  <a:lnTo>
                    <a:pt x="135818" y="297447"/>
                  </a:lnTo>
                  <a:lnTo>
                    <a:pt x="139934" y="294028"/>
                  </a:lnTo>
                  <a:lnTo>
                    <a:pt x="143937" y="290480"/>
                  </a:lnTo>
                  <a:lnTo>
                    <a:pt x="147826" y="286805"/>
                  </a:lnTo>
                  <a:lnTo>
                    <a:pt x="151594" y="283008"/>
                  </a:lnTo>
                  <a:lnTo>
                    <a:pt x="155239" y="279092"/>
                  </a:lnTo>
                  <a:lnTo>
                    <a:pt x="158757" y="275061"/>
                  </a:lnTo>
                  <a:lnTo>
                    <a:pt x="162144" y="270920"/>
                  </a:lnTo>
                  <a:lnTo>
                    <a:pt x="165397" y="266672"/>
                  </a:lnTo>
                  <a:lnTo>
                    <a:pt x="168513" y="262323"/>
                  </a:lnTo>
                  <a:lnTo>
                    <a:pt x="171487" y="257876"/>
                  </a:lnTo>
                  <a:lnTo>
                    <a:pt x="174318" y="253336"/>
                  </a:lnTo>
                  <a:lnTo>
                    <a:pt x="177002" y="248708"/>
                  </a:lnTo>
                  <a:lnTo>
                    <a:pt x="179537" y="243997"/>
                  </a:lnTo>
                  <a:lnTo>
                    <a:pt x="181919" y="239206"/>
                  </a:lnTo>
                  <a:lnTo>
                    <a:pt x="184147" y="234342"/>
                  </a:lnTo>
                  <a:lnTo>
                    <a:pt x="186218" y="229410"/>
                  </a:lnTo>
                  <a:lnTo>
                    <a:pt x="188131" y="224413"/>
                  </a:lnTo>
                  <a:lnTo>
                    <a:pt x="189882" y="219358"/>
                  </a:lnTo>
                  <a:lnTo>
                    <a:pt x="191471" y="214249"/>
                  </a:lnTo>
                  <a:lnTo>
                    <a:pt x="192895" y="209092"/>
                  </a:lnTo>
                  <a:lnTo>
                    <a:pt x="194154" y="203892"/>
                  </a:lnTo>
                  <a:lnTo>
                    <a:pt x="195246" y="198655"/>
                  </a:lnTo>
                  <a:lnTo>
                    <a:pt x="196169" y="193385"/>
                  </a:lnTo>
                  <a:lnTo>
                    <a:pt x="196924" y="188089"/>
                  </a:lnTo>
                  <a:lnTo>
                    <a:pt x="197508" y="182771"/>
                  </a:lnTo>
                  <a:lnTo>
                    <a:pt x="197922" y="177437"/>
                  </a:lnTo>
                  <a:lnTo>
                    <a:pt x="198166" y="172092"/>
                  </a:lnTo>
                  <a:lnTo>
                    <a:pt x="198238" y="166743"/>
                  </a:lnTo>
                  <a:lnTo>
                    <a:pt x="198138" y="161394"/>
                  </a:lnTo>
                  <a:lnTo>
                    <a:pt x="197868" y="156050"/>
                  </a:lnTo>
                  <a:lnTo>
                    <a:pt x="197427" y="150719"/>
                  </a:lnTo>
                  <a:lnTo>
                    <a:pt x="196815" y="145404"/>
                  </a:lnTo>
                  <a:lnTo>
                    <a:pt x="196034" y="140111"/>
                  </a:lnTo>
                  <a:lnTo>
                    <a:pt x="195084" y="134846"/>
                  </a:lnTo>
                  <a:lnTo>
                    <a:pt x="193966" y="129614"/>
                  </a:lnTo>
                  <a:lnTo>
                    <a:pt x="192680" y="124421"/>
                  </a:lnTo>
                  <a:lnTo>
                    <a:pt x="191230" y="119271"/>
                  </a:lnTo>
                  <a:lnTo>
                    <a:pt x="189615" y="114171"/>
                  </a:lnTo>
                  <a:lnTo>
                    <a:pt x="187838" y="109124"/>
                  </a:lnTo>
                  <a:lnTo>
                    <a:pt x="185901" y="104138"/>
                  </a:lnTo>
                  <a:lnTo>
                    <a:pt x="183804" y="99215"/>
                  </a:lnTo>
                  <a:lnTo>
                    <a:pt x="181552" y="94363"/>
                  </a:lnTo>
                  <a:lnTo>
                    <a:pt x="179145" y="89585"/>
                  </a:lnTo>
                  <a:lnTo>
                    <a:pt x="176586" y="84886"/>
                  </a:lnTo>
                  <a:lnTo>
                    <a:pt x="173879" y="80272"/>
                  </a:lnTo>
                  <a:lnTo>
                    <a:pt x="171025" y="75746"/>
                  </a:lnTo>
                  <a:lnTo>
                    <a:pt x="168028" y="71315"/>
                  </a:lnTo>
                  <a:lnTo>
                    <a:pt x="164891" y="66981"/>
                  </a:lnTo>
                  <a:lnTo>
                    <a:pt x="161616" y="62750"/>
                  </a:lnTo>
                  <a:lnTo>
                    <a:pt x="158208" y="58626"/>
                  </a:lnTo>
                  <a:lnTo>
                    <a:pt x="154670" y="54614"/>
                  </a:lnTo>
                  <a:lnTo>
                    <a:pt x="151005" y="50716"/>
                  </a:lnTo>
                  <a:lnTo>
                    <a:pt x="147217" y="46938"/>
                  </a:lnTo>
                  <a:lnTo>
                    <a:pt x="143310" y="43283"/>
                  </a:lnTo>
                  <a:lnTo>
                    <a:pt x="139288" y="39755"/>
                  </a:lnTo>
                  <a:lnTo>
                    <a:pt x="135156" y="36357"/>
                  </a:lnTo>
                  <a:lnTo>
                    <a:pt x="130916" y="33093"/>
                  </a:lnTo>
                  <a:lnTo>
                    <a:pt x="126575" y="29967"/>
                  </a:lnTo>
                  <a:lnTo>
                    <a:pt x="122136" y="26981"/>
                  </a:lnTo>
                  <a:lnTo>
                    <a:pt x="117603" y="24139"/>
                  </a:lnTo>
                  <a:lnTo>
                    <a:pt x="112982" y="21443"/>
                  </a:lnTo>
                  <a:lnTo>
                    <a:pt x="108277" y="18896"/>
                  </a:lnTo>
                  <a:lnTo>
                    <a:pt x="103493" y="16502"/>
                  </a:lnTo>
                  <a:lnTo>
                    <a:pt x="98634" y="14261"/>
                  </a:lnTo>
                  <a:lnTo>
                    <a:pt x="93707" y="12178"/>
                  </a:lnTo>
                  <a:lnTo>
                    <a:pt x="88715" y="10253"/>
                  </a:lnTo>
                  <a:lnTo>
                    <a:pt x="83664" y="8488"/>
                  </a:lnTo>
                  <a:lnTo>
                    <a:pt x="78560" y="6887"/>
                  </a:lnTo>
                  <a:lnTo>
                    <a:pt x="73406" y="5449"/>
                  </a:lnTo>
                  <a:lnTo>
                    <a:pt x="68210" y="4177"/>
                  </a:lnTo>
                  <a:lnTo>
                    <a:pt x="62975" y="3072"/>
                  </a:lnTo>
                  <a:lnTo>
                    <a:pt x="57708" y="2135"/>
                  </a:lnTo>
                  <a:lnTo>
                    <a:pt x="52413" y="1368"/>
                  </a:lnTo>
                  <a:lnTo>
                    <a:pt x="47097" y="769"/>
                  </a:lnTo>
                  <a:lnTo>
                    <a:pt x="41764" y="342"/>
                  </a:lnTo>
                  <a:lnTo>
                    <a:pt x="36420" y="85"/>
                  </a:lnTo>
                  <a:lnTo>
                    <a:pt x="31071" y="0"/>
                  </a:lnTo>
                  <a:lnTo>
                    <a:pt x="3107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797343" y="1071028"/>
              <a:ext cx="324185" cy="334325"/>
            </a:xfrm>
            <a:custGeom>
              <a:avLst/>
              <a:pathLst>
                <a:path w="324185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3" y="762"/>
                  </a:lnTo>
                  <a:lnTo>
                    <a:pt x="145924" y="1354"/>
                  </a:lnTo>
                  <a:lnTo>
                    <a:pt x="140655" y="2114"/>
                  </a:lnTo>
                  <a:lnTo>
                    <a:pt x="135414" y="3041"/>
                  </a:lnTo>
                  <a:lnTo>
                    <a:pt x="130205" y="4135"/>
                  </a:lnTo>
                  <a:lnTo>
                    <a:pt x="125034" y="5394"/>
                  </a:lnTo>
                  <a:lnTo>
                    <a:pt x="119905" y="6817"/>
                  </a:lnTo>
                  <a:lnTo>
                    <a:pt x="114824" y="8403"/>
                  </a:lnTo>
                  <a:lnTo>
                    <a:pt x="109796" y="10149"/>
                  </a:lnTo>
                  <a:lnTo>
                    <a:pt x="104826" y="12055"/>
                  </a:lnTo>
                  <a:lnTo>
                    <a:pt x="99919" y="14118"/>
                  </a:lnTo>
                  <a:lnTo>
                    <a:pt x="95081" y="16336"/>
                  </a:lnTo>
                  <a:lnTo>
                    <a:pt x="90316" y="18707"/>
                  </a:lnTo>
                  <a:lnTo>
                    <a:pt x="85628" y="21229"/>
                  </a:lnTo>
                  <a:lnTo>
                    <a:pt x="81023" y="23899"/>
                  </a:lnTo>
                  <a:lnTo>
                    <a:pt x="76506" y="26713"/>
                  </a:lnTo>
                  <a:lnTo>
                    <a:pt x="72080" y="29671"/>
                  </a:lnTo>
                  <a:lnTo>
                    <a:pt x="67751" y="32767"/>
                  </a:lnTo>
                  <a:lnTo>
                    <a:pt x="63523" y="36000"/>
                  </a:lnTo>
                  <a:lnTo>
                    <a:pt x="59399" y="39366"/>
                  </a:lnTo>
                  <a:lnTo>
                    <a:pt x="55385" y="42861"/>
                  </a:lnTo>
                  <a:lnTo>
                    <a:pt x="51485" y="46483"/>
                  </a:lnTo>
                  <a:lnTo>
                    <a:pt x="47701" y="50226"/>
                  </a:lnTo>
                  <a:lnTo>
                    <a:pt x="44039" y="54089"/>
                  </a:lnTo>
                  <a:lnTo>
                    <a:pt x="40501" y="58066"/>
                  </a:lnTo>
                  <a:lnTo>
                    <a:pt x="37092" y="62153"/>
                  </a:lnTo>
                  <a:lnTo>
                    <a:pt x="33815" y="66347"/>
                  </a:lnTo>
                  <a:lnTo>
                    <a:pt x="30672" y="70644"/>
                  </a:lnTo>
                  <a:lnTo>
                    <a:pt x="27669" y="75038"/>
                  </a:lnTo>
                  <a:lnTo>
                    <a:pt x="24806" y="79525"/>
                  </a:lnTo>
                  <a:lnTo>
                    <a:pt x="22088" y="84102"/>
                  </a:lnTo>
                  <a:lnTo>
                    <a:pt x="19517" y="88762"/>
                  </a:lnTo>
                  <a:lnTo>
                    <a:pt x="17096" y="93502"/>
                  </a:lnTo>
                  <a:lnTo>
                    <a:pt x="14827" y="98317"/>
                  </a:lnTo>
                  <a:lnTo>
                    <a:pt x="12712" y="103201"/>
                  </a:lnTo>
                  <a:lnTo>
                    <a:pt x="10754" y="108151"/>
                  </a:lnTo>
                  <a:lnTo>
                    <a:pt x="8955" y="113160"/>
                  </a:lnTo>
                  <a:lnTo>
                    <a:pt x="7315" y="118224"/>
                  </a:lnTo>
                  <a:lnTo>
                    <a:pt x="5838" y="123338"/>
                  </a:lnTo>
                  <a:lnTo>
                    <a:pt x="4525" y="128496"/>
                  </a:lnTo>
                  <a:lnTo>
                    <a:pt x="3376" y="133693"/>
                  </a:lnTo>
                  <a:lnTo>
                    <a:pt x="2393" y="138924"/>
                  </a:lnTo>
                  <a:lnTo>
                    <a:pt x="1578" y="144184"/>
                  </a:lnTo>
                  <a:lnTo>
                    <a:pt x="930" y="149467"/>
                  </a:lnTo>
                  <a:lnTo>
                    <a:pt x="451" y="154768"/>
                  </a:lnTo>
                  <a:lnTo>
                    <a:pt x="140" y="160082"/>
                  </a:lnTo>
                  <a:lnTo>
                    <a:pt x="0" y="165402"/>
                  </a:lnTo>
                  <a:lnTo>
                    <a:pt x="28" y="170725"/>
                  </a:lnTo>
                  <a:lnTo>
                    <a:pt x="226" y="176044"/>
                  </a:lnTo>
                  <a:lnTo>
                    <a:pt x="593" y="181354"/>
                  </a:lnTo>
                  <a:lnTo>
                    <a:pt x="1129" y="186650"/>
                  </a:lnTo>
                  <a:lnTo>
                    <a:pt x="1834" y="191925"/>
                  </a:lnTo>
                  <a:lnTo>
                    <a:pt x="2706" y="197176"/>
                  </a:lnTo>
                  <a:lnTo>
                    <a:pt x="3745" y="202396"/>
                  </a:lnTo>
                  <a:lnTo>
                    <a:pt x="4949" y="207581"/>
                  </a:lnTo>
                  <a:lnTo>
                    <a:pt x="6318" y="212725"/>
                  </a:lnTo>
                  <a:lnTo>
                    <a:pt x="7850" y="217822"/>
                  </a:lnTo>
                  <a:lnTo>
                    <a:pt x="9543" y="222868"/>
                  </a:lnTo>
                  <a:lnTo>
                    <a:pt x="11396" y="227858"/>
                  </a:lnTo>
                  <a:lnTo>
                    <a:pt x="13407" y="232786"/>
                  </a:lnTo>
                  <a:lnTo>
                    <a:pt x="15574" y="237647"/>
                  </a:lnTo>
                  <a:lnTo>
                    <a:pt x="17895" y="242438"/>
                  </a:lnTo>
                  <a:lnTo>
                    <a:pt x="20367" y="247151"/>
                  </a:lnTo>
                  <a:lnTo>
                    <a:pt x="22988" y="251784"/>
                  </a:lnTo>
                  <a:lnTo>
                    <a:pt x="25755" y="256331"/>
                  </a:lnTo>
                  <a:lnTo>
                    <a:pt x="28665" y="260788"/>
                  </a:lnTo>
                  <a:lnTo>
                    <a:pt x="31716" y="265149"/>
                  </a:lnTo>
                  <a:lnTo>
                    <a:pt x="34904" y="269411"/>
                  </a:lnTo>
                  <a:lnTo>
                    <a:pt x="38226" y="273570"/>
                  </a:lnTo>
                  <a:lnTo>
                    <a:pt x="41679" y="277621"/>
                  </a:lnTo>
                  <a:lnTo>
                    <a:pt x="45259" y="281560"/>
                  </a:lnTo>
                  <a:lnTo>
                    <a:pt x="48963" y="285382"/>
                  </a:lnTo>
                  <a:lnTo>
                    <a:pt x="52786" y="289085"/>
                  </a:lnTo>
                  <a:lnTo>
                    <a:pt x="56726" y="292665"/>
                  </a:lnTo>
                  <a:lnTo>
                    <a:pt x="60777" y="296117"/>
                  </a:lnTo>
                  <a:lnTo>
                    <a:pt x="64936" y="299438"/>
                  </a:lnTo>
                  <a:lnTo>
                    <a:pt x="69199" y="302626"/>
                  </a:lnTo>
                  <a:lnTo>
                    <a:pt x="73561" y="305676"/>
                  </a:lnTo>
                  <a:lnTo>
                    <a:pt x="78018" y="308585"/>
                  </a:lnTo>
                  <a:lnTo>
                    <a:pt x="82566" y="311351"/>
                  </a:lnTo>
                  <a:lnTo>
                    <a:pt x="87199" y="313971"/>
                  </a:lnTo>
                  <a:lnTo>
                    <a:pt x="91913" y="316443"/>
                  </a:lnTo>
                  <a:lnTo>
                    <a:pt x="96703" y="318762"/>
                  </a:lnTo>
                  <a:lnTo>
                    <a:pt x="101565" y="320928"/>
                  </a:lnTo>
                  <a:lnTo>
                    <a:pt x="106494" y="322939"/>
                  </a:lnTo>
                  <a:lnTo>
                    <a:pt x="111484" y="324791"/>
                  </a:lnTo>
                  <a:lnTo>
                    <a:pt x="116530" y="326484"/>
                  </a:lnTo>
                  <a:lnTo>
                    <a:pt x="121628" y="328015"/>
                  </a:lnTo>
                  <a:lnTo>
                    <a:pt x="126772" y="329383"/>
                  </a:lnTo>
                  <a:lnTo>
                    <a:pt x="131957" y="330586"/>
                  </a:lnTo>
                  <a:lnTo>
                    <a:pt x="137177" y="331624"/>
                  </a:lnTo>
                  <a:lnTo>
                    <a:pt x="142428" y="332495"/>
                  </a:lnTo>
                  <a:lnTo>
                    <a:pt x="147704" y="333199"/>
                  </a:lnTo>
                  <a:lnTo>
                    <a:pt x="153000" y="333734"/>
                  </a:lnTo>
                  <a:lnTo>
                    <a:pt x="158310" y="334100"/>
                  </a:lnTo>
                  <a:lnTo>
                    <a:pt x="163629" y="334297"/>
                  </a:lnTo>
                  <a:lnTo>
                    <a:pt x="168951" y="334325"/>
                  </a:lnTo>
                  <a:lnTo>
                    <a:pt x="174272" y="334183"/>
                  </a:lnTo>
                  <a:lnTo>
                    <a:pt x="179586" y="333872"/>
                  </a:lnTo>
                  <a:lnTo>
                    <a:pt x="184887" y="333392"/>
                  </a:lnTo>
                  <a:lnTo>
                    <a:pt x="190170" y="332743"/>
                  </a:lnTo>
                  <a:lnTo>
                    <a:pt x="195429" y="331926"/>
                  </a:lnTo>
                  <a:lnTo>
                    <a:pt x="200660" y="330943"/>
                  </a:lnTo>
                  <a:lnTo>
                    <a:pt x="205857" y="329793"/>
                  </a:lnTo>
                  <a:lnTo>
                    <a:pt x="211015" y="328479"/>
                  </a:lnTo>
                  <a:lnTo>
                    <a:pt x="216128" y="327001"/>
                  </a:lnTo>
                  <a:lnTo>
                    <a:pt x="221192" y="325361"/>
                  </a:lnTo>
                  <a:lnTo>
                    <a:pt x="226201" y="323560"/>
                  </a:lnTo>
                  <a:lnTo>
                    <a:pt x="231150" y="321601"/>
                  </a:lnTo>
                  <a:lnTo>
                    <a:pt x="236034" y="319486"/>
                  </a:lnTo>
                  <a:lnTo>
                    <a:pt x="240848" y="317216"/>
                  </a:lnTo>
                  <a:lnTo>
                    <a:pt x="245588" y="314794"/>
                  </a:lnTo>
                  <a:lnTo>
                    <a:pt x="250248" y="312222"/>
                  </a:lnTo>
                  <a:lnTo>
                    <a:pt x="254824" y="309503"/>
                  </a:lnTo>
                  <a:lnTo>
                    <a:pt x="259311" y="306640"/>
                  </a:lnTo>
                  <a:lnTo>
                    <a:pt x="263705" y="303635"/>
                  </a:lnTo>
                  <a:lnTo>
                    <a:pt x="268000" y="300492"/>
                  </a:lnTo>
                  <a:lnTo>
                    <a:pt x="272194" y="297214"/>
                  </a:lnTo>
                  <a:lnTo>
                    <a:pt x="276281" y="293804"/>
                  </a:lnTo>
                  <a:lnTo>
                    <a:pt x="280257" y="290266"/>
                  </a:lnTo>
                  <a:lnTo>
                    <a:pt x="284119" y="286603"/>
                  </a:lnTo>
                  <a:lnTo>
                    <a:pt x="287862" y="282819"/>
                  </a:lnTo>
                  <a:lnTo>
                    <a:pt x="291483" y="278918"/>
                  </a:lnTo>
                  <a:lnTo>
                    <a:pt x="294977" y="274903"/>
                  </a:lnTo>
                  <a:lnTo>
                    <a:pt x="298343" y="270779"/>
                  </a:lnTo>
                  <a:lnTo>
                    <a:pt x="301575" y="266550"/>
                  </a:lnTo>
                  <a:lnTo>
                    <a:pt x="304671" y="262220"/>
                  </a:lnTo>
                  <a:lnTo>
                    <a:pt x="307627" y="257794"/>
                  </a:lnTo>
                  <a:lnTo>
                    <a:pt x="310441" y="253276"/>
                  </a:lnTo>
                  <a:lnTo>
                    <a:pt x="313110" y="248671"/>
                  </a:lnTo>
                  <a:lnTo>
                    <a:pt x="315631" y="243983"/>
                  </a:lnTo>
                  <a:lnTo>
                    <a:pt x="318001" y="239217"/>
                  </a:lnTo>
                  <a:lnTo>
                    <a:pt x="320218" y="234379"/>
                  </a:lnTo>
                  <a:lnTo>
                    <a:pt x="322280" y="229472"/>
                  </a:lnTo>
                  <a:lnTo>
                    <a:pt x="324185" y="22450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57027" cy="57334"/>
            </a:xfrm>
            <a:custGeom>
              <a:avLst/>
              <a:pathLst>
                <a:path w="157027" h="57334">
                  <a:moveTo>
                    <a:pt x="157027" y="573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57027" cy="57334"/>
            </a:xfrm>
            <a:custGeom>
              <a:avLst/>
              <a:pathLst>
                <a:path w="157027" h="57334">
                  <a:moveTo>
                    <a:pt x="157027" y="573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57027" cy="57334"/>
            </a:xfrm>
            <a:custGeom>
              <a:avLst/>
              <a:pathLst>
                <a:path w="157027" h="57334">
                  <a:moveTo>
                    <a:pt x="157027" y="573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57027" cy="57334"/>
            </a:xfrm>
            <a:custGeom>
              <a:avLst/>
              <a:pathLst>
                <a:path w="157027" h="57334">
                  <a:moveTo>
                    <a:pt x="157027" y="573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57027" cy="57334"/>
            </a:xfrm>
            <a:custGeom>
              <a:avLst/>
              <a:pathLst>
                <a:path w="157027" h="57334">
                  <a:moveTo>
                    <a:pt x="157027" y="573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57027" cy="57334"/>
            </a:xfrm>
            <a:custGeom>
              <a:avLst/>
              <a:pathLst>
                <a:path w="157027" h="57334">
                  <a:moveTo>
                    <a:pt x="157027" y="573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57027" cy="57334"/>
            </a:xfrm>
            <a:custGeom>
              <a:avLst/>
              <a:pathLst>
                <a:path w="157027" h="57334">
                  <a:moveTo>
                    <a:pt x="157027" y="573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57027" cy="57334"/>
            </a:xfrm>
            <a:custGeom>
              <a:avLst/>
              <a:pathLst>
                <a:path w="157027" h="57334">
                  <a:moveTo>
                    <a:pt x="157027" y="573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57027" cy="57334"/>
            </a:xfrm>
            <a:custGeom>
              <a:avLst/>
              <a:pathLst>
                <a:path w="157027" h="57334">
                  <a:moveTo>
                    <a:pt x="157027" y="573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57027" cy="57334"/>
            </a:xfrm>
            <a:custGeom>
              <a:avLst/>
              <a:pathLst>
                <a:path w="157027" h="57334">
                  <a:moveTo>
                    <a:pt x="157027" y="573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57027" cy="57334"/>
            </a:xfrm>
            <a:custGeom>
              <a:avLst/>
              <a:pathLst>
                <a:path w="157027" h="57334">
                  <a:moveTo>
                    <a:pt x="157027" y="573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157027" cy="57334"/>
            </a:xfrm>
            <a:custGeom>
              <a:avLst/>
              <a:pathLst>
                <a:path w="157027" h="57334">
                  <a:moveTo>
                    <a:pt x="157027" y="573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157027" cy="57334"/>
            </a:xfrm>
            <a:custGeom>
              <a:avLst/>
              <a:pathLst>
                <a:path w="157027" h="57334">
                  <a:moveTo>
                    <a:pt x="157027" y="573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157027" cy="57334"/>
            </a:xfrm>
            <a:custGeom>
              <a:avLst/>
              <a:pathLst>
                <a:path w="157027" h="57334">
                  <a:moveTo>
                    <a:pt x="157027" y="573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157027" cy="57334"/>
            </a:xfrm>
            <a:custGeom>
              <a:avLst/>
              <a:pathLst>
                <a:path w="157027" h="57334">
                  <a:moveTo>
                    <a:pt x="157027" y="573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157027" cy="57334"/>
            </a:xfrm>
            <a:custGeom>
              <a:avLst/>
              <a:pathLst>
                <a:path w="157027" h="57334">
                  <a:moveTo>
                    <a:pt x="157027" y="573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157027" cy="57334"/>
            </a:xfrm>
            <a:custGeom>
              <a:avLst/>
              <a:pathLst>
                <a:path w="157027" h="57334">
                  <a:moveTo>
                    <a:pt x="157027" y="573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76195"/>
              <a:ext cx="167166" cy="219335"/>
            </a:xfrm>
            <a:custGeom>
              <a:avLst/>
              <a:pathLst>
                <a:path w="167166" h="219335">
                  <a:moveTo>
                    <a:pt x="157027" y="219335"/>
                  </a:moveTo>
                  <a:lnTo>
                    <a:pt x="158789" y="214258"/>
                  </a:lnTo>
                  <a:lnTo>
                    <a:pt x="160386" y="209127"/>
                  </a:lnTo>
                  <a:lnTo>
                    <a:pt x="161818" y="203948"/>
                  </a:lnTo>
                  <a:lnTo>
                    <a:pt x="163083" y="198725"/>
                  </a:lnTo>
                  <a:lnTo>
                    <a:pt x="164179" y="193465"/>
                  </a:lnTo>
                  <a:lnTo>
                    <a:pt x="165106" y="188172"/>
                  </a:lnTo>
                  <a:lnTo>
                    <a:pt x="165861" y="182852"/>
                  </a:lnTo>
                  <a:lnTo>
                    <a:pt x="166446" y="177510"/>
                  </a:lnTo>
                  <a:lnTo>
                    <a:pt x="166858" y="172152"/>
                  </a:lnTo>
                  <a:lnTo>
                    <a:pt x="167098" y="166784"/>
                  </a:lnTo>
                  <a:lnTo>
                    <a:pt x="167166" y="161411"/>
                  </a:lnTo>
                  <a:lnTo>
                    <a:pt x="167061" y="156038"/>
                  </a:lnTo>
                  <a:lnTo>
                    <a:pt x="166783" y="150672"/>
                  </a:lnTo>
                  <a:lnTo>
                    <a:pt x="166332" y="145317"/>
                  </a:lnTo>
                  <a:lnTo>
                    <a:pt x="165710" y="139980"/>
                  </a:lnTo>
                  <a:lnTo>
                    <a:pt x="164917" y="134665"/>
                  </a:lnTo>
                  <a:lnTo>
                    <a:pt x="163953" y="129379"/>
                  </a:lnTo>
                  <a:lnTo>
                    <a:pt x="162820" y="124126"/>
                  </a:lnTo>
                  <a:lnTo>
                    <a:pt x="161519" y="118912"/>
                  </a:lnTo>
                  <a:lnTo>
                    <a:pt x="160050" y="113743"/>
                  </a:lnTo>
                  <a:lnTo>
                    <a:pt x="158417" y="108624"/>
                  </a:lnTo>
                  <a:lnTo>
                    <a:pt x="156619" y="103560"/>
                  </a:lnTo>
                  <a:lnTo>
                    <a:pt x="154660" y="98556"/>
                  </a:lnTo>
                  <a:lnTo>
                    <a:pt x="152541" y="93618"/>
                  </a:lnTo>
                  <a:lnTo>
                    <a:pt x="150264" y="88751"/>
                  </a:lnTo>
                  <a:lnTo>
                    <a:pt x="147832" y="83959"/>
                  </a:lnTo>
                  <a:lnTo>
                    <a:pt x="145248" y="79248"/>
                  </a:lnTo>
                  <a:lnTo>
                    <a:pt x="142513" y="74622"/>
                  </a:lnTo>
                  <a:lnTo>
                    <a:pt x="139631" y="70087"/>
                  </a:lnTo>
                  <a:lnTo>
                    <a:pt x="136605" y="65646"/>
                  </a:lnTo>
                  <a:lnTo>
                    <a:pt x="133437" y="61306"/>
                  </a:lnTo>
                  <a:lnTo>
                    <a:pt x="130132" y="57069"/>
                  </a:lnTo>
                  <a:lnTo>
                    <a:pt x="126692" y="52941"/>
                  </a:lnTo>
                  <a:lnTo>
                    <a:pt x="123121" y="48925"/>
                  </a:lnTo>
                  <a:lnTo>
                    <a:pt x="119423" y="45026"/>
                  </a:lnTo>
                  <a:lnTo>
                    <a:pt x="115602" y="41248"/>
                  </a:lnTo>
                  <a:lnTo>
                    <a:pt x="111661" y="37595"/>
                  </a:lnTo>
                  <a:lnTo>
                    <a:pt x="107605" y="34070"/>
                  </a:lnTo>
                  <a:lnTo>
                    <a:pt x="103438" y="30678"/>
                  </a:lnTo>
                  <a:lnTo>
                    <a:pt x="99163" y="27421"/>
                  </a:lnTo>
                  <a:lnTo>
                    <a:pt x="94787" y="24304"/>
                  </a:lnTo>
                  <a:lnTo>
                    <a:pt x="90312" y="21328"/>
                  </a:lnTo>
                  <a:lnTo>
                    <a:pt x="85744" y="18498"/>
                  </a:lnTo>
                  <a:lnTo>
                    <a:pt x="81088" y="15816"/>
                  </a:lnTo>
                  <a:lnTo>
                    <a:pt x="76347" y="13286"/>
                  </a:lnTo>
                  <a:lnTo>
                    <a:pt x="71528" y="10909"/>
                  </a:lnTo>
                  <a:lnTo>
                    <a:pt x="66635" y="8688"/>
                  </a:lnTo>
                  <a:lnTo>
                    <a:pt x="61673" y="6625"/>
                  </a:lnTo>
                  <a:lnTo>
                    <a:pt x="56647" y="4723"/>
                  </a:lnTo>
                  <a:lnTo>
                    <a:pt x="51563" y="2984"/>
                  </a:lnTo>
                  <a:lnTo>
                    <a:pt x="46425" y="1409"/>
                  </a:lnTo>
                  <a:lnTo>
                    <a:pt x="41240" y="0"/>
                  </a:lnTo>
                  <a:lnTo>
                    <a:pt x="0" y="1620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071028"/>
              <a:ext cx="41240" cy="167167"/>
            </a:xfrm>
            <a:custGeom>
              <a:avLst/>
              <a:pathLst>
                <a:path w="41240" h="167167">
                  <a:moveTo>
                    <a:pt x="41240" y="5166"/>
                  </a:moveTo>
                  <a:lnTo>
                    <a:pt x="34476" y="3593"/>
                  </a:lnTo>
                  <a:lnTo>
                    <a:pt x="27652" y="2303"/>
                  </a:lnTo>
                  <a:lnTo>
                    <a:pt x="20781" y="1296"/>
                  </a:lnTo>
                  <a:lnTo>
                    <a:pt x="13874" y="576"/>
                  </a:lnTo>
                  <a:lnTo>
                    <a:pt x="6943" y="14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97221" y="1322571"/>
              <a:ext cx="91499" cy="167167"/>
            </a:xfrm>
            <a:custGeom>
              <a:avLst/>
              <a:pathLst>
                <a:path w="91499" h="167167">
                  <a:moveTo>
                    <a:pt x="91499" y="0"/>
                  </a:moveTo>
                  <a:lnTo>
                    <a:pt x="85805" y="97"/>
                  </a:lnTo>
                  <a:lnTo>
                    <a:pt x="80117" y="387"/>
                  </a:lnTo>
                  <a:lnTo>
                    <a:pt x="74442" y="872"/>
                  </a:lnTo>
                  <a:lnTo>
                    <a:pt x="68788" y="1549"/>
                  </a:lnTo>
                  <a:lnTo>
                    <a:pt x="63159" y="2419"/>
                  </a:lnTo>
                  <a:lnTo>
                    <a:pt x="57564" y="3480"/>
                  </a:lnTo>
                  <a:lnTo>
                    <a:pt x="52008" y="4731"/>
                  </a:lnTo>
                  <a:lnTo>
                    <a:pt x="46497" y="6171"/>
                  </a:lnTo>
                  <a:lnTo>
                    <a:pt x="41039" y="7797"/>
                  </a:lnTo>
                  <a:lnTo>
                    <a:pt x="35640" y="9608"/>
                  </a:lnTo>
                  <a:lnTo>
                    <a:pt x="30305" y="11603"/>
                  </a:lnTo>
                  <a:lnTo>
                    <a:pt x="25042" y="13777"/>
                  </a:lnTo>
                  <a:lnTo>
                    <a:pt x="19855" y="16130"/>
                  </a:lnTo>
                  <a:lnTo>
                    <a:pt x="14752" y="18658"/>
                  </a:lnTo>
                  <a:lnTo>
                    <a:pt x="9738" y="21359"/>
                  </a:lnTo>
                  <a:lnTo>
                    <a:pt x="4818" y="24228"/>
                  </a:lnTo>
                  <a:lnTo>
                    <a:pt x="0" y="27264"/>
                  </a:lnTo>
                  <a:lnTo>
                    <a:pt x="9149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97221" y="1349836"/>
              <a:ext cx="91499" cy="139902"/>
            </a:xfrm>
            <a:custGeom>
              <a:avLst/>
              <a:pathLst>
                <a:path w="91499" h="139902">
                  <a:moveTo>
                    <a:pt x="0" y="0"/>
                  </a:moveTo>
                  <a:lnTo>
                    <a:pt x="91499" y="1399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97221" y="1349836"/>
              <a:ext cx="91499" cy="139902"/>
            </a:xfrm>
            <a:custGeom>
              <a:avLst/>
              <a:pathLst>
                <a:path w="91499" h="139902">
                  <a:moveTo>
                    <a:pt x="0" y="0"/>
                  </a:moveTo>
                  <a:lnTo>
                    <a:pt x="91499" y="1399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97221" y="1349836"/>
              <a:ext cx="91499" cy="139902"/>
            </a:xfrm>
            <a:custGeom>
              <a:avLst/>
              <a:pathLst>
                <a:path w="91499" h="139902">
                  <a:moveTo>
                    <a:pt x="0" y="0"/>
                  </a:moveTo>
                  <a:lnTo>
                    <a:pt x="91499" y="139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97221" y="1349836"/>
              <a:ext cx="91499" cy="139902"/>
            </a:xfrm>
            <a:custGeom>
              <a:avLst/>
              <a:pathLst>
                <a:path w="91499" h="139902">
                  <a:moveTo>
                    <a:pt x="0" y="0"/>
                  </a:moveTo>
                  <a:lnTo>
                    <a:pt x="91499" y="139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97221" y="1349836"/>
              <a:ext cx="91499" cy="139902"/>
            </a:xfrm>
            <a:custGeom>
              <a:avLst/>
              <a:pathLst>
                <a:path w="91499" h="139902">
                  <a:moveTo>
                    <a:pt x="0" y="0"/>
                  </a:moveTo>
                  <a:lnTo>
                    <a:pt x="91499" y="139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97221" y="1349836"/>
              <a:ext cx="91499" cy="139902"/>
            </a:xfrm>
            <a:custGeom>
              <a:avLst/>
              <a:pathLst>
                <a:path w="91499" h="139902">
                  <a:moveTo>
                    <a:pt x="0" y="0"/>
                  </a:moveTo>
                  <a:lnTo>
                    <a:pt x="91499" y="1399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97221" y="1349836"/>
              <a:ext cx="91499" cy="139902"/>
            </a:xfrm>
            <a:custGeom>
              <a:avLst/>
              <a:pathLst>
                <a:path w="91499" h="139902">
                  <a:moveTo>
                    <a:pt x="0" y="0"/>
                  </a:moveTo>
                  <a:lnTo>
                    <a:pt x="91499" y="1399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97221" y="1349836"/>
              <a:ext cx="91499" cy="139902"/>
            </a:xfrm>
            <a:custGeom>
              <a:avLst/>
              <a:pathLst>
                <a:path w="91499" h="139902">
                  <a:moveTo>
                    <a:pt x="0" y="0"/>
                  </a:moveTo>
                  <a:lnTo>
                    <a:pt x="91499" y="1399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97221" y="1349836"/>
              <a:ext cx="91499" cy="139902"/>
            </a:xfrm>
            <a:custGeom>
              <a:avLst/>
              <a:pathLst>
                <a:path w="91499" h="139902">
                  <a:moveTo>
                    <a:pt x="0" y="0"/>
                  </a:moveTo>
                  <a:lnTo>
                    <a:pt x="91499" y="1399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97221" y="1349836"/>
              <a:ext cx="91499" cy="139902"/>
            </a:xfrm>
            <a:custGeom>
              <a:avLst/>
              <a:pathLst>
                <a:path w="91499" h="139902">
                  <a:moveTo>
                    <a:pt x="0" y="0"/>
                  </a:moveTo>
                  <a:lnTo>
                    <a:pt x="91499" y="1399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97221" y="1349836"/>
              <a:ext cx="91499" cy="139902"/>
            </a:xfrm>
            <a:custGeom>
              <a:avLst/>
              <a:pathLst>
                <a:path w="91499" h="139902">
                  <a:moveTo>
                    <a:pt x="0" y="0"/>
                  </a:moveTo>
                  <a:lnTo>
                    <a:pt x="91499" y="139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97221" y="1349836"/>
              <a:ext cx="91499" cy="139902"/>
            </a:xfrm>
            <a:custGeom>
              <a:avLst/>
              <a:pathLst>
                <a:path w="91499" h="139902">
                  <a:moveTo>
                    <a:pt x="0" y="0"/>
                  </a:moveTo>
                  <a:lnTo>
                    <a:pt x="91499" y="139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97221" y="1349836"/>
              <a:ext cx="91499" cy="139902"/>
            </a:xfrm>
            <a:custGeom>
              <a:avLst/>
              <a:pathLst>
                <a:path w="91499" h="139902">
                  <a:moveTo>
                    <a:pt x="0" y="0"/>
                  </a:moveTo>
                  <a:lnTo>
                    <a:pt x="91499" y="139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97221" y="1349836"/>
              <a:ext cx="91499" cy="139902"/>
            </a:xfrm>
            <a:custGeom>
              <a:avLst/>
              <a:pathLst>
                <a:path w="91499" h="139902">
                  <a:moveTo>
                    <a:pt x="0" y="0"/>
                  </a:moveTo>
                  <a:lnTo>
                    <a:pt x="91499" y="139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97221" y="1349836"/>
              <a:ext cx="91499" cy="139902"/>
            </a:xfrm>
            <a:custGeom>
              <a:avLst/>
              <a:pathLst>
                <a:path w="91499" h="139902">
                  <a:moveTo>
                    <a:pt x="0" y="0"/>
                  </a:moveTo>
                  <a:lnTo>
                    <a:pt x="91499" y="1399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97221" y="1349836"/>
              <a:ext cx="91499" cy="139902"/>
            </a:xfrm>
            <a:custGeom>
              <a:avLst/>
              <a:pathLst>
                <a:path w="91499" h="139902">
                  <a:moveTo>
                    <a:pt x="0" y="0"/>
                  </a:moveTo>
                  <a:lnTo>
                    <a:pt x="91499" y="1399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21563" y="1349836"/>
              <a:ext cx="334314" cy="307070"/>
            </a:xfrm>
            <a:custGeom>
              <a:avLst/>
              <a:pathLst>
                <a:path w="334314" h="307070">
                  <a:moveTo>
                    <a:pt x="75658" y="0"/>
                  </a:moveTo>
                  <a:lnTo>
                    <a:pt x="71278" y="2964"/>
                  </a:lnTo>
                  <a:lnTo>
                    <a:pt x="66994" y="6066"/>
                  </a:lnTo>
                  <a:lnTo>
                    <a:pt x="62810" y="9301"/>
                  </a:lnTo>
                  <a:lnTo>
                    <a:pt x="58731" y="12667"/>
                  </a:lnTo>
                  <a:lnTo>
                    <a:pt x="54761" y="16161"/>
                  </a:lnTo>
                  <a:lnTo>
                    <a:pt x="50902" y="19778"/>
                  </a:lnTo>
                  <a:lnTo>
                    <a:pt x="47161" y="23516"/>
                  </a:lnTo>
                  <a:lnTo>
                    <a:pt x="43539" y="27370"/>
                  </a:lnTo>
                  <a:lnTo>
                    <a:pt x="40041" y="31337"/>
                  </a:lnTo>
                  <a:lnTo>
                    <a:pt x="36670" y="35413"/>
                  </a:lnTo>
                  <a:lnTo>
                    <a:pt x="33430" y="39593"/>
                  </a:lnTo>
                  <a:lnTo>
                    <a:pt x="30324" y="43873"/>
                  </a:lnTo>
                  <a:lnTo>
                    <a:pt x="27355" y="48250"/>
                  </a:lnTo>
                  <a:lnTo>
                    <a:pt x="24525" y="52718"/>
                  </a:lnTo>
                  <a:lnTo>
                    <a:pt x="21839" y="57274"/>
                  </a:lnTo>
                  <a:lnTo>
                    <a:pt x="19298" y="61912"/>
                  </a:lnTo>
                  <a:lnTo>
                    <a:pt x="16904" y="66629"/>
                  </a:lnTo>
                  <a:lnTo>
                    <a:pt x="14662" y="71418"/>
                  </a:lnTo>
                  <a:lnTo>
                    <a:pt x="12572" y="76277"/>
                  </a:lnTo>
                  <a:lnTo>
                    <a:pt x="10636" y="81199"/>
                  </a:lnTo>
                  <a:lnTo>
                    <a:pt x="8858" y="86179"/>
                  </a:lnTo>
                  <a:lnTo>
                    <a:pt x="7237" y="91214"/>
                  </a:lnTo>
                  <a:lnTo>
                    <a:pt x="5777" y="96297"/>
                  </a:lnTo>
                  <a:lnTo>
                    <a:pt x="4479" y="101424"/>
                  </a:lnTo>
                  <a:lnTo>
                    <a:pt x="3343" y="106589"/>
                  </a:lnTo>
                  <a:lnTo>
                    <a:pt x="2371" y="111788"/>
                  </a:lnTo>
                  <a:lnTo>
                    <a:pt x="1564" y="117015"/>
                  </a:lnTo>
                  <a:lnTo>
                    <a:pt x="923" y="122265"/>
                  </a:lnTo>
                  <a:lnTo>
                    <a:pt x="448" y="127532"/>
                  </a:lnTo>
                  <a:lnTo>
                    <a:pt x="140" y="132812"/>
                  </a:lnTo>
                  <a:lnTo>
                    <a:pt x="0" y="138099"/>
                  </a:lnTo>
                  <a:lnTo>
                    <a:pt x="26" y="143388"/>
                  </a:lnTo>
                  <a:lnTo>
                    <a:pt x="220" y="148673"/>
                  </a:lnTo>
                  <a:lnTo>
                    <a:pt x="581" y="153949"/>
                  </a:lnTo>
                  <a:lnTo>
                    <a:pt x="1109" y="159212"/>
                  </a:lnTo>
                  <a:lnTo>
                    <a:pt x="1803" y="164455"/>
                  </a:lnTo>
                  <a:lnTo>
                    <a:pt x="2662" y="169673"/>
                  </a:lnTo>
                  <a:lnTo>
                    <a:pt x="3686" y="174862"/>
                  </a:lnTo>
                  <a:lnTo>
                    <a:pt x="4874" y="180016"/>
                  </a:lnTo>
                  <a:lnTo>
                    <a:pt x="6224" y="185129"/>
                  </a:lnTo>
                  <a:lnTo>
                    <a:pt x="7735" y="190198"/>
                  </a:lnTo>
                  <a:lnTo>
                    <a:pt x="9406" y="195216"/>
                  </a:lnTo>
                  <a:lnTo>
                    <a:pt x="11235" y="200178"/>
                  </a:lnTo>
                  <a:lnTo>
                    <a:pt x="13220" y="205080"/>
                  </a:lnTo>
                  <a:lnTo>
                    <a:pt x="15359" y="209917"/>
                  </a:lnTo>
                  <a:lnTo>
                    <a:pt x="17649" y="214684"/>
                  </a:lnTo>
                  <a:lnTo>
                    <a:pt x="20090" y="219376"/>
                  </a:lnTo>
                  <a:lnTo>
                    <a:pt x="22677" y="223989"/>
                  </a:lnTo>
                  <a:lnTo>
                    <a:pt x="25410" y="228517"/>
                  </a:lnTo>
                  <a:lnTo>
                    <a:pt x="28284" y="232957"/>
                  </a:lnTo>
                  <a:lnTo>
                    <a:pt x="31297" y="237304"/>
                  </a:lnTo>
                  <a:lnTo>
                    <a:pt x="34446" y="241553"/>
                  </a:lnTo>
                  <a:lnTo>
                    <a:pt x="37728" y="245700"/>
                  </a:lnTo>
                  <a:lnTo>
                    <a:pt x="41140" y="249741"/>
                  </a:lnTo>
                  <a:lnTo>
                    <a:pt x="44678" y="253673"/>
                  </a:lnTo>
                  <a:lnTo>
                    <a:pt x="48338" y="257490"/>
                  </a:lnTo>
                  <a:lnTo>
                    <a:pt x="52117" y="261190"/>
                  </a:lnTo>
                  <a:lnTo>
                    <a:pt x="56011" y="264769"/>
                  </a:lnTo>
                  <a:lnTo>
                    <a:pt x="60017" y="268222"/>
                  </a:lnTo>
                  <a:lnTo>
                    <a:pt x="64130" y="271547"/>
                  </a:lnTo>
                  <a:lnTo>
                    <a:pt x="68346" y="274740"/>
                  </a:lnTo>
                  <a:lnTo>
                    <a:pt x="72661" y="277799"/>
                  </a:lnTo>
                  <a:lnTo>
                    <a:pt x="77070" y="280719"/>
                  </a:lnTo>
                  <a:lnTo>
                    <a:pt x="81570" y="283498"/>
                  </a:lnTo>
                  <a:lnTo>
                    <a:pt x="86155" y="286134"/>
                  </a:lnTo>
                  <a:lnTo>
                    <a:pt x="90822" y="288623"/>
                  </a:lnTo>
                  <a:lnTo>
                    <a:pt x="95564" y="290963"/>
                  </a:lnTo>
                  <a:lnTo>
                    <a:pt x="100379" y="293152"/>
                  </a:lnTo>
                  <a:lnTo>
                    <a:pt x="105260" y="295188"/>
                  </a:lnTo>
                  <a:lnTo>
                    <a:pt x="110203" y="297069"/>
                  </a:lnTo>
                  <a:lnTo>
                    <a:pt x="115204" y="298792"/>
                  </a:lnTo>
                  <a:lnTo>
                    <a:pt x="120256" y="300356"/>
                  </a:lnTo>
                  <a:lnTo>
                    <a:pt x="125355" y="301759"/>
                  </a:lnTo>
                  <a:lnTo>
                    <a:pt x="130496" y="303000"/>
                  </a:lnTo>
                  <a:lnTo>
                    <a:pt x="135674" y="304078"/>
                  </a:lnTo>
                  <a:lnTo>
                    <a:pt x="140883" y="304992"/>
                  </a:lnTo>
                  <a:lnTo>
                    <a:pt x="146119" y="305741"/>
                  </a:lnTo>
                  <a:lnTo>
                    <a:pt x="151375" y="306323"/>
                  </a:lnTo>
                  <a:lnTo>
                    <a:pt x="156648" y="306739"/>
                  </a:lnTo>
                  <a:lnTo>
                    <a:pt x="161931" y="306988"/>
                  </a:lnTo>
                  <a:lnTo>
                    <a:pt x="167219" y="307070"/>
                  </a:lnTo>
                  <a:lnTo>
                    <a:pt x="172507" y="306984"/>
                  </a:lnTo>
                  <a:lnTo>
                    <a:pt x="177790" y="306731"/>
                  </a:lnTo>
                  <a:lnTo>
                    <a:pt x="183062" y="306311"/>
                  </a:lnTo>
                  <a:lnTo>
                    <a:pt x="188318" y="305725"/>
                  </a:lnTo>
                  <a:lnTo>
                    <a:pt x="193553" y="304973"/>
                  </a:lnTo>
                  <a:lnTo>
                    <a:pt x="198762" y="304055"/>
                  </a:lnTo>
                  <a:lnTo>
                    <a:pt x="203939" y="302973"/>
                  </a:lnTo>
                  <a:lnTo>
                    <a:pt x="209079" y="301728"/>
                  </a:lnTo>
                  <a:lnTo>
                    <a:pt x="214177" y="300321"/>
                  </a:lnTo>
                  <a:lnTo>
                    <a:pt x="219228" y="298753"/>
                  </a:lnTo>
                  <a:lnTo>
                    <a:pt x="224227" y="297026"/>
                  </a:lnTo>
                  <a:lnTo>
                    <a:pt x="229169" y="295143"/>
                  </a:lnTo>
                  <a:lnTo>
                    <a:pt x="234049" y="293103"/>
                  </a:lnTo>
                  <a:lnTo>
                    <a:pt x="238862" y="290910"/>
                  </a:lnTo>
                  <a:lnTo>
                    <a:pt x="243603" y="288567"/>
                  </a:lnTo>
                  <a:lnTo>
                    <a:pt x="248267" y="286074"/>
                  </a:lnTo>
                  <a:lnTo>
                    <a:pt x="252851" y="283435"/>
                  </a:lnTo>
                  <a:lnTo>
                    <a:pt x="257348" y="280652"/>
                  </a:lnTo>
                  <a:lnTo>
                    <a:pt x="261755" y="277729"/>
                  </a:lnTo>
                  <a:lnTo>
                    <a:pt x="266068" y="274667"/>
                  </a:lnTo>
                  <a:lnTo>
                    <a:pt x="270282" y="271471"/>
                  </a:lnTo>
                  <a:lnTo>
                    <a:pt x="274392" y="268143"/>
                  </a:lnTo>
                  <a:lnTo>
                    <a:pt x="278395" y="264686"/>
                  </a:lnTo>
                  <a:lnTo>
                    <a:pt x="282287" y="261105"/>
                  </a:lnTo>
                  <a:lnTo>
                    <a:pt x="286063" y="257402"/>
                  </a:lnTo>
                  <a:lnTo>
                    <a:pt x="289721" y="253582"/>
                  </a:lnTo>
                  <a:lnTo>
                    <a:pt x="293256" y="249648"/>
                  </a:lnTo>
                  <a:lnTo>
                    <a:pt x="296664" y="245604"/>
                  </a:lnTo>
                  <a:lnTo>
                    <a:pt x="299943" y="241455"/>
                  </a:lnTo>
                  <a:lnTo>
                    <a:pt x="303089" y="237203"/>
                  </a:lnTo>
                  <a:lnTo>
                    <a:pt x="306099" y="232854"/>
                  </a:lnTo>
                  <a:lnTo>
                    <a:pt x="308970" y="228413"/>
                  </a:lnTo>
                  <a:lnTo>
                    <a:pt x="311699" y="223882"/>
                  </a:lnTo>
                  <a:lnTo>
                    <a:pt x="314283" y="219268"/>
                  </a:lnTo>
                  <a:lnTo>
                    <a:pt x="316720" y="214574"/>
                  </a:lnTo>
                  <a:lnTo>
                    <a:pt x="319008" y="209805"/>
                  </a:lnTo>
                  <a:lnTo>
                    <a:pt x="321143" y="204967"/>
                  </a:lnTo>
                  <a:lnTo>
                    <a:pt x="323124" y="200063"/>
                  </a:lnTo>
                  <a:lnTo>
                    <a:pt x="324949" y="195099"/>
                  </a:lnTo>
                  <a:lnTo>
                    <a:pt x="326616" y="190080"/>
                  </a:lnTo>
                  <a:lnTo>
                    <a:pt x="328124" y="185011"/>
                  </a:lnTo>
                  <a:lnTo>
                    <a:pt x="329470" y="179896"/>
                  </a:lnTo>
                  <a:lnTo>
                    <a:pt x="330654" y="174741"/>
                  </a:lnTo>
                  <a:lnTo>
                    <a:pt x="331674" y="169552"/>
                  </a:lnTo>
                  <a:lnTo>
                    <a:pt x="332530" y="164333"/>
                  </a:lnTo>
                  <a:lnTo>
                    <a:pt x="333220" y="159089"/>
                  </a:lnTo>
                  <a:lnTo>
                    <a:pt x="333744" y="153826"/>
                  </a:lnTo>
                  <a:lnTo>
                    <a:pt x="334101" y="148550"/>
                  </a:lnTo>
                  <a:lnTo>
                    <a:pt x="334291" y="143264"/>
                  </a:lnTo>
                  <a:lnTo>
                    <a:pt x="334314" y="137976"/>
                  </a:lnTo>
                  <a:lnTo>
                    <a:pt x="334169" y="132689"/>
                  </a:lnTo>
                  <a:lnTo>
                    <a:pt x="333857" y="127409"/>
                  </a:lnTo>
                  <a:lnTo>
                    <a:pt x="333379" y="122142"/>
                  </a:lnTo>
                  <a:lnTo>
                    <a:pt x="332734" y="116893"/>
                  </a:lnTo>
                  <a:lnTo>
                    <a:pt x="331923" y="111666"/>
                  </a:lnTo>
                  <a:lnTo>
                    <a:pt x="330947" y="106468"/>
                  </a:lnTo>
                  <a:lnTo>
                    <a:pt x="329807" y="101304"/>
                  </a:lnTo>
                  <a:lnTo>
                    <a:pt x="328505" y="96178"/>
                  </a:lnTo>
                  <a:lnTo>
                    <a:pt x="327041" y="91096"/>
                  </a:lnTo>
                  <a:lnTo>
                    <a:pt x="325417" y="86062"/>
                  </a:lnTo>
                  <a:lnTo>
                    <a:pt x="323635" y="81083"/>
                  </a:lnTo>
                  <a:lnTo>
                    <a:pt x="321696" y="76162"/>
                  </a:lnTo>
                  <a:lnTo>
                    <a:pt x="319602" y="71306"/>
                  </a:lnTo>
                  <a:lnTo>
                    <a:pt x="317356" y="66518"/>
                  </a:lnTo>
                  <a:lnTo>
                    <a:pt x="314959" y="61803"/>
                  </a:lnTo>
                  <a:lnTo>
                    <a:pt x="312415" y="57167"/>
                  </a:lnTo>
                  <a:lnTo>
                    <a:pt x="309725" y="52613"/>
                  </a:lnTo>
                  <a:lnTo>
                    <a:pt x="306892" y="48147"/>
                  </a:lnTo>
                  <a:lnTo>
                    <a:pt x="167157" y="1399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488720" y="1322571"/>
              <a:ext cx="139734" cy="167167"/>
            </a:xfrm>
            <a:custGeom>
              <a:avLst/>
              <a:pathLst>
                <a:path w="139734" h="167167">
                  <a:moveTo>
                    <a:pt x="139734" y="75411"/>
                  </a:moveTo>
                  <a:lnTo>
                    <a:pt x="136632" y="70852"/>
                  </a:lnTo>
                  <a:lnTo>
                    <a:pt x="133380" y="66397"/>
                  </a:lnTo>
                  <a:lnTo>
                    <a:pt x="129984" y="62052"/>
                  </a:lnTo>
                  <a:lnTo>
                    <a:pt x="126446" y="57822"/>
                  </a:lnTo>
                  <a:lnTo>
                    <a:pt x="122770" y="53710"/>
                  </a:lnTo>
                  <a:lnTo>
                    <a:pt x="118961" y="49722"/>
                  </a:lnTo>
                  <a:lnTo>
                    <a:pt x="115022" y="45862"/>
                  </a:lnTo>
                  <a:lnTo>
                    <a:pt x="110958" y="42134"/>
                  </a:lnTo>
                  <a:lnTo>
                    <a:pt x="106773" y="38542"/>
                  </a:lnTo>
                  <a:lnTo>
                    <a:pt x="102472" y="35090"/>
                  </a:lnTo>
                  <a:lnTo>
                    <a:pt x="98060" y="31782"/>
                  </a:lnTo>
                  <a:lnTo>
                    <a:pt x="93540" y="28621"/>
                  </a:lnTo>
                  <a:lnTo>
                    <a:pt x="88919" y="25611"/>
                  </a:lnTo>
                  <a:lnTo>
                    <a:pt x="84202" y="22754"/>
                  </a:lnTo>
                  <a:lnTo>
                    <a:pt x="79392" y="20056"/>
                  </a:lnTo>
                  <a:lnTo>
                    <a:pt x="74496" y="17517"/>
                  </a:lnTo>
                  <a:lnTo>
                    <a:pt x="69519" y="15141"/>
                  </a:lnTo>
                  <a:lnTo>
                    <a:pt x="64467" y="12930"/>
                  </a:lnTo>
                  <a:lnTo>
                    <a:pt x="59344" y="10888"/>
                  </a:lnTo>
                  <a:lnTo>
                    <a:pt x="54157" y="9015"/>
                  </a:lnTo>
                  <a:lnTo>
                    <a:pt x="48910" y="7315"/>
                  </a:lnTo>
                  <a:lnTo>
                    <a:pt x="43611" y="5788"/>
                  </a:lnTo>
                  <a:lnTo>
                    <a:pt x="38264" y="4438"/>
                  </a:lnTo>
                  <a:lnTo>
                    <a:pt x="32875" y="3264"/>
                  </a:lnTo>
                  <a:lnTo>
                    <a:pt x="27451" y="2269"/>
                  </a:lnTo>
                  <a:lnTo>
                    <a:pt x="21996" y="1453"/>
                  </a:lnTo>
                  <a:lnTo>
                    <a:pt x="16518" y="818"/>
                  </a:lnTo>
                  <a:lnTo>
                    <a:pt x="11022" y="363"/>
                  </a:lnTo>
                  <a:lnTo>
                    <a:pt x="551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0962" y="1681503"/>
              <a:ext cx="95562" cy="167167"/>
            </a:xfrm>
            <a:custGeom>
              <a:avLst/>
              <a:pathLst>
                <a:path w="95562" h="167167">
                  <a:moveTo>
                    <a:pt x="95562" y="0"/>
                  </a:moveTo>
                  <a:lnTo>
                    <a:pt x="89912" y="95"/>
                  </a:lnTo>
                  <a:lnTo>
                    <a:pt x="84268" y="381"/>
                  </a:lnTo>
                  <a:lnTo>
                    <a:pt x="78637" y="859"/>
                  </a:lnTo>
                  <a:lnTo>
                    <a:pt x="73025" y="1526"/>
                  </a:lnTo>
                  <a:lnTo>
                    <a:pt x="67439" y="2382"/>
                  </a:lnTo>
                  <a:lnTo>
                    <a:pt x="61885" y="3427"/>
                  </a:lnTo>
                  <a:lnTo>
                    <a:pt x="56370" y="4659"/>
                  </a:lnTo>
                  <a:lnTo>
                    <a:pt x="50900" y="6076"/>
                  </a:lnTo>
                  <a:lnTo>
                    <a:pt x="45480" y="7678"/>
                  </a:lnTo>
                  <a:lnTo>
                    <a:pt x="40118" y="9462"/>
                  </a:lnTo>
                  <a:lnTo>
                    <a:pt x="34819" y="11426"/>
                  </a:lnTo>
                  <a:lnTo>
                    <a:pt x="29590" y="13568"/>
                  </a:lnTo>
                  <a:lnTo>
                    <a:pt x="24436" y="15886"/>
                  </a:lnTo>
                  <a:lnTo>
                    <a:pt x="19363" y="18376"/>
                  </a:lnTo>
                  <a:lnTo>
                    <a:pt x="14378" y="21037"/>
                  </a:lnTo>
                  <a:lnTo>
                    <a:pt x="9485" y="23864"/>
                  </a:lnTo>
                  <a:lnTo>
                    <a:pt x="4690" y="26856"/>
                  </a:lnTo>
                  <a:lnTo>
                    <a:pt x="0" y="30007"/>
                  </a:lnTo>
                  <a:lnTo>
                    <a:pt x="9556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90962" y="1711511"/>
              <a:ext cx="95562" cy="137159"/>
            </a:xfrm>
            <a:custGeom>
              <a:avLst/>
              <a:pathLst>
                <a:path w="95562" h="137159">
                  <a:moveTo>
                    <a:pt x="0" y="0"/>
                  </a:moveTo>
                  <a:lnTo>
                    <a:pt x="95562" y="13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19368" y="1681503"/>
              <a:ext cx="334307" cy="334334"/>
            </a:xfrm>
            <a:custGeom>
              <a:avLst/>
              <a:pathLst>
                <a:path w="334307" h="334334">
                  <a:moveTo>
                    <a:pt x="71594" y="30007"/>
                  </a:moveTo>
                  <a:lnTo>
                    <a:pt x="67295" y="33105"/>
                  </a:lnTo>
                  <a:lnTo>
                    <a:pt x="63095" y="36338"/>
                  </a:lnTo>
                  <a:lnTo>
                    <a:pt x="59001" y="39702"/>
                  </a:lnTo>
                  <a:lnTo>
                    <a:pt x="55015" y="43194"/>
                  </a:lnTo>
                  <a:lnTo>
                    <a:pt x="51142" y="46811"/>
                  </a:lnTo>
                  <a:lnTo>
                    <a:pt x="47385" y="50549"/>
                  </a:lnTo>
                  <a:lnTo>
                    <a:pt x="43749" y="54404"/>
                  </a:lnTo>
                  <a:lnTo>
                    <a:pt x="40237" y="58372"/>
                  </a:lnTo>
                  <a:lnTo>
                    <a:pt x="36852" y="62450"/>
                  </a:lnTo>
                  <a:lnTo>
                    <a:pt x="33598" y="66632"/>
                  </a:lnTo>
                  <a:lnTo>
                    <a:pt x="30479" y="70916"/>
                  </a:lnTo>
                  <a:lnTo>
                    <a:pt x="27497" y="75297"/>
                  </a:lnTo>
                  <a:lnTo>
                    <a:pt x="24655" y="79770"/>
                  </a:lnTo>
                  <a:lnTo>
                    <a:pt x="21956" y="84330"/>
                  </a:lnTo>
                  <a:lnTo>
                    <a:pt x="19404" y="88974"/>
                  </a:lnTo>
                  <a:lnTo>
                    <a:pt x="16999" y="93697"/>
                  </a:lnTo>
                  <a:lnTo>
                    <a:pt x="14746" y="98493"/>
                  </a:lnTo>
                  <a:lnTo>
                    <a:pt x="12646" y="103359"/>
                  </a:lnTo>
                  <a:lnTo>
                    <a:pt x="10701" y="108288"/>
                  </a:lnTo>
                  <a:lnTo>
                    <a:pt x="8913" y="113277"/>
                  </a:lnTo>
                  <a:lnTo>
                    <a:pt x="7285" y="118320"/>
                  </a:lnTo>
                  <a:lnTo>
                    <a:pt x="5817" y="123412"/>
                  </a:lnTo>
                  <a:lnTo>
                    <a:pt x="4511" y="128548"/>
                  </a:lnTo>
                  <a:lnTo>
                    <a:pt x="3369" y="133723"/>
                  </a:lnTo>
                  <a:lnTo>
                    <a:pt x="2391" y="138931"/>
                  </a:lnTo>
                  <a:lnTo>
                    <a:pt x="1579" y="144168"/>
                  </a:lnTo>
                  <a:lnTo>
                    <a:pt x="933" y="149427"/>
                  </a:lnTo>
                  <a:lnTo>
                    <a:pt x="454" y="154705"/>
                  </a:lnTo>
                  <a:lnTo>
                    <a:pt x="143" y="159995"/>
                  </a:lnTo>
                  <a:lnTo>
                    <a:pt x="0" y="165293"/>
                  </a:lnTo>
                  <a:lnTo>
                    <a:pt x="24" y="170592"/>
                  </a:lnTo>
                  <a:lnTo>
                    <a:pt x="217" y="175888"/>
                  </a:lnTo>
                  <a:lnTo>
                    <a:pt x="577" y="181175"/>
                  </a:lnTo>
                  <a:lnTo>
                    <a:pt x="1105" y="186448"/>
                  </a:lnTo>
                  <a:lnTo>
                    <a:pt x="1799" y="191701"/>
                  </a:lnTo>
                  <a:lnTo>
                    <a:pt x="2660" y="196930"/>
                  </a:lnTo>
                  <a:lnTo>
                    <a:pt x="3686" y="202129"/>
                  </a:lnTo>
                  <a:lnTo>
                    <a:pt x="4876" y="207293"/>
                  </a:lnTo>
                  <a:lnTo>
                    <a:pt x="6230" y="212417"/>
                  </a:lnTo>
                  <a:lnTo>
                    <a:pt x="7745" y="217495"/>
                  </a:lnTo>
                  <a:lnTo>
                    <a:pt x="9420" y="222523"/>
                  </a:lnTo>
                  <a:lnTo>
                    <a:pt x="11254" y="227494"/>
                  </a:lnTo>
                  <a:lnTo>
                    <a:pt x="13245" y="232406"/>
                  </a:lnTo>
                  <a:lnTo>
                    <a:pt x="15390" y="237251"/>
                  </a:lnTo>
                  <a:lnTo>
                    <a:pt x="17687" y="242027"/>
                  </a:lnTo>
                  <a:lnTo>
                    <a:pt x="20135" y="246727"/>
                  </a:lnTo>
                  <a:lnTo>
                    <a:pt x="22731" y="251347"/>
                  </a:lnTo>
                  <a:lnTo>
                    <a:pt x="25472" y="255882"/>
                  </a:lnTo>
                  <a:lnTo>
                    <a:pt x="28355" y="260329"/>
                  </a:lnTo>
                  <a:lnTo>
                    <a:pt x="31378" y="264681"/>
                  </a:lnTo>
                  <a:lnTo>
                    <a:pt x="34537" y="268936"/>
                  </a:lnTo>
                  <a:lnTo>
                    <a:pt x="37829" y="273089"/>
                  </a:lnTo>
                  <a:lnTo>
                    <a:pt x="41252" y="277135"/>
                  </a:lnTo>
                  <a:lnTo>
                    <a:pt x="44800" y="281070"/>
                  </a:lnTo>
                  <a:lnTo>
                    <a:pt x="48472" y="284891"/>
                  </a:lnTo>
                  <a:lnTo>
                    <a:pt x="52263" y="288594"/>
                  </a:lnTo>
                  <a:lnTo>
                    <a:pt x="56170" y="292175"/>
                  </a:lnTo>
                  <a:lnTo>
                    <a:pt x="60188" y="295630"/>
                  </a:lnTo>
                  <a:lnTo>
                    <a:pt x="64314" y="298956"/>
                  </a:lnTo>
                  <a:lnTo>
                    <a:pt x="68543" y="302149"/>
                  </a:lnTo>
                  <a:lnTo>
                    <a:pt x="72871" y="305207"/>
                  </a:lnTo>
                  <a:lnTo>
                    <a:pt x="77293" y="308126"/>
                  </a:lnTo>
                  <a:lnTo>
                    <a:pt x="81807" y="310904"/>
                  </a:lnTo>
                  <a:lnTo>
                    <a:pt x="86405" y="313537"/>
                  </a:lnTo>
                  <a:lnTo>
                    <a:pt x="91085" y="316023"/>
                  </a:lnTo>
                  <a:lnTo>
                    <a:pt x="95842" y="318360"/>
                  </a:lnTo>
                  <a:lnTo>
                    <a:pt x="100670" y="320544"/>
                  </a:lnTo>
                  <a:lnTo>
                    <a:pt x="105565" y="322574"/>
                  </a:lnTo>
                  <a:lnTo>
                    <a:pt x="110522" y="324448"/>
                  </a:lnTo>
                  <a:lnTo>
                    <a:pt x="115536" y="326165"/>
                  </a:lnTo>
                  <a:lnTo>
                    <a:pt x="120601" y="327721"/>
                  </a:lnTo>
                  <a:lnTo>
                    <a:pt x="125714" y="329116"/>
                  </a:lnTo>
                  <a:lnTo>
                    <a:pt x="130868" y="330348"/>
                  </a:lnTo>
                  <a:lnTo>
                    <a:pt x="136058" y="331416"/>
                  </a:lnTo>
                  <a:lnTo>
                    <a:pt x="141280" y="332320"/>
                  </a:lnTo>
                  <a:lnTo>
                    <a:pt x="146528" y="333057"/>
                  </a:lnTo>
                  <a:lnTo>
                    <a:pt x="151796" y="333627"/>
                  </a:lnTo>
                  <a:lnTo>
                    <a:pt x="157080" y="334030"/>
                  </a:lnTo>
                  <a:lnTo>
                    <a:pt x="162374" y="334266"/>
                  </a:lnTo>
                  <a:lnTo>
                    <a:pt x="167673" y="334334"/>
                  </a:lnTo>
                  <a:lnTo>
                    <a:pt x="172972" y="334233"/>
                  </a:lnTo>
                  <a:lnTo>
                    <a:pt x="178264" y="333965"/>
                  </a:lnTo>
                  <a:lnTo>
                    <a:pt x="183546" y="333529"/>
                  </a:lnTo>
                  <a:lnTo>
                    <a:pt x="188811" y="332926"/>
                  </a:lnTo>
                  <a:lnTo>
                    <a:pt x="194054" y="332156"/>
                  </a:lnTo>
                  <a:lnTo>
                    <a:pt x="199270" y="331221"/>
                  </a:lnTo>
                  <a:lnTo>
                    <a:pt x="204454" y="330121"/>
                  </a:lnTo>
                  <a:lnTo>
                    <a:pt x="209600" y="328856"/>
                  </a:lnTo>
                  <a:lnTo>
                    <a:pt x="214704" y="327430"/>
                  </a:lnTo>
                  <a:lnTo>
                    <a:pt x="219760" y="325842"/>
                  </a:lnTo>
                  <a:lnTo>
                    <a:pt x="224763" y="324095"/>
                  </a:lnTo>
                  <a:lnTo>
                    <a:pt x="229708" y="322190"/>
                  </a:lnTo>
                  <a:lnTo>
                    <a:pt x="234590" y="320130"/>
                  </a:lnTo>
                  <a:lnTo>
                    <a:pt x="239405" y="317916"/>
                  </a:lnTo>
                  <a:lnTo>
                    <a:pt x="244147" y="315550"/>
                  </a:lnTo>
                  <a:lnTo>
                    <a:pt x="248811" y="313035"/>
                  </a:lnTo>
                  <a:lnTo>
                    <a:pt x="253394" y="310373"/>
                  </a:lnTo>
                  <a:lnTo>
                    <a:pt x="257889" y="307568"/>
                  </a:lnTo>
                  <a:lnTo>
                    <a:pt x="262294" y="304622"/>
                  </a:lnTo>
                  <a:lnTo>
                    <a:pt x="266603" y="301537"/>
                  </a:lnTo>
                  <a:lnTo>
                    <a:pt x="270812" y="298317"/>
                  </a:lnTo>
                  <a:lnTo>
                    <a:pt x="274917" y="294966"/>
                  </a:lnTo>
                  <a:lnTo>
                    <a:pt x="278914" y="291486"/>
                  </a:lnTo>
                  <a:lnTo>
                    <a:pt x="282798" y="287881"/>
                  </a:lnTo>
                  <a:lnTo>
                    <a:pt x="286566" y="284155"/>
                  </a:lnTo>
                  <a:lnTo>
                    <a:pt x="290215" y="280311"/>
                  </a:lnTo>
                  <a:lnTo>
                    <a:pt x="293739" y="276354"/>
                  </a:lnTo>
                  <a:lnTo>
                    <a:pt x="297136" y="272287"/>
                  </a:lnTo>
                  <a:lnTo>
                    <a:pt x="300403" y="268114"/>
                  </a:lnTo>
                  <a:lnTo>
                    <a:pt x="303536" y="263840"/>
                  </a:lnTo>
                  <a:lnTo>
                    <a:pt x="306531" y="259469"/>
                  </a:lnTo>
                  <a:lnTo>
                    <a:pt x="309387" y="255004"/>
                  </a:lnTo>
                  <a:lnTo>
                    <a:pt x="312100" y="250452"/>
                  </a:lnTo>
                  <a:lnTo>
                    <a:pt x="314667" y="245816"/>
                  </a:lnTo>
                  <a:lnTo>
                    <a:pt x="317086" y="241101"/>
                  </a:lnTo>
                  <a:lnTo>
                    <a:pt x="319354" y="236311"/>
                  </a:lnTo>
                  <a:lnTo>
                    <a:pt x="321469" y="231453"/>
                  </a:lnTo>
                  <a:lnTo>
                    <a:pt x="323429" y="226529"/>
                  </a:lnTo>
                  <a:lnTo>
                    <a:pt x="325232" y="221546"/>
                  </a:lnTo>
                  <a:lnTo>
                    <a:pt x="326876" y="216508"/>
                  </a:lnTo>
                  <a:lnTo>
                    <a:pt x="328360" y="211421"/>
                  </a:lnTo>
                  <a:lnTo>
                    <a:pt x="329682" y="206289"/>
                  </a:lnTo>
                  <a:lnTo>
                    <a:pt x="330840" y="201118"/>
                  </a:lnTo>
                  <a:lnTo>
                    <a:pt x="331834" y="195912"/>
                  </a:lnTo>
                  <a:lnTo>
                    <a:pt x="332662" y="190678"/>
                  </a:lnTo>
                  <a:lnTo>
                    <a:pt x="333324" y="185420"/>
                  </a:lnTo>
                  <a:lnTo>
                    <a:pt x="333819" y="180144"/>
                  </a:lnTo>
                  <a:lnTo>
                    <a:pt x="334147" y="174855"/>
                  </a:lnTo>
                  <a:lnTo>
                    <a:pt x="334307" y="169558"/>
                  </a:lnTo>
                  <a:lnTo>
                    <a:pt x="334299" y="164259"/>
                  </a:lnTo>
                  <a:lnTo>
                    <a:pt x="334122" y="158962"/>
                  </a:lnTo>
                  <a:lnTo>
                    <a:pt x="333778" y="153674"/>
                  </a:lnTo>
                  <a:lnTo>
                    <a:pt x="333267" y="148400"/>
                  </a:lnTo>
                  <a:lnTo>
                    <a:pt x="332589" y="143144"/>
                  </a:lnTo>
                  <a:lnTo>
                    <a:pt x="331744" y="137912"/>
                  </a:lnTo>
                  <a:lnTo>
                    <a:pt x="330734" y="132710"/>
                  </a:lnTo>
                  <a:lnTo>
                    <a:pt x="329560" y="127543"/>
                  </a:lnTo>
                  <a:lnTo>
                    <a:pt x="328222" y="122415"/>
                  </a:lnTo>
                  <a:lnTo>
                    <a:pt x="326723" y="117332"/>
                  </a:lnTo>
                  <a:lnTo>
                    <a:pt x="325063" y="112299"/>
                  </a:lnTo>
                  <a:lnTo>
                    <a:pt x="323245" y="107322"/>
                  </a:lnTo>
                  <a:lnTo>
                    <a:pt x="321269" y="102404"/>
                  </a:lnTo>
                  <a:lnTo>
                    <a:pt x="319139" y="97552"/>
                  </a:lnTo>
                  <a:lnTo>
                    <a:pt x="316856" y="92770"/>
                  </a:lnTo>
                  <a:lnTo>
                    <a:pt x="314423" y="88062"/>
                  </a:lnTo>
                  <a:lnTo>
                    <a:pt x="311841" y="83434"/>
                  </a:lnTo>
                  <a:lnTo>
                    <a:pt x="309115" y="78890"/>
                  </a:lnTo>
                  <a:lnTo>
                    <a:pt x="306245" y="74435"/>
                  </a:lnTo>
                  <a:lnTo>
                    <a:pt x="303236" y="70073"/>
                  </a:lnTo>
                  <a:lnTo>
                    <a:pt x="300090" y="65808"/>
                  </a:lnTo>
                  <a:lnTo>
                    <a:pt x="296811" y="61646"/>
                  </a:lnTo>
                  <a:lnTo>
                    <a:pt x="293401" y="57589"/>
                  </a:lnTo>
                  <a:lnTo>
                    <a:pt x="289864" y="53643"/>
                  </a:lnTo>
                  <a:lnTo>
                    <a:pt x="286204" y="49810"/>
                  </a:lnTo>
                  <a:lnTo>
                    <a:pt x="282424" y="46096"/>
                  </a:lnTo>
                  <a:lnTo>
                    <a:pt x="278529" y="42503"/>
                  </a:lnTo>
                  <a:lnTo>
                    <a:pt x="274522" y="39035"/>
                  </a:lnTo>
                  <a:lnTo>
                    <a:pt x="270406" y="35697"/>
                  </a:lnTo>
                  <a:lnTo>
                    <a:pt x="266187" y="32490"/>
                  </a:lnTo>
                  <a:lnTo>
                    <a:pt x="261869" y="29419"/>
                  </a:lnTo>
                  <a:lnTo>
                    <a:pt x="257455" y="26486"/>
                  </a:lnTo>
                  <a:lnTo>
                    <a:pt x="252950" y="23694"/>
                  </a:lnTo>
                  <a:lnTo>
                    <a:pt x="248360" y="21047"/>
                  </a:lnTo>
                  <a:lnTo>
                    <a:pt x="243687" y="18547"/>
                  </a:lnTo>
                  <a:lnTo>
                    <a:pt x="238938" y="16196"/>
                  </a:lnTo>
                  <a:lnTo>
                    <a:pt x="234117" y="13996"/>
                  </a:lnTo>
                  <a:lnTo>
                    <a:pt x="229228" y="11951"/>
                  </a:lnTo>
                  <a:lnTo>
                    <a:pt x="224277" y="10061"/>
                  </a:lnTo>
                  <a:lnTo>
                    <a:pt x="219269" y="8330"/>
                  </a:lnTo>
                  <a:lnTo>
                    <a:pt x="214208" y="6758"/>
                  </a:lnTo>
                  <a:lnTo>
                    <a:pt x="209100" y="5347"/>
                  </a:lnTo>
                  <a:lnTo>
                    <a:pt x="203950" y="4099"/>
                  </a:lnTo>
                  <a:lnTo>
                    <a:pt x="198762" y="3015"/>
                  </a:lnTo>
                  <a:lnTo>
                    <a:pt x="193543" y="2095"/>
                  </a:lnTo>
                  <a:lnTo>
                    <a:pt x="188298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52024" y="2126963"/>
              <a:ext cx="29262" cy="167167"/>
            </a:xfrm>
            <a:custGeom>
              <a:avLst/>
              <a:pathLst>
                <a:path w="29262" h="167167">
                  <a:moveTo>
                    <a:pt x="29262" y="0"/>
                  </a:moveTo>
                  <a:lnTo>
                    <a:pt x="21911" y="161"/>
                  </a:lnTo>
                  <a:lnTo>
                    <a:pt x="14574" y="646"/>
                  </a:lnTo>
                  <a:lnTo>
                    <a:pt x="7266" y="1453"/>
                  </a:lnTo>
                  <a:lnTo>
                    <a:pt x="0" y="2581"/>
                  </a:lnTo>
                  <a:lnTo>
                    <a:pt x="2926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14121" y="2127843"/>
              <a:ext cx="334315" cy="333452"/>
            </a:xfrm>
            <a:custGeom>
              <a:avLst/>
              <a:pathLst>
                <a:path w="334315" h="333452">
                  <a:moveTo>
                    <a:pt x="137902" y="1701"/>
                  </a:moveTo>
                  <a:lnTo>
                    <a:pt x="132716" y="2708"/>
                  </a:lnTo>
                  <a:lnTo>
                    <a:pt x="127565" y="3878"/>
                  </a:lnTo>
                  <a:lnTo>
                    <a:pt x="122453" y="5210"/>
                  </a:lnTo>
                  <a:lnTo>
                    <a:pt x="117386" y="6704"/>
                  </a:lnTo>
                  <a:lnTo>
                    <a:pt x="112368" y="8356"/>
                  </a:lnTo>
                  <a:lnTo>
                    <a:pt x="107405" y="10166"/>
                  </a:lnTo>
                  <a:lnTo>
                    <a:pt x="102502" y="12133"/>
                  </a:lnTo>
                  <a:lnTo>
                    <a:pt x="97663" y="14253"/>
                  </a:lnTo>
                  <a:lnTo>
                    <a:pt x="92894" y="16525"/>
                  </a:lnTo>
                  <a:lnTo>
                    <a:pt x="88199" y="18947"/>
                  </a:lnTo>
                  <a:lnTo>
                    <a:pt x="83583" y="21515"/>
                  </a:lnTo>
                  <a:lnTo>
                    <a:pt x="79050" y="24229"/>
                  </a:lnTo>
                  <a:lnTo>
                    <a:pt x="74605" y="27084"/>
                  </a:lnTo>
                  <a:lnTo>
                    <a:pt x="70253" y="30078"/>
                  </a:lnTo>
                  <a:lnTo>
                    <a:pt x="65997" y="33208"/>
                  </a:lnTo>
                  <a:lnTo>
                    <a:pt x="61843" y="36471"/>
                  </a:lnTo>
                  <a:lnTo>
                    <a:pt x="57794" y="39864"/>
                  </a:lnTo>
                  <a:lnTo>
                    <a:pt x="53853" y="43383"/>
                  </a:lnTo>
                  <a:lnTo>
                    <a:pt x="50027" y="47025"/>
                  </a:lnTo>
                  <a:lnTo>
                    <a:pt x="46317" y="50786"/>
                  </a:lnTo>
                  <a:lnTo>
                    <a:pt x="42727" y="54662"/>
                  </a:lnTo>
                  <a:lnTo>
                    <a:pt x="39262" y="58650"/>
                  </a:lnTo>
                  <a:lnTo>
                    <a:pt x="35925" y="62745"/>
                  </a:lnTo>
                  <a:lnTo>
                    <a:pt x="32719" y="66944"/>
                  </a:lnTo>
                  <a:lnTo>
                    <a:pt x="29647" y="71241"/>
                  </a:lnTo>
                  <a:lnTo>
                    <a:pt x="26713" y="75634"/>
                  </a:lnTo>
                  <a:lnTo>
                    <a:pt x="23918" y="80118"/>
                  </a:lnTo>
                  <a:lnTo>
                    <a:pt x="21267" y="84687"/>
                  </a:lnTo>
                  <a:lnTo>
                    <a:pt x="18761" y="89338"/>
                  </a:lnTo>
                  <a:lnTo>
                    <a:pt x="16404" y="94065"/>
                  </a:lnTo>
                  <a:lnTo>
                    <a:pt x="14197" y="98865"/>
                  </a:lnTo>
                  <a:lnTo>
                    <a:pt x="12143" y="103732"/>
                  </a:lnTo>
                  <a:lnTo>
                    <a:pt x="10244" y="108662"/>
                  </a:lnTo>
                  <a:lnTo>
                    <a:pt x="8502" y="113649"/>
                  </a:lnTo>
                  <a:lnTo>
                    <a:pt x="6918" y="118689"/>
                  </a:lnTo>
                  <a:lnTo>
                    <a:pt x="5494" y="123776"/>
                  </a:lnTo>
                  <a:lnTo>
                    <a:pt x="4231" y="128906"/>
                  </a:lnTo>
                  <a:lnTo>
                    <a:pt x="3131" y="134073"/>
                  </a:lnTo>
                  <a:lnTo>
                    <a:pt x="2195" y="139272"/>
                  </a:lnTo>
                  <a:lnTo>
                    <a:pt x="1424" y="144498"/>
                  </a:lnTo>
                  <a:lnTo>
                    <a:pt x="818" y="149746"/>
                  </a:lnTo>
                  <a:lnTo>
                    <a:pt x="379" y="155010"/>
                  </a:lnTo>
                  <a:lnTo>
                    <a:pt x="106" y="160286"/>
                  </a:lnTo>
                  <a:lnTo>
                    <a:pt x="0" y="165568"/>
                  </a:lnTo>
                  <a:lnTo>
                    <a:pt x="60" y="170850"/>
                  </a:lnTo>
                  <a:lnTo>
                    <a:pt x="288" y="176128"/>
                  </a:lnTo>
                  <a:lnTo>
                    <a:pt x="682" y="181396"/>
                  </a:lnTo>
                  <a:lnTo>
                    <a:pt x="1243" y="186649"/>
                  </a:lnTo>
                  <a:lnTo>
                    <a:pt x="1969" y="191882"/>
                  </a:lnTo>
                  <a:lnTo>
                    <a:pt x="2860" y="197089"/>
                  </a:lnTo>
                  <a:lnTo>
                    <a:pt x="3915" y="202265"/>
                  </a:lnTo>
                  <a:lnTo>
                    <a:pt x="5134" y="207406"/>
                  </a:lnTo>
                  <a:lnTo>
                    <a:pt x="6514" y="212505"/>
                  </a:lnTo>
                  <a:lnTo>
                    <a:pt x="8055" y="217558"/>
                  </a:lnTo>
                  <a:lnTo>
                    <a:pt x="9754" y="222560"/>
                  </a:lnTo>
                  <a:lnTo>
                    <a:pt x="11611" y="227506"/>
                  </a:lnTo>
                  <a:lnTo>
                    <a:pt x="13623" y="232390"/>
                  </a:lnTo>
                  <a:lnTo>
                    <a:pt x="15788" y="237209"/>
                  </a:lnTo>
                  <a:lnTo>
                    <a:pt x="18105" y="241957"/>
                  </a:lnTo>
                  <a:lnTo>
                    <a:pt x="20570" y="246629"/>
                  </a:lnTo>
                  <a:lnTo>
                    <a:pt x="23182" y="251221"/>
                  </a:lnTo>
                  <a:lnTo>
                    <a:pt x="25938" y="255728"/>
                  </a:lnTo>
                  <a:lnTo>
                    <a:pt x="28834" y="260146"/>
                  </a:lnTo>
                  <a:lnTo>
                    <a:pt x="31869" y="264470"/>
                  </a:lnTo>
                  <a:lnTo>
                    <a:pt x="35039" y="268696"/>
                  </a:lnTo>
                  <a:lnTo>
                    <a:pt x="38341" y="272820"/>
                  </a:lnTo>
                  <a:lnTo>
                    <a:pt x="41771" y="276837"/>
                  </a:lnTo>
                  <a:lnTo>
                    <a:pt x="45327" y="280744"/>
                  </a:lnTo>
                  <a:lnTo>
                    <a:pt x="49005" y="284537"/>
                  </a:lnTo>
                  <a:lnTo>
                    <a:pt x="52800" y="288211"/>
                  </a:lnTo>
                  <a:lnTo>
                    <a:pt x="56710" y="291764"/>
                  </a:lnTo>
                  <a:lnTo>
                    <a:pt x="60730" y="295192"/>
                  </a:lnTo>
                  <a:lnTo>
                    <a:pt x="64856" y="298490"/>
                  </a:lnTo>
                  <a:lnTo>
                    <a:pt x="69084" y="301657"/>
                  </a:lnTo>
                  <a:lnTo>
                    <a:pt x="73411" y="304689"/>
                  </a:lnTo>
                  <a:lnTo>
                    <a:pt x="77831" y="307582"/>
                  </a:lnTo>
                  <a:lnTo>
                    <a:pt x="82340" y="310334"/>
                  </a:lnTo>
                  <a:lnTo>
                    <a:pt x="86934" y="312943"/>
                  </a:lnTo>
                  <a:lnTo>
                    <a:pt x="91608" y="315405"/>
                  </a:lnTo>
                  <a:lnTo>
                    <a:pt x="96357" y="317718"/>
                  </a:lnTo>
                  <a:lnTo>
                    <a:pt x="101178" y="319879"/>
                  </a:lnTo>
                  <a:lnTo>
                    <a:pt x="106064" y="321888"/>
                  </a:lnTo>
                  <a:lnTo>
                    <a:pt x="111011" y="323741"/>
                  </a:lnTo>
                  <a:lnTo>
                    <a:pt x="116014" y="325436"/>
                  </a:lnTo>
                  <a:lnTo>
                    <a:pt x="121069" y="326973"/>
                  </a:lnTo>
                  <a:lnTo>
                    <a:pt x="126169" y="328350"/>
                  </a:lnTo>
                  <a:lnTo>
                    <a:pt x="131310" y="329564"/>
                  </a:lnTo>
                  <a:lnTo>
                    <a:pt x="136487" y="330615"/>
                  </a:lnTo>
                  <a:lnTo>
                    <a:pt x="141695" y="331503"/>
                  </a:lnTo>
                  <a:lnTo>
                    <a:pt x="146928" y="332225"/>
                  </a:lnTo>
                  <a:lnTo>
                    <a:pt x="152182" y="332782"/>
                  </a:lnTo>
                  <a:lnTo>
                    <a:pt x="157450" y="333172"/>
                  </a:lnTo>
                  <a:lnTo>
                    <a:pt x="162728" y="333396"/>
                  </a:lnTo>
                  <a:lnTo>
                    <a:pt x="168010" y="333452"/>
                  </a:lnTo>
                  <a:lnTo>
                    <a:pt x="173292" y="333342"/>
                  </a:lnTo>
                  <a:lnTo>
                    <a:pt x="178568" y="333065"/>
                  </a:lnTo>
                  <a:lnTo>
                    <a:pt x="183832" y="332622"/>
                  </a:lnTo>
                  <a:lnTo>
                    <a:pt x="189079" y="332012"/>
                  </a:lnTo>
                  <a:lnTo>
                    <a:pt x="194305" y="331237"/>
                  </a:lnTo>
                  <a:lnTo>
                    <a:pt x="199503" y="330297"/>
                  </a:lnTo>
                  <a:lnTo>
                    <a:pt x="204669" y="329193"/>
                  </a:lnTo>
                  <a:lnTo>
                    <a:pt x="209798" y="327927"/>
                  </a:lnTo>
                  <a:lnTo>
                    <a:pt x="214884" y="326499"/>
                  </a:lnTo>
                  <a:lnTo>
                    <a:pt x="219923" y="324911"/>
                  </a:lnTo>
                  <a:lnTo>
                    <a:pt x="224909" y="323165"/>
                  </a:lnTo>
                  <a:lnTo>
                    <a:pt x="229837" y="321262"/>
                  </a:lnTo>
                  <a:lnTo>
                    <a:pt x="234703" y="319204"/>
                  </a:lnTo>
                  <a:lnTo>
                    <a:pt x="239501" y="316994"/>
                  </a:lnTo>
                  <a:lnTo>
                    <a:pt x="244227" y="314633"/>
                  </a:lnTo>
                  <a:lnTo>
                    <a:pt x="248875" y="312124"/>
                  </a:lnTo>
                  <a:lnTo>
                    <a:pt x="253443" y="309469"/>
                  </a:lnTo>
                  <a:lnTo>
                    <a:pt x="257924" y="306672"/>
                  </a:lnTo>
                  <a:lnTo>
                    <a:pt x="262314" y="303734"/>
                  </a:lnTo>
                  <a:lnTo>
                    <a:pt x="266610" y="300659"/>
                  </a:lnTo>
                  <a:lnTo>
                    <a:pt x="270806" y="297449"/>
                  </a:lnTo>
                  <a:lnTo>
                    <a:pt x="274899" y="294109"/>
                  </a:lnTo>
                  <a:lnTo>
                    <a:pt x="278884" y="290641"/>
                  </a:lnTo>
                  <a:lnTo>
                    <a:pt x="282757" y="287049"/>
                  </a:lnTo>
                  <a:lnTo>
                    <a:pt x="286516" y="283336"/>
                  </a:lnTo>
                  <a:lnTo>
                    <a:pt x="290154" y="279507"/>
                  </a:lnTo>
                  <a:lnTo>
                    <a:pt x="293671" y="275564"/>
                  </a:lnTo>
                  <a:lnTo>
                    <a:pt x="297060" y="271512"/>
                  </a:lnTo>
                  <a:lnTo>
                    <a:pt x="300320" y="267355"/>
                  </a:lnTo>
                  <a:lnTo>
                    <a:pt x="303447" y="263097"/>
                  </a:lnTo>
                  <a:lnTo>
                    <a:pt x="306438" y="258743"/>
                  </a:lnTo>
                  <a:lnTo>
                    <a:pt x="309290" y="254296"/>
                  </a:lnTo>
                  <a:lnTo>
                    <a:pt x="312000" y="249761"/>
                  </a:lnTo>
                  <a:lnTo>
                    <a:pt x="314565" y="245143"/>
                  </a:lnTo>
                  <a:lnTo>
                    <a:pt x="316983" y="240446"/>
                  </a:lnTo>
                  <a:lnTo>
                    <a:pt x="319252" y="235675"/>
                  </a:lnTo>
                  <a:lnTo>
                    <a:pt x="321368" y="230835"/>
                  </a:lnTo>
                  <a:lnTo>
                    <a:pt x="323331" y="225930"/>
                  </a:lnTo>
                  <a:lnTo>
                    <a:pt x="325138" y="220966"/>
                  </a:lnTo>
                  <a:lnTo>
                    <a:pt x="326786" y="215947"/>
                  </a:lnTo>
                  <a:lnTo>
                    <a:pt x="328276" y="210878"/>
                  </a:lnTo>
                  <a:lnTo>
                    <a:pt x="329604" y="205765"/>
                  </a:lnTo>
                  <a:lnTo>
                    <a:pt x="330771" y="200613"/>
                  </a:lnTo>
                  <a:lnTo>
                    <a:pt x="331774" y="195426"/>
                  </a:lnTo>
                  <a:lnTo>
                    <a:pt x="332612" y="190210"/>
                  </a:lnTo>
                  <a:lnTo>
                    <a:pt x="333285" y="184971"/>
                  </a:lnTo>
                  <a:lnTo>
                    <a:pt x="333793" y="179712"/>
                  </a:lnTo>
                  <a:lnTo>
                    <a:pt x="334134" y="174441"/>
                  </a:lnTo>
                  <a:lnTo>
                    <a:pt x="334308" y="169161"/>
                  </a:lnTo>
                  <a:lnTo>
                    <a:pt x="334315" y="163878"/>
                  </a:lnTo>
                  <a:lnTo>
                    <a:pt x="334156" y="158598"/>
                  </a:lnTo>
                  <a:lnTo>
                    <a:pt x="333830" y="153325"/>
                  </a:lnTo>
                  <a:lnTo>
                    <a:pt x="333337" y="148065"/>
                  </a:lnTo>
                  <a:lnTo>
                    <a:pt x="332678" y="142824"/>
                  </a:lnTo>
                  <a:lnTo>
                    <a:pt x="331854" y="137605"/>
                  </a:lnTo>
                  <a:lnTo>
                    <a:pt x="330865" y="132416"/>
                  </a:lnTo>
                  <a:lnTo>
                    <a:pt x="329713" y="127260"/>
                  </a:lnTo>
                  <a:lnTo>
                    <a:pt x="328399" y="122144"/>
                  </a:lnTo>
                  <a:lnTo>
                    <a:pt x="326924" y="117071"/>
                  </a:lnTo>
                  <a:lnTo>
                    <a:pt x="325289" y="112048"/>
                  </a:lnTo>
                  <a:lnTo>
                    <a:pt x="323496" y="107078"/>
                  </a:lnTo>
                  <a:lnTo>
                    <a:pt x="321547" y="102168"/>
                  </a:lnTo>
                  <a:lnTo>
                    <a:pt x="319444" y="97322"/>
                  </a:lnTo>
                  <a:lnTo>
                    <a:pt x="317189" y="92545"/>
                  </a:lnTo>
                  <a:lnTo>
                    <a:pt x="314784" y="87841"/>
                  </a:lnTo>
                  <a:lnTo>
                    <a:pt x="312231" y="83216"/>
                  </a:lnTo>
                  <a:lnTo>
                    <a:pt x="309534" y="78674"/>
                  </a:lnTo>
                  <a:lnTo>
                    <a:pt x="306695" y="74219"/>
                  </a:lnTo>
                  <a:lnTo>
                    <a:pt x="303716" y="69856"/>
                  </a:lnTo>
                  <a:lnTo>
                    <a:pt x="300601" y="65590"/>
                  </a:lnTo>
                  <a:lnTo>
                    <a:pt x="297352" y="61424"/>
                  </a:lnTo>
                  <a:lnTo>
                    <a:pt x="293974" y="57362"/>
                  </a:lnTo>
                  <a:lnTo>
                    <a:pt x="290469" y="53410"/>
                  </a:lnTo>
                  <a:lnTo>
                    <a:pt x="286840" y="49570"/>
                  </a:lnTo>
                  <a:lnTo>
                    <a:pt x="283093" y="45847"/>
                  </a:lnTo>
                  <a:lnTo>
                    <a:pt x="279229" y="42244"/>
                  </a:lnTo>
                  <a:lnTo>
                    <a:pt x="275254" y="38765"/>
                  </a:lnTo>
                  <a:lnTo>
                    <a:pt x="271170" y="35413"/>
                  </a:lnTo>
                  <a:lnTo>
                    <a:pt x="266983" y="32192"/>
                  </a:lnTo>
                  <a:lnTo>
                    <a:pt x="262696" y="29105"/>
                  </a:lnTo>
                  <a:lnTo>
                    <a:pt x="258314" y="26155"/>
                  </a:lnTo>
                  <a:lnTo>
                    <a:pt x="253840" y="23345"/>
                  </a:lnTo>
                  <a:lnTo>
                    <a:pt x="249280" y="20678"/>
                  </a:lnTo>
                  <a:lnTo>
                    <a:pt x="244638" y="18156"/>
                  </a:lnTo>
                  <a:lnTo>
                    <a:pt x="239919" y="15782"/>
                  </a:lnTo>
                  <a:lnTo>
                    <a:pt x="235127" y="13558"/>
                  </a:lnTo>
                  <a:lnTo>
                    <a:pt x="230267" y="11487"/>
                  </a:lnTo>
                  <a:lnTo>
                    <a:pt x="225344" y="9570"/>
                  </a:lnTo>
                  <a:lnTo>
                    <a:pt x="220363" y="7810"/>
                  </a:lnTo>
                  <a:lnTo>
                    <a:pt x="215329" y="6208"/>
                  </a:lnTo>
                  <a:lnTo>
                    <a:pt x="210247" y="4766"/>
                  </a:lnTo>
                  <a:lnTo>
                    <a:pt x="205122" y="3486"/>
                  </a:lnTo>
                  <a:lnTo>
                    <a:pt x="199959" y="2368"/>
                  </a:lnTo>
                  <a:lnTo>
                    <a:pt x="194763" y="1413"/>
                  </a:lnTo>
                  <a:lnTo>
                    <a:pt x="189540" y="624"/>
                  </a:lnTo>
                  <a:lnTo>
                    <a:pt x="184294" y="0"/>
                  </a:lnTo>
                  <a:lnTo>
                    <a:pt x="167165" y="1662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781287" y="2126963"/>
              <a:ext cx="17128" cy="167167"/>
            </a:xfrm>
            <a:custGeom>
              <a:avLst/>
              <a:pathLst>
                <a:path w="17128" h="167167">
                  <a:moveTo>
                    <a:pt x="17128" y="879"/>
                  </a:moveTo>
                  <a:lnTo>
                    <a:pt x="8575" y="2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423592" y="2633064"/>
              <a:ext cx="332910" cy="334328"/>
            </a:xfrm>
            <a:custGeom>
              <a:avLst/>
              <a:pathLst>
                <a:path w="332910" h="334328">
                  <a:moveTo>
                    <a:pt x="167156" y="0"/>
                  </a:moveTo>
                  <a:lnTo>
                    <a:pt x="161837" y="84"/>
                  </a:lnTo>
                  <a:lnTo>
                    <a:pt x="156524" y="338"/>
                  </a:lnTo>
                  <a:lnTo>
                    <a:pt x="151222" y="761"/>
                  </a:lnTo>
                  <a:lnTo>
                    <a:pt x="145935" y="1352"/>
                  </a:lnTo>
                  <a:lnTo>
                    <a:pt x="140671" y="2111"/>
                  </a:lnTo>
                  <a:lnTo>
                    <a:pt x="135433" y="3037"/>
                  </a:lnTo>
                  <a:lnTo>
                    <a:pt x="130227" y="4130"/>
                  </a:lnTo>
                  <a:lnTo>
                    <a:pt x="125058" y="5387"/>
                  </a:lnTo>
                  <a:lnTo>
                    <a:pt x="119932" y="6808"/>
                  </a:lnTo>
                  <a:lnTo>
                    <a:pt x="114854" y="8392"/>
                  </a:lnTo>
                  <a:lnTo>
                    <a:pt x="109829" y="10136"/>
                  </a:lnTo>
                  <a:lnTo>
                    <a:pt x="104862" y="12040"/>
                  </a:lnTo>
                  <a:lnTo>
                    <a:pt x="99958" y="14100"/>
                  </a:lnTo>
                  <a:lnTo>
                    <a:pt x="95122" y="16316"/>
                  </a:lnTo>
                  <a:lnTo>
                    <a:pt x="90359" y="18684"/>
                  </a:lnTo>
                  <a:lnTo>
                    <a:pt x="85674" y="21202"/>
                  </a:lnTo>
                  <a:lnTo>
                    <a:pt x="81071" y="23869"/>
                  </a:lnTo>
                  <a:lnTo>
                    <a:pt x="76556" y="26680"/>
                  </a:lnTo>
                  <a:lnTo>
                    <a:pt x="72132" y="29634"/>
                  </a:lnTo>
                  <a:lnTo>
                    <a:pt x="67804" y="32727"/>
                  </a:lnTo>
                  <a:lnTo>
                    <a:pt x="63577" y="35956"/>
                  </a:lnTo>
                  <a:lnTo>
                    <a:pt x="59455" y="39317"/>
                  </a:lnTo>
                  <a:lnTo>
                    <a:pt x="55442" y="42809"/>
                  </a:lnTo>
                  <a:lnTo>
                    <a:pt x="51542" y="46426"/>
                  </a:lnTo>
                  <a:lnTo>
                    <a:pt x="47759" y="50165"/>
                  </a:lnTo>
                  <a:lnTo>
                    <a:pt x="44097" y="54023"/>
                  </a:lnTo>
                  <a:lnTo>
                    <a:pt x="40559" y="57996"/>
                  </a:lnTo>
                  <a:lnTo>
                    <a:pt x="37150" y="62079"/>
                  </a:lnTo>
                  <a:lnTo>
                    <a:pt x="33873" y="66268"/>
                  </a:lnTo>
                  <a:lnTo>
                    <a:pt x="30730" y="70560"/>
                  </a:lnTo>
                  <a:lnTo>
                    <a:pt x="27725" y="74949"/>
                  </a:lnTo>
                  <a:lnTo>
                    <a:pt x="24862" y="79432"/>
                  </a:lnTo>
                  <a:lnTo>
                    <a:pt x="22143" y="84004"/>
                  </a:lnTo>
                  <a:lnTo>
                    <a:pt x="19570" y="88660"/>
                  </a:lnTo>
                  <a:lnTo>
                    <a:pt x="17147" y="93395"/>
                  </a:lnTo>
                  <a:lnTo>
                    <a:pt x="14876" y="98205"/>
                  </a:lnTo>
                  <a:lnTo>
                    <a:pt x="12759" y="103085"/>
                  </a:lnTo>
                  <a:lnTo>
                    <a:pt x="10798" y="108029"/>
                  </a:lnTo>
                  <a:lnTo>
                    <a:pt x="8996" y="113034"/>
                  </a:lnTo>
                  <a:lnTo>
                    <a:pt x="7354" y="118093"/>
                  </a:lnTo>
                  <a:lnTo>
                    <a:pt x="5873" y="123202"/>
                  </a:lnTo>
                  <a:lnTo>
                    <a:pt x="4556" y="128356"/>
                  </a:lnTo>
                  <a:lnTo>
                    <a:pt x="3404" y="133549"/>
                  </a:lnTo>
                  <a:lnTo>
                    <a:pt x="2417" y="138776"/>
                  </a:lnTo>
                  <a:lnTo>
                    <a:pt x="1597" y="144032"/>
                  </a:lnTo>
                  <a:lnTo>
                    <a:pt x="945" y="149311"/>
                  </a:lnTo>
                  <a:lnTo>
                    <a:pt x="461" y="154608"/>
                  </a:lnTo>
                  <a:lnTo>
                    <a:pt x="146" y="159918"/>
                  </a:lnTo>
                  <a:lnTo>
                    <a:pt x="0" y="165235"/>
                  </a:lnTo>
                  <a:lnTo>
                    <a:pt x="23" y="170554"/>
                  </a:lnTo>
                  <a:lnTo>
                    <a:pt x="215" y="175870"/>
                  </a:lnTo>
                  <a:lnTo>
                    <a:pt x="576" y="181177"/>
                  </a:lnTo>
                  <a:lnTo>
                    <a:pt x="1107" y="186470"/>
                  </a:lnTo>
                  <a:lnTo>
                    <a:pt x="1805" y="191743"/>
                  </a:lnTo>
                  <a:lnTo>
                    <a:pt x="2670" y="196991"/>
                  </a:lnTo>
                  <a:lnTo>
                    <a:pt x="3702" y="202209"/>
                  </a:lnTo>
                  <a:lnTo>
                    <a:pt x="4900" y="207392"/>
                  </a:lnTo>
                  <a:lnTo>
                    <a:pt x="6262" y="212534"/>
                  </a:lnTo>
                  <a:lnTo>
                    <a:pt x="7787" y="217630"/>
                  </a:lnTo>
                  <a:lnTo>
                    <a:pt x="9473" y="222675"/>
                  </a:lnTo>
                  <a:lnTo>
                    <a:pt x="11319" y="227664"/>
                  </a:lnTo>
                  <a:lnTo>
                    <a:pt x="13323" y="232591"/>
                  </a:lnTo>
                  <a:lnTo>
                    <a:pt x="15482" y="237452"/>
                  </a:lnTo>
                  <a:lnTo>
                    <a:pt x="17795" y="242242"/>
                  </a:lnTo>
                  <a:lnTo>
                    <a:pt x="20259" y="246956"/>
                  </a:lnTo>
                  <a:lnTo>
                    <a:pt x="22872" y="251590"/>
                  </a:lnTo>
                  <a:lnTo>
                    <a:pt x="25631" y="256137"/>
                  </a:lnTo>
                  <a:lnTo>
                    <a:pt x="28533" y="260595"/>
                  </a:lnTo>
                  <a:lnTo>
                    <a:pt x="31576" y="264958"/>
                  </a:lnTo>
                  <a:lnTo>
                    <a:pt x="34756" y="269222"/>
                  </a:lnTo>
                  <a:lnTo>
                    <a:pt x="38070" y="273383"/>
                  </a:lnTo>
                  <a:lnTo>
                    <a:pt x="41515" y="277436"/>
                  </a:lnTo>
                  <a:lnTo>
                    <a:pt x="45087" y="281378"/>
                  </a:lnTo>
                  <a:lnTo>
                    <a:pt x="48782" y="285204"/>
                  </a:lnTo>
                  <a:lnTo>
                    <a:pt x="52598" y="288910"/>
                  </a:lnTo>
                  <a:lnTo>
                    <a:pt x="56529" y="292493"/>
                  </a:lnTo>
                  <a:lnTo>
                    <a:pt x="60572" y="295949"/>
                  </a:lnTo>
                  <a:lnTo>
                    <a:pt x="64723" y="299275"/>
                  </a:lnTo>
                  <a:lnTo>
                    <a:pt x="68978" y="302467"/>
                  </a:lnTo>
                  <a:lnTo>
                    <a:pt x="73333" y="305522"/>
                  </a:lnTo>
                  <a:lnTo>
                    <a:pt x="77782" y="308437"/>
                  </a:lnTo>
                  <a:lnTo>
                    <a:pt x="82322" y="311209"/>
                  </a:lnTo>
                  <a:lnTo>
                    <a:pt x="86948" y="313835"/>
                  </a:lnTo>
                  <a:lnTo>
                    <a:pt x="91655" y="316313"/>
                  </a:lnTo>
                  <a:lnTo>
                    <a:pt x="96438" y="318640"/>
                  </a:lnTo>
                  <a:lnTo>
                    <a:pt x="101293" y="320813"/>
                  </a:lnTo>
                  <a:lnTo>
                    <a:pt x="106215" y="322831"/>
                  </a:lnTo>
                  <a:lnTo>
                    <a:pt x="111199" y="324691"/>
                  </a:lnTo>
                  <a:lnTo>
                    <a:pt x="116239" y="326391"/>
                  </a:lnTo>
                  <a:lnTo>
                    <a:pt x="121330" y="327931"/>
                  </a:lnTo>
                  <a:lnTo>
                    <a:pt x="126468" y="329307"/>
                  </a:lnTo>
                  <a:lnTo>
                    <a:pt x="131647" y="330520"/>
                  </a:lnTo>
                  <a:lnTo>
                    <a:pt x="136863" y="331567"/>
                  </a:lnTo>
                  <a:lnTo>
                    <a:pt x="142109" y="332447"/>
                  </a:lnTo>
                  <a:lnTo>
                    <a:pt x="147380" y="333161"/>
                  </a:lnTo>
                  <a:lnTo>
                    <a:pt x="152671" y="333706"/>
                  </a:lnTo>
                  <a:lnTo>
                    <a:pt x="157977" y="334082"/>
                  </a:lnTo>
                  <a:lnTo>
                    <a:pt x="163292" y="334290"/>
                  </a:lnTo>
                  <a:lnTo>
                    <a:pt x="168611" y="334328"/>
                  </a:lnTo>
                  <a:lnTo>
                    <a:pt x="173929" y="334197"/>
                  </a:lnTo>
                  <a:lnTo>
                    <a:pt x="179240" y="333897"/>
                  </a:lnTo>
                  <a:lnTo>
                    <a:pt x="184538" y="333428"/>
                  </a:lnTo>
                  <a:lnTo>
                    <a:pt x="189819" y="332791"/>
                  </a:lnTo>
                  <a:lnTo>
                    <a:pt x="195077" y="331986"/>
                  </a:lnTo>
                  <a:lnTo>
                    <a:pt x="200307" y="331014"/>
                  </a:lnTo>
                  <a:lnTo>
                    <a:pt x="205503" y="329877"/>
                  </a:lnTo>
                  <a:lnTo>
                    <a:pt x="210660" y="328574"/>
                  </a:lnTo>
                  <a:lnTo>
                    <a:pt x="215774" y="327108"/>
                  </a:lnTo>
                  <a:lnTo>
                    <a:pt x="220838" y="325481"/>
                  </a:lnTo>
                  <a:lnTo>
                    <a:pt x="225847" y="323693"/>
                  </a:lnTo>
                  <a:lnTo>
                    <a:pt x="230798" y="321746"/>
                  </a:lnTo>
                  <a:lnTo>
                    <a:pt x="235683" y="319643"/>
                  </a:lnTo>
                  <a:lnTo>
                    <a:pt x="240500" y="317385"/>
                  </a:lnTo>
                  <a:lnTo>
                    <a:pt x="245242" y="314976"/>
                  </a:lnTo>
                  <a:lnTo>
                    <a:pt x="249905" y="312417"/>
                  </a:lnTo>
                  <a:lnTo>
                    <a:pt x="254485" y="309710"/>
                  </a:lnTo>
                  <a:lnTo>
                    <a:pt x="258975" y="306860"/>
                  </a:lnTo>
                  <a:lnTo>
                    <a:pt x="263373" y="303868"/>
                  </a:lnTo>
                  <a:lnTo>
                    <a:pt x="267674" y="300737"/>
                  </a:lnTo>
                  <a:lnTo>
                    <a:pt x="271873" y="297472"/>
                  </a:lnTo>
                  <a:lnTo>
                    <a:pt x="275965" y="294074"/>
                  </a:lnTo>
                  <a:lnTo>
                    <a:pt x="279948" y="290548"/>
                  </a:lnTo>
                  <a:lnTo>
                    <a:pt x="283816" y="286897"/>
                  </a:lnTo>
                  <a:lnTo>
                    <a:pt x="287567" y="283125"/>
                  </a:lnTo>
                  <a:lnTo>
                    <a:pt x="291195" y="279235"/>
                  </a:lnTo>
                  <a:lnTo>
                    <a:pt x="294698" y="275232"/>
                  </a:lnTo>
                  <a:lnTo>
                    <a:pt x="298071" y="271119"/>
                  </a:lnTo>
                  <a:lnTo>
                    <a:pt x="301312" y="266901"/>
                  </a:lnTo>
                  <a:lnTo>
                    <a:pt x="304418" y="262583"/>
                  </a:lnTo>
                  <a:lnTo>
                    <a:pt x="307384" y="258167"/>
                  </a:lnTo>
                  <a:lnTo>
                    <a:pt x="310208" y="253660"/>
                  </a:lnTo>
                  <a:lnTo>
                    <a:pt x="312888" y="249065"/>
                  </a:lnTo>
                  <a:lnTo>
                    <a:pt x="315419" y="244386"/>
                  </a:lnTo>
                  <a:lnTo>
                    <a:pt x="317801" y="239630"/>
                  </a:lnTo>
                  <a:lnTo>
                    <a:pt x="320030" y="234801"/>
                  </a:lnTo>
                  <a:lnTo>
                    <a:pt x="322105" y="229903"/>
                  </a:lnTo>
                  <a:lnTo>
                    <a:pt x="324022" y="224941"/>
                  </a:lnTo>
                  <a:lnTo>
                    <a:pt x="325781" y="219921"/>
                  </a:lnTo>
                  <a:lnTo>
                    <a:pt x="327379" y="214847"/>
                  </a:lnTo>
                  <a:lnTo>
                    <a:pt x="328815" y="209726"/>
                  </a:lnTo>
                  <a:lnTo>
                    <a:pt x="330087" y="204561"/>
                  </a:lnTo>
                  <a:lnTo>
                    <a:pt x="331194" y="199358"/>
                  </a:lnTo>
                  <a:lnTo>
                    <a:pt x="332136" y="194123"/>
                  </a:lnTo>
                  <a:lnTo>
                    <a:pt x="332910" y="18886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800231"/>
              <a:ext cx="165753" cy="21693"/>
            </a:xfrm>
            <a:custGeom>
              <a:avLst/>
              <a:pathLst>
                <a:path w="165753" h="21693">
                  <a:moveTo>
                    <a:pt x="165753" y="216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800231"/>
              <a:ext cx="165753" cy="21693"/>
            </a:xfrm>
            <a:custGeom>
              <a:avLst/>
              <a:pathLst>
                <a:path w="165753" h="21693">
                  <a:moveTo>
                    <a:pt x="165753" y="216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800231"/>
              <a:ext cx="165753" cy="21693"/>
            </a:xfrm>
            <a:custGeom>
              <a:avLst/>
              <a:pathLst>
                <a:path w="165753" h="21693">
                  <a:moveTo>
                    <a:pt x="165753" y="216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800231"/>
              <a:ext cx="165753" cy="21693"/>
            </a:xfrm>
            <a:custGeom>
              <a:avLst/>
              <a:pathLst>
                <a:path w="165753" h="21693">
                  <a:moveTo>
                    <a:pt x="165753" y="216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800231"/>
              <a:ext cx="165753" cy="21693"/>
            </a:xfrm>
            <a:custGeom>
              <a:avLst/>
              <a:pathLst>
                <a:path w="165753" h="21693">
                  <a:moveTo>
                    <a:pt x="165753" y="216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800231"/>
              <a:ext cx="165753" cy="21693"/>
            </a:xfrm>
            <a:custGeom>
              <a:avLst/>
              <a:pathLst>
                <a:path w="165753" h="21693">
                  <a:moveTo>
                    <a:pt x="165753" y="216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800231"/>
              <a:ext cx="165753" cy="21693"/>
            </a:xfrm>
            <a:custGeom>
              <a:avLst/>
              <a:pathLst>
                <a:path w="165753" h="21693">
                  <a:moveTo>
                    <a:pt x="165753" y="216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800231"/>
              <a:ext cx="165753" cy="21693"/>
            </a:xfrm>
            <a:custGeom>
              <a:avLst/>
              <a:pathLst>
                <a:path w="165753" h="21693">
                  <a:moveTo>
                    <a:pt x="165753" y="216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800231"/>
              <a:ext cx="165753" cy="21693"/>
            </a:xfrm>
            <a:custGeom>
              <a:avLst/>
              <a:pathLst>
                <a:path w="165753" h="21693">
                  <a:moveTo>
                    <a:pt x="165753" y="216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800231"/>
              <a:ext cx="165753" cy="21693"/>
            </a:xfrm>
            <a:custGeom>
              <a:avLst/>
              <a:pathLst>
                <a:path w="165753" h="21693">
                  <a:moveTo>
                    <a:pt x="165753" y="216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800231"/>
              <a:ext cx="165753" cy="21693"/>
            </a:xfrm>
            <a:custGeom>
              <a:avLst/>
              <a:pathLst>
                <a:path w="165753" h="21693">
                  <a:moveTo>
                    <a:pt x="165753" y="216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800231"/>
              <a:ext cx="165753" cy="21693"/>
            </a:xfrm>
            <a:custGeom>
              <a:avLst/>
              <a:pathLst>
                <a:path w="165753" h="21693">
                  <a:moveTo>
                    <a:pt x="165753" y="216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800231"/>
              <a:ext cx="165753" cy="21693"/>
            </a:xfrm>
            <a:custGeom>
              <a:avLst/>
              <a:pathLst>
                <a:path w="165753" h="21693">
                  <a:moveTo>
                    <a:pt x="165753" y="216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56440"/>
              <a:ext cx="167167" cy="165484"/>
            </a:xfrm>
            <a:custGeom>
              <a:avLst/>
              <a:pathLst>
                <a:path w="167167" h="165484">
                  <a:moveTo>
                    <a:pt x="165753" y="165484"/>
                  </a:moveTo>
                  <a:lnTo>
                    <a:pt x="166369" y="160106"/>
                  </a:lnTo>
                  <a:lnTo>
                    <a:pt x="166810" y="154711"/>
                  </a:lnTo>
                  <a:lnTo>
                    <a:pt x="167076" y="149305"/>
                  </a:lnTo>
                  <a:lnTo>
                    <a:pt x="167167" y="143893"/>
                  </a:lnTo>
                  <a:lnTo>
                    <a:pt x="167083" y="138481"/>
                  </a:lnTo>
                  <a:lnTo>
                    <a:pt x="166823" y="133074"/>
                  </a:lnTo>
                  <a:lnTo>
                    <a:pt x="166389" y="127679"/>
                  </a:lnTo>
                  <a:lnTo>
                    <a:pt x="165780" y="122300"/>
                  </a:lnTo>
                  <a:lnTo>
                    <a:pt x="164997" y="116944"/>
                  </a:lnTo>
                  <a:lnTo>
                    <a:pt x="164041" y="111616"/>
                  </a:lnTo>
                  <a:lnTo>
                    <a:pt x="162914" y="106322"/>
                  </a:lnTo>
                  <a:lnTo>
                    <a:pt x="161615" y="101067"/>
                  </a:lnTo>
                  <a:lnTo>
                    <a:pt x="160147" y="95857"/>
                  </a:lnTo>
                  <a:lnTo>
                    <a:pt x="158512" y="90698"/>
                  </a:lnTo>
                  <a:lnTo>
                    <a:pt x="156710" y="85594"/>
                  </a:lnTo>
                  <a:lnTo>
                    <a:pt x="154743" y="80551"/>
                  </a:lnTo>
                  <a:lnTo>
                    <a:pt x="152615" y="75574"/>
                  </a:lnTo>
                  <a:lnTo>
                    <a:pt x="150326" y="70669"/>
                  </a:lnTo>
                  <a:lnTo>
                    <a:pt x="147880" y="65840"/>
                  </a:lnTo>
                  <a:lnTo>
                    <a:pt x="145279" y="61093"/>
                  </a:lnTo>
                  <a:lnTo>
                    <a:pt x="142525" y="56433"/>
                  </a:lnTo>
                  <a:lnTo>
                    <a:pt x="139622" y="51864"/>
                  </a:lnTo>
                  <a:lnTo>
                    <a:pt x="136573" y="47392"/>
                  </a:lnTo>
                  <a:lnTo>
                    <a:pt x="133380" y="43021"/>
                  </a:lnTo>
                  <a:lnTo>
                    <a:pt x="130048" y="38756"/>
                  </a:lnTo>
                  <a:lnTo>
                    <a:pt x="126579" y="34600"/>
                  </a:lnTo>
                  <a:lnTo>
                    <a:pt x="122978" y="30559"/>
                  </a:lnTo>
                  <a:lnTo>
                    <a:pt x="119247" y="26637"/>
                  </a:lnTo>
                  <a:lnTo>
                    <a:pt x="115392" y="22838"/>
                  </a:lnTo>
                  <a:lnTo>
                    <a:pt x="111415" y="19166"/>
                  </a:lnTo>
                  <a:lnTo>
                    <a:pt x="107322" y="15624"/>
                  </a:lnTo>
                  <a:lnTo>
                    <a:pt x="103116" y="12216"/>
                  </a:lnTo>
                  <a:lnTo>
                    <a:pt x="98803" y="8947"/>
                  </a:lnTo>
                  <a:lnTo>
                    <a:pt x="94385" y="5819"/>
                  </a:lnTo>
                  <a:lnTo>
                    <a:pt x="89869" y="2835"/>
                  </a:lnTo>
                  <a:lnTo>
                    <a:pt x="85258" y="0"/>
                  </a:lnTo>
                  <a:lnTo>
                    <a:pt x="0" y="143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633064"/>
              <a:ext cx="85258" cy="167167"/>
            </a:xfrm>
            <a:custGeom>
              <a:avLst/>
              <a:pathLst>
                <a:path w="85258" h="167167">
                  <a:moveTo>
                    <a:pt x="85258" y="23376"/>
                  </a:moveTo>
                  <a:lnTo>
                    <a:pt x="80401" y="20605"/>
                  </a:lnTo>
                  <a:lnTo>
                    <a:pt x="75455" y="17998"/>
                  </a:lnTo>
                  <a:lnTo>
                    <a:pt x="70424" y="15558"/>
                  </a:lnTo>
                  <a:lnTo>
                    <a:pt x="65314" y="13287"/>
                  </a:lnTo>
                  <a:lnTo>
                    <a:pt x="60131" y="11189"/>
                  </a:lnTo>
                  <a:lnTo>
                    <a:pt x="54881" y="9265"/>
                  </a:lnTo>
                  <a:lnTo>
                    <a:pt x="49569" y="7518"/>
                  </a:lnTo>
                  <a:lnTo>
                    <a:pt x="44202" y="5949"/>
                  </a:lnTo>
                  <a:lnTo>
                    <a:pt x="38786" y="4561"/>
                  </a:lnTo>
                  <a:lnTo>
                    <a:pt x="33326" y="3355"/>
                  </a:lnTo>
                  <a:lnTo>
                    <a:pt x="27828" y="2332"/>
                  </a:lnTo>
                  <a:lnTo>
                    <a:pt x="22300" y="1494"/>
                  </a:lnTo>
                  <a:lnTo>
                    <a:pt x="16747" y="841"/>
                  </a:lnTo>
                  <a:lnTo>
                    <a:pt x="11175" y="373"/>
                  </a:lnTo>
                  <a:lnTo>
                    <a:pt x="5590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358824" y="3170392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7" y="2088"/>
                  </a:lnTo>
                  <a:lnTo>
                    <a:pt x="135607" y="3003"/>
                  </a:lnTo>
                  <a:lnTo>
                    <a:pt x="130429" y="4084"/>
                  </a:lnTo>
                  <a:lnTo>
                    <a:pt x="125288" y="5327"/>
                  </a:lnTo>
                  <a:lnTo>
                    <a:pt x="120189" y="6733"/>
                  </a:lnTo>
                  <a:lnTo>
                    <a:pt x="115136" y="8299"/>
                  </a:lnTo>
                  <a:lnTo>
                    <a:pt x="110136" y="10025"/>
                  </a:lnTo>
                  <a:lnTo>
                    <a:pt x="105193" y="11908"/>
                  </a:lnTo>
                  <a:lnTo>
                    <a:pt x="100312" y="13946"/>
                  </a:lnTo>
                  <a:lnTo>
                    <a:pt x="95497" y="16137"/>
                  </a:lnTo>
                  <a:lnTo>
                    <a:pt x="90755" y="18480"/>
                  </a:lnTo>
                  <a:lnTo>
                    <a:pt x="86089" y="20972"/>
                  </a:lnTo>
                  <a:lnTo>
                    <a:pt x="81504" y="23610"/>
                  </a:lnTo>
                  <a:lnTo>
                    <a:pt x="77005" y="26392"/>
                  </a:lnTo>
                  <a:lnTo>
                    <a:pt x="72596" y="29314"/>
                  </a:lnTo>
                  <a:lnTo>
                    <a:pt x="68282" y="32375"/>
                  </a:lnTo>
                  <a:lnTo>
                    <a:pt x="64067" y="35571"/>
                  </a:lnTo>
                  <a:lnTo>
                    <a:pt x="59955" y="38898"/>
                  </a:lnTo>
                  <a:lnTo>
                    <a:pt x="55950" y="42354"/>
                  </a:lnTo>
                  <a:lnTo>
                    <a:pt x="52057" y="45935"/>
                  </a:lnTo>
                  <a:lnTo>
                    <a:pt x="48279" y="49637"/>
                  </a:lnTo>
                  <a:lnTo>
                    <a:pt x="44620" y="53457"/>
                  </a:lnTo>
                  <a:lnTo>
                    <a:pt x="41084" y="57391"/>
                  </a:lnTo>
                  <a:lnTo>
                    <a:pt x="37674" y="61435"/>
                  </a:lnTo>
                  <a:lnTo>
                    <a:pt x="34393" y="65584"/>
                  </a:lnTo>
                  <a:lnTo>
                    <a:pt x="31246" y="69836"/>
                  </a:lnTo>
                  <a:lnTo>
                    <a:pt x="28235" y="74184"/>
                  </a:lnTo>
                  <a:lnTo>
                    <a:pt x="25362" y="78626"/>
                  </a:lnTo>
                  <a:lnTo>
                    <a:pt x="22632" y="83157"/>
                  </a:lnTo>
                  <a:lnTo>
                    <a:pt x="20046" y="87771"/>
                  </a:lnTo>
                  <a:lnTo>
                    <a:pt x="17608" y="92465"/>
                  </a:lnTo>
                  <a:lnTo>
                    <a:pt x="15319" y="97234"/>
                  </a:lnTo>
                  <a:lnTo>
                    <a:pt x="13183" y="102073"/>
                  </a:lnTo>
                  <a:lnTo>
                    <a:pt x="11201" y="106977"/>
                  </a:lnTo>
                  <a:lnTo>
                    <a:pt x="9374" y="111942"/>
                  </a:lnTo>
                  <a:lnTo>
                    <a:pt x="7706" y="116961"/>
                  </a:lnTo>
                  <a:lnTo>
                    <a:pt x="6197" y="122031"/>
                  </a:lnTo>
                  <a:lnTo>
                    <a:pt x="4850" y="127146"/>
                  </a:lnTo>
                  <a:lnTo>
                    <a:pt x="3665" y="132301"/>
                  </a:lnTo>
                  <a:lnTo>
                    <a:pt x="2644" y="137491"/>
                  </a:lnTo>
                  <a:lnTo>
                    <a:pt x="1787" y="142711"/>
                  </a:lnTo>
                  <a:lnTo>
                    <a:pt x="1096" y="147956"/>
                  </a:lnTo>
                  <a:lnTo>
                    <a:pt x="572" y="153219"/>
                  </a:lnTo>
                  <a:lnTo>
                    <a:pt x="214" y="158497"/>
                  </a:lnTo>
                  <a:lnTo>
                    <a:pt x="23" y="163783"/>
                  </a:lnTo>
                  <a:lnTo>
                    <a:pt x="0" y="169072"/>
                  </a:lnTo>
                  <a:lnTo>
                    <a:pt x="143" y="174360"/>
                  </a:lnTo>
                  <a:lnTo>
                    <a:pt x="455" y="179640"/>
                  </a:lnTo>
                  <a:lnTo>
                    <a:pt x="933" y="184908"/>
                  </a:lnTo>
                  <a:lnTo>
                    <a:pt x="1577" y="190158"/>
                  </a:lnTo>
                  <a:lnTo>
                    <a:pt x="2388" y="195386"/>
                  </a:lnTo>
                  <a:lnTo>
                    <a:pt x="3363" y="200585"/>
                  </a:lnTo>
                  <a:lnTo>
                    <a:pt x="4502" y="205750"/>
                  </a:lnTo>
                  <a:lnTo>
                    <a:pt x="5804" y="210877"/>
                  </a:lnTo>
                  <a:lnTo>
                    <a:pt x="7268" y="215960"/>
                  </a:lnTo>
                  <a:lnTo>
                    <a:pt x="8892" y="220994"/>
                  </a:lnTo>
                  <a:lnTo>
                    <a:pt x="10674" y="225974"/>
                  </a:lnTo>
                  <a:lnTo>
                    <a:pt x="12613" y="230896"/>
                  </a:lnTo>
                  <a:lnTo>
                    <a:pt x="14707" y="235753"/>
                  </a:lnTo>
                  <a:lnTo>
                    <a:pt x="16953" y="240542"/>
                  </a:lnTo>
                  <a:lnTo>
                    <a:pt x="19350" y="245258"/>
                  </a:lnTo>
                  <a:lnTo>
                    <a:pt x="21894" y="249895"/>
                  </a:lnTo>
                  <a:lnTo>
                    <a:pt x="24584" y="254450"/>
                  </a:lnTo>
                  <a:lnTo>
                    <a:pt x="27417" y="258917"/>
                  </a:lnTo>
                  <a:lnTo>
                    <a:pt x="30390" y="263292"/>
                  </a:lnTo>
                  <a:lnTo>
                    <a:pt x="33500" y="267571"/>
                  </a:lnTo>
                  <a:lnTo>
                    <a:pt x="36743" y="271749"/>
                  </a:lnTo>
                  <a:lnTo>
                    <a:pt x="40118" y="275823"/>
                  </a:lnTo>
                  <a:lnTo>
                    <a:pt x="43619" y="279788"/>
                  </a:lnTo>
                  <a:lnTo>
                    <a:pt x="47244" y="283640"/>
                  </a:lnTo>
                  <a:lnTo>
                    <a:pt x="50989" y="287376"/>
                  </a:lnTo>
                  <a:lnTo>
                    <a:pt x="54850" y="290991"/>
                  </a:lnTo>
                  <a:lnTo>
                    <a:pt x="58824" y="294482"/>
                  </a:lnTo>
                  <a:lnTo>
                    <a:pt x="62906" y="297846"/>
                  </a:lnTo>
                  <a:lnTo>
                    <a:pt x="67093" y="301079"/>
                  </a:lnTo>
                  <a:lnTo>
                    <a:pt x="71380" y="304178"/>
                  </a:lnTo>
                  <a:lnTo>
                    <a:pt x="75763" y="307139"/>
                  </a:lnTo>
                  <a:lnTo>
                    <a:pt x="80237" y="309961"/>
                  </a:lnTo>
                  <a:lnTo>
                    <a:pt x="84798" y="312639"/>
                  </a:lnTo>
                  <a:lnTo>
                    <a:pt x="89442" y="315172"/>
                  </a:lnTo>
                  <a:lnTo>
                    <a:pt x="94164" y="317557"/>
                  </a:lnTo>
                  <a:lnTo>
                    <a:pt x="98958" y="319791"/>
                  </a:lnTo>
                  <a:lnTo>
                    <a:pt x="103821" y="321872"/>
                  </a:lnTo>
                  <a:lnTo>
                    <a:pt x="108748" y="323798"/>
                  </a:lnTo>
                  <a:lnTo>
                    <a:pt x="113733" y="325568"/>
                  </a:lnTo>
                  <a:lnTo>
                    <a:pt x="118771" y="327179"/>
                  </a:lnTo>
                  <a:lnTo>
                    <a:pt x="123858" y="328630"/>
                  </a:lnTo>
                  <a:lnTo>
                    <a:pt x="128988" y="329919"/>
                  </a:lnTo>
                  <a:lnTo>
                    <a:pt x="134156" y="331045"/>
                  </a:lnTo>
                  <a:lnTo>
                    <a:pt x="139358" y="332007"/>
                  </a:lnTo>
                  <a:lnTo>
                    <a:pt x="144587" y="332804"/>
                  </a:lnTo>
                  <a:lnTo>
                    <a:pt x="149839" y="333435"/>
                  </a:lnTo>
                  <a:lnTo>
                    <a:pt x="155108" y="333900"/>
                  </a:lnTo>
                  <a:lnTo>
                    <a:pt x="160389" y="334197"/>
                  </a:lnTo>
                  <a:lnTo>
                    <a:pt x="165677" y="334328"/>
                  </a:lnTo>
                  <a:lnTo>
                    <a:pt x="170966" y="334291"/>
                  </a:lnTo>
                  <a:lnTo>
                    <a:pt x="176252" y="334087"/>
                  </a:lnTo>
                  <a:lnTo>
                    <a:pt x="181529" y="333715"/>
                  </a:lnTo>
                  <a:lnTo>
                    <a:pt x="186791" y="333177"/>
                  </a:lnTo>
                  <a:lnTo>
                    <a:pt x="192033" y="332473"/>
                  </a:lnTo>
                  <a:lnTo>
                    <a:pt x="197251" y="331603"/>
                  </a:lnTo>
                  <a:lnTo>
                    <a:pt x="202438" y="330569"/>
                  </a:lnTo>
                  <a:lnTo>
                    <a:pt x="207590" y="329371"/>
                  </a:lnTo>
                  <a:lnTo>
                    <a:pt x="212702" y="328010"/>
                  </a:lnTo>
                  <a:lnTo>
                    <a:pt x="217768" y="326489"/>
                  </a:lnTo>
                  <a:lnTo>
                    <a:pt x="222784" y="324807"/>
                  </a:lnTo>
                  <a:lnTo>
                    <a:pt x="227743" y="322969"/>
                  </a:lnTo>
                  <a:lnTo>
                    <a:pt x="232642" y="320974"/>
                  </a:lnTo>
                  <a:lnTo>
                    <a:pt x="237476" y="318825"/>
                  </a:lnTo>
                  <a:lnTo>
                    <a:pt x="242239" y="316524"/>
                  </a:lnTo>
                  <a:lnTo>
                    <a:pt x="246927" y="314074"/>
                  </a:lnTo>
                  <a:lnTo>
                    <a:pt x="251535" y="311476"/>
                  </a:lnTo>
                  <a:lnTo>
                    <a:pt x="256058" y="308735"/>
                  </a:lnTo>
                  <a:lnTo>
                    <a:pt x="260493" y="305851"/>
                  </a:lnTo>
                  <a:lnTo>
                    <a:pt x="264834" y="302828"/>
                  </a:lnTo>
                  <a:lnTo>
                    <a:pt x="269077" y="299670"/>
                  </a:lnTo>
                  <a:lnTo>
                    <a:pt x="273218" y="296379"/>
                  </a:lnTo>
                  <a:lnTo>
                    <a:pt x="277253" y="292959"/>
                  </a:lnTo>
                  <a:lnTo>
                    <a:pt x="281178" y="289413"/>
                  </a:lnTo>
                  <a:lnTo>
                    <a:pt x="284988" y="285744"/>
                  </a:lnTo>
                  <a:lnTo>
                    <a:pt x="288681" y="281956"/>
                  </a:lnTo>
                  <a:lnTo>
                    <a:pt x="292252" y="278054"/>
                  </a:lnTo>
                  <a:lnTo>
                    <a:pt x="295698" y="274041"/>
                  </a:lnTo>
                  <a:lnTo>
                    <a:pt x="299015" y="269920"/>
                  </a:lnTo>
                  <a:lnTo>
                    <a:pt x="302200" y="265697"/>
                  </a:lnTo>
                  <a:lnTo>
                    <a:pt x="305249" y="261375"/>
                  </a:lnTo>
                  <a:lnTo>
                    <a:pt x="308161" y="256959"/>
                  </a:lnTo>
                  <a:lnTo>
                    <a:pt x="310931" y="252453"/>
                  </a:lnTo>
                  <a:lnTo>
                    <a:pt x="313558" y="247861"/>
                  </a:lnTo>
                  <a:lnTo>
                    <a:pt x="316037" y="243189"/>
                  </a:lnTo>
                  <a:lnTo>
                    <a:pt x="318368" y="238440"/>
                  </a:lnTo>
                  <a:lnTo>
                    <a:pt x="320547" y="233621"/>
                  </a:lnTo>
                  <a:lnTo>
                    <a:pt x="322573" y="228734"/>
                  </a:lnTo>
                  <a:lnTo>
                    <a:pt x="324443" y="223786"/>
                  </a:lnTo>
                  <a:lnTo>
                    <a:pt x="326156" y="218782"/>
                  </a:lnTo>
                  <a:lnTo>
                    <a:pt x="327709" y="213725"/>
                  </a:lnTo>
                  <a:lnTo>
                    <a:pt x="329102" y="208622"/>
                  </a:lnTo>
                  <a:lnTo>
                    <a:pt x="330332" y="203478"/>
                  </a:lnTo>
                  <a:lnTo>
                    <a:pt x="331399" y="198297"/>
                  </a:lnTo>
                  <a:lnTo>
                    <a:pt x="332302" y="193085"/>
                  </a:lnTo>
                  <a:lnTo>
                    <a:pt x="333039" y="187847"/>
                  </a:lnTo>
                  <a:lnTo>
                    <a:pt x="333611" y="182588"/>
                  </a:lnTo>
                  <a:lnTo>
                    <a:pt x="334015" y="177314"/>
                  </a:lnTo>
                  <a:lnTo>
                    <a:pt x="334253" y="172030"/>
                  </a:lnTo>
                  <a:lnTo>
                    <a:pt x="334323" y="166741"/>
                  </a:lnTo>
                  <a:lnTo>
                    <a:pt x="334226" y="161452"/>
                  </a:lnTo>
                  <a:lnTo>
                    <a:pt x="333961" y="156169"/>
                  </a:lnTo>
                  <a:lnTo>
                    <a:pt x="333530" y="150897"/>
                  </a:lnTo>
                  <a:lnTo>
                    <a:pt x="332932" y="145641"/>
                  </a:lnTo>
                  <a:lnTo>
                    <a:pt x="332168" y="140407"/>
                  </a:lnTo>
                  <a:lnTo>
                    <a:pt x="331239" y="135200"/>
                  </a:lnTo>
                  <a:lnTo>
                    <a:pt x="330145" y="130025"/>
                  </a:lnTo>
                  <a:lnTo>
                    <a:pt x="328888" y="124886"/>
                  </a:lnTo>
                  <a:lnTo>
                    <a:pt x="327470" y="119791"/>
                  </a:lnTo>
                  <a:lnTo>
                    <a:pt x="325890" y="114742"/>
                  </a:lnTo>
                  <a:lnTo>
                    <a:pt x="324152" y="109746"/>
                  </a:lnTo>
                  <a:lnTo>
                    <a:pt x="322257" y="104808"/>
                  </a:lnTo>
                  <a:lnTo>
                    <a:pt x="320206" y="99932"/>
                  </a:lnTo>
                  <a:lnTo>
                    <a:pt x="318003" y="95123"/>
                  </a:lnTo>
                  <a:lnTo>
                    <a:pt x="315648" y="90387"/>
                  </a:lnTo>
                  <a:lnTo>
                    <a:pt x="313144" y="85727"/>
                  </a:lnTo>
                  <a:lnTo>
                    <a:pt x="310494" y="81149"/>
                  </a:lnTo>
                  <a:lnTo>
                    <a:pt x="307701" y="76657"/>
                  </a:lnTo>
                  <a:lnTo>
                    <a:pt x="304767" y="72256"/>
                  </a:lnTo>
                  <a:lnTo>
                    <a:pt x="301696" y="67950"/>
                  </a:lnTo>
                  <a:lnTo>
                    <a:pt x="298489" y="63743"/>
                  </a:lnTo>
                  <a:lnTo>
                    <a:pt x="295151" y="59639"/>
                  </a:lnTo>
                  <a:lnTo>
                    <a:pt x="291685" y="55643"/>
                  </a:lnTo>
                  <a:lnTo>
                    <a:pt x="288094" y="51759"/>
                  </a:lnTo>
                  <a:lnTo>
                    <a:pt x="284382" y="47991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18383"/>
              <a:ext cx="117226" cy="119176"/>
            </a:xfrm>
            <a:custGeom>
              <a:avLst/>
              <a:pathLst>
                <a:path w="117226" h="119176">
                  <a:moveTo>
                    <a:pt x="117226" y="0"/>
                  </a:moveTo>
                  <a:lnTo>
                    <a:pt x="0" y="1191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14997"/>
              <a:ext cx="117226" cy="122562"/>
            </a:xfrm>
            <a:custGeom>
              <a:avLst/>
              <a:pathLst>
                <a:path w="117226" h="122562">
                  <a:moveTo>
                    <a:pt x="117226" y="3386"/>
                  </a:moveTo>
                  <a:lnTo>
                    <a:pt x="113681" y="0"/>
                  </a:lnTo>
                  <a:lnTo>
                    <a:pt x="0" y="1225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170392"/>
              <a:ext cx="113681" cy="167167"/>
            </a:xfrm>
            <a:custGeom>
              <a:avLst/>
              <a:pathLst>
                <a:path w="113681" h="167167">
                  <a:moveTo>
                    <a:pt x="113681" y="44605"/>
                  </a:moveTo>
                  <a:lnTo>
                    <a:pt x="109450" y="40812"/>
                  </a:lnTo>
                  <a:lnTo>
                    <a:pt x="105092" y="37165"/>
                  </a:lnTo>
                  <a:lnTo>
                    <a:pt x="100614" y="33669"/>
                  </a:lnTo>
                  <a:lnTo>
                    <a:pt x="96018" y="30326"/>
                  </a:lnTo>
                  <a:lnTo>
                    <a:pt x="91312" y="27142"/>
                  </a:lnTo>
                  <a:lnTo>
                    <a:pt x="86501" y="24120"/>
                  </a:lnTo>
                  <a:lnTo>
                    <a:pt x="81589" y="21263"/>
                  </a:lnTo>
                  <a:lnTo>
                    <a:pt x="76584" y="18574"/>
                  </a:lnTo>
                  <a:lnTo>
                    <a:pt x="71489" y="16057"/>
                  </a:lnTo>
                  <a:lnTo>
                    <a:pt x="66312" y="13715"/>
                  </a:lnTo>
                  <a:lnTo>
                    <a:pt x="61059" y="11550"/>
                  </a:lnTo>
                  <a:lnTo>
                    <a:pt x="55735" y="9565"/>
                  </a:lnTo>
                  <a:lnTo>
                    <a:pt x="50347" y="7761"/>
                  </a:lnTo>
                  <a:lnTo>
                    <a:pt x="44900" y="6142"/>
                  </a:lnTo>
                  <a:lnTo>
                    <a:pt x="39402" y="4709"/>
                  </a:lnTo>
                  <a:lnTo>
                    <a:pt x="33858" y="3464"/>
                  </a:lnTo>
                  <a:lnTo>
                    <a:pt x="28275" y="2408"/>
                  </a:lnTo>
                  <a:lnTo>
                    <a:pt x="22659" y="1542"/>
                  </a:lnTo>
                  <a:lnTo>
                    <a:pt x="17017" y="868"/>
                  </a:lnTo>
                  <a:lnTo>
                    <a:pt x="11355" y="386"/>
                  </a:lnTo>
                  <a:lnTo>
                    <a:pt x="5681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423600" y="3707720"/>
              <a:ext cx="334299" cy="334334"/>
            </a:xfrm>
            <a:custGeom>
              <a:avLst/>
              <a:pathLst>
                <a:path w="334299" h="334334">
                  <a:moveTo>
                    <a:pt x="167148" y="0"/>
                  </a:moveTo>
                  <a:lnTo>
                    <a:pt x="161846" y="84"/>
                  </a:lnTo>
                  <a:lnTo>
                    <a:pt x="156550" y="336"/>
                  </a:lnTo>
                  <a:lnTo>
                    <a:pt x="151265" y="756"/>
                  </a:lnTo>
                  <a:lnTo>
                    <a:pt x="145995" y="1343"/>
                  </a:lnTo>
                  <a:lnTo>
                    <a:pt x="140747" y="2097"/>
                  </a:lnTo>
                  <a:lnTo>
                    <a:pt x="135525" y="3018"/>
                  </a:lnTo>
                  <a:lnTo>
                    <a:pt x="130335" y="4103"/>
                  </a:lnTo>
                  <a:lnTo>
                    <a:pt x="125183" y="5353"/>
                  </a:lnTo>
                  <a:lnTo>
                    <a:pt x="120072" y="6765"/>
                  </a:lnTo>
                  <a:lnTo>
                    <a:pt x="115009" y="8338"/>
                  </a:lnTo>
                  <a:lnTo>
                    <a:pt x="109998" y="10072"/>
                  </a:lnTo>
                  <a:lnTo>
                    <a:pt x="105045" y="11963"/>
                  </a:lnTo>
                  <a:lnTo>
                    <a:pt x="100154" y="14011"/>
                  </a:lnTo>
                  <a:lnTo>
                    <a:pt x="95331" y="16213"/>
                  </a:lnTo>
                  <a:lnTo>
                    <a:pt x="90579" y="18566"/>
                  </a:lnTo>
                  <a:lnTo>
                    <a:pt x="85905" y="21069"/>
                  </a:lnTo>
                  <a:lnTo>
                    <a:pt x="81313" y="23719"/>
                  </a:lnTo>
                  <a:lnTo>
                    <a:pt x="76807" y="26513"/>
                  </a:lnTo>
                  <a:lnTo>
                    <a:pt x="72392" y="29449"/>
                  </a:lnTo>
                  <a:lnTo>
                    <a:pt x="68072" y="32523"/>
                  </a:lnTo>
                  <a:lnTo>
                    <a:pt x="63852" y="35733"/>
                  </a:lnTo>
                  <a:lnTo>
                    <a:pt x="59735" y="39075"/>
                  </a:lnTo>
                  <a:lnTo>
                    <a:pt x="55727" y="42546"/>
                  </a:lnTo>
                  <a:lnTo>
                    <a:pt x="51831" y="46142"/>
                  </a:lnTo>
                  <a:lnTo>
                    <a:pt x="48051" y="49860"/>
                  </a:lnTo>
                  <a:lnTo>
                    <a:pt x="44390" y="53696"/>
                  </a:lnTo>
                  <a:lnTo>
                    <a:pt x="40854" y="57646"/>
                  </a:lnTo>
                  <a:lnTo>
                    <a:pt x="37444" y="61707"/>
                  </a:lnTo>
                  <a:lnTo>
                    <a:pt x="34165" y="65873"/>
                  </a:lnTo>
                  <a:lnTo>
                    <a:pt x="31019" y="70141"/>
                  </a:lnTo>
                  <a:lnTo>
                    <a:pt x="28011" y="74507"/>
                  </a:lnTo>
                  <a:lnTo>
                    <a:pt x="25142" y="78966"/>
                  </a:lnTo>
                  <a:lnTo>
                    <a:pt x="22416" y="83514"/>
                  </a:lnTo>
                  <a:lnTo>
                    <a:pt x="19836" y="88146"/>
                  </a:lnTo>
                  <a:lnTo>
                    <a:pt x="17404" y="92858"/>
                  </a:lnTo>
                  <a:lnTo>
                    <a:pt x="15123" y="97644"/>
                  </a:lnTo>
                  <a:lnTo>
                    <a:pt x="12995" y="102500"/>
                  </a:lnTo>
                  <a:lnTo>
                    <a:pt x="11021" y="107422"/>
                  </a:lnTo>
                  <a:lnTo>
                    <a:pt x="9205" y="112403"/>
                  </a:lnTo>
                  <a:lnTo>
                    <a:pt x="7548" y="117439"/>
                  </a:lnTo>
                  <a:lnTo>
                    <a:pt x="6051" y="122526"/>
                  </a:lnTo>
                  <a:lnTo>
                    <a:pt x="4716" y="127657"/>
                  </a:lnTo>
                  <a:lnTo>
                    <a:pt x="3545" y="132828"/>
                  </a:lnTo>
                  <a:lnTo>
                    <a:pt x="2538" y="138034"/>
                  </a:lnTo>
                  <a:lnTo>
                    <a:pt x="1697" y="143269"/>
                  </a:lnTo>
                  <a:lnTo>
                    <a:pt x="1023" y="148528"/>
                  </a:lnTo>
                  <a:lnTo>
                    <a:pt x="515" y="153806"/>
                  </a:lnTo>
                  <a:lnTo>
                    <a:pt x="175" y="159097"/>
                  </a:lnTo>
                  <a:lnTo>
                    <a:pt x="3" y="164397"/>
                  </a:lnTo>
                  <a:lnTo>
                    <a:pt x="0" y="169699"/>
                  </a:lnTo>
                  <a:lnTo>
                    <a:pt x="164" y="174998"/>
                  </a:lnTo>
                  <a:lnTo>
                    <a:pt x="496" y="180290"/>
                  </a:lnTo>
                  <a:lnTo>
                    <a:pt x="996" y="185568"/>
                  </a:lnTo>
                  <a:lnTo>
                    <a:pt x="1663" y="190828"/>
                  </a:lnTo>
                  <a:lnTo>
                    <a:pt x="2497" y="196065"/>
                  </a:lnTo>
                  <a:lnTo>
                    <a:pt x="3496" y="201272"/>
                  </a:lnTo>
                  <a:lnTo>
                    <a:pt x="4660" y="206445"/>
                  </a:lnTo>
                  <a:lnTo>
                    <a:pt x="5988" y="211578"/>
                  </a:lnTo>
                  <a:lnTo>
                    <a:pt x="7477" y="216667"/>
                  </a:lnTo>
                  <a:lnTo>
                    <a:pt x="9127" y="221705"/>
                  </a:lnTo>
                  <a:lnTo>
                    <a:pt x="10936" y="226689"/>
                  </a:lnTo>
                  <a:lnTo>
                    <a:pt x="12902" y="231613"/>
                  </a:lnTo>
                  <a:lnTo>
                    <a:pt x="15024" y="236473"/>
                  </a:lnTo>
                  <a:lnTo>
                    <a:pt x="17298" y="241262"/>
                  </a:lnTo>
                  <a:lnTo>
                    <a:pt x="19724" y="245977"/>
                  </a:lnTo>
                  <a:lnTo>
                    <a:pt x="22297" y="250613"/>
                  </a:lnTo>
                  <a:lnTo>
                    <a:pt x="25016" y="255165"/>
                  </a:lnTo>
                  <a:lnTo>
                    <a:pt x="27878" y="259628"/>
                  </a:lnTo>
                  <a:lnTo>
                    <a:pt x="30881" y="263998"/>
                  </a:lnTo>
                  <a:lnTo>
                    <a:pt x="34020" y="268271"/>
                  </a:lnTo>
                  <a:lnTo>
                    <a:pt x="37293" y="272442"/>
                  </a:lnTo>
                  <a:lnTo>
                    <a:pt x="40697" y="276507"/>
                  </a:lnTo>
                  <a:lnTo>
                    <a:pt x="44229" y="280462"/>
                  </a:lnTo>
                  <a:lnTo>
                    <a:pt x="47883" y="284303"/>
                  </a:lnTo>
                  <a:lnTo>
                    <a:pt x="51658" y="288027"/>
                  </a:lnTo>
                  <a:lnTo>
                    <a:pt x="55549" y="291629"/>
                  </a:lnTo>
                  <a:lnTo>
                    <a:pt x="59552" y="295105"/>
                  </a:lnTo>
                  <a:lnTo>
                    <a:pt x="63664" y="298453"/>
                  </a:lnTo>
                  <a:lnTo>
                    <a:pt x="67880" y="301669"/>
                  </a:lnTo>
                  <a:lnTo>
                    <a:pt x="72195" y="304749"/>
                  </a:lnTo>
                  <a:lnTo>
                    <a:pt x="76606" y="307691"/>
                  </a:lnTo>
                  <a:lnTo>
                    <a:pt x="81108" y="310492"/>
                  </a:lnTo>
                  <a:lnTo>
                    <a:pt x="85697" y="313149"/>
                  </a:lnTo>
                  <a:lnTo>
                    <a:pt x="90367" y="315658"/>
                  </a:lnTo>
                  <a:lnTo>
                    <a:pt x="95115" y="318019"/>
                  </a:lnTo>
                  <a:lnTo>
                    <a:pt x="99935" y="320227"/>
                  </a:lnTo>
                  <a:lnTo>
                    <a:pt x="104823" y="322282"/>
                  </a:lnTo>
                  <a:lnTo>
                    <a:pt x="109774" y="324180"/>
                  </a:lnTo>
                  <a:lnTo>
                    <a:pt x="114782" y="325921"/>
                  </a:lnTo>
                  <a:lnTo>
                    <a:pt x="119843" y="327502"/>
                  </a:lnTo>
                  <a:lnTo>
                    <a:pt x="124952" y="328921"/>
                  </a:lnTo>
                  <a:lnTo>
                    <a:pt x="130103" y="330178"/>
                  </a:lnTo>
                  <a:lnTo>
                    <a:pt x="135291" y="331271"/>
                  </a:lnTo>
                  <a:lnTo>
                    <a:pt x="140511" y="332199"/>
                  </a:lnTo>
                  <a:lnTo>
                    <a:pt x="145758" y="332960"/>
                  </a:lnTo>
                  <a:lnTo>
                    <a:pt x="151027" y="333555"/>
                  </a:lnTo>
                  <a:lnTo>
                    <a:pt x="156312" y="333983"/>
                  </a:lnTo>
                  <a:lnTo>
                    <a:pt x="161608" y="334243"/>
                  </a:lnTo>
                  <a:lnTo>
                    <a:pt x="166909" y="334334"/>
                  </a:lnTo>
                  <a:lnTo>
                    <a:pt x="172211" y="334258"/>
                  </a:lnTo>
                  <a:lnTo>
                    <a:pt x="177507" y="334013"/>
                  </a:lnTo>
                  <a:lnTo>
                    <a:pt x="182793" y="333601"/>
                  </a:lnTo>
                  <a:lnTo>
                    <a:pt x="188064" y="333021"/>
                  </a:lnTo>
                  <a:lnTo>
                    <a:pt x="193313" y="332274"/>
                  </a:lnTo>
                  <a:lnTo>
                    <a:pt x="198536" y="331361"/>
                  </a:lnTo>
                  <a:lnTo>
                    <a:pt x="203727" y="330283"/>
                  </a:lnTo>
                  <a:lnTo>
                    <a:pt x="208882" y="329041"/>
                  </a:lnTo>
                  <a:lnTo>
                    <a:pt x="213994" y="327636"/>
                  </a:lnTo>
                  <a:lnTo>
                    <a:pt x="219060" y="326070"/>
                  </a:lnTo>
                  <a:lnTo>
                    <a:pt x="224073" y="324343"/>
                  </a:lnTo>
                  <a:lnTo>
                    <a:pt x="229029" y="322459"/>
                  </a:lnTo>
                  <a:lnTo>
                    <a:pt x="233923" y="320419"/>
                  </a:lnTo>
                  <a:lnTo>
                    <a:pt x="238749" y="318224"/>
                  </a:lnTo>
                  <a:lnTo>
                    <a:pt x="243504" y="315877"/>
                  </a:lnTo>
                  <a:lnTo>
                    <a:pt x="248182" y="313381"/>
                  </a:lnTo>
                  <a:lnTo>
                    <a:pt x="252778" y="310737"/>
                  </a:lnTo>
                  <a:lnTo>
                    <a:pt x="257288" y="307949"/>
                  </a:lnTo>
                  <a:lnTo>
                    <a:pt x="261707" y="305020"/>
                  </a:lnTo>
                  <a:lnTo>
                    <a:pt x="266032" y="301952"/>
                  </a:lnTo>
                  <a:lnTo>
                    <a:pt x="270256" y="298748"/>
                  </a:lnTo>
                  <a:lnTo>
                    <a:pt x="274377" y="295412"/>
                  </a:lnTo>
                  <a:lnTo>
                    <a:pt x="278390" y="291947"/>
                  </a:lnTo>
                  <a:lnTo>
                    <a:pt x="282292" y="288356"/>
                  </a:lnTo>
                  <a:lnTo>
                    <a:pt x="286077" y="284644"/>
                  </a:lnTo>
                  <a:lnTo>
                    <a:pt x="289743" y="280813"/>
                  </a:lnTo>
                  <a:lnTo>
                    <a:pt x="293285" y="276868"/>
                  </a:lnTo>
                  <a:lnTo>
                    <a:pt x="296701" y="272812"/>
                  </a:lnTo>
                  <a:lnTo>
                    <a:pt x="299986" y="268651"/>
                  </a:lnTo>
                  <a:lnTo>
                    <a:pt x="303138" y="264387"/>
                  </a:lnTo>
                  <a:lnTo>
                    <a:pt x="306152" y="260025"/>
                  </a:lnTo>
                  <a:lnTo>
                    <a:pt x="309027" y="255570"/>
                  </a:lnTo>
                  <a:lnTo>
                    <a:pt x="311760" y="251026"/>
                  </a:lnTo>
                  <a:lnTo>
                    <a:pt x="314346" y="246398"/>
                  </a:lnTo>
                  <a:lnTo>
                    <a:pt x="316785" y="241690"/>
                  </a:lnTo>
                  <a:lnTo>
                    <a:pt x="319073" y="236907"/>
                  </a:lnTo>
                  <a:lnTo>
                    <a:pt x="321208" y="232054"/>
                  </a:lnTo>
                  <a:lnTo>
                    <a:pt x="323189" y="227135"/>
                  </a:lnTo>
                  <a:lnTo>
                    <a:pt x="325012" y="222156"/>
                  </a:lnTo>
                  <a:lnTo>
                    <a:pt x="326677" y="217122"/>
                  </a:lnTo>
                  <a:lnTo>
                    <a:pt x="328181" y="212038"/>
                  </a:lnTo>
                  <a:lnTo>
                    <a:pt x="329523" y="206908"/>
                  </a:lnTo>
                  <a:lnTo>
                    <a:pt x="330701" y="201739"/>
                  </a:lnTo>
                  <a:lnTo>
                    <a:pt x="331715" y="196535"/>
                  </a:lnTo>
                  <a:lnTo>
                    <a:pt x="332564" y="191301"/>
                  </a:lnTo>
                  <a:lnTo>
                    <a:pt x="333246" y="186043"/>
                  </a:lnTo>
                  <a:lnTo>
                    <a:pt x="333761" y="180766"/>
                  </a:lnTo>
                  <a:lnTo>
                    <a:pt x="334109" y="175475"/>
                  </a:lnTo>
                  <a:lnTo>
                    <a:pt x="334288" y="170176"/>
                  </a:lnTo>
                  <a:lnTo>
                    <a:pt x="334299" y="164874"/>
                  </a:lnTo>
                  <a:lnTo>
                    <a:pt x="334143" y="159574"/>
                  </a:lnTo>
                  <a:lnTo>
                    <a:pt x="333818" y="154282"/>
                  </a:lnTo>
                  <a:lnTo>
                    <a:pt x="333325" y="149003"/>
                  </a:lnTo>
                  <a:lnTo>
                    <a:pt x="332666" y="143742"/>
                  </a:lnTo>
                  <a:lnTo>
                    <a:pt x="331840" y="138504"/>
                  </a:lnTo>
                  <a:lnTo>
                    <a:pt x="330848" y="133296"/>
                  </a:lnTo>
                  <a:lnTo>
                    <a:pt x="329691" y="128121"/>
                  </a:lnTo>
                  <a:lnTo>
                    <a:pt x="328371" y="122986"/>
                  </a:lnTo>
                  <a:lnTo>
                    <a:pt x="326889" y="117895"/>
                  </a:lnTo>
                  <a:lnTo>
                    <a:pt x="325246" y="112854"/>
                  </a:lnTo>
                  <a:lnTo>
                    <a:pt x="323444" y="107868"/>
                  </a:lnTo>
                  <a:lnTo>
                    <a:pt x="321485" y="102941"/>
                  </a:lnTo>
                  <a:lnTo>
                    <a:pt x="319370" y="98079"/>
                  </a:lnTo>
                  <a:lnTo>
                    <a:pt x="317103" y="93286"/>
                  </a:lnTo>
                  <a:lnTo>
                    <a:pt x="314684" y="88567"/>
                  </a:lnTo>
                  <a:lnTo>
                    <a:pt x="312118" y="83928"/>
                  </a:lnTo>
                  <a:lnTo>
                    <a:pt x="309405" y="79372"/>
                  </a:lnTo>
                  <a:lnTo>
                    <a:pt x="306549" y="74905"/>
                  </a:lnTo>
                  <a:lnTo>
                    <a:pt x="303553" y="70531"/>
                  </a:lnTo>
                  <a:lnTo>
                    <a:pt x="300420" y="66253"/>
                  </a:lnTo>
                  <a:lnTo>
                    <a:pt x="297152" y="62077"/>
                  </a:lnTo>
                  <a:lnTo>
                    <a:pt x="293754" y="58007"/>
                  </a:lnTo>
                  <a:lnTo>
                    <a:pt x="290229" y="54047"/>
                  </a:lnTo>
                  <a:lnTo>
                    <a:pt x="286579" y="50201"/>
                  </a:lnTo>
                  <a:lnTo>
                    <a:pt x="282810" y="46472"/>
                  </a:lnTo>
                  <a:lnTo>
                    <a:pt x="278924" y="42865"/>
                  </a:lnTo>
                  <a:lnTo>
                    <a:pt x="274926" y="39382"/>
                  </a:lnTo>
                  <a:lnTo>
                    <a:pt x="270819" y="36029"/>
                  </a:lnTo>
                  <a:lnTo>
                    <a:pt x="266608" y="32807"/>
                  </a:lnTo>
                  <a:lnTo>
                    <a:pt x="262297" y="29720"/>
                  </a:lnTo>
                  <a:lnTo>
                    <a:pt x="257890" y="26772"/>
                  </a:lnTo>
                  <a:lnTo>
                    <a:pt x="253392" y="23965"/>
                  </a:lnTo>
                  <a:lnTo>
                    <a:pt x="248807" y="21302"/>
                  </a:lnTo>
                  <a:lnTo>
                    <a:pt x="244140" y="18785"/>
                  </a:lnTo>
                  <a:lnTo>
                    <a:pt x="239396" y="16418"/>
                  </a:lnTo>
                  <a:lnTo>
                    <a:pt x="234579" y="14203"/>
                  </a:lnTo>
                  <a:lnTo>
                    <a:pt x="229694" y="12141"/>
                  </a:lnTo>
                  <a:lnTo>
                    <a:pt x="224746" y="10236"/>
                  </a:lnTo>
                  <a:lnTo>
                    <a:pt x="219740" y="8488"/>
                  </a:lnTo>
                  <a:lnTo>
                    <a:pt x="214681" y="6900"/>
                  </a:lnTo>
                  <a:lnTo>
                    <a:pt x="209575" y="5473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13194"/>
              <a:ext cx="42426" cy="161693"/>
            </a:xfrm>
            <a:custGeom>
              <a:avLst/>
              <a:pathLst>
                <a:path w="42426" h="161693">
                  <a:moveTo>
                    <a:pt x="42426" y="0"/>
                  </a:moveTo>
                  <a:lnTo>
                    <a:pt x="0" y="161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13194"/>
              <a:ext cx="42426" cy="161693"/>
            </a:xfrm>
            <a:custGeom>
              <a:avLst/>
              <a:pathLst>
                <a:path w="42426" h="161693">
                  <a:moveTo>
                    <a:pt x="42426" y="0"/>
                  </a:moveTo>
                  <a:lnTo>
                    <a:pt x="0" y="1616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13194"/>
              <a:ext cx="42426" cy="161693"/>
            </a:xfrm>
            <a:custGeom>
              <a:avLst/>
              <a:pathLst>
                <a:path w="42426" h="161693">
                  <a:moveTo>
                    <a:pt x="42426" y="0"/>
                  </a:moveTo>
                  <a:lnTo>
                    <a:pt x="0" y="1616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13194"/>
              <a:ext cx="42426" cy="161693"/>
            </a:xfrm>
            <a:custGeom>
              <a:avLst/>
              <a:pathLst>
                <a:path w="42426" h="161693">
                  <a:moveTo>
                    <a:pt x="42426" y="0"/>
                  </a:moveTo>
                  <a:lnTo>
                    <a:pt x="0" y="1616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13194"/>
              <a:ext cx="42426" cy="161693"/>
            </a:xfrm>
            <a:custGeom>
              <a:avLst/>
              <a:pathLst>
                <a:path w="42426" h="161693">
                  <a:moveTo>
                    <a:pt x="42426" y="0"/>
                  </a:moveTo>
                  <a:lnTo>
                    <a:pt x="0" y="1616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3194"/>
              <a:ext cx="42426" cy="161693"/>
            </a:xfrm>
            <a:custGeom>
              <a:avLst/>
              <a:pathLst>
                <a:path w="42426" h="161693">
                  <a:moveTo>
                    <a:pt x="42426" y="0"/>
                  </a:moveTo>
                  <a:lnTo>
                    <a:pt x="0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3194"/>
              <a:ext cx="42426" cy="161693"/>
            </a:xfrm>
            <a:custGeom>
              <a:avLst/>
              <a:pathLst>
                <a:path w="42426" h="161693">
                  <a:moveTo>
                    <a:pt x="42426" y="0"/>
                  </a:moveTo>
                  <a:lnTo>
                    <a:pt x="0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3194"/>
              <a:ext cx="42426" cy="161693"/>
            </a:xfrm>
            <a:custGeom>
              <a:avLst/>
              <a:pathLst>
                <a:path w="42426" h="161693">
                  <a:moveTo>
                    <a:pt x="42426" y="0"/>
                  </a:moveTo>
                  <a:lnTo>
                    <a:pt x="0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3194"/>
              <a:ext cx="42426" cy="161693"/>
            </a:xfrm>
            <a:custGeom>
              <a:avLst/>
              <a:pathLst>
                <a:path w="42426" h="161693">
                  <a:moveTo>
                    <a:pt x="42426" y="0"/>
                  </a:moveTo>
                  <a:lnTo>
                    <a:pt x="0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3194"/>
              <a:ext cx="42426" cy="161693"/>
            </a:xfrm>
            <a:custGeom>
              <a:avLst/>
              <a:pathLst>
                <a:path w="42426" h="161693">
                  <a:moveTo>
                    <a:pt x="42426" y="0"/>
                  </a:moveTo>
                  <a:lnTo>
                    <a:pt x="0" y="1616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3194"/>
              <a:ext cx="42426" cy="161693"/>
            </a:xfrm>
            <a:custGeom>
              <a:avLst/>
              <a:pathLst>
                <a:path w="42426" h="161693">
                  <a:moveTo>
                    <a:pt x="42426" y="0"/>
                  </a:moveTo>
                  <a:lnTo>
                    <a:pt x="0" y="1616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3194"/>
              <a:ext cx="42426" cy="161693"/>
            </a:xfrm>
            <a:custGeom>
              <a:avLst/>
              <a:pathLst>
                <a:path w="42426" h="161693">
                  <a:moveTo>
                    <a:pt x="42426" y="0"/>
                  </a:moveTo>
                  <a:lnTo>
                    <a:pt x="0" y="1616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07720"/>
              <a:ext cx="42426" cy="167167"/>
            </a:xfrm>
            <a:custGeom>
              <a:avLst/>
              <a:pathLst>
                <a:path w="42426" h="167167">
                  <a:moveTo>
                    <a:pt x="42426" y="5473"/>
                  </a:moveTo>
                  <a:lnTo>
                    <a:pt x="36472" y="4027"/>
                  </a:lnTo>
                  <a:lnTo>
                    <a:pt x="30468" y="2800"/>
                  </a:lnTo>
                  <a:lnTo>
                    <a:pt x="24424" y="1793"/>
                  </a:lnTo>
                  <a:lnTo>
                    <a:pt x="18347" y="1009"/>
                  </a:lnTo>
                  <a:lnTo>
                    <a:pt x="12245" y="449"/>
                  </a:lnTo>
                  <a:lnTo>
                    <a:pt x="612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14134" y="4213821"/>
              <a:ext cx="194604" cy="334331"/>
            </a:xfrm>
            <a:custGeom>
              <a:avLst/>
              <a:pathLst>
                <a:path w="194604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3" y="759"/>
                  </a:lnTo>
                  <a:lnTo>
                    <a:pt x="145951" y="1350"/>
                  </a:lnTo>
                  <a:lnTo>
                    <a:pt x="140690" y="2107"/>
                  </a:lnTo>
                  <a:lnTo>
                    <a:pt x="135457" y="3032"/>
                  </a:lnTo>
                  <a:lnTo>
                    <a:pt x="130255" y="4122"/>
                  </a:lnTo>
                  <a:lnTo>
                    <a:pt x="125091" y="5378"/>
                  </a:lnTo>
                  <a:lnTo>
                    <a:pt x="119969" y="6797"/>
                  </a:lnTo>
                  <a:lnTo>
                    <a:pt x="114895" y="8378"/>
                  </a:lnTo>
                  <a:lnTo>
                    <a:pt x="109874" y="10119"/>
                  </a:lnTo>
                  <a:lnTo>
                    <a:pt x="104910" y="12019"/>
                  </a:lnTo>
                  <a:lnTo>
                    <a:pt x="100010" y="14076"/>
                  </a:lnTo>
                  <a:lnTo>
                    <a:pt x="95177" y="16288"/>
                  </a:lnTo>
                  <a:lnTo>
                    <a:pt x="90418" y="18652"/>
                  </a:lnTo>
                  <a:lnTo>
                    <a:pt x="85735" y="21167"/>
                  </a:lnTo>
                  <a:lnTo>
                    <a:pt x="81135" y="23828"/>
                  </a:lnTo>
                  <a:lnTo>
                    <a:pt x="76622" y="26635"/>
                  </a:lnTo>
                  <a:lnTo>
                    <a:pt x="72201" y="29584"/>
                  </a:lnTo>
                  <a:lnTo>
                    <a:pt x="67875" y="32672"/>
                  </a:lnTo>
                  <a:lnTo>
                    <a:pt x="63650" y="35896"/>
                  </a:lnTo>
                  <a:lnTo>
                    <a:pt x="59529" y="39252"/>
                  </a:lnTo>
                  <a:lnTo>
                    <a:pt x="55518" y="42738"/>
                  </a:lnTo>
                  <a:lnTo>
                    <a:pt x="51619" y="46350"/>
                  </a:lnTo>
                  <a:lnTo>
                    <a:pt x="47836" y="50084"/>
                  </a:lnTo>
                  <a:lnTo>
                    <a:pt x="44175" y="53936"/>
                  </a:lnTo>
                  <a:lnTo>
                    <a:pt x="40638" y="57902"/>
                  </a:lnTo>
                  <a:lnTo>
                    <a:pt x="37228" y="61979"/>
                  </a:lnTo>
                  <a:lnTo>
                    <a:pt x="33950" y="66162"/>
                  </a:lnTo>
                  <a:lnTo>
                    <a:pt x="30807" y="70448"/>
                  </a:lnTo>
                  <a:lnTo>
                    <a:pt x="27801" y="74831"/>
                  </a:lnTo>
                  <a:lnTo>
                    <a:pt x="24936" y="79307"/>
                  </a:lnTo>
                  <a:lnTo>
                    <a:pt x="22215" y="83873"/>
                  </a:lnTo>
                  <a:lnTo>
                    <a:pt x="19641" y="88522"/>
                  </a:lnTo>
                  <a:lnTo>
                    <a:pt x="17215" y="93251"/>
                  </a:lnTo>
                  <a:lnTo>
                    <a:pt x="14941" y="98055"/>
                  </a:lnTo>
                  <a:lnTo>
                    <a:pt x="12821" y="102928"/>
                  </a:lnTo>
                  <a:lnTo>
                    <a:pt x="10857" y="107867"/>
                  </a:lnTo>
                  <a:lnTo>
                    <a:pt x="9051" y="112865"/>
                  </a:lnTo>
                  <a:lnTo>
                    <a:pt x="7405" y="117918"/>
                  </a:lnTo>
                  <a:lnTo>
                    <a:pt x="5920" y="123021"/>
                  </a:lnTo>
                  <a:lnTo>
                    <a:pt x="4598" y="128169"/>
                  </a:lnTo>
                  <a:lnTo>
                    <a:pt x="3441" y="133356"/>
                  </a:lnTo>
                  <a:lnTo>
                    <a:pt x="2449" y="138577"/>
                  </a:lnTo>
                  <a:lnTo>
                    <a:pt x="1623" y="143827"/>
                  </a:lnTo>
                  <a:lnTo>
                    <a:pt x="965" y="149101"/>
                  </a:lnTo>
                  <a:lnTo>
                    <a:pt x="474" y="154393"/>
                  </a:lnTo>
                  <a:lnTo>
                    <a:pt x="153" y="159698"/>
                  </a:lnTo>
                  <a:lnTo>
                    <a:pt x="0" y="165010"/>
                  </a:lnTo>
                  <a:lnTo>
                    <a:pt x="15" y="170325"/>
                  </a:lnTo>
                  <a:lnTo>
                    <a:pt x="200" y="175636"/>
                  </a:lnTo>
                  <a:lnTo>
                    <a:pt x="554" y="180939"/>
                  </a:lnTo>
                  <a:lnTo>
                    <a:pt x="1076" y="186228"/>
                  </a:lnTo>
                  <a:lnTo>
                    <a:pt x="1766" y="191498"/>
                  </a:lnTo>
                  <a:lnTo>
                    <a:pt x="2623" y="196743"/>
                  </a:lnTo>
                  <a:lnTo>
                    <a:pt x="3646" y="201958"/>
                  </a:lnTo>
                  <a:lnTo>
                    <a:pt x="4835" y="207138"/>
                  </a:lnTo>
                  <a:lnTo>
                    <a:pt x="6187" y="212278"/>
                  </a:lnTo>
                  <a:lnTo>
                    <a:pt x="7703" y="217372"/>
                  </a:lnTo>
                  <a:lnTo>
                    <a:pt x="9379" y="222415"/>
                  </a:lnTo>
                  <a:lnTo>
                    <a:pt x="11215" y="227403"/>
                  </a:lnTo>
                  <a:lnTo>
                    <a:pt x="13209" y="232329"/>
                  </a:lnTo>
                  <a:lnTo>
                    <a:pt x="15358" y="237190"/>
                  </a:lnTo>
                  <a:lnTo>
                    <a:pt x="17661" y="241980"/>
                  </a:lnTo>
                  <a:lnTo>
                    <a:pt x="20114" y="246694"/>
                  </a:lnTo>
                  <a:lnTo>
                    <a:pt x="22717" y="251328"/>
                  </a:lnTo>
                  <a:lnTo>
                    <a:pt x="25465" y="255877"/>
                  </a:lnTo>
                  <a:lnTo>
                    <a:pt x="28357" y="260336"/>
                  </a:lnTo>
                  <a:lnTo>
                    <a:pt x="31389" y="264701"/>
                  </a:lnTo>
                  <a:lnTo>
                    <a:pt x="34558" y="268968"/>
                  </a:lnTo>
                  <a:lnTo>
                    <a:pt x="37861" y="273131"/>
                  </a:lnTo>
                  <a:lnTo>
                    <a:pt x="41295" y="277188"/>
                  </a:lnTo>
                  <a:lnTo>
                    <a:pt x="44856" y="281133"/>
                  </a:lnTo>
                  <a:lnTo>
                    <a:pt x="48540" y="284963"/>
                  </a:lnTo>
                  <a:lnTo>
                    <a:pt x="52345" y="288674"/>
                  </a:lnTo>
                  <a:lnTo>
                    <a:pt x="56265" y="292262"/>
                  </a:lnTo>
                  <a:lnTo>
                    <a:pt x="60298" y="295724"/>
                  </a:lnTo>
                  <a:lnTo>
                    <a:pt x="64438" y="299056"/>
                  </a:lnTo>
                  <a:lnTo>
                    <a:pt x="68683" y="302254"/>
                  </a:lnTo>
                  <a:lnTo>
                    <a:pt x="73027" y="305316"/>
                  </a:lnTo>
                  <a:lnTo>
                    <a:pt x="77466" y="308239"/>
                  </a:lnTo>
                  <a:lnTo>
                    <a:pt x="81996" y="311018"/>
                  </a:lnTo>
                  <a:lnTo>
                    <a:pt x="86612" y="313653"/>
                  </a:lnTo>
                  <a:lnTo>
                    <a:pt x="91309" y="316139"/>
                  </a:lnTo>
                  <a:lnTo>
                    <a:pt x="96083" y="318475"/>
                  </a:lnTo>
                  <a:lnTo>
                    <a:pt x="100929" y="320657"/>
                  </a:lnTo>
                  <a:lnTo>
                    <a:pt x="105841" y="322685"/>
                  </a:lnTo>
                  <a:lnTo>
                    <a:pt x="110816" y="324555"/>
                  </a:lnTo>
                  <a:lnTo>
                    <a:pt x="115848" y="326267"/>
                  </a:lnTo>
                  <a:lnTo>
                    <a:pt x="120931" y="327817"/>
                  </a:lnTo>
                  <a:lnTo>
                    <a:pt x="126061" y="329205"/>
                  </a:lnTo>
                  <a:lnTo>
                    <a:pt x="131233" y="330430"/>
                  </a:lnTo>
                  <a:lnTo>
                    <a:pt x="136441" y="331489"/>
                  </a:lnTo>
                  <a:lnTo>
                    <a:pt x="141680" y="332382"/>
                  </a:lnTo>
                  <a:lnTo>
                    <a:pt x="146945" y="333108"/>
                  </a:lnTo>
                  <a:lnTo>
                    <a:pt x="152230" y="333667"/>
                  </a:lnTo>
                  <a:lnTo>
                    <a:pt x="157530" y="334057"/>
                  </a:lnTo>
                  <a:lnTo>
                    <a:pt x="162840" y="334279"/>
                  </a:lnTo>
                  <a:lnTo>
                    <a:pt x="168155" y="334331"/>
                  </a:lnTo>
                  <a:lnTo>
                    <a:pt x="173468" y="334215"/>
                  </a:lnTo>
                  <a:lnTo>
                    <a:pt x="178775" y="333930"/>
                  </a:lnTo>
                  <a:lnTo>
                    <a:pt x="184070" y="333476"/>
                  </a:lnTo>
                  <a:lnTo>
                    <a:pt x="189349" y="332854"/>
                  </a:lnTo>
                  <a:lnTo>
                    <a:pt x="194604" y="332065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27451" cy="164898"/>
            </a:xfrm>
            <a:custGeom>
              <a:avLst/>
              <a:pathLst>
                <a:path w="27451" h="164898">
                  <a:moveTo>
                    <a:pt x="27451" y="1648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27451" cy="164898"/>
            </a:xfrm>
            <a:custGeom>
              <a:avLst/>
              <a:pathLst>
                <a:path w="27451" h="164898">
                  <a:moveTo>
                    <a:pt x="27451" y="1648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27451" cy="164898"/>
            </a:xfrm>
            <a:custGeom>
              <a:avLst/>
              <a:pathLst>
                <a:path w="27451" h="164898">
                  <a:moveTo>
                    <a:pt x="27451" y="1648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27451" cy="164898"/>
            </a:xfrm>
            <a:custGeom>
              <a:avLst/>
              <a:pathLst>
                <a:path w="27451" h="164898">
                  <a:moveTo>
                    <a:pt x="27451" y="1648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27451" cy="164898"/>
            </a:xfrm>
            <a:custGeom>
              <a:avLst/>
              <a:pathLst>
                <a:path w="27451" h="164898">
                  <a:moveTo>
                    <a:pt x="27451" y="1648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380988"/>
              <a:ext cx="27451" cy="164898"/>
            </a:xfrm>
            <a:custGeom>
              <a:avLst/>
              <a:pathLst>
                <a:path w="27451" h="164898">
                  <a:moveTo>
                    <a:pt x="27451" y="1648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380988"/>
              <a:ext cx="27451" cy="164898"/>
            </a:xfrm>
            <a:custGeom>
              <a:avLst/>
              <a:pathLst>
                <a:path w="27451" h="164898">
                  <a:moveTo>
                    <a:pt x="27451" y="1648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380988"/>
              <a:ext cx="27451" cy="164898"/>
            </a:xfrm>
            <a:custGeom>
              <a:avLst/>
              <a:pathLst>
                <a:path w="27451" h="164898">
                  <a:moveTo>
                    <a:pt x="27451" y="1648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380988"/>
              <a:ext cx="27451" cy="164898"/>
            </a:xfrm>
            <a:custGeom>
              <a:avLst/>
              <a:pathLst>
                <a:path w="27451" h="164898">
                  <a:moveTo>
                    <a:pt x="27451" y="1648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380988"/>
              <a:ext cx="27451" cy="164898"/>
            </a:xfrm>
            <a:custGeom>
              <a:avLst/>
              <a:pathLst>
                <a:path w="27451" h="164898">
                  <a:moveTo>
                    <a:pt x="27451" y="1648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380988"/>
              <a:ext cx="27451" cy="164898"/>
            </a:xfrm>
            <a:custGeom>
              <a:avLst/>
              <a:pathLst>
                <a:path w="27451" h="164898">
                  <a:moveTo>
                    <a:pt x="27451" y="1648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3821"/>
              <a:ext cx="167166" cy="332065"/>
            </a:xfrm>
            <a:custGeom>
              <a:avLst/>
              <a:pathLst>
                <a:path w="167166" h="332065">
                  <a:moveTo>
                    <a:pt x="27451" y="332065"/>
                  </a:moveTo>
                  <a:lnTo>
                    <a:pt x="32714" y="331102"/>
                  </a:lnTo>
                  <a:lnTo>
                    <a:pt x="37943" y="329971"/>
                  </a:lnTo>
                  <a:lnTo>
                    <a:pt x="43134" y="328674"/>
                  </a:lnTo>
                  <a:lnTo>
                    <a:pt x="48280" y="327211"/>
                  </a:lnTo>
                  <a:lnTo>
                    <a:pt x="53377" y="325584"/>
                  </a:lnTo>
                  <a:lnTo>
                    <a:pt x="58419" y="323794"/>
                  </a:lnTo>
                  <a:lnTo>
                    <a:pt x="63401" y="321845"/>
                  </a:lnTo>
                  <a:lnTo>
                    <a:pt x="68319" y="319736"/>
                  </a:lnTo>
                  <a:lnTo>
                    <a:pt x="73166" y="317472"/>
                  </a:lnTo>
                  <a:lnTo>
                    <a:pt x="77939" y="315054"/>
                  </a:lnTo>
                  <a:lnTo>
                    <a:pt x="82631" y="312484"/>
                  </a:lnTo>
                  <a:lnTo>
                    <a:pt x="87239" y="309765"/>
                  </a:lnTo>
                  <a:lnTo>
                    <a:pt x="91758" y="306900"/>
                  </a:lnTo>
                  <a:lnTo>
                    <a:pt x="96183" y="303892"/>
                  </a:lnTo>
                  <a:lnTo>
                    <a:pt x="100509" y="300744"/>
                  </a:lnTo>
                  <a:lnTo>
                    <a:pt x="104732" y="297459"/>
                  </a:lnTo>
                  <a:lnTo>
                    <a:pt x="108848" y="294041"/>
                  </a:lnTo>
                  <a:lnTo>
                    <a:pt x="112852" y="290493"/>
                  </a:lnTo>
                  <a:lnTo>
                    <a:pt x="116741" y="286818"/>
                  </a:lnTo>
                  <a:lnTo>
                    <a:pt x="120510" y="283021"/>
                  </a:lnTo>
                  <a:lnTo>
                    <a:pt x="124156" y="279105"/>
                  </a:lnTo>
                  <a:lnTo>
                    <a:pt x="127674" y="275075"/>
                  </a:lnTo>
                  <a:lnTo>
                    <a:pt x="131062" y="270934"/>
                  </a:lnTo>
                  <a:lnTo>
                    <a:pt x="134316" y="266686"/>
                  </a:lnTo>
                  <a:lnTo>
                    <a:pt x="137432" y="262337"/>
                  </a:lnTo>
                  <a:lnTo>
                    <a:pt x="140407" y="257890"/>
                  </a:lnTo>
                  <a:lnTo>
                    <a:pt x="143238" y="253350"/>
                  </a:lnTo>
                  <a:lnTo>
                    <a:pt x="145923" y="248722"/>
                  </a:lnTo>
                  <a:lnTo>
                    <a:pt x="148458" y="244011"/>
                  </a:lnTo>
                  <a:lnTo>
                    <a:pt x="150841" y="239221"/>
                  </a:lnTo>
                  <a:lnTo>
                    <a:pt x="153070" y="234357"/>
                  </a:lnTo>
                  <a:lnTo>
                    <a:pt x="155141" y="229424"/>
                  </a:lnTo>
                  <a:lnTo>
                    <a:pt x="157054" y="224427"/>
                  </a:lnTo>
                  <a:lnTo>
                    <a:pt x="158806" y="219372"/>
                  </a:lnTo>
                  <a:lnTo>
                    <a:pt x="160396" y="214263"/>
                  </a:lnTo>
                  <a:lnTo>
                    <a:pt x="161821" y="209106"/>
                  </a:lnTo>
                  <a:lnTo>
                    <a:pt x="163080" y="203906"/>
                  </a:lnTo>
                  <a:lnTo>
                    <a:pt x="164172" y="198669"/>
                  </a:lnTo>
                  <a:lnTo>
                    <a:pt x="165096" y="193399"/>
                  </a:lnTo>
                  <a:lnTo>
                    <a:pt x="165851" y="188102"/>
                  </a:lnTo>
                  <a:lnTo>
                    <a:pt x="166436" y="182784"/>
                  </a:lnTo>
                  <a:lnTo>
                    <a:pt x="166850" y="177450"/>
                  </a:lnTo>
                  <a:lnTo>
                    <a:pt x="167094" y="172105"/>
                  </a:lnTo>
                  <a:lnTo>
                    <a:pt x="167166" y="166755"/>
                  </a:lnTo>
                  <a:lnTo>
                    <a:pt x="167068" y="161406"/>
                  </a:lnTo>
                  <a:lnTo>
                    <a:pt x="166798" y="156062"/>
                  </a:lnTo>
                  <a:lnTo>
                    <a:pt x="166357" y="150730"/>
                  </a:lnTo>
                  <a:lnTo>
                    <a:pt x="165746" y="145415"/>
                  </a:lnTo>
                  <a:lnTo>
                    <a:pt x="164965" y="140122"/>
                  </a:lnTo>
                  <a:lnTo>
                    <a:pt x="164015" y="134857"/>
                  </a:lnTo>
                  <a:lnTo>
                    <a:pt x="162897" y="129625"/>
                  </a:lnTo>
                  <a:lnTo>
                    <a:pt x="161612" y="124431"/>
                  </a:lnTo>
                  <a:lnTo>
                    <a:pt x="160162" y="119281"/>
                  </a:lnTo>
                  <a:lnTo>
                    <a:pt x="158547" y="114180"/>
                  </a:lnTo>
                  <a:lnTo>
                    <a:pt x="156770" y="109134"/>
                  </a:lnTo>
                  <a:lnTo>
                    <a:pt x="154833" y="104146"/>
                  </a:lnTo>
                  <a:lnTo>
                    <a:pt x="152737" y="99224"/>
                  </a:lnTo>
                  <a:lnTo>
                    <a:pt x="150484" y="94371"/>
                  </a:lnTo>
                  <a:lnTo>
                    <a:pt x="148078" y="89592"/>
                  </a:lnTo>
                  <a:lnTo>
                    <a:pt x="145519" y="84893"/>
                  </a:lnTo>
                  <a:lnTo>
                    <a:pt x="142812" y="80279"/>
                  </a:lnTo>
                  <a:lnTo>
                    <a:pt x="139958" y="75753"/>
                  </a:lnTo>
                  <a:lnTo>
                    <a:pt x="136961" y="71321"/>
                  </a:lnTo>
                  <a:lnTo>
                    <a:pt x="133824" y="66987"/>
                  </a:lnTo>
                  <a:lnTo>
                    <a:pt x="130549" y="62756"/>
                  </a:lnTo>
                  <a:lnTo>
                    <a:pt x="127141" y="58632"/>
                  </a:lnTo>
                  <a:lnTo>
                    <a:pt x="123603" y="54618"/>
                  </a:lnTo>
                  <a:lnTo>
                    <a:pt x="119938" y="50721"/>
                  </a:lnTo>
                  <a:lnTo>
                    <a:pt x="116150" y="46942"/>
                  </a:lnTo>
                  <a:lnTo>
                    <a:pt x="112243" y="43287"/>
                  </a:lnTo>
                  <a:lnTo>
                    <a:pt x="108221" y="39758"/>
                  </a:lnTo>
                  <a:lnTo>
                    <a:pt x="104089" y="36360"/>
                  </a:lnTo>
                  <a:lnTo>
                    <a:pt x="99849" y="33096"/>
                  </a:lnTo>
                  <a:lnTo>
                    <a:pt x="95508" y="29970"/>
                  </a:lnTo>
                  <a:lnTo>
                    <a:pt x="91068" y="26983"/>
                  </a:lnTo>
                  <a:lnTo>
                    <a:pt x="86536" y="24141"/>
                  </a:lnTo>
                  <a:lnTo>
                    <a:pt x="81914" y="21445"/>
                  </a:lnTo>
                  <a:lnTo>
                    <a:pt x="77209" y="18898"/>
                  </a:lnTo>
                  <a:lnTo>
                    <a:pt x="72425" y="16503"/>
                  </a:lnTo>
                  <a:lnTo>
                    <a:pt x="67566" y="14263"/>
                  </a:lnTo>
                  <a:lnTo>
                    <a:pt x="62638" y="12179"/>
                  </a:lnTo>
                  <a:lnTo>
                    <a:pt x="57647" y="10254"/>
                  </a:lnTo>
                  <a:lnTo>
                    <a:pt x="52596" y="8489"/>
                  </a:lnTo>
                  <a:lnTo>
                    <a:pt x="47491" y="6887"/>
                  </a:lnTo>
                  <a:lnTo>
                    <a:pt x="42337" y="5450"/>
                  </a:lnTo>
                  <a:lnTo>
                    <a:pt x="37140" y="4178"/>
                  </a:lnTo>
                  <a:lnTo>
                    <a:pt x="31905" y="3073"/>
                  </a:lnTo>
                  <a:lnTo>
                    <a:pt x="26638" y="2136"/>
                  </a:lnTo>
                  <a:lnTo>
                    <a:pt x="21343" y="1368"/>
                  </a:lnTo>
                  <a:lnTo>
                    <a:pt x="16026" y="770"/>
                  </a:lnTo>
                  <a:lnTo>
                    <a:pt x="10693" y="342"/>
                  </a:lnTo>
                  <a:lnTo>
                    <a:pt x="5349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368" y="4659281"/>
              <a:ext cx="167156" cy="218708"/>
            </a:xfrm>
            <a:custGeom>
              <a:avLst/>
              <a:pathLst>
                <a:path w="167156" h="218708">
                  <a:moveTo>
                    <a:pt x="167156" y="0"/>
                  </a:moveTo>
                  <a:lnTo>
                    <a:pt x="161726" y="88"/>
                  </a:lnTo>
                  <a:lnTo>
                    <a:pt x="156302" y="352"/>
                  </a:lnTo>
                  <a:lnTo>
                    <a:pt x="150890" y="793"/>
                  </a:lnTo>
                  <a:lnTo>
                    <a:pt x="145494" y="1409"/>
                  </a:lnTo>
                  <a:lnTo>
                    <a:pt x="140122" y="2200"/>
                  </a:lnTo>
                  <a:lnTo>
                    <a:pt x="134778" y="3165"/>
                  </a:lnTo>
                  <a:lnTo>
                    <a:pt x="129468" y="4303"/>
                  </a:lnTo>
                  <a:lnTo>
                    <a:pt x="124198" y="5613"/>
                  </a:lnTo>
                  <a:lnTo>
                    <a:pt x="118973" y="7094"/>
                  </a:lnTo>
                  <a:lnTo>
                    <a:pt x="113799" y="8743"/>
                  </a:lnTo>
                  <a:lnTo>
                    <a:pt x="108682" y="10560"/>
                  </a:lnTo>
                  <a:lnTo>
                    <a:pt x="103626" y="12542"/>
                  </a:lnTo>
                  <a:lnTo>
                    <a:pt x="98637" y="14687"/>
                  </a:lnTo>
                  <a:lnTo>
                    <a:pt x="93720" y="16993"/>
                  </a:lnTo>
                  <a:lnTo>
                    <a:pt x="88881" y="19458"/>
                  </a:lnTo>
                  <a:lnTo>
                    <a:pt x="84125" y="22078"/>
                  </a:lnTo>
                  <a:lnTo>
                    <a:pt x="79456" y="24851"/>
                  </a:lnTo>
                  <a:lnTo>
                    <a:pt x="74880" y="27775"/>
                  </a:lnTo>
                  <a:lnTo>
                    <a:pt x="70401" y="30846"/>
                  </a:lnTo>
                  <a:lnTo>
                    <a:pt x="66024" y="34061"/>
                  </a:lnTo>
                  <a:lnTo>
                    <a:pt x="61754" y="37416"/>
                  </a:lnTo>
                  <a:lnTo>
                    <a:pt x="57595" y="40908"/>
                  </a:lnTo>
                  <a:lnTo>
                    <a:pt x="53552" y="44533"/>
                  </a:lnTo>
                  <a:lnTo>
                    <a:pt x="49629" y="48288"/>
                  </a:lnTo>
                  <a:lnTo>
                    <a:pt x="45830" y="52168"/>
                  </a:lnTo>
                  <a:lnTo>
                    <a:pt x="42158" y="56169"/>
                  </a:lnTo>
                  <a:lnTo>
                    <a:pt x="38619" y="60288"/>
                  </a:lnTo>
                  <a:lnTo>
                    <a:pt x="35215" y="64519"/>
                  </a:lnTo>
                  <a:lnTo>
                    <a:pt x="31951" y="68859"/>
                  </a:lnTo>
                  <a:lnTo>
                    <a:pt x="28829" y="73302"/>
                  </a:lnTo>
                  <a:lnTo>
                    <a:pt x="25853" y="77845"/>
                  </a:lnTo>
                  <a:lnTo>
                    <a:pt x="23026" y="82482"/>
                  </a:lnTo>
                  <a:lnTo>
                    <a:pt x="20352" y="87208"/>
                  </a:lnTo>
                  <a:lnTo>
                    <a:pt x="17832" y="92018"/>
                  </a:lnTo>
                  <a:lnTo>
                    <a:pt x="15470" y="96908"/>
                  </a:lnTo>
                  <a:lnTo>
                    <a:pt x="13268" y="101872"/>
                  </a:lnTo>
                  <a:lnTo>
                    <a:pt x="11228" y="106905"/>
                  </a:lnTo>
                  <a:lnTo>
                    <a:pt x="9353" y="112001"/>
                  </a:lnTo>
                  <a:lnTo>
                    <a:pt x="7645" y="117156"/>
                  </a:lnTo>
                  <a:lnTo>
                    <a:pt x="6104" y="122363"/>
                  </a:lnTo>
                  <a:lnTo>
                    <a:pt x="4734" y="127618"/>
                  </a:lnTo>
                  <a:lnTo>
                    <a:pt x="3535" y="132915"/>
                  </a:lnTo>
                  <a:lnTo>
                    <a:pt x="2509" y="138247"/>
                  </a:lnTo>
                  <a:lnTo>
                    <a:pt x="1657" y="143610"/>
                  </a:lnTo>
                  <a:lnTo>
                    <a:pt x="979" y="148998"/>
                  </a:lnTo>
                  <a:lnTo>
                    <a:pt x="476" y="154406"/>
                  </a:lnTo>
                  <a:lnTo>
                    <a:pt x="150" y="159826"/>
                  </a:lnTo>
                  <a:lnTo>
                    <a:pt x="0" y="165255"/>
                  </a:lnTo>
                  <a:lnTo>
                    <a:pt x="26" y="170685"/>
                  </a:lnTo>
                  <a:lnTo>
                    <a:pt x="228" y="176112"/>
                  </a:lnTo>
                  <a:lnTo>
                    <a:pt x="607" y="181529"/>
                  </a:lnTo>
                  <a:lnTo>
                    <a:pt x="1161" y="186931"/>
                  </a:lnTo>
                  <a:lnTo>
                    <a:pt x="1891" y="192312"/>
                  </a:lnTo>
                  <a:lnTo>
                    <a:pt x="2795" y="197667"/>
                  </a:lnTo>
                  <a:lnTo>
                    <a:pt x="3872" y="202989"/>
                  </a:lnTo>
                  <a:lnTo>
                    <a:pt x="5122" y="208274"/>
                  </a:lnTo>
                  <a:lnTo>
                    <a:pt x="6542" y="213516"/>
                  </a:lnTo>
                  <a:lnTo>
                    <a:pt x="8132" y="218708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7501" y="4826449"/>
              <a:ext cx="159023" cy="51541"/>
            </a:xfrm>
            <a:custGeom>
              <a:avLst/>
              <a:pathLst>
                <a:path w="159023" h="51541">
                  <a:moveTo>
                    <a:pt x="0" y="51541"/>
                  </a:moveTo>
                  <a:lnTo>
                    <a:pt x="15902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7501" y="4826449"/>
              <a:ext cx="159023" cy="51541"/>
            </a:xfrm>
            <a:custGeom>
              <a:avLst/>
              <a:pathLst>
                <a:path w="159023" h="51541">
                  <a:moveTo>
                    <a:pt x="0" y="51541"/>
                  </a:moveTo>
                  <a:lnTo>
                    <a:pt x="15902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7501" y="4826449"/>
              <a:ext cx="159023" cy="51541"/>
            </a:xfrm>
            <a:custGeom>
              <a:avLst/>
              <a:pathLst>
                <a:path w="159023" h="51541">
                  <a:moveTo>
                    <a:pt x="0" y="51541"/>
                  </a:moveTo>
                  <a:lnTo>
                    <a:pt x="15902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7501" y="4826449"/>
              <a:ext cx="159023" cy="51541"/>
            </a:xfrm>
            <a:custGeom>
              <a:avLst/>
              <a:pathLst>
                <a:path w="159023" h="51541">
                  <a:moveTo>
                    <a:pt x="0" y="51541"/>
                  </a:moveTo>
                  <a:lnTo>
                    <a:pt x="1590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7501" y="4826449"/>
              <a:ext cx="159023" cy="51541"/>
            </a:xfrm>
            <a:custGeom>
              <a:avLst/>
              <a:pathLst>
                <a:path w="159023" h="51541">
                  <a:moveTo>
                    <a:pt x="0" y="51541"/>
                  </a:moveTo>
                  <a:lnTo>
                    <a:pt x="1590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7501" y="4826449"/>
              <a:ext cx="159023" cy="51541"/>
            </a:xfrm>
            <a:custGeom>
              <a:avLst/>
              <a:pathLst>
                <a:path w="159023" h="51541">
                  <a:moveTo>
                    <a:pt x="0" y="51541"/>
                  </a:moveTo>
                  <a:lnTo>
                    <a:pt x="1590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7501" y="4826449"/>
              <a:ext cx="159023" cy="51541"/>
            </a:xfrm>
            <a:custGeom>
              <a:avLst/>
              <a:pathLst>
                <a:path w="159023" h="51541">
                  <a:moveTo>
                    <a:pt x="0" y="51541"/>
                  </a:moveTo>
                  <a:lnTo>
                    <a:pt x="1590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7501" y="4826449"/>
              <a:ext cx="159023" cy="51541"/>
            </a:xfrm>
            <a:custGeom>
              <a:avLst/>
              <a:pathLst>
                <a:path w="159023" h="51541">
                  <a:moveTo>
                    <a:pt x="0" y="51541"/>
                  </a:moveTo>
                  <a:lnTo>
                    <a:pt x="15902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27501" y="4826449"/>
              <a:ext cx="159023" cy="51541"/>
            </a:xfrm>
            <a:custGeom>
              <a:avLst/>
              <a:pathLst>
                <a:path w="159023" h="51541">
                  <a:moveTo>
                    <a:pt x="0" y="51541"/>
                  </a:moveTo>
                  <a:lnTo>
                    <a:pt x="15902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7501" y="4826449"/>
              <a:ext cx="159023" cy="68682"/>
            </a:xfrm>
            <a:custGeom>
              <a:avLst/>
              <a:pathLst>
                <a:path w="159023" h="68682">
                  <a:moveTo>
                    <a:pt x="0" y="51541"/>
                  </a:moveTo>
                  <a:lnTo>
                    <a:pt x="3073" y="60202"/>
                  </a:lnTo>
                  <a:lnTo>
                    <a:pt x="6617" y="68682"/>
                  </a:lnTo>
                  <a:lnTo>
                    <a:pt x="15902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34118" y="4659281"/>
              <a:ext cx="319557" cy="334333"/>
            </a:xfrm>
            <a:custGeom>
              <a:avLst/>
              <a:pathLst>
                <a:path w="319557" h="334333">
                  <a:moveTo>
                    <a:pt x="0" y="235850"/>
                  </a:moveTo>
                  <a:lnTo>
                    <a:pt x="2258" y="240656"/>
                  </a:lnTo>
                  <a:lnTo>
                    <a:pt x="4668" y="245389"/>
                  </a:lnTo>
                  <a:lnTo>
                    <a:pt x="7228" y="250042"/>
                  </a:lnTo>
                  <a:lnTo>
                    <a:pt x="9933" y="254612"/>
                  </a:lnTo>
                  <a:lnTo>
                    <a:pt x="12783" y="259093"/>
                  </a:lnTo>
                  <a:lnTo>
                    <a:pt x="15773" y="263482"/>
                  </a:lnTo>
                  <a:lnTo>
                    <a:pt x="18902" y="267774"/>
                  </a:lnTo>
                  <a:lnTo>
                    <a:pt x="22165" y="271964"/>
                  </a:lnTo>
                  <a:lnTo>
                    <a:pt x="25559" y="276048"/>
                  </a:lnTo>
                  <a:lnTo>
                    <a:pt x="29082" y="280022"/>
                  </a:lnTo>
                  <a:lnTo>
                    <a:pt x="32729" y="283882"/>
                  </a:lnTo>
                  <a:lnTo>
                    <a:pt x="36497" y="287625"/>
                  </a:lnTo>
                  <a:lnTo>
                    <a:pt x="40382" y="291246"/>
                  </a:lnTo>
                  <a:lnTo>
                    <a:pt x="44380" y="294742"/>
                  </a:lnTo>
                  <a:lnTo>
                    <a:pt x="48487" y="298109"/>
                  </a:lnTo>
                  <a:lnTo>
                    <a:pt x="52698" y="301344"/>
                  </a:lnTo>
                  <a:lnTo>
                    <a:pt x="57011" y="304443"/>
                  </a:lnTo>
                  <a:lnTo>
                    <a:pt x="61420" y="307404"/>
                  </a:lnTo>
                  <a:lnTo>
                    <a:pt x="65920" y="310224"/>
                  </a:lnTo>
                  <a:lnTo>
                    <a:pt x="70508" y="312899"/>
                  </a:lnTo>
                  <a:lnTo>
                    <a:pt x="75179" y="315427"/>
                  </a:lnTo>
                  <a:lnTo>
                    <a:pt x="79927" y="317805"/>
                  </a:lnTo>
                  <a:lnTo>
                    <a:pt x="84749" y="320031"/>
                  </a:lnTo>
                  <a:lnTo>
                    <a:pt x="89638" y="322103"/>
                  </a:lnTo>
                  <a:lnTo>
                    <a:pt x="94592" y="324019"/>
                  </a:lnTo>
                  <a:lnTo>
                    <a:pt x="99603" y="325776"/>
                  </a:lnTo>
                  <a:lnTo>
                    <a:pt x="104668" y="327373"/>
                  </a:lnTo>
                  <a:lnTo>
                    <a:pt x="109781" y="328809"/>
                  </a:lnTo>
                  <a:lnTo>
                    <a:pt x="114937" y="330081"/>
                  </a:lnTo>
                  <a:lnTo>
                    <a:pt x="120131" y="331189"/>
                  </a:lnTo>
                  <a:lnTo>
                    <a:pt x="125357" y="332132"/>
                  </a:lnTo>
                  <a:lnTo>
                    <a:pt x="130611" y="332908"/>
                  </a:lnTo>
                  <a:lnTo>
                    <a:pt x="135887" y="333516"/>
                  </a:lnTo>
                  <a:lnTo>
                    <a:pt x="141179" y="333957"/>
                  </a:lnTo>
                  <a:lnTo>
                    <a:pt x="146483" y="334229"/>
                  </a:lnTo>
                  <a:lnTo>
                    <a:pt x="151793" y="334333"/>
                  </a:lnTo>
                  <a:lnTo>
                    <a:pt x="157103" y="334268"/>
                  </a:lnTo>
                  <a:lnTo>
                    <a:pt x="162409" y="334035"/>
                  </a:lnTo>
                  <a:lnTo>
                    <a:pt x="167704" y="333633"/>
                  </a:lnTo>
                  <a:lnTo>
                    <a:pt x="172984" y="333063"/>
                  </a:lnTo>
                  <a:lnTo>
                    <a:pt x="178244" y="332326"/>
                  </a:lnTo>
                  <a:lnTo>
                    <a:pt x="183477" y="331421"/>
                  </a:lnTo>
                  <a:lnTo>
                    <a:pt x="188679" y="330352"/>
                  </a:lnTo>
                  <a:lnTo>
                    <a:pt x="193844" y="329117"/>
                  </a:lnTo>
                  <a:lnTo>
                    <a:pt x="198967" y="327719"/>
                  </a:lnTo>
                  <a:lnTo>
                    <a:pt x="204044" y="326159"/>
                  </a:lnTo>
                  <a:lnTo>
                    <a:pt x="209068" y="324438"/>
                  </a:lnTo>
                  <a:lnTo>
                    <a:pt x="214035" y="322559"/>
                  </a:lnTo>
                  <a:lnTo>
                    <a:pt x="218940" y="320523"/>
                  </a:lnTo>
                  <a:lnTo>
                    <a:pt x="223778" y="318332"/>
                  </a:lnTo>
                  <a:lnTo>
                    <a:pt x="228544" y="315989"/>
                  </a:lnTo>
                  <a:lnTo>
                    <a:pt x="233233" y="313495"/>
                  </a:lnTo>
                  <a:lnTo>
                    <a:pt x="237840" y="310854"/>
                  </a:lnTo>
                  <a:lnTo>
                    <a:pt x="242361" y="308068"/>
                  </a:lnTo>
                  <a:lnTo>
                    <a:pt x="246791" y="305139"/>
                  </a:lnTo>
                  <a:lnTo>
                    <a:pt x="251126" y="302071"/>
                  </a:lnTo>
                  <a:lnTo>
                    <a:pt x="255362" y="298867"/>
                  </a:lnTo>
                  <a:lnTo>
                    <a:pt x="259493" y="295530"/>
                  </a:lnTo>
                  <a:lnTo>
                    <a:pt x="263517" y="292064"/>
                  </a:lnTo>
                  <a:lnTo>
                    <a:pt x="267428" y="288472"/>
                  </a:lnTo>
                  <a:lnTo>
                    <a:pt x="271223" y="284757"/>
                  </a:lnTo>
                  <a:lnTo>
                    <a:pt x="274898" y="280923"/>
                  </a:lnTo>
                  <a:lnTo>
                    <a:pt x="278450" y="276975"/>
                  </a:lnTo>
                  <a:lnTo>
                    <a:pt x="281874" y="272916"/>
                  </a:lnTo>
                  <a:lnTo>
                    <a:pt x="285168" y="268750"/>
                  </a:lnTo>
                  <a:lnTo>
                    <a:pt x="288328" y="264481"/>
                  </a:lnTo>
                  <a:lnTo>
                    <a:pt x="291351" y="260114"/>
                  </a:lnTo>
                  <a:lnTo>
                    <a:pt x="294233" y="255654"/>
                  </a:lnTo>
                  <a:lnTo>
                    <a:pt x="296972" y="251104"/>
                  </a:lnTo>
                  <a:lnTo>
                    <a:pt x="299565" y="246470"/>
                  </a:lnTo>
                  <a:lnTo>
                    <a:pt x="302010" y="241755"/>
                  </a:lnTo>
                  <a:lnTo>
                    <a:pt x="304304" y="236965"/>
                  </a:lnTo>
                  <a:lnTo>
                    <a:pt x="306445" y="232105"/>
                  </a:lnTo>
                  <a:lnTo>
                    <a:pt x="308430" y="227179"/>
                  </a:lnTo>
                  <a:lnTo>
                    <a:pt x="310257" y="222193"/>
                  </a:lnTo>
                  <a:lnTo>
                    <a:pt x="311925" y="217151"/>
                  </a:lnTo>
                  <a:lnTo>
                    <a:pt x="313433" y="212059"/>
                  </a:lnTo>
                  <a:lnTo>
                    <a:pt x="314777" y="206921"/>
                  </a:lnTo>
                  <a:lnTo>
                    <a:pt x="315958" y="201743"/>
                  </a:lnTo>
                  <a:lnTo>
                    <a:pt x="316974" y="196530"/>
                  </a:lnTo>
                  <a:lnTo>
                    <a:pt x="317824" y="191288"/>
                  </a:lnTo>
                  <a:lnTo>
                    <a:pt x="318506" y="186021"/>
                  </a:lnTo>
                  <a:lnTo>
                    <a:pt x="319021" y="180736"/>
                  </a:lnTo>
                  <a:lnTo>
                    <a:pt x="319368" y="175436"/>
                  </a:lnTo>
                  <a:lnTo>
                    <a:pt x="319547" y="170129"/>
                  </a:lnTo>
                  <a:lnTo>
                    <a:pt x="319557" y="164818"/>
                  </a:lnTo>
                  <a:lnTo>
                    <a:pt x="319398" y="159510"/>
                  </a:lnTo>
                  <a:lnTo>
                    <a:pt x="319070" y="154209"/>
                  </a:lnTo>
                  <a:lnTo>
                    <a:pt x="318574" y="148921"/>
                  </a:lnTo>
                  <a:lnTo>
                    <a:pt x="317911" y="143652"/>
                  </a:lnTo>
                  <a:lnTo>
                    <a:pt x="317080" y="138407"/>
                  </a:lnTo>
                  <a:lnTo>
                    <a:pt x="316084" y="133191"/>
                  </a:lnTo>
                  <a:lnTo>
                    <a:pt x="314922" y="128008"/>
                  </a:lnTo>
                  <a:lnTo>
                    <a:pt x="313596" y="122866"/>
                  </a:lnTo>
                  <a:lnTo>
                    <a:pt x="312107" y="117768"/>
                  </a:lnTo>
                  <a:lnTo>
                    <a:pt x="310458" y="112720"/>
                  </a:lnTo>
                  <a:lnTo>
                    <a:pt x="308648" y="107727"/>
                  </a:lnTo>
                  <a:lnTo>
                    <a:pt x="306682" y="102794"/>
                  </a:lnTo>
                  <a:lnTo>
                    <a:pt x="304559" y="97926"/>
                  </a:lnTo>
                  <a:lnTo>
                    <a:pt x="302283" y="93128"/>
                  </a:lnTo>
                  <a:lnTo>
                    <a:pt x="299855" y="88404"/>
                  </a:lnTo>
                  <a:lnTo>
                    <a:pt x="297279" y="83760"/>
                  </a:lnTo>
                  <a:lnTo>
                    <a:pt x="294556" y="79200"/>
                  </a:lnTo>
                  <a:lnTo>
                    <a:pt x="291690" y="74729"/>
                  </a:lnTo>
                  <a:lnTo>
                    <a:pt x="288684" y="70352"/>
                  </a:lnTo>
                  <a:lnTo>
                    <a:pt x="285540" y="66072"/>
                  </a:lnTo>
                  <a:lnTo>
                    <a:pt x="282261" y="61894"/>
                  </a:lnTo>
                  <a:lnTo>
                    <a:pt x="278852" y="57822"/>
                  </a:lnTo>
                  <a:lnTo>
                    <a:pt x="275315" y="53861"/>
                  </a:lnTo>
                  <a:lnTo>
                    <a:pt x="271653" y="50014"/>
                  </a:lnTo>
                  <a:lnTo>
                    <a:pt x="267872" y="46285"/>
                  </a:lnTo>
                  <a:lnTo>
                    <a:pt x="263974" y="42678"/>
                  </a:lnTo>
                  <a:lnTo>
                    <a:pt x="259963" y="39197"/>
                  </a:lnTo>
                  <a:lnTo>
                    <a:pt x="255844" y="35845"/>
                  </a:lnTo>
                  <a:lnTo>
                    <a:pt x="251620" y="32625"/>
                  </a:lnTo>
                  <a:lnTo>
                    <a:pt x="247296" y="29542"/>
                  </a:lnTo>
                  <a:lnTo>
                    <a:pt x="242877" y="26597"/>
                  </a:lnTo>
                  <a:lnTo>
                    <a:pt x="238366" y="23794"/>
                  </a:lnTo>
                  <a:lnTo>
                    <a:pt x="233768" y="21136"/>
                  </a:lnTo>
                  <a:lnTo>
                    <a:pt x="229089" y="18625"/>
                  </a:lnTo>
                  <a:lnTo>
                    <a:pt x="224332" y="16264"/>
                  </a:lnTo>
                  <a:lnTo>
                    <a:pt x="219502" y="14056"/>
                  </a:lnTo>
                  <a:lnTo>
                    <a:pt x="214604" y="12002"/>
                  </a:lnTo>
                  <a:lnTo>
                    <a:pt x="209644" y="10104"/>
                  </a:lnTo>
                  <a:lnTo>
                    <a:pt x="204626" y="8365"/>
                  </a:lnTo>
                  <a:lnTo>
                    <a:pt x="199556" y="6787"/>
                  </a:lnTo>
                  <a:lnTo>
                    <a:pt x="194437" y="5370"/>
                  </a:lnTo>
                  <a:lnTo>
                    <a:pt x="189277" y="4116"/>
                  </a:lnTo>
                  <a:lnTo>
                    <a:pt x="184079" y="3027"/>
                  </a:lnTo>
                  <a:lnTo>
                    <a:pt x="178849" y="2104"/>
                  </a:lnTo>
                  <a:lnTo>
                    <a:pt x="173592" y="1348"/>
                  </a:lnTo>
                  <a:lnTo>
                    <a:pt x="168314" y="758"/>
                  </a:lnTo>
                  <a:lnTo>
                    <a:pt x="163020" y="337"/>
                  </a:lnTo>
                  <a:lnTo>
                    <a:pt x="157716" y="84"/>
                  </a:lnTo>
                  <a:lnTo>
                    <a:pt x="152406" y="0"/>
                  </a:lnTo>
                  <a:lnTo>
                    <a:pt x="15240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7495" y="5018213"/>
              <a:ext cx="1225" cy="167167"/>
            </a:xfrm>
            <a:custGeom>
              <a:avLst/>
              <a:pathLst>
                <a:path w="1225" h="167167">
                  <a:moveTo>
                    <a:pt x="1225" y="0"/>
                  </a:moveTo>
                  <a:lnTo>
                    <a:pt x="0" y="4"/>
                  </a:lnTo>
                  <a:lnTo>
                    <a:pt x="122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321565" y="5018217"/>
              <a:ext cx="334310" cy="334330"/>
            </a:xfrm>
            <a:custGeom>
              <a:avLst/>
              <a:pathLst>
                <a:path w="334310" h="334330">
                  <a:moveTo>
                    <a:pt x="165929" y="0"/>
                  </a:moveTo>
                  <a:lnTo>
                    <a:pt x="160638" y="122"/>
                  </a:lnTo>
                  <a:lnTo>
                    <a:pt x="155354" y="412"/>
                  </a:lnTo>
                  <a:lnTo>
                    <a:pt x="150082" y="869"/>
                  </a:lnTo>
                  <a:lnTo>
                    <a:pt x="144826" y="1493"/>
                  </a:lnTo>
                  <a:lnTo>
                    <a:pt x="139593" y="2283"/>
                  </a:lnTo>
                  <a:lnTo>
                    <a:pt x="134388" y="3238"/>
                  </a:lnTo>
                  <a:lnTo>
                    <a:pt x="129216" y="4357"/>
                  </a:lnTo>
                  <a:lnTo>
                    <a:pt x="124081" y="5640"/>
                  </a:lnTo>
                  <a:lnTo>
                    <a:pt x="118990" y="7084"/>
                  </a:lnTo>
                  <a:lnTo>
                    <a:pt x="113947" y="8689"/>
                  </a:lnTo>
                  <a:lnTo>
                    <a:pt x="108957" y="10452"/>
                  </a:lnTo>
                  <a:lnTo>
                    <a:pt x="104026" y="12373"/>
                  </a:lnTo>
                  <a:lnTo>
                    <a:pt x="99158" y="14449"/>
                  </a:lnTo>
                  <a:lnTo>
                    <a:pt x="94358" y="16678"/>
                  </a:lnTo>
                  <a:lnTo>
                    <a:pt x="89631" y="19057"/>
                  </a:lnTo>
                  <a:lnTo>
                    <a:pt x="84982" y="21586"/>
                  </a:lnTo>
                  <a:lnTo>
                    <a:pt x="80415" y="24260"/>
                  </a:lnTo>
                  <a:lnTo>
                    <a:pt x="75935" y="27077"/>
                  </a:lnTo>
                  <a:lnTo>
                    <a:pt x="71547" y="30035"/>
                  </a:lnTo>
                  <a:lnTo>
                    <a:pt x="67254" y="33130"/>
                  </a:lnTo>
                  <a:lnTo>
                    <a:pt x="63061" y="36359"/>
                  </a:lnTo>
                  <a:lnTo>
                    <a:pt x="58973" y="39720"/>
                  </a:lnTo>
                  <a:lnTo>
                    <a:pt x="54993" y="43208"/>
                  </a:lnTo>
                  <a:lnTo>
                    <a:pt x="51126" y="46820"/>
                  </a:lnTo>
                  <a:lnTo>
                    <a:pt x="47374" y="50553"/>
                  </a:lnTo>
                  <a:lnTo>
                    <a:pt x="43743" y="54403"/>
                  </a:lnTo>
                  <a:lnTo>
                    <a:pt x="40236" y="58366"/>
                  </a:lnTo>
                  <a:lnTo>
                    <a:pt x="36856" y="62438"/>
                  </a:lnTo>
                  <a:lnTo>
                    <a:pt x="33606" y="66615"/>
                  </a:lnTo>
                  <a:lnTo>
                    <a:pt x="30490" y="70893"/>
                  </a:lnTo>
                  <a:lnTo>
                    <a:pt x="27511" y="75267"/>
                  </a:lnTo>
                  <a:lnTo>
                    <a:pt x="24673" y="79733"/>
                  </a:lnTo>
                  <a:lnTo>
                    <a:pt x="21977" y="84287"/>
                  </a:lnTo>
                  <a:lnTo>
                    <a:pt x="19426" y="88924"/>
                  </a:lnTo>
                  <a:lnTo>
                    <a:pt x="17023" y="93640"/>
                  </a:lnTo>
                  <a:lnTo>
                    <a:pt x="14771" y="98429"/>
                  </a:lnTo>
                  <a:lnTo>
                    <a:pt x="12672" y="103287"/>
                  </a:lnTo>
                  <a:lnTo>
                    <a:pt x="10728" y="108209"/>
                  </a:lnTo>
                  <a:lnTo>
                    <a:pt x="8940" y="113190"/>
                  </a:lnTo>
                  <a:lnTo>
                    <a:pt x="7311" y="118225"/>
                  </a:lnTo>
                  <a:lnTo>
                    <a:pt x="5842" y="123309"/>
                  </a:lnTo>
                  <a:lnTo>
                    <a:pt x="4534" y="128437"/>
                  </a:lnTo>
                  <a:lnTo>
                    <a:pt x="3390" y="133604"/>
                  </a:lnTo>
                  <a:lnTo>
                    <a:pt x="2410" y="138805"/>
                  </a:lnTo>
                  <a:lnTo>
                    <a:pt x="1595" y="144034"/>
                  </a:lnTo>
                  <a:lnTo>
                    <a:pt x="946" y="149286"/>
                  </a:lnTo>
                  <a:lnTo>
                    <a:pt x="463" y="154556"/>
                  </a:lnTo>
                  <a:lnTo>
                    <a:pt x="148" y="159839"/>
                  </a:lnTo>
                  <a:lnTo>
                    <a:pt x="0" y="165129"/>
                  </a:lnTo>
                  <a:lnTo>
                    <a:pt x="19" y="170421"/>
                  </a:lnTo>
                  <a:lnTo>
                    <a:pt x="206" y="175710"/>
                  </a:lnTo>
                  <a:lnTo>
                    <a:pt x="560" y="180990"/>
                  </a:lnTo>
                  <a:lnTo>
                    <a:pt x="1081" y="186257"/>
                  </a:lnTo>
                  <a:lnTo>
                    <a:pt x="1769" y="191504"/>
                  </a:lnTo>
                  <a:lnTo>
                    <a:pt x="2622" y="196727"/>
                  </a:lnTo>
                  <a:lnTo>
                    <a:pt x="3641" y="201920"/>
                  </a:lnTo>
                  <a:lnTo>
                    <a:pt x="4823" y="207079"/>
                  </a:lnTo>
                  <a:lnTo>
                    <a:pt x="6168" y="212197"/>
                  </a:lnTo>
                  <a:lnTo>
                    <a:pt x="7674" y="217271"/>
                  </a:lnTo>
                  <a:lnTo>
                    <a:pt x="9340" y="222294"/>
                  </a:lnTo>
                  <a:lnTo>
                    <a:pt x="11164" y="227261"/>
                  </a:lnTo>
                  <a:lnTo>
                    <a:pt x="13145" y="232169"/>
                  </a:lnTo>
                  <a:lnTo>
                    <a:pt x="15279" y="237011"/>
                  </a:lnTo>
                  <a:lnTo>
                    <a:pt x="17567" y="241784"/>
                  </a:lnTo>
                  <a:lnTo>
                    <a:pt x="20004" y="246482"/>
                  </a:lnTo>
                  <a:lnTo>
                    <a:pt x="22588" y="251100"/>
                  </a:lnTo>
                  <a:lnTo>
                    <a:pt x="25317" y="255634"/>
                  </a:lnTo>
                  <a:lnTo>
                    <a:pt x="28189" y="260079"/>
                  </a:lnTo>
                  <a:lnTo>
                    <a:pt x="31200" y="264431"/>
                  </a:lnTo>
                  <a:lnTo>
                    <a:pt x="34347" y="268686"/>
                  </a:lnTo>
                  <a:lnTo>
                    <a:pt x="37627" y="272839"/>
                  </a:lnTo>
                  <a:lnTo>
                    <a:pt x="41037" y="276886"/>
                  </a:lnTo>
                  <a:lnTo>
                    <a:pt x="44573" y="280823"/>
                  </a:lnTo>
                  <a:lnTo>
                    <a:pt x="48233" y="284647"/>
                  </a:lnTo>
                  <a:lnTo>
                    <a:pt x="52011" y="288352"/>
                  </a:lnTo>
                  <a:lnTo>
                    <a:pt x="55905" y="291936"/>
                  </a:lnTo>
                  <a:lnTo>
                    <a:pt x="59910" y="295395"/>
                  </a:lnTo>
                  <a:lnTo>
                    <a:pt x="64023" y="298725"/>
                  </a:lnTo>
                  <a:lnTo>
                    <a:pt x="68239" y="301924"/>
                  </a:lnTo>
                  <a:lnTo>
                    <a:pt x="72554" y="304988"/>
                  </a:lnTo>
                  <a:lnTo>
                    <a:pt x="76965" y="307913"/>
                  </a:lnTo>
                  <a:lnTo>
                    <a:pt x="81465" y="310697"/>
                  </a:lnTo>
                  <a:lnTo>
                    <a:pt x="86051" y="313338"/>
                  </a:lnTo>
                  <a:lnTo>
                    <a:pt x="90719" y="315832"/>
                  </a:lnTo>
                  <a:lnTo>
                    <a:pt x="95463" y="318177"/>
                  </a:lnTo>
                  <a:lnTo>
                    <a:pt x="100280" y="320370"/>
                  </a:lnTo>
                  <a:lnTo>
                    <a:pt x="105163" y="322410"/>
                  </a:lnTo>
                  <a:lnTo>
                    <a:pt x="110108" y="324295"/>
                  </a:lnTo>
                  <a:lnTo>
                    <a:pt x="115110" y="326022"/>
                  </a:lnTo>
                  <a:lnTo>
                    <a:pt x="120165" y="327590"/>
                  </a:lnTo>
                  <a:lnTo>
                    <a:pt x="125267" y="328997"/>
                  </a:lnTo>
                  <a:lnTo>
                    <a:pt x="130410" y="330242"/>
                  </a:lnTo>
                  <a:lnTo>
                    <a:pt x="135591" y="331323"/>
                  </a:lnTo>
                  <a:lnTo>
                    <a:pt x="140803" y="332240"/>
                  </a:lnTo>
                  <a:lnTo>
                    <a:pt x="146042" y="332991"/>
                  </a:lnTo>
                  <a:lnTo>
                    <a:pt x="151301" y="333576"/>
                  </a:lnTo>
                  <a:lnTo>
                    <a:pt x="156577" y="333995"/>
                  </a:lnTo>
                  <a:lnTo>
                    <a:pt x="161863" y="334246"/>
                  </a:lnTo>
                  <a:lnTo>
                    <a:pt x="167155" y="334330"/>
                  </a:lnTo>
                  <a:lnTo>
                    <a:pt x="172446" y="334246"/>
                  </a:lnTo>
                  <a:lnTo>
                    <a:pt x="177732" y="333995"/>
                  </a:lnTo>
                  <a:lnTo>
                    <a:pt x="183008" y="333576"/>
                  </a:lnTo>
                  <a:lnTo>
                    <a:pt x="188268" y="332991"/>
                  </a:lnTo>
                  <a:lnTo>
                    <a:pt x="193506" y="332240"/>
                  </a:lnTo>
                  <a:lnTo>
                    <a:pt x="198718" y="331323"/>
                  </a:lnTo>
                  <a:lnTo>
                    <a:pt x="203899" y="330242"/>
                  </a:lnTo>
                  <a:lnTo>
                    <a:pt x="209042" y="328997"/>
                  </a:lnTo>
                  <a:lnTo>
                    <a:pt x="214144" y="327590"/>
                  </a:lnTo>
                  <a:lnTo>
                    <a:pt x="219199" y="326022"/>
                  </a:lnTo>
                  <a:lnTo>
                    <a:pt x="224201" y="324295"/>
                  </a:lnTo>
                  <a:lnTo>
                    <a:pt x="229146" y="322410"/>
                  </a:lnTo>
                  <a:lnTo>
                    <a:pt x="234030" y="320370"/>
                  </a:lnTo>
                  <a:lnTo>
                    <a:pt x="238846" y="318177"/>
                  </a:lnTo>
                  <a:lnTo>
                    <a:pt x="243590" y="315832"/>
                  </a:lnTo>
                  <a:lnTo>
                    <a:pt x="248258" y="313338"/>
                  </a:lnTo>
                  <a:lnTo>
                    <a:pt x="252844" y="310697"/>
                  </a:lnTo>
                  <a:lnTo>
                    <a:pt x="257345" y="307913"/>
                  </a:lnTo>
                  <a:lnTo>
                    <a:pt x="261755" y="304988"/>
                  </a:lnTo>
                  <a:lnTo>
                    <a:pt x="266070" y="301924"/>
                  </a:lnTo>
                  <a:lnTo>
                    <a:pt x="270286" y="298725"/>
                  </a:lnTo>
                  <a:lnTo>
                    <a:pt x="274399" y="295395"/>
                  </a:lnTo>
                  <a:lnTo>
                    <a:pt x="278404" y="291936"/>
                  </a:lnTo>
                  <a:lnTo>
                    <a:pt x="282298" y="288352"/>
                  </a:lnTo>
                  <a:lnTo>
                    <a:pt x="286077" y="284647"/>
                  </a:lnTo>
                  <a:lnTo>
                    <a:pt x="289736" y="280823"/>
                  </a:lnTo>
                  <a:lnTo>
                    <a:pt x="293272" y="276886"/>
                  </a:lnTo>
                  <a:lnTo>
                    <a:pt x="296682" y="272839"/>
                  </a:lnTo>
                  <a:lnTo>
                    <a:pt x="299962" y="268686"/>
                  </a:lnTo>
                  <a:lnTo>
                    <a:pt x="303109" y="264431"/>
                  </a:lnTo>
                  <a:lnTo>
                    <a:pt x="306120" y="260079"/>
                  </a:lnTo>
                  <a:lnTo>
                    <a:pt x="308992" y="255634"/>
                  </a:lnTo>
                  <a:lnTo>
                    <a:pt x="311721" y="251100"/>
                  </a:lnTo>
                  <a:lnTo>
                    <a:pt x="314306" y="246482"/>
                  </a:lnTo>
                  <a:lnTo>
                    <a:pt x="316743" y="241784"/>
                  </a:lnTo>
                  <a:lnTo>
                    <a:pt x="319030" y="237011"/>
                  </a:lnTo>
                  <a:lnTo>
                    <a:pt x="321165" y="232169"/>
                  </a:lnTo>
                  <a:lnTo>
                    <a:pt x="323145" y="227261"/>
                  </a:lnTo>
                  <a:lnTo>
                    <a:pt x="324969" y="222294"/>
                  </a:lnTo>
                  <a:lnTo>
                    <a:pt x="326635" y="217271"/>
                  </a:lnTo>
                  <a:lnTo>
                    <a:pt x="328142" y="212197"/>
                  </a:lnTo>
                  <a:lnTo>
                    <a:pt x="329486" y="207079"/>
                  </a:lnTo>
                  <a:lnTo>
                    <a:pt x="330669" y="201920"/>
                  </a:lnTo>
                  <a:lnTo>
                    <a:pt x="331687" y="196727"/>
                  </a:lnTo>
                  <a:lnTo>
                    <a:pt x="332540" y="191504"/>
                  </a:lnTo>
                  <a:lnTo>
                    <a:pt x="333228" y="186257"/>
                  </a:lnTo>
                  <a:lnTo>
                    <a:pt x="333749" y="180990"/>
                  </a:lnTo>
                  <a:lnTo>
                    <a:pt x="334103" y="175710"/>
                  </a:lnTo>
                  <a:lnTo>
                    <a:pt x="334290" y="170421"/>
                  </a:lnTo>
                  <a:lnTo>
                    <a:pt x="334310" y="165129"/>
                  </a:lnTo>
                  <a:lnTo>
                    <a:pt x="334162" y="159839"/>
                  </a:lnTo>
                  <a:lnTo>
                    <a:pt x="333846" y="154556"/>
                  </a:lnTo>
                  <a:lnTo>
                    <a:pt x="333363" y="149286"/>
                  </a:lnTo>
                  <a:lnTo>
                    <a:pt x="332714" y="144034"/>
                  </a:lnTo>
                  <a:lnTo>
                    <a:pt x="331899" y="138805"/>
                  </a:lnTo>
                  <a:lnTo>
                    <a:pt x="330919" y="133604"/>
                  </a:lnTo>
                  <a:lnTo>
                    <a:pt x="329775" y="128437"/>
                  </a:lnTo>
                  <a:lnTo>
                    <a:pt x="328467" y="123309"/>
                  </a:lnTo>
                  <a:lnTo>
                    <a:pt x="326998" y="118225"/>
                  </a:lnTo>
                  <a:lnTo>
                    <a:pt x="325369" y="113190"/>
                  </a:lnTo>
                  <a:lnTo>
                    <a:pt x="323582" y="108209"/>
                  </a:lnTo>
                  <a:lnTo>
                    <a:pt x="321637" y="103287"/>
                  </a:lnTo>
                  <a:lnTo>
                    <a:pt x="319538" y="98429"/>
                  </a:lnTo>
                  <a:lnTo>
                    <a:pt x="317286" y="93640"/>
                  </a:lnTo>
                  <a:lnTo>
                    <a:pt x="314883" y="88924"/>
                  </a:lnTo>
                  <a:lnTo>
                    <a:pt x="312333" y="84287"/>
                  </a:lnTo>
                  <a:lnTo>
                    <a:pt x="309637" y="79733"/>
                  </a:lnTo>
                  <a:lnTo>
                    <a:pt x="306798" y="75267"/>
                  </a:lnTo>
                  <a:lnTo>
                    <a:pt x="303819" y="70893"/>
                  </a:lnTo>
                  <a:lnTo>
                    <a:pt x="300703" y="66615"/>
                  </a:lnTo>
                  <a:lnTo>
                    <a:pt x="297453" y="62438"/>
                  </a:lnTo>
                  <a:lnTo>
                    <a:pt x="294073" y="58366"/>
                  </a:lnTo>
                  <a:lnTo>
                    <a:pt x="290566" y="54403"/>
                  </a:lnTo>
                  <a:lnTo>
                    <a:pt x="286935" y="50553"/>
                  </a:lnTo>
                  <a:lnTo>
                    <a:pt x="283184" y="46820"/>
                  </a:lnTo>
                  <a:lnTo>
                    <a:pt x="279316" y="43208"/>
                  </a:lnTo>
                  <a:lnTo>
                    <a:pt x="275336" y="39720"/>
                  </a:lnTo>
                  <a:lnTo>
                    <a:pt x="271248" y="36359"/>
                  </a:lnTo>
                  <a:lnTo>
                    <a:pt x="267055" y="33130"/>
                  </a:lnTo>
                  <a:lnTo>
                    <a:pt x="262763" y="30035"/>
                  </a:lnTo>
                  <a:lnTo>
                    <a:pt x="258374" y="27077"/>
                  </a:lnTo>
                  <a:lnTo>
                    <a:pt x="253894" y="24260"/>
                  </a:lnTo>
                  <a:lnTo>
                    <a:pt x="249327" y="21586"/>
                  </a:lnTo>
                  <a:lnTo>
                    <a:pt x="244678" y="19057"/>
                  </a:lnTo>
                  <a:lnTo>
                    <a:pt x="239951" y="16678"/>
                  </a:lnTo>
                  <a:lnTo>
                    <a:pt x="235151" y="14449"/>
                  </a:lnTo>
                  <a:lnTo>
                    <a:pt x="230283" y="12373"/>
                  </a:lnTo>
                  <a:lnTo>
                    <a:pt x="225352" y="10452"/>
                  </a:lnTo>
                  <a:lnTo>
                    <a:pt x="220362" y="8689"/>
                  </a:lnTo>
                  <a:lnTo>
                    <a:pt x="215319" y="7084"/>
                  </a:lnTo>
                  <a:lnTo>
                    <a:pt x="210228" y="5640"/>
                  </a:lnTo>
                  <a:lnTo>
                    <a:pt x="205093" y="4357"/>
                  </a:lnTo>
                  <a:lnTo>
                    <a:pt x="199921" y="3238"/>
                  </a:lnTo>
                  <a:lnTo>
                    <a:pt x="194716" y="2283"/>
                  </a:lnTo>
                  <a:lnTo>
                    <a:pt x="189483" y="1493"/>
                  </a:lnTo>
                  <a:lnTo>
                    <a:pt x="184228" y="869"/>
                  </a:lnTo>
                  <a:lnTo>
                    <a:pt x="178955" y="412"/>
                  </a:lnTo>
                  <a:lnTo>
                    <a:pt x="173671" y="122"/>
                  </a:lnTo>
                  <a:lnTo>
                    <a:pt x="168380" y="0"/>
                  </a:lnTo>
                  <a:lnTo>
                    <a:pt x="167155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1225" cy="167167"/>
            </a:xfrm>
            <a:custGeom>
              <a:avLst/>
              <a:pathLst>
                <a:path w="1225" h="167167">
                  <a:moveTo>
                    <a:pt x="1225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350" y="5269756"/>
              <a:ext cx="167150" cy="180329"/>
            </a:xfrm>
            <a:custGeom>
              <a:avLst/>
              <a:pathLst>
                <a:path w="167150" h="180329">
                  <a:moveTo>
                    <a:pt x="167150" y="0"/>
                  </a:moveTo>
                  <a:lnTo>
                    <a:pt x="161744" y="87"/>
                  </a:lnTo>
                  <a:lnTo>
                    <a:pt x="156344" y="349"/>
                  </a:lnTo>
                  <a:lnTo>
                    <a:pt x="150954" y="786"/>
                  </a:lnTo>
                  <a:lnTo>
                    <a:pt x="145582" y="1397"/>
                  </a:lnTo>
                  <a:lnTo>
                    <a:pt x="140233" y="2181"/>
                  </a:lnTo>
                  <a:lnTo>
                    <a:pt x="134911" y="3138"/>
                  </a:lnTo>
                  <a:lnTo>
                    <a:pt x="129623" y="4266"/>
                  </a:lnTo>
                  <a:lnTo>
                    <a:pt x="124375" y="5565"/>
                  </a:lnTo>
                  <a:lnTo>
                    <a:pt x="119171" y="7033"/>
                  </a:lnTo>
                  <a:lnTo>
                    <a:pt x="114017" y="8668"/>
                  </a:lnTo>
                  <a:lnTo>
                    <a:pt x="108919" y="10469"/>
                  </a:lnTo>
                  <a:lnTo>
                    <a:pt x="103882" y="12435"/>
                  </a:lnTo>
                  <a:lnTo>
                    <a:pt x="98911" y="14562"/>
                  </a:lnTo>
                  <a:lnTo>
                    <a:pt x="94012" y="16848"/>
                  </a:lnTo>
                  <a:lnTo>
                    <a:pt x="89189" y="19292"/>
                  </a:lnTo>
                  <a:lnTo>
                    <a:pt x="84447" y="21891"/>
                  </a:lnTo>
                  <a:lnTo>
                    <a:pt x="79792" y="24641"/>
                  </a:lnTo>
                  <a:lnTo>
                    <a:pt x="75229" y="27541"/>
                  </a:lnTo>
                  <a:lnTo>
                    <a:pt x="70762" y="30587"/>
                  </a:lnTo>
                  <a:lnTo>
                    <a:pt x="66395" y="33775"/>
                  </a:lnTo>
                  <a:lnTo>
                    <a:pt x="62134" y="37103"/>
                  </a:lnTo>
                  <a:lnTo>
                    <a:pt x="57983" y="40568"/>
                  </a:lnTo>
                  <a:lnTo>
                    <a:pt x="53945" y="44164"/>
                  </a:lnTo>
                  <a:lnTo>
                    <a:pt x="50027" y="47890"/>
                  </a:lnTo>
                  <a:lnTo>
                    <a:pt x="46231" y="51740"/>
                  </a:lnTo>
                  <a:lnTo>
                    <a:pt x="42561" y="55711"/>
                  </a:lnTo>
                  <a:lnTo>
                    <a:pt x="39022" y="59798"/>
                  </a:lnTo>
                  <a:lnTo>
                    <a:pt x="35617" y="63998"/>
                  </a:lnTo>
                  <a:lnTo>
                    <a:pt x="32349" y="68306"/>
                  </a:lnTo>
                  <a:lnTo>
                    <a:pt x="29222" y="72717"/>
                  </a:lnTo>
                  <a:lnTo>
                    <a:pt x="26240" y="77227"/>
                  </a:lnTo>
                  <a:lnTo>
                    <a:pt x="23405" y="81831"/>
                  </a:lnTo>
                  <a:lnTo>
                    <a:pt x="20720" y="86524"/>
                  </a:lnTo>
                  <a:lnTo>
                    <a:pt x="18189" y="91302"/>
                  </a:lnTo>
                  <a:lnTo>
                    <a:pt x="15814" y="96159"/>
                  </a:lnTo>
                  <a:lnTo>
                    <a:pt x="13596" y="101090"/>
                  </a:lnTo>
                  <a:lnTo>
                    <a:pt x="11540" y="106091"/>
                  </a:lnTo>
                  <a:lnTo>
                    <a:pt x="9646" y="111155"/>
                  </a:lnTo>
                  <a:lnTo>
                    <a:pt x="7917" y="116278"/>
                  </a:lnTo>
                  <a:lnTo>
                    <a:pt x="6354" y="121454"/>
                  </a:lnTo>
                  <a:lnTo>
                    <a:pt x="4960" y="126678"/>
                  </a:lnTo>
                  <a:lnTo>
                    <a:pt x="3736" y="131944"/>
                  </a:lnTo>
                  <a:lnTo>
                    <a:pt x="2682" y="137248"/>
                  </a:lnTo>
                  <a:lnTo>
                    <a:pt x="1801" y="142582"/>
                  </a:lnTo>
                  <a:lnTo>
                    <a:pt x="1092" y="147942"/>
                  </a:lnTo>
                  <a:lnTo>
                    <a:pt x="557" y="153323"/>
                  </a:lnTo>
                  <a:lnTo>
                    <a:pt x="197" y="158717"/>
                  </a:lnTo>
                  <a:lnTo>
                    <a:pt x="11" y="164121"/>
                  </a:lnTo>
                  <a:lnTo>
                    <a:pt x="0" y="169528"/>
                  </a:lnTo>
                  <a:lnTo>
                    <a:pt x="163" y="174932"/>
                  </a:lnTo>
                  <a:lnTo>
                    <a:pt x="502" y="180329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797852" y="5269756"/>
              <a:ext cx="333795" cy="334334"/>
            </a:xfrm>
            <a:custGeom>
              <a:avLst/>
              <a:pathLst>
                <a:path w="333795" h="334334">
                  <a:moveTo>
                    <a:pt x="0" y="180329"/>
                  </a:moveTo>
                  <a:lnTo>
                    <a:pt x="501" y="185610"/>
                  </a:lnTo>
                  <a:lnTo>
                    <a:pt x="1170" y="190873"/>
                  </a:lnTo>
                  <a:lnTo>
                    <a:pt x="2005" y="196112"/>
                  </a:lnTo>
                  <a:lnTo>
                    <a:pt x="3007" y="201321"/>
                  </a:lnTo>
                  <a:lnTo>
                    <a:pt x="4173" y="206497"/>
                  </a:lnTo>
                  <a:lnTo>
                    <a:pt x="5503" y="211633"/>
                  </a:lnTo>
                  <a:lnTo>
                    <a:pt x="6995" y="216724"/>
                  </a:lnTo>
                  <a:lnTo>
                    <a:pt x="8648" y="221765"/>
                  </a:lnTo>
                  <a:lnTo>
                    <a:pt x="10460" y="226751"/>
                  </a:lnTo>
                  <a:lnTo>
                    <a:pt x="12429" y="231677"/>
                  </a:lnTo>
                  <a:lnTo>
                    <a:pt x="14554" y="236538"/>
                  </a:lnTo>
                  <a:lnTo>
                    <a:pt x="16832" y="241329"/>
                  </a:lnTo>
                  <a:lnTo>
                    <a:pt x="19260" y="246046"/>
                  </a:lnTo>
                  <a:lnTo>
                    <a:pt x="21838" y="250683"/>
                  </a:lnTo>
                  <a:lnTo>
                    <a:pt x="24561" y="255236"/>
                  </a:lnTo>
                  <a:lnTo>
                    <a:pt x="27427" y="259700"/>
                  </a:lnTo>
                  <a:lnTo>
                    <a:pt x="30433" y="264071"/>
                  </a:lnTo>
                  <a:lnTo>
                    <a:pt x="33577" y="268345"/>
                  </a:lnTo>
                  <a:lnTo>
                    <a:pt x="36854" y="272516"/>
                  </a:lnTo>
                  <a:lnTo>
                    <a:pt x="40262" y="276582"/>
                  </a:lnTo>
                  <a:lnTo>
                    <a:pt x="43798" y="280537"/>
                  </a:lnTo>
                  <a:lnTo>
                    <a:pt x="47457" y="284378"/>
                  </a:lnTo>
                  <a:lnTo>
                    <a:pt x="51236" y="288101"/>
                  </a:lnTo>
                  <a:lnTo>
                    <a:pt x="55132" y="291703"/>
                  </a:lnTo>
                  <a:lnTo>
                    <a:pt x="59140" y="295178"/>
                  </a:lnTo>
                  <a:lnTo>
                    <a:pt x="63256" y="298525"/>
                  </a:lnTo>
                  <a:lnTo>
                    <a:pt x="67476" y="301740"/>
                  </a:lnTo>
                  <a:lnTo>
                    <a:pt x="71796" y="304819"/>
                  </a:lnTo>
                  <a:lnTo>
                    <a:pt x="76212" y="307760"/>
                  </a:lnTo>
                  <a:lnTo>
                    <a:pt x="80719" y="310558"/>
                  </a:lnTo>
                  <a:lnTo>
                    <a:pt x="85312" y="313213"/>
                  </a:lnTo>
                  <a:lnTo>
                    <a:pt x="89987" y="315720"/>
                  </a:lnTo>
                  <a:lnTo>
                    <a:pt x="94740" y="318078"/>
                  </a:lnTo>
                  <a:lnTo>
                    <a:pt x="99565" y="320284"/>
                  </a:lnTo>
                  <a:lnTo>
                    <a:pt x="104457" y="322335"/>
                  </a:lnTo>
                  <a:lnTo>
                    <a:pt x="109412" y="324231"/>
                  </a:lnTo>
                  <a:lnTo>
                    <a:pt x="114425" y="325968"/>
                  </a:lnTo>
                  <a:lnTo>
                    <a:pt x="119490" y="327545"/>
                  </a:lnTo>
                  <a:lnTo>
                    <a:pt x="124603" y="328960"/>
                  </a:lnTo>
                  <a:lnTo>
                    <a:pt x="129758" y="330213"/>
                  </a:lnTo>
                  <a:lnTo>
                    <a:pt x="134950" y="331302"/>
                  </a:lnTo>
                  <a:lnTo>
                    <a:pt x="140174" y="332225"/>
                  </a:lnTo>
                  <a:lnTo>
                    <a:pt x="145425" y="332982"/>
                  </a:lnTo>
                  <a:lnTo>
                    <a:pt x="150697" y="333572"/>
                  </a:lnTo>
                  <a:lnTo>
                    <a:pt x="155986" y="333994"/>
                  </a:lnTo>
                  <a:lnTo>
                    <a:pt x="161285" y="334248"/>
                  </a:lnTo>
                  <a:lnTo>
                    <a:pt x="166589" y="334334"/>
                  </a:lnTo>
                  <a:lnTo>
                    <a:pt x="171894" y="334252"/>
                  </a:lnTo>
                  <a:lnTo>
                    <a:pt x="177193" y="334001"/>
                  </a:lnTo>
                  <a:lnTo>
                    <a:pt x="182482" y="333583"/>
                  </a:lnTo>
                  <a:lnTo>
                    <a:pt x="187754" y="332997"/>
                  </a:lnTo>
                  <a:lnTo>
                    <a:pt x="193006" y="332243"/>
                  </a:lnTo>
                  <a:lnTo>
                    <a:pt x="198230" y="331324"/>
                  </a:lnTo>
                  <a:lnTo>
                    <a:pt x="203423" y="330239"/>
                  </a:lnTo>
                  <a:lnTo>
                    <a:pt x="208579" y="328990"/>
                  </a:lnTo>
                  <a:lnTo>
                    <a:pt x="213693" y="327578"/>
                  </a:lnTo>
                  <a:lnTo>
                    <a:pt x="218760" y="326004"/>
                  </a:lnTo>
                  <a:lnTo>
                    <a:pt x="223774" y="324271"/>
                  </a:lnTo>
                  <a:lnTo>
                    <a:pt x="228730" y="322379"/>
                  </a:lnTo>
                  <a:lnTo>
                    <a:pt x="233624" y="320331"/>
                  </a:lnTo>
                  <a:lnTo>
                    <a:pt x="238450" y="318129"/>
                  </a:lnTo>
                  <a:lnTo>
                    <a:pt x="243204" y="315774"/>
                  </a:lnTo>
                  <a:lnTo>
                    <a:pt x="247881" y="313270"/>
                  </a:lnTo>
                  <a:lnTo>
                    <a:pt x="252476" y="310619"/>
                  </a:lnTo>
                  <a:lnTo>
                    <a:pt x="256985" y="307823"/>
                  </a:lnTo>
                  <a:lnTo>
                    <a:pt x="261403" y="304886"/>
                  </a:lnTo>
                  <a:lnTo>
                    <a:pt x="265725" y="301810"/>
                  </a:lnTo>
                  <a:lnTo>
                    <a:pt x="269948" y="298598"/>
                  </a:lnTo>
                  <a:lnTo>
                    <a:pt x="274066" y="295254"/>
                  </a:lnTo>
                  <a:lnTo>
                    <a:pt x="278076" y="291781"/>
                  </a:lnTo>
                  <a:lnTo>
                    <a:pt x="281975" y="288182"/>
                  </a:lnTo>
                  <a:lnTo>
                    <a:pt x="285756" y="284462"/>
                  </a:lnTo>
                  <a:lnTo>
                    <a:pt x="289418" y="280623"/>
                  </a:lnTo>
                  <a:lnTo>
                    <a:pt x="292957" y="276671"/>
                  </a:lnTo>
                  <a:lnTo>
                    <a:pt x="296368" y="272608"/>
                  </a:lnTo>
                  <a:lnTo>
                    <a:pt x="299648" y="268438"/>
                  </a:lnTo>
                  <a:lnTo>
                    <a:pt x="302795" y="264167"/>
                  </a:lnTo>
                  <a:lnTo>
                    <a:pt x="305804" y="259798"/>
                  </a:lnTo>
                  <a:lnTo>
                    <a:pt x="308673" y="255336"/>
                  </a:lnTo>
                  <a:lnTo>
                    <a:pt x="311400" y="250785"/>
                  </a:lnTo>
                  <a:lnTo>
                    <a:pt x="313980" y="246149"/>
                  </a:lnTo>
                  <a:lnTo>
                    <a:pt x="316412" y="241434"/>
                  </a:lnTo>
                  <a:lnTo>
                    <a:pt x="318693" y="236645"/>
                  </a:lnTo>
                  <a:lnTo>
                    <a:pt x="320821" y="231785"/>
                  </a:lnTo>
                  <a:lnTo>
                    <a:pt x="322794" y="226861"/>
                  </a:lnTo>
                  <a:lnTo>
                    <a:pt x="324610" y="221876"/>
                  </a:lnTo>
                  <a:lnTo>
                    <a:pt x="326266" y="216836"/>
                  </a:lnTo>
                  <a:lnTo>
                    <a:pt x="327762" y="211746"/>
                  </a:lnTo>
                  <a:lnTo>
                    <a:pt x="329095" y="206611"/>
                  </a:lnTo>
                  <a:lnTo>
                    <a:pt x="330265" y="201436"/>
                  </a:lnTo>
                  <a:lnTo>
                    <a:pt x="331270" y="196227"/>
                  </a:lnTo>
                  <a:lnTo>
                    <a:pt x="332109" y="190989"/>
                  </a:lnTo>
                  <a:lnTo>
                    <a:pt x="332782" y="185727"/>
                  </a:lnTo>
                  <a:lnTo>
                    <a:pt x="333287" y="180446"/>
                  </a:lnTo>
                  <a:lnTo>
                    <a:pt x="333625" y="175151"/>
                  </a:lnTo>
                  <a:lnTo>
                    <a:pt x="333794" y="169849"/>
                  </a:lnTo>
                  <a:lnTo>
                    <a:pt x="333795" y="164544"/>
                  </a:lnTo>
                  <a:lnTo>
                    <a:pt x="333627" y="159241"/>
                  </a:lnTo>
                  <a:lnTo>
                    <a:pt x="333292" y="153947"/>
                  </a:lnTo>
                  <a:lnTo>
                    <a:pt x="332788" y="148666"/>
                  </a:lnTo>
                  <a:lnTo>
                    <a:pt x="332118" y="143403"/>
                  </a:lnTo>
                  <a:lnTo>
                    <a:pt x="331280" y="138164"/>
                  </a:lnTo>
                  <a:lnTo>
                    <a:pt x="330277" y="132955"/>
                  </a:lnTo>
                  <a:lnTo>
                    <a:pt x="329109" y="127780"/>
                  </a:lnTo>
                  <a:lnTo>
                    <a:pt x="327778" y="122645"/>
                  </a:lnTo>
                  <a:lnTo>
                    <a:pt x="326284" y="117554"/>
                  </a:lnTo>
                  <a:lnTo>
                    <a:pt x="324629" y="112514"/>
                  </a:lnTo>
                  <a:lnTo>
                    <a:pt x="322815" y="107528"/>
                  </a:lnTo>
                  <a:lnTo>
                    <a:pt x="320844" y="102603"/>
                  </a:lnTo>
                  <a:lnTo>
                    <a:pt x="318718" y="97743"/>
                  </a:lnTo>
                  <a:lnTo>
                    <a:pt x="316438" y="92952"/>
                  </a:lnTo>
                  <a:lnTo>
                    <a:pt x="314008" y="88236"/>
                  </a:lnTo>
                  <a:lnTo>
                    <a:pt x="311429" y="83600"/>
                  </a:lnTo>
                  <a:lnTo>
                    <a:pt x="308704" y="79048"/>
                  </a:lnTo>
                  <a:lnTo>
                    <a:pt x="305837" y="74585"/>
                  </a:lnTo>
                  <a:lnTo>
                    <a:pt x="302829" y="70215"/>
                  </a:lnTo>
                  <a:lnTo>
                    <a:pt x="299684" y="65942"/>
                  </a:lnTo>
                  <a:lnTo>
                    <a:pt x="296405" y="61772"/>
                  </a:lnTo>
                  <a:lnTo>
                    <a:pt x="292995" y="57708"/>
                  </a:lnTo>
                  <a:lnTo>
                    <a:pt x="289458" y="53754"/>
                  </a:lnTo>
                  <a:lnTo>
                    <a:pt x="285798" y="49914"/>
                  </a:lnTo>
                  <a:lnTo>
                    <a:pt x="282017" y="46192"/>
                  </a:lnTo>
                  <a:lnTo>
                    <a:pt x="278120" y="42592"/>
                  </a:lnTo>
                  <a:lnTo>
                    <a:pt x="274111" y="39118"/>
                  </a:lnTo>
                  <a:lnTo>
                    <a:pt x="269994" y="35772"/>
                  </a:lnTo>
                  <a:lnTo>
                    <a:pt x="265772" y="32559"/>
                  </a:lnTo>
                  <a:lnTo>
                    <a:pt x="261451" y="29481"/>
                  </a:lnTo>
                  <a:lnTo>
                    <a:pt x="257035" y="26543"/>
                  </a:lnTo>
                  <a:lnTo>
                    <a:pt x="252527" y="23745"/>
                  </a:lnTo>
                  <a:lnTo>
                    <a:pt x="247933" y="21092"/>
                  </a:lnTo>
                  <a:lnTo>
                    <a:pt x="243256" y="18587"/>
                  </a:lnTo>
                  <a:lnTo>
                    <a:pt x="238503" y="16231"/>
                  </a:lnTo>
                  <a:lnTo>
                    <a:pt x="233678" y="14027"/>
                  </a:lnTo>
                  <a:lnTo>
                    <a:pt x="228784" y="11977"/>
                  </a:lnTo>
                  <a:lnTo>
                    <a:pt x="223829" y="10083"/>
                  </a:lnTo>
                  <a:lnTo>
                    <a:pt x="218815" y="8348"/>
                  </a:lnTo>
                  <a:lnTo>
                    <a:pt x="213750" y="6772"/>
                  </a:lnTo>
                  <a:lnTo>
                    <a:pt x="208636" y="5359"/>
                  </a:lnTo>
                  <a:lnTo>
                    <a:pt x="203481" y="4108"/>
                  </a:lnTo>
                  <a:lnTo>
                    <a:pt x="198288" y="3021"/>
                  </a:lnTo>
                  <a:lnTo>
                    <a:pt x="193064" y="2100"/>
                  </a:lnTo>
                  <a:lnTo>
                    <a:pt x="187812" y="1345"/>
                  </a:lnTo>
                  <a:lnTo>
                    <a:pt x="182540" y="757"/>
                  </a:lnTo>
                  <a:lnTo>
                    <a:pt x="177252" y="336"/>
                  </a:lnTo>
                  <a:lnTo>
                    <a:pt x="171952" y="84"/>
                  </a:lnTo>
                  <a:lnTo>
                    <a:pt x="166648" y="0"/>
                  </a:lnTo>
                  <a:lnTo>
                    <a:pt x="1666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60579" y="5399291"/>
              <a:ext cx="25636" cy="167167"/>
            </a:xfrm>
            <a:custGeom>
              <a:avLst/>
              <a:pathLst>
                <a:path w="25636" h="167167">
                  <a:moveTo>
                    <a:pt x="25636" y="0"/>
                  </a:moveTo>
                  <a:lnTo>
                    <a:pt x="17060" y="220"/>
                  </a:lnTo>
                  <a:lnTo>
                    <a:pt x="8507" y="879"/>
                  </a:lnTo>
                  <a:lnTo>
                    <a:pt x="0" y="1977"/>
                  </a:lnTo>
                  <a:lnTo>
                    <a:pt x="2563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60579" y="5401269"/>
              <a:ext cx="25636" cy="165190"/>
            </a:xfrm>
            <a:custGeom>
              <a:avLst/>
              <a:pathLst>
                <a:path w="25636" h="165190">
                  <a:moveTo>
                    <a:pt x="0" y="0"/>
                  </a:moveTo>
                  <a:lnTo>
                    <a:pt x="25636" y="165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60579" y="5401269"/>
              <a:ext cx="25636" cy="165190"/>
            </a:xfrm>
            <a:custGeom>
              <a:avLst/>
              <a:pathLst>
                <a:path w="25636" h="165190">
                  <a:moveTo>
                    <a:pt x="0" y="0"/>
                  </a:moveTo>
                  <a:lnTo>
                    <a:pt x="25636" y="165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60579" y="5401269"/>
              <a:ext cx="25636" cy="165190"/>
            </a:xfrm>
            <a:custGeom>
              <a:avLst/>
              <a:pathLst>
                <a:path w="25636" h="165190">
                  <a:moveTo>
                    <a:pt x="0" y="0"/>
                  </a:moveTo>
                  <a:lnTo>
                    <a:pt x="25636" y="165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60579" y="5401269"/>
              <a:ext cx="25636" cy="165190"/>
            </a:xfrm>
            <a:custGeom>
              <a:avLst/>
              <a:pathLst>
                <a:path w="25636" h="165190">
                  <a:moveTo>
                    <a:pt x="0" y="0"/>
                  </a:moveTo>
                  <a:lnTo>
                    <a:pt x="25636" y="165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60579" y="5401269"/>
              <a:ext cx="25636" cy="165190"/>
            </a:xfrm>
            <a:custGeom>
              <a:avLst/>
              <a:pathLst>
                <a:path w="25636" h="165190">
                  <a:moveTo>
                    <a:pt x="0" y="0"/>
                  </a:moveTo>
                  <a:lnTo>
                    <a:pt x="25636" y="1651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60579" y="5401269"/>
              <a:ext cx="25636" cy="165190"/>
            </a:xfrm>
            <a:custGeom>
              <a:avLst/>
              <a:pathLst>
                <a:path w="25636" h="165190">
                  <a:moveTo>
                    <a:pt x="0" y="0"/>
                  </a:moveTo>
                  <a:lnTo>
                    <a:pt x="25636" y="1651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319054" y="5401269"/>
              <a:ext cx="334327" cy="332349"/>
            </a:xfrm>
            <a:custGeom>
              <a:avLst/>
              <a:pathLst>
                <a:path w="334327" h="332349">
                  <a:moveTo>
                    <a:pt x="141524" y="0"/>
                  </a:moveTo>
                  <a:lnTo>
                    <a:pt x="136305" y="894"/>
                  </a:lnTo>
                  <a:lnTo>
                    <a:pt x="131117" y="1954"/>
                  </a:lnTo>
                  <a:lnTo>
                    <a:pt x="125965" y="3178"/>
                  </a:lnTo>
                  <a:lnTo>
                    <a:pt x="120854" y="4564"/>
                  </a:lnTo>
                  <a:lnTo>
                    <a:pt x="115790" y="6111"/>
                  </a:lnTo>
                  <a:lnTo>
                    <a:pt x="110777" y="7818"/>
                  </a:lnTo>
                  <a:lnTo>
                    <a:pt x="105820" y="9683"/>
                  </a:lnTo>
                  <a:lnTo>
                    <a:pt x="100926" y="11704"/>
                  </a:lnTo>
                  <a:lnTo>
                    <a:pt x="96098" y="13879"/>
                  </a:lnTo>
                  <a:lnTo>
                    <a:pt x="91341" y="16205"/>
                  </a:lnTo>
                  <a:lnTo>
                    <a:pt x="86660" y="18682"/>
                  </a:lnTo>
                  <a:lnTo>
                    <a:pt x="82060" y="21305"/>
                  </a:lnTo>
                  <a:lnTo>
                    <a:pt x="77545" y="24072"/>
                  </a:lnTo>
                  <a:lnTo>
                    <a:pt x="73121" y="26982"/>
                  </a:lnTo>
                  <a:lnTo>
                    <a:pt x="68790" y="30030"/>
                  </a:lnTo>
                  <a:lnTo>
                    <a:pt x="64559" y="33213"/>
                  </a:lnTo>
                  <a:lnTo>
                    <a:pt x="60430" y="36529"/>
                  </a:lnTo>
                  <a:lnTo>
                    <a:pt x="56408" y="39974"/>
                  </a:lnTo>
                  <a:lnTo>
                    <a:pt x="52498" y="43545"/>
                  </a:lnTo>
                  <a:lnTo>
                    <a:pt x="48702" y="47238"/>
                  </a:lnTo>
                  <a:lnTo>
                    <a:pt x="45026" y="51049"/>
                  </a:lnTo>
                  <a:lnTo>
                    <a:pt x="41472" y="54975"/>
                  </a:lnTo>
                  <a:lnTo>
                    <a:pt x="38044" y="59011"/>
                  </a:lnTo>
                  <a:lnTo>
                    <a:pt x="34746" y="63154"/>
                  </a:lnTo>
                  <a:lnTo>
                    <a:pt x="31581" y="67399"/>
                  </a:lnTo>
                  <a:lnTo>
                    <a:pt x="28551" y="71742"/>
                  </a:lnTo>
                  <a:lnTo>
                    <a:pt x="25661" y="76179"/>
                  </a:lnTo>
                  <a:lnTo>
                    <a:pt x="22913" y="80706"/>
                  </a:lnTo>
                  <a:lnTo>
                    <a:pt x="20309" y="85317"/>
                  </a:lnTo>
                  <a:lnTo>
                    <a:pt x="17853" y="90008"/>
                  </a:lnTo>
                  <a:lnTo>
                    <a:pt x="15547" y="94775"/>
                  </a:lnTo>
                  <a:lnTo>
                    <a:pt x="13392" y="99613"/>
                  </a:lnTo>
                  <a:lnTo>
                    <a:pt x="11393" y="104516"/>
                  </a:lnTo>
                  <a:lnTo>
                    <a:pt x="9549" y="109480"/>
                  </a:lnTo>
                  <a:lnTo>
                    <a:pt x="7864" y="114500"/>
                  </a:lnTo>
                  <a:lnTo>
                    <a:pt x="6338" y="119571"/>
                  </a:lnTo>
                  <a:lnTo>
                    <a:pt x="4974" y="124688"/>
                  </a:lnTo>
                  <a:lnTo>
                    <a:pt x="3772" y="129845"/>
                  </a:lnTo>
                  <a:lnTo>
                    <a:pt x="2735" y="135038"/>
                  </a:lnTo>
                  <a:lnTo>
                    <a:pt x="1862" y="140261"/>
                  </a:lnTo>
                  <a:lnTo>
                    <a:pt x="1156" y="145509"/>
                  </a:lnTo>
                  <a:lnTo>
                    <a:pt x="616" y="150777"/>
                  </a:lnTo>
                  <a:lnTo>
                    <a:pt x="243" y="156059"/>
                  </a:lnTo>
                  <a:lnTo>
                    <a:pt x="37" y="161351"/>
                  </a:lnTo>
                  <a:lnTo>
                    <a:pt x="0" y="166646"/>
                  </a:lnTo>
                  <a:lnTo>
                    <a:pt x="130" y="171940"/>
                  </a:lnTo>
                  <a:lnTo>
                    <a:pt x="427" y="177227"/>
                  </a:lnTo>
                  <a:lnTo>
                    <a:pt x="892" y="182502"/>
                  </a:lnTo>
                  <a:lnTo>
                    <a:pt x="1524" y="187760"/>
                  </a:lnTo>
                  <a:lnTo>
                    <a:pt x="2322" y="192995"/>
                  </a:lnTo>
                  <a:lnTo>
                    <a:pt x="3285" y="198202"/>
                  </a:lnTo>
                  <a:lnTo>
                    <a:pt x="4413" y="203376"/>
                  </a:lnTo>
                  <a:lnTo>
                    <a:pt x="5704" y="208511"/>
                  </a:lnTo>
                  <a:lnTo>
                    <a:pt x="7157" y="213603"/>
                  </a:lnTo>
                  <a:lnTo>
                    <a:pt x="8771" y="218647"/>
                  </a:lnTo>
                  <a:lnTo>
                    <a:pt x="10544" y="223637"/>
                  </a:lnTo>
                  <a:lnTo>
                    <a:pt x="12474" y="228568"/>
                  </a:lnTo>
                  <a:lnTo>
                    <a:pt x="14559" y="233436"/>
                  </a:lnTo>
                  <a:lnTo>
                    <a:pt x="16797" y="238235"/>
                  </a:lnTo>
                  <a:lnTo>
                    <a:pt x="19186" y="242961"/>
                  </a:lnTo>
                  <a:lnTo>
                    <a:pt x="21723" y="247609"/>
                  </a:lnTo>
                  <a:lnTo>
                    <a:pt x="24407" y="252174"/>
                  </a:lnTo>
                  <a:lnTo>
                    <a:pt x="27234" y="256652"/>
                  </a:lnTo>
                  <a:lnTo>
                    <a:pt x="30201" y="261038"/>
                  </a:lnTo>
                  <a:lnTo>
                    <a:pt x="33305" y="265328"/>
                  </a:lnTo>
                  <a:lnTo>
                    <a:pt x="36544" y="269517"/>
                  </a:lnTo>
                  <a:lnTo>
                    <a:pt x="39914" y="273602"/>
                  </a:lnTo>
                  <a:lnTo>
                    <a:pt x="43412" y="277578"/>
                  </a:lnTo>
                  <a:lnTo>
                    <a:pt x="47034" y="281441"/>
                  </a:lnTo>
                  <a:lnTo>
                    <a:pt x="50776" y="285188"/>
                  </a:lnTo>
                  <a:lnTo>
                    <a:pt x="54635" y="288814"/>
                  </a:lnTo>
                  <a:lnTo>
                    <a:pt x="58607" y="292316"/>
                  </a:lnTo>
                  <a:lnTo>
                    <a:pt x="62688" y="295690"/>
                  </a:lnTo>
                  <a:lnTo>
                    <a:pt x="66874" y="298934"/>
                  </a:lnTo>
                  <a:lnTo>
                    <a:pt x="71160" y="302043"/>
                  </a:lnTo>
                  <a:lnTo>
                    <a:pt x="75543" y="305015"/>
                  </a:lnTo>
                  <a:lnTo>
                    <a:pt x="80018" y="307847"/>
                  </a:lnTo>
                  <a:lnTo>
                    <a:pt x="84580" y="310535"/>
                  </a:lnTo>
                  <a:lnTo>
                    <a:pt x="89225" y="313078"/>
                  </a:lnTo>
                  <a:lnTo>
                    <a:pt x="93949" y="315472"/>
                  </a:lnTo>
                  <a:lnTo>
                    <a:pt x="98745" y="317716"/>
                  </a:lnTo>
                  <a:lnTo>
                    <a:pt x="103611" y="319806"/>
                  </a:lnTo>
                  <a:lnTo>
                    <a:pt x="108540" y="321742"/>
                  </a:lnTo>
                  <a:lnTo>
                    <a:pt x="113528" y="323520"/>
                  </a:lnTo>
                  <a:lnTo>
                    <a:pt x="118569" y="325139"/>
                  </a:lnTo>
                  <a:lnTo>
                    <a:pt x="123660" y="326598"/>
                  </a:lnTo>
                  <a:lnTo>
                    <a:pt x="128794" y="327895"/>
                  </a:lnTo>
                  <a:lnTo>
                    <a:pt x="133967" y="329028"/>
                  </a:lnTo>
                  <a:lnTo>
                    <a:pt x="139173" y="329997"/>
                  </a:lnTo>
                  <a:lnTo>
                    <a:pt x="144407" y="330801"/>
                  </a:lnTo>
                  <a:lnTo>
                    <a:pt x="149664" y="331439"/>
                  </a:lnTo>
                  <a:lnTo>
                    <a:pt x="154938" y="331910"/>
                  </a:lnTo>
                  <a:lnTo>
                    <a:pt x="160225" y="332213"/>
                  </a:lnTo>
                  <a:lnTo>
                    <a:pt x="165519" y="332349"/>
                  </a:lnTo>
                  <a:lnTo>
                    <a:pt x="170814" y="332317"/>
                  </a:lnTo>
                  <a:lnTo>
                    <a:pt x="176106" y="332117"/>
                  </a:lnTo>
                  <a:lnTo>
                    <a:pt x="181389" y="331750"/>
                  </a:lnTo>
                  <a:lnTo>
                    <a:pt x="186657" y="331216"/>
                  </a:lnTo>
                  <a:lnTo>
                    <a:pt x="191906" y="330515"/>
                  </a:lnTo>
                  <a:lnTo>
                    <a:pt x="197130" y="329649"/>
                  </a:lnTo>
                  <a:lnTo>
                    <a:pt x="202324" y="328617"/>
                  </a:lnTo>
                  <a:lnTo>
                    <a:pt x="207483" y="327421"/>
                  </a:lnTo>
                  <a:lnTo>
                    <a:pt x="212601" y="326063"/>
                  </a:lnTo>
                  <a:lnTo>
                    <a:pt x="217673" y="324543"/>
                  </a:lnTo>
                  <a:lnTo>
                    <a:pt x="222695" y="322863"/>
                  </a:lnTo>
                  <a:lnTo>
                    <a:pt x="227661" y="321025"/>
                  </a:lnTo>
                  <a:lnTo>
                    <a:pt x="232567" y="319030"/>
                  </a:lnTo>
                  <a:lnTo>
                    <a:pt x="237407" y="316881"/>
                  </a:lnTo>
                  <a:lnTo>
                    <a:pt x="242176" y="314580"/>
                  </a:lnTo>
                  <a:lnTo>
                    <a:pt x="246870" y="312129"/>
                  </a:lnTo>
                  <a:lnTo>
                    <a:pt x="251484" y="309531"/>
                  </a:lnTo>
                  <a:lnTo>
                    <a:pt x="256014" y="306788"/>
                  </a:lnTo>
                  <a:lnTo>
                    <a:pt x="260454" y="303902"/>
                  </a:lnTo>
                  <a:lnTo>
                    <a:pt x="264801" y="300878"/>
                  </a:lnTo>
                  <a:lnTo>
                    <a:pt x="269050" y="297717"/>
                  </a:lnTo>
                  <a:lnTo>
                    <a:pt x="273196" y="294423"/>
                  </a:lnTo>
                  <a:lnTo>
                    <a:pt x="277236" y="291000"/>
                  </a:lnTo>
                  <a:lnTo>
                    <a:pt x="281166" y="287450"/>
                  </a:lnTo>
                  <a:lnTo>
                    <a:pt x="284981" y="283778"/>
                  </a:lnTo>
                  <a:lnTo>
                    <a:pt x="288678" y="279987"/>
                  </a:lnTo>
                  <a:lnTo>
                    <a:pt x="292253" y="276080"/>
                  </a:lnTo>
                  <a:lnTo>
                    <a:pt x="295703" y="272063"/>
                  </a:lnTo>
                  <a:lnTo>
                    <a:pt x="299023" y="267938"/>
                  </a:lnTo>
                  <a:lnTo>
                    <a:pt x="302212" y="263710"/>
                  </a:lnTo>
                  <a:lnTo>
                    <a:pt x="305264" y="259383"/>
                  </a:lnTo>
                  <a:lnTo>
                    <a:pt x="308178" y="254961"/>
                  </a:lnTo>
                  <a:lnTo>
                    <a:pt x="310951" y="250450"/>
                  </a:lnTo>
                  <a:lnTo>
                    <a:pt x="313579" y="245852"/>
                  </a:lnTo>
                  <a:lnTo>
                    <a:pt x="316061" y="241174"/>
                  </a:lnTo>
                  <a:lnTo>
                    <a:pt x="318393" y="236420"/>
                  </a:lnTo>
                  <a:lnTo>
                    <a:pt x="320573" y="231594"/>
                  </a:lnTo>
                  <a:lnTo>
                    <a:pt x="322599" y="226702"/>
                  </a:lnTo>
                  <a:lnTo>
                    <a:pt x="324470" y="221748"/>
                  </a:lnTo>
                  <a:lnTo>
                    <a:pt x="326182" y="216737"/>
                  </a:lnTo>
                  <a:lnTo>
                    <a:pt x="327735" y="211674"/>
                  </a:lnTo>
                  <a:lnTo>
                    <a:pt x="329127" y="206565"/>
                  </a:lnTo>
                  <a:lnTo>
                    <a:pt x="330356" y="201414"/>
                  </a:lnTo>
                  <a:lnTo>
                    <a:pt x="331421" y="196227"/>
                  </a:lnTo>
                  <a:lnTo>
                    <a:pt x="332322" y="191009"/>
                  </a:lnTo>
                  <a:lnTo>
                    <a:pt x="333057" y="185764"/>
                  </a:lnTo>
                  <a:lnTo>
                    <a:pt x="333625" y="180500"/>
                  </a:lnTo>
                  <a:lnTo>
                    <a:pt x="334027" y="175219"/>
                  </a:lnTo>
                  <a:lnTo>
                    <a:pt x="334261" y="169929"/>
                  </a:lnTo>
                  <a:lnTo>
                    <a:pt x="334327" y="164634"/>
                  </a:lnTo>
                  <a:lnTo>
                    <a:pt x="334226" y="159340"/>
                  </a:lnTo>
                  <a:lnTo>
                    <a:pt x="333957" y="154051"/>
                  </a:lnTo>
                  <a:lnTo>
                    <a:pt x="333520" y="148774"/>
                  </a:lnTo>
                  <a:lnTo>
                    <a:pt x="332917" y="143513"/>
                  </a:lnTo>
                  <a:lnTo>
                    <a:pt x="332147" y="138273"/>
                  </a:lnTo>
                  <a:lnTo>
                    <a:pt x="331212" y="133061"/>
                  </a:lnTo>
                  <a:lnTo>
                    <a:pt x="330112" y="127881"/>
                  </a:lnTo>
                  <a:lnTo>
                    <a:pt x="328848" y="122739"/>
                  </a:lnTo>
                  <a:lnTo>
                    <a:pt x="327423" y="117639"/>
                  </a:lnTo>
                  <a:lnTo>
                    <a:pt x="325836" y="112587"/>
                  </a:lnTo>
                  <a:lnTo>
                    <a:pt x="324090" y="107587"/>
                  </a:lnTo>
                  <a:lnTo>
                    <a:pt x="322187" y="102646"/>
                  </a:lnTo>
                  <a:lnTo>
                    <a:pt x="320128" y="97767"/>
                  </a:lnTo>
                  <a:lnTo>
                    <a:pt x="317916" y="92956"/>
                  </a:lnTo>
                  <a:lnTo>
                    <a:pt x="315553" y="88217"/>
                  </a:lnTo>
                  <a:lnTo>
                    <a:pt x="313040" y="83555"/>
                  </a:lnTo>
                  <a:lnTo>
                    <a:pt x="310381" y="78976"/>
                  </a:lnTo>
                  <a:lnTo>
                    <a:pt x="307579" y="74483"/>
                  </a:lnTo>
                  <a:lnTo>
                    <a:pt x="304635" y="70081"/>
                  </a:lnTo>
                  <a:lnTo>
                    <a:pt x="301554" y="65774"/>
                  </a:lnTo>
                  <a:lnTo>
                    <a:pt x="298338" y="61567"/>
                  </a:lnTo>
                  <a:lnTo>
                    <a:pt x="294990" y="57465"/>
                  </a:lnTo>
                  <a:lnTo>
                    <a:pt x="291514" y="53470"/>
                  </a:lnTo>
                  <a:lnTo>
                    <a:pt x="287913" y="49587"/>
                  </a:lnTo>
                  <a:lnTo>
                    <a:pt x="284190" y="45820"/>
                  </a:lnTo>
                  <a:lnTo>
                    <a:pt x="280351" y="42174"/>
                  </a:lnTo>
                  <a:lnTo>
                    <a:pt x="276398" y="38650"/>
                  </a:lnTo>
                  <a:lnTo>
                    <a:pt x="272335" y="35254"/>
                  </a:lnTo>
                  <a:lnTo>
                    <a:pt x="268167" y="31988"/>
                  </a:lnTo>
                  <a:lnTo>
                    <a:pt x="263897" y="28855"/>
                  </a:lnTo>
                  <a:lnTo>
                    <a:pt x="259530" y="25860"/>
                  </a:lnTo>
                  <a:lnTo>
                    <a:pt x="255071" y="23004"/>
                  </a:lnTo>
                  <a:lnTo>
                    <a:pt x="250523" y="20291"/>
                  </a:lnTo>
                  <a:lnTo>
                    <a:pt x="245892" y="17723"/>
                  </a:lnTo>
                  <a:lnTo>
                    <a:pt x="241182" y="15303"/>
                  </a:lnTo>
                  <a:lnTo>
                    <a:pt x="236397" y="13034"/>
                  </a:lnTo>
                  <a:lnTo>
                    <a:pt x="231543" y="10918"/>
                  </a:lnTo>
                  <a:lnTo>
                    <a:pt x="226625" y="8956"/>
                  </a:lnTo>
                  <a:lnTo>
                    <a:pt x="221646" y="7151"/>
                  </a:lnTo>
                  <a:lnTo>
                    <a:pt x="216613" y="5504"/>
                  </a:lnTo>
                  <a:lnTo>
                    <a:pt x="211531" y="4018"/>
                  </a:lnTo>
                  <a:lnTo>
                    <a:pt x="206404" y="2694"/>
                  </a:lnTo>
                  <a:lnTo>
                    <a:pt x="201237" y="1532"/>
                  </a:lnTo>
                  <a:lnTo>
                    <a:pt x="167161" y="1651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86215" y="5399291"/>
              <a:ext cx="34076" cy="167167"/>
            </a:xfrm>
            <a:custGeom>
              <a:avLst/>
              <a:pathLst>
                <a:path w="34076" h="167167">
                  <a:moveTo>
                    <a:pt x="34076" y="3510"/>
                  </a:moveTo>
                  <a:lnTo>
                    <a:pt x="27330" y="2249"/>
                  </a:lnTo>
                  <a:lnTo>
                    <a:pt x="20538" y="1266"/>
                  </a:lnTo>
                  <a:lnTo>
                    <a:pt x="13711" y="563"/>
                  </a:lnTo>
                  <a:lnTo>
                    <a:pt x="6861" y="1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56379" y="5399291"/>
              <a:ext cx="167164" cy="282411"/>
            </a:xfrm>
            <a:custGeom>
              <a:avLst/>
              <a:pathLst>
                <a:path w="167164" h="282411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2" y="766"/>
                  </a:lnTo>
                  <a:lnTo>
                    <a:pt x="145866" y="1362"/>
                  </a:lnTo>
                  <a:lnTo>
                    <a:pt x="140583" y="2126"/>
                  </a:lnTo>
                  <a:lnTo>
                    <a:pt x="135326" y="3059"/>
                  </a:lnTo>
                  <a:lnTo>
                    <a:pt x="130102" y="4160"/>
                  </a:lnTo>
                  <a:lnTo>
                    <a:pt x="124916" y="5426"/>
                  </a:lnTo>
                  <a:lnTo>
                    <a:pt x="119773" y="6858"/>
                  </a:lnTo>
                  <a:lnTo>
                    <a:pt x="114678" y="8453"/>
                  </a:lnTo>
                  <a:lnTo>
                    <a:pt x="109636" y="10210"/>
                  </a:lnTo>
                  <a:lnTo>
                    <a:pt x="104654" y="12127"/>
                  </a:lnTo>
                  <a:lnTo>
                    <a:pt x="99735" y="14202"/>
                  </a:lnTo>
                  <a:lnTo>
                    <a:pt x="94885" y="16433"/>
                  </a:lnTo>
                  <a:lnTo>
                    <a:pt x="90108" y="18818"/>
                  </a:lnTo>
                  <a:lnTo>
                    <a:pt x="85410" y="21354"/>
                  </a:lnTo>
                  <a:lnTo>
                    <a:pt x="80796" y="24039"/>
                  </a:lnTo>
                  <a:lnTo>
                    <a:pt x="76270" y="26870"/>
                  </a:lnTo>
                  <a:lnTo>
                    <a:pt x="71836" y="29844"/>
                  </a:lnTo>
                  <a:lnTo>
                    <a:pt x="67500" y="32958"/>
                  </a:lnTo>
                  <a:lnTo>
                    <a:pt x="63265" y="36209"/>
                  </a:lnTo>
                  <a:lnTo>
                    <a:pt x="59136" y="39594"/>
                  </a:lnTo>
                  <a:lnTo>
                    <a:pt x="55118" y="43108"/>
                  </a:lnTo>
                  <a:lnTo>
                    <a:pt x="51213" y="46750"/>
                  </a:lnTo>
                  <a:lnTo>
                    <a:pt x="47427" y="50514"/>
                  </a:lnTo>
                  <a:lnTo>
                    <a:pt x="43763" y="54397"/>
                  </a:lnTo>
                  <a:lnTo>
                    <a:pt x="40225" y="58394"/>
                  </a:lnTo>
                  <a:lnTo>
                    <a:pt x="36816" y="62503"/>
                  </a:lnTo>
                  <a:lnTo>
                    <a:pt x="33541" y="66719"/>
                  </a:lnTo>
                  <a:lnTo>
                    <a:pt x="30401" y="71037"/>
                  </a:lnTo>
                  <a:lnTo>
                    <a:pt x="27402" y="75453"/>
                  </a:lnTo>
                  <a:lnTo>
                    <a:pt x="24544" y="79963"/>
                  </a:lnTo>
                  <a:lnTo>
                    <a:pt x="21832" y="84562"/>
                  </a:lnTo>
                  <a:lnTo>
                    <a:pt x="19269" y="89245"/>
                  </a:lnTo>
                  <a:lnTo>
                    <a:pt x="16856" y="94007"/>
                  </a:lnTo>
                  <a:lnTo>
                    <a:pt x="14596" y="98844"/>
                  </a:lnTo>
                  <a:lnTo>
                    <a:pt x="12492" y="103751"/>
                  </a:lnTo>
                  <a:lnTo>
                    <a:pt x="10546" y="108722"/>
                  </a:lnTo>
                  <a:lnTo>
                    <a:pt x="8760" y="113753"/>
                  </a:lnTo>
                  <a:lnTo>
                    <a:pt x="7135" y="118838"/>
                  </a:lnTo>
                  <a:lnTo>
                    <a:pt x="5673" y="123973"/>
                  </a:lnTo>
                  <a:lnTo>
                    <a:pt x="4376" y="129152"/>
                  </a:lnTo>
                  <a:lnTo>
                    <a:pt x="3246" y="134369"/>
                  </a:lnTo>
                  <a:lnTo>
                    <a:pt x="2282" y="139620"/>
                  </a:lnTo>
                  <a:lnTo>
                    <a:pt x="1486" y="144900"/>
                  </a:lnTo>
                  <a:lnTo>
                    <a:pt x="860" y="150201"/>
                  </a:lnTo>
                  <a:lnTo>
                    <a:pt x="403" y="155521"/>
                  </a:lnTo>
                  <a:lnTo>
                    <a:pt x="116" y="160852"/>
                  </a:lnTo>
                  <a:lnTo>
                    <a:pt x="0" y="166189"/>
                  </a:lnTo>
                  <a:lnTo>
                    <a:pt x="54" y="171527"/>
                  </a:lnTo>
                  <a:lnTo>
                    <a:pt x="278" y="176861"/>
                  </a:lnTo>
                  <a:lnTo>
                    <a:pt x="673" y="182186"/>
                  </a:lnTo>
                  <a:lnTo>
                    <a:pt x="1237" y="187494"/>
                  </a:lnTo>
                  <a:lnTo>
                    <a:pt x="1971" y="192782"/>
                  </a:lnTo>
                  <a:lnTo>
                    <a:pt x="2873" y="198044"/>
                  </a:lnTo>
                  <a:lnTo>
                    <a:pt x="3943" y="203275"/>
                  </a:lnTo>
                  <a:lnTo>
                    <a:pt x="5179" y="208468"/>
                  </a:lnTo>
                  <a:lnTo>
                    <a:pt x="6581" y="213620"/>
                  </a:lnTo>
                  <a:lnTo>
                    <a:pt x="8146" y="218724"/>
                  </a:lnTo>
                  <a:lnTo>
                    <a:pt x="9873" y="223775"/>
                  </a:lnTo>
                  <a:lnTo>
                    <a:pt x="11761" y="228769"/>
                  </a:lnTo>
                  <a:lnTo>
                    <a:pt x="13807" y="233700"/>
                  </a:lnTo>
                  <a:lnTo>
                    <a:pt x="16010" y="238563"/>
                  </a:lnTo>
                  <a:lnTo>
                    <a:pt x="18367" y="243354"/>
                  </a:lnTo>
                  <a:lnTo>
                    <a:pt x="20876" y="248066"/>
                  </a:lnTo>
                  <a:lnTo>
                    <a:pt x="23534" y="252696"/>
                  </a:lnTo>
                  <a:lnTo>
                    <a:pt x="26338" y="257239"/>
                  </a:lnTo>
                  <a:lnTo>
                    <a:pt x="29286" y="261690"/>
                  </a:lnTo>
                  <a:lnTo>
                    <a:pt x="32375" y="266045"/>
                  </a:lnTo>
                  <a:lnTo>
                    <a:pt x="35601" y="270298"/>
                  </a:lnTo>
                  <a:lnTo>
                    <a:pt x="38961" y="274447"/>
                  </a:lnTo>
                  <a:lnTo>
                    <a:pt x="42452" y="278486"/>
                  </a:lnTo>
                  <a:lnTo>
                    <a:pt x="46070" y="282411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02450" y="5566459"/>
              <a:ext cx="121093" cy="115244"/>
            </a:xfrm>
            <a:custGeom>
              <a:avLst/>
              <a:pathLst>
                <a:path w="121093" h="115244">
                  <a:moveTo>
                    <a:pt x="0" y="115244"/>
                  </a:moveTo>
                  <a:lnTo>
                    <a:pt x="1210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02450" y="5566459"/>
              <a:ext cx="121093" cy="115244"/>
            </a:xfrm>
            <a:custGeom>
              <a:avLst/>
              <a:pathLst>
                <a:path w="121093" h="115244">
                  <a:moveTo>
                    <a:pt x="0" y="115244"/>
                  </a:moveTo>
                  <a:lnTo>
                    <a:pt x="1210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02450" y="5566459"/>
              <a:ext cx="121093" cy="115244"/>
            </a:xfrm>
            <a:custGeom>
              <a:avLst/>
              <a:pathLst>
                <a:path w="121093" h="115244">
                  <a:moveTo>
                    <a:pt x="0" y="115244"/>
                  </a:moveTo>
                  <a:lnTo>
                    <a:pt x="1210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02450" y="5566459"/>
              <a:ext cx="121093" cy="115244"/>
            </a:xfrm>
            <a:custGeom>
              <a:avLst/>
              <a:pathLst>
                <a:path w="121093" h="115244">
                  <a:moveTo>
                    <a:pt x="0" y="115244"/>
                  </a:moveTo>
                  <a:lnTo>
                    <a:pt x="12109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02450" y="5566459"/>
              <a:ext cx="121093" cy="115244"/>
            </a:xfrm>
            <a:custGeom>
              <a:avLst/>
              <a:pathLst>
                <a:path w="121093" h="115244">
                  <a:moveTo>
                    <a:pt x="0" y="115244"/>
                  </a:moveTo>
                  <a:lnTo>
                    <a:pt x="12109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902450" y="5566459"/>
              <a:ext cx="121093" cy="163781"/>
            </a:xfrm>
            <a:custGeom>
              <a:avLst/>
              <a:pathLst>
                <a:path w="121093" h="163781">
                  <a:moveTo>
                    <a:pt x="0" y="115244"/>
                  </a:moveTo>
                  <a:lnTo>
                    <a:pt x="3964" y="119271"/>
                  </a:lnTo>
                  <a:lnTo>
                    <a:pt x="8062" y="123162"/>
                  </a:lnTo>
                  <a:lnTo>
                    <a:pt x="12290" y="126912"/>
                  </a:lnTo>
                  <a:lnTo>
                    <a:pt x="16642" y="130517"/>
                  </a:lnTo>
                  <a:lnTo>
                    <a:pt x="21113" y="133973"/>
                  </a:lnTo>
                  <a:lnTo>
                    <a:pt x="25698" y="137276"/>
                  </a:lnTo>
                  <a:lnTo>
                    <a:pt x="30393" y="140422"/>
                  </a:lnTo>
                  <a:lnTo>
                    <a:pt x="35191" y="143407"/>
                  </a:lnTo>
                  <a:lnTo>
                    <a:pt x="40087" y="146229"/>
                  </a:lnTo>
                  <a:lnTo>
                    <a:pt x="45076" y="148883"/>
                  </a:lnTo>
                  <a:lnTo>
                    <a:pt x="50152" y="151368"/>
                  </a:lnTo>
                  <a:lnTo>
                    <a:pt x="55309" y="153679"/>
                  </a:lnTo>
                  <a:lnTo>
                    <a:pt x="60541" y="155815"/>
                  </a:lnTo>
                  <a:lnTo>
                    <a:pt x="65842" y="157772"/>
                  </a:lnTo>
                  <a:lnTo>
                    <a:pt x="71207" y="159550"/>
                  </a:lnTo>
                  <a:lnTo>
                    <a:pt x="76628" y="161145"/>
                  </a:lnTo>
                  <a:lnTo>
                    <a:pt x="82100" y="162556"/>
                  </a:lnTo>
                  <a:lnTo>
                    <a:pt x="87617" y="163781"/>
                  </a:lnTo>
                  <a:lnTo>
                    <a:pt x="12109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90067" y="5399291"/>
              <a:ext cx="200634" cy="334325"/>
            </a:xfrm>
            <a:custGeom>
              <a:avLst/>
              <a:pathLst>
                <a:path w="200634" h="334325">
                  <a:moveTo>
                    <a:pt x="0" y="330948"/>
                  </a:moveTo>
                  <a:lnTo>
                    <a:pt x="5230" y="331931"/>
                  </a:lnTo>
                  <a:lnTo>
                    <a:pt x="10490" y="332747"/>
                  </a:lnTo>
                  <a:lnTo>
                    <a:pt x="15773" y="333394"/>
                  </a:lnTo>
                  <a:lnTo>
                    <a:pt x="21074" y="333874"/>
                  </a:lnTo>
                  <a:lnTo>
                    <a:pt x="26387" y="334184"/>
                  </a:lnTo>
                  <a:lnTo>
                    <a:pt x="31707" y="334325"/>
                  </a:lnTo>
                  <a:lnTo>
                    <a:pt x="37030" y="334297"/>
                  </a:lnTo>
                  <a:lnTo>
                    <a:pt x="42348" y="334099"/>
                  </a:lnTo>
                  <a:lnTo>
                    <a:pt x="47658" y="333732"/>
                  </a:lnTo>
                  <a:lnTo>
                    <a:pt x="52954" y="333196"/>
                  </a:lnTo>
                  <a:lnTo>
                    <a:pt x="58229" y="332492"/>
                  </a:lnTo>
                  <a:lnTo>
                    <a:pt x="63480" y="331620"/>
                  </a:lnTo>
                  <a:lnTo>
                    <a:pt x="68700" y="330581"/>
                  </a:lnTo>
                  <a:lnTo>
                    <a:pt x="73884" y="329377"/>
                  </a:lnTo>
                  <a:lnTo>
                    <a:pt x="79028" y="328008"/>
                  </a:lnTo>
                  <a:lnTo>
                    <a:pt x="84125" y="326477"/>
                  </a:lnTo>
                  <a:lnTo>
                    <a:pt x="89171" y="324784"/>
                  </a:lnTo>
                  <a:lnTo>
                    <a:pt x="94160" y="322931"/>
                  </a:lnTo>
                  <a:lnTo>
                    <a:pt x="99088" y="320920"/>
                  </a:lnTo>
                  <a:lnTo>
                    <a:pt x="103950" y="318753"/>
                  </a:lnTo>
                  <a:lnTo>
                    <a:pt x="108740" y="316433"/>
                  </a:lnTo>
                  <a:lnTo>
                    <a:pt x="113453" y="313961"/>
                  </a:lnTo>
                  <a:lnTo>
                    <a:pt x="118086" y="311341"/>
                  </a:lnTo>
                  <a:lnTo>
                    <a:pt x="122633" y="308574"/>
                  </a:lnTo>
                  <a:lnTo>
                    <a:pt x="127089" y="305664"/>
                  </a:lnTo>
                  <a:lnTo>
                    <a:pt x="131451" y="302614"/>
                  </a:lnTo>
                  <a:lnTo>
                    <a:pt x="135713" y="299426"/>
                  </a:lnTo>
                  <a:lnTo>
                    <a:pt x="139872" y="296104"/>
                  </a:lnTo>
                  <a:lnTo>
                    <a:pt x="143922" y="292652"/>
                  </a:lnTo>
                  <a:lnTo>
                    <a:pt x="147861" y="289072"/>
                  </a:lnTo>
                  <a:lnTo>
                    <a:pt x="151684" y="285369"/>
                  </a:lnTo>
                  <a:lnTo>
                    <a:pt x="155387" y="281546"/>
                  </a:lnTo>
                  <a:lnTo>
                    <a:pt x="158967" y="277607"/>
                  </a:lnTo>
                  <a:lnTo>
                    <a:pt x="162419" y="273556"/>
                  </a:lnTo>
                  <a:lnTo>
                    <a:pt x="165740" y="269397"/>
                  </a:lnTo>
                  <a:lnTo>
                    <a:pt x="168928" y="265135"/>
                  </a:lnTo>
                  <a:lnTo>
                    <a:pt x="171978" y="260773"/>
                  </a:lnTo>
                  <a:lnTo>
                    <a:pt x="174888" y="256317"/>
                  </a:lnTo>
                  <a:lnTo>
                    <a:pt x="177654" y="251770"/>
                  </a:lnTo>
                  <a:lnTo>
                    <a:pt x="180274" y="247137"/>
                  </a:lnTo>
                  <a:lnTo>
                    <a:pt x="182746" y="242423"/>
                  </a:lnTo>
                  <a:lnTo>
                    <a:pt x="185066" y="237633"/>
                  </a:lnTo>
                  <a:lnTo>
                    <a:pt x="187232" y="232771"/>
                  </a:lnTo>
                  <a:lnTo>
                    <a:pt x="189243" y="227843"/>
                  </a:lnTo>
                  <a:lnTo>
                    <a:pt x="191095" y="222854"/>
                  </a:lnTo>
                  <a:lnTo>
                    <a:pt x="192788" y="217808"/>
                  </a:lnTo>
                  <a:lnTo>
                    <a:pt x="194320" y="212710"/>
                  </a:lnTo>
                  <a:lnTo>
                    <a:pt x="195688" y="207567"/>
                  </a:lnTo>
                  <a:lnTo>
                    <a:pt x="196892" y="202382"/>
                  </a:lnTo>
                  <a:lnTo>
                    <a:pt x="197930" y="197162"/>
                  </a:lnTo>
                  <a:lnTo>
                    <a:pt x="198802" y="191912"/>
                  </a:lnTo>
                  <a:lnTo>
                    <a:pt x="199506" y="186636"/>
                  </a:lnTo>
                  <a:lnTo>
                    <a:pt x="200041" y="181341"/>
                  </a:lnTo>
                  <a:lnTo>
                    <a:pt x="200408" y="176031"/>
                  </a:lnTo>
                  <a:lnTo>
                    <a:pt x="200606" y="170712"/>
                  </a:lnTo>
                  <a:lnTo>
                    <a:pt x="200634" y="165390"/>
                  </a:lnTo>
                  <a:lnTo>
                    <a:pt x="200492" y="160069"/>
                  </a:lnTo>
                  <a:lnTo>
                    <a:pt x="200182" y="154756"/>
                  </a:lnTo>
                  <a:lnTo>
                    <a:pt x="199702" y="149455"/>
                  </a:lnTo>
                  <a:lnTo>
                    <a:pt x="199054" y="144172"/>
                  </a:lnTo>
                  <a:lnTo>
                    <a:pt x="198238" y="138913"/>
                  </a:lnTo>
                  <a:lnTo>
                    <a:pt x="197255" y="133682"/>
                  </a:lnTo>
                  <a:lnTo>
                    <a:pt x="196106" y="128485"/>
                  </a:lnTo>
                  <a:lnTo>
                    <a:pt x="194792" y="123327"/>
                  </a:lnTo>
                  <a:lnTo>
                    <a:pt x="193315" y="118214"/>
                  </a:lnTo>
                  <a:lnTo>
                    <a:pt x="191676" y="113151"/>
                  </a:lnTo>
                  <a:lnTo>
                    <a:pt x="189876" y="108142"/>
                  </a:lnTo>
                  <a:lnTo>
                    <a:pt x="187918" y="103193"/>
                  </a:lnTo>
                  <a:lnTo>
                    <a:pt x="185803" y="98309"/>
                  </a:lnTo>
                  <a:lnTo>
                    <a:pt x="183533" y="93494"/>
                  </a:lnTo>
                  <a:lnTo>
                    <a:pt x="181112" y="88754"/>
                  </a:lnTo>
                  <a:lnTo>
                    <a:pt x="178541" y="84094"/>
                  </a:lnTo>
                  <a:lnTo>
                    <a:pt x="175823" y="79518"/>
                  </a:lnTo>
                  <a:lnTo>
                    <a:pt x="172960" y="75031"/>
                  </a:lnTo>
                  <a:lnTo>
                    <a:pt x="169956" y="70637"/>
                  </a:lnTo>
                  <a:lnTo>
                    <a:pt x="166814" y="66341"/>
                  </a:lnTo>
                  <a:lnTo>
                    <a:pt x="163537" y="62148"/>
                  </a:lnTo>
                  <a:lnTo>
                    <a:pt x="160128" y="58060"/>
                  </a:lnTo>
                  <a:lnTo>
                    <a:pt x="156590" y="54084"/>
                  </a:lnTo>
                  <a:lnTo>
                    <a:pt x="152928" y="50222"/>
                  </a:lnTo>
                  <a:lnTo>
                    <a:pt x="149144" y="46478"/>
                  </a:lnTo>
                  <a:lnTo>
                    <a:pt x="145244" y="42857"/>
                  </a:lnTo>
                  <a:lnTo>
                    <a:pt x="141230" y="39362"/>
                  </a:lnTo>
                  <a:lnTo>
                    <a:pt x="137106" y="35997"/>
                  </a:lnTo>
                  <a:lnTo>
                    <a:pt x="132878" y="32764"/>
                  </a:lnTo>
                  <a:lnTo>
                    <a:pt x="128549" y="29668"/>
                  </a:lnTo>
                  <a:lnTo>
                    <a:pt x="124124" y="26711"/>
                  </a:lnTo>
                  <a:lnTo>
                    <a:pt x="119606" y="23896"/>
                  </a:lnTo>
                  <a:lnTo>
                    <a:pt x="115002" y="21227"/>
                  </a:lnTo>
                  <a:lnTo>
                    <a:pt x="110314" y="18706"/>
                  </a:lnTo>
                  <a:lnTo>
                    <a:pt x="105549" y="16335"/>
                  </a:lnTo>
                  <a:lnTo>
                    <a:pt x="100711" y="14117"/>
                  </a:lnTo>
                  <a:lnTo>
                    <a:pt x="95805" y="12054"/>
                  </a:lnTo>
                  <a:lnTo>
                    <a:pt x="90835" y="10148"/>
                  </a:lnTo>
                  <a:lnTo>
                    <a:pt x="85807" y="8402"/>
                  </a:lnTo>
                  <a:lnTo>
                    <a:pt x="80727" y="6816"/>
                  </a:lnTo>
                  <a:lnTo>
                    <a:pt x="75598" y="5393"/>
                  </a:lnTo>
                  <a:lnTo>
                    <a:pt x="70426" y="4134"/>
                  </a:lnTo>
                  <a:lnTo>
                    <a:pt x="65218" y="3041"/>
                  </a:lnTo>
                  <a:lnTo>
                    <a:pt x="59977" y="2113"/>
                  </a:lnTo>
                  <a:lnTo>
                    <a:pt x="54709" y="1353"/>
                  </a:lnTo>
                  <a:lnTo>
                    <a:pt x="49419" y="762"/>
                  </a:lnTo>
                  <a:lnTo>
                    <a:pt x="44114" y="338"/>
                  </a:lnTo>
                  <a:lnTo>
                    <a:pt x="38798" y="84"/>
                  </a:lnTo>
                  <a:lnTo>
                    <a:pt x="33476" y="0"/>
                  </a:lnTo>
                  <a:lnTo>
                    <a:pt x="3347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18014" y="5269756"/>
              <a:ext cx="127244" cy="167167"/>
            </a:xfrm>
            <a:custGeom>
              <a:avLst/>
              <a:pathLst>
                <a:path w="127244" h="167167">
                  <a:moveTo>
                    <a:pt x="127244" y="0"/>
                  </a:moveTo>
                  <a:lnTo>
                    <a:pt x="121683" y="92"/>
                  </a:lnTo>
                  <a:lnTo>
                    <a:pt x="116127" y="370"/>
                  </a:lnTo>
                  <a:lnTo>
                    <a:pt x="110584" y="832"/>
                  </a:lnTo>
                  <a:lnTo>
                    <a:pt x="105060" y="1478"/>
                  </a:lnTo>
                  <a:lnTo>
                    <a:pt x="99560" y="2308"/>
                  </a:lnTo>
                  <a:lnTo>
                    <a:pt x="94091" y="3320"/>
                  </a:lnTo>
                  <a:lnTo>
                    <a:pt x="88658" y="4514"/>
                  </a:lnTo>
                  <a:lnTo>
                    <a:pt x="83269" y="5887"/>
                  </a:lnTo>
                  <a:lnTo>
                    <a:pt x="77928" y="7440"/>
                  </a:lnTo>
                  <a:lnTo>
                    <a:pt x="72641" y="9169"/>
                  </a:lnTo>
                  <a:lnTo>
                    <a:pt x="67415" y="11073"/>
                  </a:lnTo>
                  <a:lnTo>
                    <a:pt x="62255" y="13149"/>
                  </a:lnTo>
                  <a:lnTo>
                    <a:pt x="57167" y="15397"/>
                  </a:lnTo>
                  <a:lnTo>
                    <a:pt x="52157" y="17812"/>
                  </a:lnTo>
                  <a:lnTo>
                    <a:pt x="47230" y="20393"/>
                  </a:lnTo>
                  <a:lnTo>
                    <a:pt x="42391" y="23136"/>
                  </a:lnTo>
                  <a:lnTo>
                    <a:pt x="37646" y="26038"/>
                  </a:lnTo>
                  <a:lnTo>
                    <a:pt x="33001" y="29097"/>
                  </a:lnTo>
                  <a:lnTo>
                    <a:pt x="28460" y="32309"/>
                  </a:lnTo>
                  <a:lnTo>
                    <a:pt x="24028" y="35670"/>
                  </a:lnTo>
                  <a:lnTo>
                    <a:pt x="19710" y="39177"/>
                  </a:lnTo>
                  <a:lnTo>
                    <a:pt x="15512" y="42825"/>
                  </a:lnTo>
                  <a:lnTo>
                    <a:pt x="11437" y="46611"/>
                  </a:lnTo>
                  <a:lnTo>
                    <a:pt x="7491" y="50530"/>
                  </a:lnTo>
                  <a:lnTo>
                    <a:pt x="3677" y="54579"/>
                  </a:lnTo>
                  <a:lnTo>
                    <a:pt x="0" y="58752"/>
                  </a:lnTo>
                  <a:lnTo>
                    <a:pt x="12724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18014" y="5328508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18014" y="5328508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18014" y="5328508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18014" y="5328508"/>
              <a:ext cx="127244" cy="108415"/>
            </a:xfrm>
            <a:custGeom>
              <a:avLst/>
              <a:pathLst>
                <a:path w="127244" h="108415">
                  <a:moveTo>
                    <a:pt x="0" y="0"/>
                  </a:moveTo>
                  <a:lnTo>
                    <a:pt x="127244" y="1084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98001" y="5328508"/>
              <a:ext cx="147256" cy="108415"/>
            </a:xfrm>
            <a:custGeom>
              <a:avLst/>
              <a:pathLst>
                <a:path w="147256" h="108415">
                  <a:moveTo>
                    <a:pt x="20012" y="0"/>
                  </a:moveTo>
                  <a:lnTo>
                    <a:pt x="15518" y="5507"/>
                  </a:lnTo>
                  <a:lnTo>
                    <a:pt x="11262" y="11200"/>
                  </a:lnTo>
                  <a:lnTo>
                    <a:pt x="7253" y="17069"/>
                  </a:lnTo>
                  <a:lnTo>
                    <a:pt x="3496" y="23103"/>
                  </a:lnTo>
                  <a:lnTo>
                    <a:pt x="0" y="29292"/>
                  </a:lnTo>
                  <a:lnTo>
                    <a:pt x="147256" y="1084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378109" y="5269756"/>
              <a:ext cx="334296" cy="334334"/>
            </a:xfrm>
            <a:custGeom>
              <a:avLst/>
              <a:pathLst>
                <a:path w="334296" h="334334">
                  <a:moveTo>
                    <a:pt x="19892" y="88044"/>
                  </a:moveTo>
                  <a:lnTo>
                    <a:pt x="17455" y="92757"/>
                  </a:lnTo>
                  <a:lnTo>
                    <a:pt x="15169" y="97545"/>
                  </a:lnTo>
                  <a:lnTo>
                    <a:pt x="13036" y="102403"/>
                  </a:lnTo>
                  <a:lnTo>
                    <a:pt x="11059" y="107327"/>
                  </a:lnTo>
                  <a:lnTo>
                    <a:pt x="9238" y="112310"/>
                  </a:lnTo>
                  <a:lnTo>
                    <a:pt x="7577" y="117349"/>
                  </a:lnTo>
                  <a:lnTo>
                    <a:pt x="6076" y="122438"/>
                  </a:lnTo>
                  <a:lnTo>
                    <a:pt x="4738" y="127573"/>
                  </a:lnTo>
                  <a:lnTo>
                    <a:pt x="3563" y="132747"/>
                  </a:lnTo>
                  <a:lnTo>
                    <a:pt x="2553" y="137955"/>
                  </a:lnTo>
                  <a:lnTo>
                    <a:pt x="1709" y="143194"/>
                  </a:lnTo>
                  <a:lnTo>
                    <a:pt x="1032" y="148456"/>
                  </a:lnTo>
                  <a:lnTo>
                    <a:pt x="522" y="153737"/>
                  </a:lnTo>
                  <a:lnTo>
                    <a:pt x="179" y="159032"/>
                  </a:lnTo>
                  <a:lnTo>
                    <a:pt x="5" y="164335"/>
                  </a:lnTo>
                  <a:lnTo>
                    <a:pt x="0" y="169640"/>
                  </a:lnTo>
                  <a:lnTo>
                    <a:pt x="162" y="174944"/>
                  </a:lnTo>
                  <a:lnTo>
                    <a:pt x="493" y="180239"/>
                  </a:lnTo>
                  <a:lnTo>
                    <a:pt x="992" y="185521"/>
                  </a:lnTo>
                  <a:lnTo>
                    <a:pt x="1658" y="190785"/>
                  </a:lnTo>
                  <a:lnTo>
                    <a:pt x="2491" y="196025"/>
                  </a:lnTo>
                  <a:lnTo>
                    <a:pt x="3490" y="201236"/>
                  </a:lnTo>
                  <a:lnTo>
                    <a:pt x="4653" y="206413"/>
                  </a:lnTo>
                  <a:lnTo>
                    <a:pt x="5981" y="211550"/>
                  </a:lnTo>
                  <a:lnTo>
                    <a:pt x="7470" y="216642"/>
                  </a:lnTo>
                  <a:lnTo>
                    <a:pt x="9121" y="221685"/>
                  </a:lnTo>
                  <a:lnTo>
                    <a:pt x="10931" y="226672"/>
                  </a:lnTo>
                  <a:lnTo>
                    <a:pt x="12898" y="231600"/>
                  </a:lnTo>
                  <a:lnTo>
                    <a:pt x="15020" y="236462"/>
                  </a:lnTo>
                  <a:lnTo>
                    <a:pt x="17296" y="241255"/>
                  </a:lnTo>
                  <a:lnTo>
                    <a:pt x="19723" y="245974"/>
                  </a:lnTo>
                  <a:lnTo>
                    <a:pt x="22298" y="250613"/>
                  </a:lnTo>
                  <a:lnTo>
                    <a:pt x="25019" y="255167"/>
                  </a:lnTo>
                  <a:lnTo>
                    <a:pt x="27883" y="259634"/>
                  </a:lnTo>
                  <a:lnTo>
                    <a:pt x="30888" y="264007"/>
                  </a:lnTo>
                  <a:lnTo>
                    <a:pt x="34030" y="268282"/>
                  </a:lnTo>
                  <a:lnTo>
                    <a:pt x="37306" y="272456"/>
                  </a:lnTo>
                  <a:lnTo>
                    <a:pt x="40712" y="276523"/>
                  </a:lnTo>
                  <a:lnTo>
                    <a:pt x="44246" y="280481"/>
                  </a:lnTo>
                  <a:lnTo>
                    <a:pt x="47904" y="284324"/>
                  </a:lnTo>
                  <a:lnTo>
                    <a:pt x="51682" y="288049"/>
                  </a:lnTo>
                  <a:lnTo>
                    <a:pt x="55577" y="291653"/>
                  </a:lnTo>
                  <a:lnTo>
                    <a:pt x="59584" y="295131"/>
                  </a:lnTo>
                  <a:lnTo>
                    <a:pt x="63699" y="298480"/>
                  </a:lnTo>
                  <a:lnTo>
                    <a:pt x="67918" y="301697"/>
                  </a:lnTo>
                  <a:lnTo>
                    <a:pt x="72237" y="304778"/>
                  </a:lnTo>
                  <a:lnTo>
                    <a:pt x="76652" y="307721"/>
                  </a:lnTo>
                  <a:lnTo>
                    <a:pt x="81158" y="310522"/>
                  </a:lnTo>
                  <a:lnTo>
                    <a:pt x="85751" y="313179"/>
                  </a:lnTo>
                  <a:lnTo>
                    <a:pt x="90426" y="315688"/>
                  </a:lnTo>
                  <a:lnTo>
                    <a:pt x="95178" y="318048"/>
                  </a:lnTo>
                  <a:lnTo>
                    <a:pt x="100002" y="320256"/>
                  </a:lnTo>
                  <a:lnTo>
                    <a:pt x="104894" y="322310"/>
                  </a:lnTo>
                  <a:lnTo>
                    <a:pt x="109849" y="324207"/>
                  </a:lnTo>
                  <a:lnTo>
                    <a:pt x="114862" y="325947"/>
                  </a:lnTo>
                  <a:lnTo>
                    <a:pt x="119927" y="327526"/>
                  </a:lnTo>
                  <a:lnTo>
                    <a:pt x="125040" y="328944"/>
                  </a:lnTo>
                  <a:lnTo>
                    <a:pt x="130195" y="330199"/>
                  </a:lnTo>
                  <a:lnTo>
                    <a:pt x="135387" y="331289"/>
                  </a:lnTo>
                  <a:lnTo>
                    <a:pt x="140612" y="332215"/>
                  </a:lnTo>
                  <a:lnTo>
                    <a:pt x="145863" y="332974"/>
                  </a:lnTo>
                  <a:lnTo>
                    <a:pt x="151136" y="333566"/>
                  </a:lnTo>
                  <a:lnTo>
                    <a:pt x="156424" y="333990"/>
                  </a:lnTo>
                  <a:lnTo>
                    <a:pt x="161724" y="334246"/>
                  </a:lnTo>
                  <a:lnTo>
                    <a:pt x="167029" y="334334"/>
                  </a:lnTo>
                  <a:lnTo>
                    <a:pt x="172334" y="334254"/>
                  </a:lnTo>
                  <a:lnTo>
                    <a:pt x="177634" y="334005"/>
                  </a:lnTo>
                  <a:lnTo>
                    <a:pt x="182923" y="333588"/>
                  </a:lnTo>
                  <a:lnTo>
                    <a:pt x="188197" y="333004"/>
                  </a:lnTo>
                  <a:lnTo>
                    <a:pt x="193449" y="332252"/>
                  </a:lnTo>
                  <a:lnTo>
                    <a:pt x="198675" y="331335"/>
                  </a:lnTo>
                  <a:lnTo>
                    <a:pt x="203869" y="330251"/>
                  </a:lnTo>
                  <a:lnTo>
                    <a:pt x="209026" y="329004"/>
                  </a:lnTo>
                  <a:lnTo>
                    <a:pt x="214141" y="327594"/>
                  </a:lnTo>
                  <a:lnTo>
                    <a:pt x="219208" y="326021"/>
                  </a:lnTo>
                  <a:lnTo>
                    <a:pt x="224223" y="324289"/>
                  </a:lnTo>
                  <a:lnTo>
                    <a:pt x="229181" y="322399"/>
                  </a:lnTo>
                  <a:lnTo>
                    <a:pt x="234076" y="320352"/>
                  </a:lnTo>
                  <a:lnTo>
                    <a:pt x="238904" y="318151"/>
                  </a:lnTo>
                  <a:lnTo>
                    <a:pt x="243659" y="315798"/>
                  </a:lnTo>
                  <a:lnTo>
                    <a:pt x="248337" y="313295"/>
                  </a:lnTo>
                  <a:lnTo>
                    <a:pt x="252934" y="310645"/>
                  </a:lnTo>
                  <a:lnTo>
                    <a:pt x="257444" y="307850"/>
                  </a:lnTo>
                  <a:lnTo>
                    <a:pt x="261863" y="304914"/>
                  </a:lnTo>
                  <a:lnTo>
                    <a:pt x="266187" y="301838"/>
                  </a:lnTo>
                  <a:lnTo>
                    <a:pt x="270411" y="298628"/>
                  </a:lnTo>
                  <a:lnTo>
                    <a:pt x="274531" y="295284"/>
                  </a:lnTo>
                  <a:lnTo>
                    <a:pt x="278542" y="291812"/>
                  </a:lnTo>
                  <a:lnTo>
                    <a:pt x="282442" y="288214"/>
                  </a:lnTo>
                  <a:lnTo>
                    <a:pt x="286225" y="284494"/>
                  </a:lnTo>
                  <a:lnTo>
                    <a:pt x="289889" y="280656"/>
                  </a:lnTo>
                  <a:lnTo>
                    <a:pt x="293428" y="276704"/>
                  </a:lnTo>
                  <a:lnTo>
                    <a:pt x="296841" y="272641"/>
                  </a:lnTo>
                  <a:lnTo>
                    <a:pt x="300123" y="268472"/>
                  </a:lnTo>
                  <a:lnTo>
                    <a:pt x="303271" y="264201"/>
                  </a:lnTo>
                  <a:lnTo>
                    <a:pt x="306282" y="259833"/>
                  </a:lnTo>
                  <a:lnTo>
                    <a:pt x="309152" y="255371"/>
                  </a:lnTo>
                  <a:lnTo>
                    <a:pt x="311880" y="250820"/>
                  </a:lnTo>
                  <a:lnTo>
                    <a:pt x="314462" y="246184"/>
                  </a:lnTo>
                  <a:lnTo>
                    <a:pt x="316895" y="241470"/>
                  </a:lnTo>
                  <a:lnTo>
                    <a:pt x="319178" y="236680"/>
                  </a:lnTo>
                  <a:lnTo>
                    <a:pt x="321307" y="231820"/>
                  </a:lnTo>
                  <a:lnTo>
                    <a:pt x="323281" y="226896"/>
                  </a:lnTo>
                  <a:lnTo>
                    <a:pt x="325098" y="221911"/>
                  </a:lnTo>
                  <a:lnTo>
                    <a:pt x="326756" y="216870"/>
                  </a:lnTo>
                  <a:lnTo>
                    <a:pt x="328253" y="211780"/>
                  </a:lnTo>
                  <a:lnTo>
                    <a:pt x="329588" y="206645"/>
                  </a:lnTo>
                  <a:lnTo>
                    <a:pt x="330759" y="201470"/>
                  </a:lnTo>
                  <a:lnTo>
                    <a:pt x="331765" y="196261"/>
                  </a:lnTo>
                  <a:lnTo>
                    <a:pt x="332605" y="191022"/>
                  </a:lnTo>
                  <a:lnTo>
                    <a:pt x="333279" y="185759"/>
                  </a:lnTo>
                  <a:lnTo>
                    <a:pt x="333785" y="180478"/>
                  </a:lnTo>
                  <a:lnTo>
                    <a:pt x="334124" y="175183"/>
                  </a:lnTo>
                  <a:lnTo>
                    <a:pt x="334294" y="169880"/>
                  </a:lnTo>
                  <a:lnTo>
                    <a:pt x="334296" y="164574"/>
                  </a:lnTo>
                  <a:lnTo>
                    <a:pt x="334129" y="159271"/>
                  </a:lnTo>
                  <a:lnTo>
                    <a:pt x="333795" y="153976"/>
                  </a:lnTo>
                  <a:lnTo>
                    <a:pt x="333292" y="148694"/>
                  </a:lnTo>
                  <a:lnTo>
                    <a:pt x="332622" y="143430"/>
                  </a:lnTo>
                  <a:lnTo>
                    <a:pt x="331786" y="138191"/>
                  </a:lnTo>
                  <a:lnTo>
                    <a:pt x="330783" y="132981"/>
                  </a:lnTo>
                  <a:lnTo>
                    <a:pt x="329616" y="127805"/>
                  </a:lnTo>
                  <a:lnTo>
                    <a:pt x="328285" y="122669"/>
                  </a:lnTo>
                  <a:lnTo>
                    <a:pt x="326792" y="117578"/>
                  </a:lnTo>
                  <a:lnTo>
                    <a:pt x="325137" y="112536"/>
                  </a:lnTo>
                  <a:lnTo>
                    <a:pt x="323324" y="107550"/>
                  </a:lnTo>
                  <a:lnTo>
                    <a:pt x="321354" y="102624"/>
                  </a:lnTo>
                  <a:lnTo>
                    <a:pt x="319228" y="97763"/>
                  </a:lnTo>
                  <a:lnTo>
                    <a:pt x="316948" y="92971"/>
                  </a:lnTo>
                  <a:lnTo>
                    <a:pt x="314518" y="88255"/>
                  </a:lnTo>
                  <a:lnTo>
                    <a:pt x="311940" y="83618"/>
                  </a:lnTo>
                  <a:lnTo>
                    <a:pt x="309215" y="79065"/>
                  </a:lnTo>
                  <a:lnTo>
                    <a:pt x="306348" y="74601"/>
                  </a:lnTo>
                  <a:lnTo>
                    <a:pt x="303340" y="70230"/>
                  </a:lnTo>
                  <a:lnTo>
                    <a:pt x="300195" y="65957"/>
                  </a:lnTo>
                  <a:lnTo>
                    <a:pt x="296916" y="61785"/>
                  </a:lnTo>
                  <a:lnTo>
                    <a:pt x="293507" y="57720"/>
                  </a:lnTo>
                  <a:lnTo>
                    <a:pt x="289970" y="53765"/>
                  </a:lnTo>
                  <a:lnTo>
                    <a:pt x="286309" y="49925"/>
                  </a:lnTo>
                  <a:lnTo>
                    <a:pt x="282528" y="46202"/>
                  </a:lnTo>
                  <a:lnTo>
                    <a:pt x="278631" y="42602"/>
                  </a:lnTo>
                  <a:lnTo>
                    <a:pt x="274622" y="39126"/>
                  </a:lnTo>
                  <a:lnTo>
                    <a:pt x="270505" y="35780"/>
                  </a:lnTo>
                  <a:lnTo>
                    <a:pt x="266283" y="32566"/>
                  </a:lnTo>
                  <a:lnTo>
                    <a:pt x="261961" y="29488"/>
                  </a:lnTo>
                  <a:lnTo>
                    <a:pt x="257544" y="26548"/>
                  </a:lnTo>
                  <a:lnTo>
                    <a:pt x="253036" y="23751"/>
                  </a:lnTo>
                  <a:lnTo>
                    <a:pt x="248442" y="21097"/>
                  </a:lnTo>
                  <a:lnTo>
                    <a:pt x="243765" y="18591"/>
                  </a:lnTo>
                  <a:lnTo>
                    <a:pt x="239012" y="16234"/>
                  </a:lnTo>
                  <a:lnTo>
                    <a:pt x="234186" y="14030"/>
                  </a:lnTo>
                  <a:lnTo>
                    <a:pt x="229292" y="11979"/>
                  </a:lnTo>
                  <a:lnTo>
                    <a:pt x="224336" y="10085"/>
                  </a:lnTo>
                  <a:lnTo>
                    <a:pt x="219322" y="8350"/>
                  </a:lnTo>
                  <a:lnTo>
                    <a:pt x="214256" y="6774"/>
                  </a:lnTo>
                  <a:lnTo>
                    <a:pt x="209142" y="5360"/>
                  </a:lnTo>
                  <a:lnTo>
                    <a:pt x="203986" y="4109"/>
                  </a:lnTo>
                  <a:lnTo>
                    <a:pt x="198792" y="3022"/>
                  </a:lnTo>
                  <a:lnTo>
                    <a:pt x="193567" y="2100"/>
                  </a:lnTo>
                  <a:lnTo>
                    <a:pt x="188316" y="1345"/>
                  </a:lnTo>
                  <a:lnTo>
                    <a:pt x="183043" y="757"/>
                  </a:lnTo>
                  <a:lnTo>
                    <a:pt x="177753" y="336"/>
                  </a:lnTo>
                  <a:lnTo>
                    <a:pt x="172454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67399" y="5018213"/>
              <a:ext cx="153639" cy="167167"/>
            </a:xfrm>
            <a:custGeom>
              <a:avLst/>
              <a:pathLst>
                <a:path w="153639" h="167167">
                  <a:moveTo>
                    <a:pt x="153639" y="0"/>
                  </a:moveTo>
                  <a:lnTo>
                    <a:pt x="148227" y="87"/>
                  </a:lnTo>
                  <a:lnTo>
                    <a:pt x="142820" y="350"/>
                  </a:lnTo>
                  <a:lnTo>
                    <a:pt x="137425" y="788"/>
                  </a:lnTo>
                  <a:lnTo>
                    <a:pt x="132047" y="1400"/>
                  </a:lnTo>
                  <a:lnTo>
                    <a:pt x="126691" y="2186"/>
                  </a:lnTo>
                  <a:lnTo>
                    <a:pt x="121364" y="3145"/>
                  </a:lnTo>
                  <a:lnTo>
                    <a:pt x="116071" y="4276"/>
                  </a:lnTo>
                  <a:lnTo>
                    <a:pt x="110817" y="5577"/>
                  </a:lnTo>
                  <a:lnTo>
                    <a:pt x="105608" y="7048"/>
                  </a:lnTo>
                  <a:lnTo>
                    <a:pt x="100449" y="8687"/>
                  </a:lnTo>
                  <a:lnTo>
                    <a:pt x="95346" y="10492"/>
                  </a:lnTo>
                  <a:lnTo>
                    <a:pt x="90304" y="12462"/>
                  </a:lnTo>
                  <a:lnTo>
                    <a:pt x="85329" y="14593"/>
                  </a:lnTo>
                  <a:lnTo>
                    <a:pt x="80425" y="16885"/>
                  </a:lnTo>
                  <a:lnTo>
                    <a:pt x="75598" y="19334"/>
                  </a:lnTo>
                  <a:lnTo>
                    <a:pt x="70852" y="21938"/>
                  </a:lnTo>
                  <a:lnTo>
                    <a:pt x="66194" y="24695"/>
                  </a:lnTo>
                  <a:lnTo>
                    <a:pt x="61627" y="27600"/>
                  </a:lnTo>
                  <a:lnTo>
                    <a:pt x="57157" y="30653"/>
                  </a:lnTo>
                  <a:lnTo>
                    <a:pt x="52788" y="33848"/>
                  </a:lnTo>
                  <a:lnTo>
                    <a:pt x="48524" y="37183"/>
                  </a:lnTo>
                  <a:lnTo>
                    <a:pt x="44371" y="40654"/>
                  </a:lnTo>
                  <a:lnTo>
                    <a:pt x="40332" y="44258"/>
                  </a:lnTo>
                  <a:lnTo>
                    <a:pt x="36413" y="47991"/>
                  </a:lnTo>
                  <a:lnTo>
                    <a:pt x="32616" y="51849"/>
                  </a:lnTo>
                  <a:lnTo>
                    <a:pt x="28946" y="55827"/>
                  </a:lnTo>
                  <a:lnTo>
                    <a:pt x="25406" y="59923"/>
                  </a:lnTo>
                  <a:lnTo>
                    <a:pt x="22001" y="64130"/>
                  </a:lnTo>
                  <a:lnTo>
                    <a:pt x="18734" y="68446"/>
                  </a:lnTo>
                  <a:lnTo>
                    <a:pt x="15609" y="72866"/>
                  </a:lnTo>
                  <a:lnTo>
                    <a:pt x="12628" y="77384"/>
                  </a:lnTo>
                  <a:lnTo>
                    <a:pt x="9795" y="81996"/>
                  </a:lnTo>
                  <a:lnTo>
                    <a:pt x="7113" y="86698"/>
                  </a:lnTo>
                  <a:lnTo>
                    <a:pt x="4585" y="91484"/>
                  </a:lnTo>
                  <a:lnTo>
                    <a:pt x="2213" y="96349"/>
                  </a:lnTo>
                  <a:lnTo>
                    <a:pt x="0" y="101289"/>
                  </a:lnTo>
                  <a:lnTo>
                    <a:pt x="1536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67399" y="5119502"/>
              <a:ext cx="153639" cy="65878"/>
            </a:xfrm>
            <a:custGeom>
              <a:avLst/>
              <a:pathLst>
                <a:path w="153639" h="65878">
                  <a:moveTo>
                    <a:pt x="0" y="0"/>
                  </a:moveTo>
                  <a:lnTo>
                    <a:pt x="153639" y="65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67399" y="5119502"/>
              <a:ext cx="153639" cy="65878"/>
            </a:xfrm>
            <a:custGeom>
              <a:avLst/>
              <a:pathLst>
                <a:path w="153639" h="65878">
                  <a:moveTo>
                    <a:pt x="0" y="0"/>
                  </a:moveTo>
                  <a:lnTo>
                    <a:pt x="153639" y="658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67399" y="5119502"/>
              <a:ext cx="153639" cy="65878"/>
            </a:xfrm>
            <a:custGeom>
              <a:avLst/>
              <a:pathLst>
                <a:path w="153639" h="65878">
                  <a:moveTo>
                    <a:pt x="0" y="0"/>
                  </a:moveTo>
                  <a:lnTo>
                    <a:pt x="153639" y="658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5533" y="5119502"/>
              <a:ext cx="165505" cy="65878"/>
            </a:xfrm>
            <a:custGeom>
              <a:avLst/>
              <a:pathLst>
                <a:path w="165505" h="65878">
                  <a:moveTo>
                    <a:pt x="11866" y="0"/>
                  </a:moveTo>
                  <a:lnTo>
                    <a:pt x="9491" y="5838"/>
                  </a:lnTo>
                  <a:lnTo>
                    <a:pt x="7339" y="11762"/>
                  </a:lnTo>
                  <a:lnTo>
                    <a:pt x="5411" y="17763"/>
                  </a:lnTo>
                  <a:lnTo>
                    <a:pt x="3711" y="23832"/>
                  </a:lnTo>
                  <a:lnTo>
                    <a:pt x="2241" y="29961"/>
                  </a:lnTo>
                  <a:lnTo>
                    <a:pt x="1004" y="36141"/>
                  </a:lnTo>
                  <a:lnTo>
                    <a:pt x="0" y="42363"/>
                  </a:lnTo>
                  <a:lnTo>
                    <a:pt x="165505" y="658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3888" y="5018213"/>
              <a:ext cx="334298" cy="334334"/>
            </a:xfrm>
            <a:custGeom>
              <a:avLst/>
              <a:pathLst>
                <a:path w="334298" h="334334">
                  <a:moveTo>
                    <a:pt x="1645" y="143652"/>
                  </a:moveTo>
                  <a:lnTo>
                    <a:pt x="982" y="148913"/>
                  </a:lnTo>
                  <a:lnTo>
                    <a:pt x="487" y="154193"/>
                  </a:lnTo>
                  <a:lnTo>
                    <a:pt x="159" y="159486"/>
                  </a:lnTo>
                  <a:lnTo>
                    <a:pt x="0" y="164786"/>
                  </a:lnTo>
                  <a:lnTo>
                    <a:pt x="8" y="170089"/>
                  </a:lnTo>
                  <a:lnTo>
                    <a:pt x="185" y="175388"/>
                  </a:lnTo>
                  <a:lnTo>
                    <a:pt x="530" y="180680"/>
                  </a:lnTo>
                  <a:lnTo>
                    <a:pt x="1042" y="185958"/>
                  </a:lnTo>
                  <a:lnTo>
                    <a:pt x="1722" y="191217"/>
                  </a:lnTo>
                  <a:lnTo>
                    <a:pt x="2568" y="196452"/>
                  </a:lnTo>
                  <a:lnTo>
                    <a:pt x="3579" y="201657"/>
                  </a:lnTo>
                  <a:lnTo>
                    <a:pt x="4755" y="206828"/>
                  </a:lnTo>
                  <a:lnTo>
                    <a:pt x="6095" y="211958"/>
                  </a:lnTo>
                  <a:lnTo>
                    <a:pt x="7597" y="217044"/>
                  </a:lnTo>
                  <a:lnTo>
                    <a:pt x="9259" y="222079"/>
                  </a:lnTo>
                  <a:lnTo>
                    <a:pt x="11080" y="227060"/>
                  </a:lnTo>
                  <a:lnTo>
                    <a:pt x="13058" y="231980"/>
                  </a:lnTo>
                  <a:lnTo>
                    <a:pt x="15191" y="236834"/>
                  </a:lnTo>
                  <a:lnTo>
                    <a:pt x="17477" y="241619"/>
                  </a:lnTo>
                  <a:lnTo>
                    <a:pt x="19914" y="246329"/>
                  </a:lnTo>
                  <a:lnTo>
                    <a:pt x="22499" y="250959"/>
                  </a:lnTo>
                  <a:lnTo>
                    <a:pt x="25229" y="255504"/>
                  </a:lnTo>
                  <a:lnTo>
                    <a:pt x="28103" y="259961"/>
                  </a:lnTo>
                  <a:lnTo>
                    <a:pt x="31116" y="264325"/>
                  </a:lnTo>
                  <a:lnTo>
                    <a:pt x="34266" y="268591"/>
                  </a:lnTo>
                  <a:lnTo>
                    <a:pt x="37549" y="272754"/>
                  </a:lnTo>
                  <a:lnTo>
                    <a:pt x="40964" y="276812"/>
                  </a:lnTo>
                  <a:lnTo>
                    <a:pt x="44505" y="280759"/>
                  </a:lnTo>
                  <a:lnTo>
                    <a:pt x="48169" y="284591"/>
                  </a:lnTo>
                  <a:lnTo>
                    <a:pt x="51953" y="288306"/>
                  </a:lnTo>
                  <a:lnTo>
                    <a:pt x="55854" y="291899"/>
                  </a:lnTo>
                  <a:lnTo>
                    <a:pt x="59866" y="295366"/>
                  </a:lnTo>
                  <a:lnTo>
                    <a:pt x="63986" y="298704"/>
                  </a:lnTo>
                  <a:lnTo>
                    <a:pt x="68210" y="301910"/>
                  </a:lnTo>
                  <a:lnTo>
                    <a:pt x="72533" y="304981"/>
                  </a:lnTo>
                  <a:lnTo>
                    <a:pt x="76952" y="307912"/>
                  </a:lnTo>
                  <a:lnTo>
                    <a:pt x="81461" y="310702"/>
                  </a:lnTo>
                  <a:lnTo>
                    <a:pt x="86057" y="313348"/>
                  </a:lnTo>
                  <a:lnTo>
                    <a:pt x="90734" y="315846"/>
                  </a:lnTo>
                  <a:lnTo>
                    <a:pt x="95488" y="318195"/>
                  </a:lnTo>
                  <a:lnTo>
                    <a:pt x="100314" y="320392"/>
                  </a:lnTo>
                  <a:lnTo>
                    <a:pt x="105208" y="322435"/>
                  </a:lnTo>
                  <a:lnTo>
                    <a:pt x="110164" y="324321"/>
                  </a:lnTo>
                  <a:lnTo>
                    <a:pt x="115177" y="326050"/>
                  </a:lnTo>
                  <a:lnTo>
                    <a:pt x="120242" y="327618"/>
                  </a:lnTo>
                  <a:lnTo>
                    <a:pt x="125355" y="329025"/>
                  </a:lnTo>
                  <a:lnTo>
                    <a:pt x="130509" y="330269"/>
                  </a:lnTo>
                  <a:lnTo>
                    <a:pt x="135701" y="331350"/>
                  </a:lnTo>
                  <a:lnTo>
                    <a:pt x="140924" y="332264"/>
                  </a:lnTo>
                  <a:lnTo>
                    <a:pt x="146174" y="333013"/>
                  </a:lnTo>
                  <a:lnTo>
                    <a:pt x="151445" y="333595"/>
                  </a:lnTo>
                  <a:lnTo>
                    <a:pt x="156731" y="334009"/>
                  </a:lnTo>
                  <a:lnTo>
                    <a:pt x="162028" y="334256"/>
                  </a:lnTo>
                  <a:lnTo>
                    <a:pt x="167330" y="334334"/>
                  </a:lnTo>
                  <a:lnTo>
                    <a:pt x="172632" y="334244"/>
                  </a:lnTo>
                  <a:lnTo>
                    <a:pt x="177929" y="333987"/>
                  </a:lnTo>
                  <a:lnTo>
                    <a:pt x="183214" y="333561"/>
                  </a:lnTo>
                  <a:lnTo>
                    <a:pt x="188484" y="332968"/>
                  </a:lnTo>
                  <a:lnTo>
                    <a:pt x="193732" y="332207"/>
                  </a:lnTo>
                  <a:lnTo>
                    <a:pt x="198953" y="331281"/>
                  </a:lnTo>
                  <a:lnTo>
                    <a:pt x="204142" y="330190"/>
                  </a:lnTo>
                  <a:lnTo>
                    <a:pt x="209294" y="328935"/>
                  </a:lnTo>
                  <a:lnTo>
                    <a:pt x="214404" y="327517"/>
                  </a:lnTo>
                  <a:lnTo>
                    <a:pt x="219466" y="325937"/>
                  </a:lnTo>
                  <a:lnTo>
                    <a:pt x="224475" y="324198"/>
                  </a:lnTo>
                  <a:lnTo>
                    <a:pt x="229427" y="322301"/>
                  </a:lnTo>
                  <a:lnTo>
                    <a:pt x="234316" y="320248"/>
                  </a:lnTo>
                  <a:lnTo>
                    <a:pt x="239137" y="318040"/>
                  </a:lnTo>
                  <a:lnTo>
                    <a:pt x="243886" y="315681"/>
                  </a:lnTo>
                  <a:lnTo>
                    <a:pt x="248558" y="313173"/>
                  </a:lnTo>
                  <a:lnTo>
                    <a:pt x="253148" y="310517"/>
                  </a:lnTo>
                  <a:lnTo>
                    <a:pt x="257652" y="307717"/>
                  </a:lnTo>
                  <a:lnTo>
                    <a:pt x="262064" y="304776"/>
                  </a:lnTo>
                  <a:lnTo>
                    <a:pt x="266381" y="301697"/>
                  </a:lnTo>
                  <a:lnTo>
                    <a:pt x="270598" y="298482"/>
                  </a:lnTo>
                  <a:lnTo>
                    <a:pt x="274710" y="295134"/>
                  </a:lnTo>
                  <a:lnTo>
                    <a:pt x="278715" y="291659"/>
                  </a:lnTo>
                  <a:lnTo>
                    <a:pt x="282608" y="288057"/>
                  </a:lnTo>
                  <a:lnTo>
                    <a:pt x="286384" y="284335"/>
                  </a:lnTo>
                  <a:lnTo>
                    <a:pt x="290040" y="280494"/>
                  </a:lnTo>
                  <a:lnTo>
                    <a:pt x="293573" y="276539"/>
                  </a:lnTo>
                  <a:lnTo>
                    <a:pt x="296978" y="272474"/>
                  </a:lnTo>
                  <a:lnTo>
                    <a:pt x="300253" y="268304"/>
                  </a:lnTo>
                  <a:lnTo>
                    <a:pt x="303393" y="264031"/>
                  </a:lnTo>
                  <a:lnTo>
                    <a:pt x="306397" y="259661"/>
                  </a:lnTo>
                  <a:lnTo>
                    <a:pt x="309261" y="255198"/>
                  </a:lnTo>
                  <a:lnTo>
                    <a:pt x="311981" y="250647"/>
                  </a:lnTo>
                  <a:lnTo>
                    <a:pt x="314556" y="246011"/>
                  </a:lnTo>
                  <a:lnTo>
                    <a:pt x="316983" y="241296"/>
                  </a:lnTo>
                  <a:lnTo>
                    <a:pt x="319258" y="236506"/>
                  </a:lnTo>
                  <a:lnTo>
                    <a:pt x="321381" y="231647"/>
                  </a:lnTo>
                  <a:lnTo>
                    <a:pt x="323349" y="226723"/>
                  </a:lnTo>
                  <a:lnTo>
                    <a:pt x="325159" y="221739"/>
                  </a:lnTo>
                  <a:lnTo>
                    <a:pt x="326810" y="216700"/>
                  </a:lnTo>
                  <a:lnTo>
                    <a:pt x="328301" y="211611"/>
                  </a:lnTo>
                  <a:lnTo>
                    <a:pt x="329630" y="206477"/>
                  </a:lnTo>
                  <a:lnTo>
                    <a:pt x="330795" y="201304"/>
                  </a:lnTo>
                  <a:lnTo>
                    <a:pt x="331795" y="196097"/>
                  </a:lnTo>
                  <a:lnTo>
                    <a:pt x="332630" y="190860"/>
                  </a:lnTo>
                  <a:lnTo>
                    <a:pt x="333298" y="185600"/>
                  </a:lnTo>
                  <a:lnTo>
                    <a:pt x="333799" y="180321"/>
                  </a:lnTo>
                  <a:lnTo>
                    <a:pt x="334132" y="175028"/>
                  </a:lnTo>
                  <a:lnTo>
                    <a:pt x="334298" y="169728"/>
                  </a:lnTo>
                  <a:lnTo>
                    <a:pt x="334295" y="164425"/>
                  </a:lnTo>
                  <a:lnTo>
                    <a:pt x="334124" y="159126"/>
                  </a:lnTo>
                  <a:lnTo>
                    <a:pt x="333785" y="153834"/>
                  </a:lnTo>
                  <a:lnTo>
                    <a:pt x="333278" y="148555"/>
                  </a:lnTo>
                  <a:lnTo>
                    <a:pt x="332604" y="143295"/>
                  </a:lnTo>
                  <a:lnTo>
                    <a:pt x="331764" y="138060"/>
                  </a:lnTo>
                  <a:lnTo>
                    <a:pt x="330758" y="132853"/>
                  </a:lnTo>
                  <a:lnTo>
                    <a:pt x="329587" y="127681"/>
                  </a:lnTo>
                  <a:lnTo>
                    <a:pt x="328253" y="122549"/>
                  </a:lnTo>
                  <a:lnTo>
                    <a:pt x="326757" y="117462"/>
                  </a:lnTo>
                  <a:lnTo>
                    <a:pt x="325100" y="112425"/>
                  </a:lnTo>
                  <a:lnTo>
                    <a:pt x="323284" y="107443"/>
                  </a:lnTo>
                  <a:lnTo>
                    <a:pt x="321312" y="102520"/>
                  </a:lnTo>
                  <a:lnTo>
                    <a:pt x="319184" y="97663"/>
                  </a:lnTo>
                  <a:lnTo>
                    <a:pt x="316903" y="92876"/>
                  </a:lnTo>
                  <a:lnTo>
                    <a:pt x="314471" y="88164"/>
                  </a:lnTo>
                  <a:lnTo>
                    <a:pt x="311891" y="83531"/>
                  </a:lnTo>
                  <a:lnTo>
                    <a:pt x="309166" y="78983"/>
                  </a:lnTo>
                  <a:lnTo>
                    <a:pt x="306297" y="74523"/>
                  </a:lnTo>
                  <a:lnTo>
                    <a:pt x="303289" y="70156"/>
                  </a:lnTo>
                  <a:lnTo>
                    <a:pt x="300143" y="65887"/>
                  </a:lnTo>
                  <a:lnTo>
                    <a:pt x="296864" y="61720"/>
                  </a:lnTo>
                  <a:lnTo>
                    <a:pt x="293455" y="57658"/>
                  </a:lnTo>
                  <a:lnTo>
                    <a:pt x="289918" y="53707"/>
                  </a:lnTo>
                  <a:lnTo>
                    <a:pt x="286257" y="49871"/>
                  </a:lnTo>
                  <a:lnTo>
                    <a:pt x="282477" y="46152"/>
                  </a:lnTo>
                  <a:lnTo>
                    <a:pt x="278581" y="42555"/>
                  </a:lnTo>
                  <a:lnTo>
                    <a:pt x="274572" y="39084"/>
                  </a:lnTo>
                  <a:lnTo>
                    <a:pt x="270456" y="35741"/>
                  </a:lnTo>
                  <a:lnTo>
                    <a:pt x="266236" y="32530"/>
                  </a:lnTo>
                  <a:lnTo>
                    <a:pt x="261915" y="29455"/>
                  </a:lnTo>
                  <a:lnTo>
                    <a:pt x="257500" y="26519"/>
                  </a:lnTo>
                  <a:lnTo>
                    <a:pt x="252994" y="23724"/>
                  </a:lnTo>
                  <a:lnTo>
                    <a:pt x="248401" y="21074"/>
                  </a:lnTo>
                  <a:lnTo>
                    <a:pt x="243726" y="18570"/>
                  </a:lnTo>
                  <a:lnTo>
                    <a:pt x="238975" y="16216"/>
                  </a:lnTo>
                  <a:lnTo>
                    <a:pt x="234151" y="14014"/>
                  </a:lnTo>
                  <a:lnTo>
                    <a:pt x="229260" y="11966"/>
                  </a:lnTo>
                  <a:lnTo>
                    <a:pt x="224306" y="10074"/>
                  </a:lnTo>
                  <a:lnTo>
                    <a:pt x="219295" y="8340"/>
                  </a:lnTo>
                  <a:lnTo>
                    <a:pt x="214231" y="6766"/>
                  </a:lnTo>
                  <a:lnTo>
                    <a:pt x="209120" y="5354"/>
                  </a:lnTo>
                  <a:lnTo>
                    <a:pt x="203966" y="4104"/>
                  </a:lnTo>
                  <a:lnTo>
                    <a:pt x="198776" y="3018"/>
                  </a:lnTo>
                  <a:lnTo>
                    <a:pt x="193554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256068" y="4659281"/>
              <a:ext cx="171455" cy="334331"/>
            </a:xfrm>
            <a:custGeom>
              <a:avLst/>
              <a:pathLst>
                <a:path w="171455" h="334331">
                  <a:moveTo>
                    <a:pt x="167166" y="0"/>
                  </a:moveTo>
                  <a:lnTo>
                    <a:pt x="161819" y="85"/>
                  </a:lnTo>
                  <a:lnTo>
                    <a:pt x="156477" y="342"/>
                  </a:lnTo>
                  <a:lnTo>
                    <a:pt x="151146" y="769"/>
                  </a:lnTo>
                  <a:lnTo>
                    <a:pt x="145832" y="1366"/>
                  </a:lnTo>
                  <a:lnTo>
                    <a:pt x="140540" y="2134"/>
                  </a:lnTo>
                  <a:lnTo>
                    <a:pt x="135274" y="3070"/>
                  </a:lnTo>
                  <a:lnTo>
                    <a:pt x="130042" y="4174"/>
                  </a:lnTo>
                  <a:lnTo>
                    <a:pt x="124847" y="5445"/>
                  </a:lnTo>
                  <a:lnTo>
                    <a:pt x="119696" y="6881"/>
                  </a:lnTo>
                  <a:lnTo>
                    <a:pt x="114593" y="8482"/>
                  </a:lnTo>
                  <a:lnTo>
                    <a:pt x="109544" y="10245"/>
                  </a:lnTo>
                  <a:lnTo>
                    <a:pt x="104554" y="12168"/>
                  </a:lnTo>
                  <a:lnTo>
                    <a:pt x="99628" y="14250"/>
                  </a:lnTo>
                  <a:lnTo>
                    <a:pt x="94771" y="16489"/>
                  </a:lnTo>
                  <a:lnTo>
                    <a:pt x="89988" y="18882"/>
                  </a:lnTo>
                  <a:lnTo>
                    <a:pt x="85285" y="21426"/>
                  </a:lnTo>
                  <a:lnTo>
                    <a:pt x="80665" y="24120"/>
                  </a:lnTo>
                  <a:lnTo>
                    <a:pt x="76133" y="26960"/>
                  </a:lnTo>
                  <a:lnTo>
                    <a:pt x="71695" y="29944"/>
                  </a:lnTo>
                  <a:lnTo>
                    <a:pt x="67355" y="33068"/>
                  </a:lnTo>
                  <a:lnTo>
                    <a:pt x="63116" y="36329"/>
                  </a:lnTo>
                  <a:lnTo>
                    <a:pt x="58984" y="39724"/>
                  </a:lnTo>
                  <a:lnTo>
                    <a:pt x="54963" y="43250"/>
                  </a:lnTo>
                  <a:lnTo>
                    <a:pt x="51057" y="46902"/>
                  </a:lnTo>
                  <a:lnTo>
                    <a:pt x="47269" y="50678"/>
                  </a:lnTo>
                  <a:lnTo>
                    <a:pt x="43605" y="54572"/>
                  </a:lnTo>
                  <a:lnTo>
                    <a:pt x="40066" y="58582"/>
                  </a:lnTo>
                  <a:lnTo>
                    <a:pt x="36658" y="62703"/>
                  </a:lnTo>
                  <a:lnTo>
                    <a:pt x="33383" y="66931"/>
                  </a:lnTo>
                  <a:lnTo>
                    <a:pt x="30246" y="71262"/>
                  </a:lnTo>
                  <a:lnTo>
                    <a:pt x="27248" y="75691"/>
                  </a:lnTo>
                  <a:lnTo>
                    <a:pt x="24394" y="80213"/>
                  </a:lnTo>
                  <a:lnTo>
                    <a:pt x="21685" y="84825"/>
                  </a:lnTo>
                  <a:lnTo>
                    <a:pt x="19126" y="89520"/>
                  </a:lnTo>
                  <a:lnTo>
                    <a:pt x="16718" y="94295"/>
                  </a:lnTo>
                  <a:lnTo>
                    <a:pt x="14464" y="99145"/>
                  </a:lnTo>
                  <a:lnTo>
                    <a:pt x="12366" y="104064"/>
                  </a:lnTo>
                  <a:lnTo>
                    <a:pt x="10427" y="109048"/>
                  </a:lnTo>
                  <a:lnTo>
                    <a:pt x="8648" y="114092"/>
                  </a:lnTo>
                  <a:lnTo>
                    <a:pt x="7032" y="119189"/>
                  </a:lnTo>
                  <a:lnTo>
                    <a:pt x="5579" y="124336"/>
                  </a:lnTo>
                  <a:lnTo>
                    <a:pt x="4291" y="129527"/>
                  </a:lnTo>
                  <a:lnTo>
                    <a:pt x="3171" y="134756"/>
                  </a:lnTo>
                  <a:lnTo>
                    <a:pt x="2218" y="140018"/>
                  </a:lnTo>
                  <a:lnTo>
                    <a:pt x="1434" y="145308"/>
                  </a:lnTo>
                  <a:lnTo>
                    <a:pt x="820" y="150621"/>
                  </a:lnTo>
                  <a:lnTo>
                    <a:pt x="375" y="155950"/>
                  </a:lnTo>
                  <a:lnTo>
                    <a:pt x="102" y="161291"/>
                  </a:lnTo>
                  <a:lnTo>
                    <a:pt x="0" y="166638"/>
                  </a:lnTo>
                  <a:lnTo>
                    <a:pt x="68" y="171985"/>
                  </a:lnTo>
                  <a:lnTo>
                    <a:pt x="308" y="177328"/>
                  </a:lnTo>
                  <a:lnTo>
                    <a:pt x="718" y="182660"/>
                  </a:lnTo>
                  <a:lnTo>
                    <a:pt x="1299" y="187976"/>
                  </a:lnTo>
                  <a:lnTo>
                    <a:pt x="2049" y="193271"/>
                  </a:lnTo>
                  <a:lnTo>
                    <a:pt x="2969" y="198539"/>
                  </a:lnTo>
                  <a:lnTo>
                    <a:pt x="4056" y="203775"/>
                  </a:lnTo>
                  <a:lnTo>
                    <a:pt x="5311" y="208974"/>
                  </a:lnTo>
                  <a:lnTo>
                    <a:pt x="6731" y="214130"/>
                  </a:lnTo>
                  <a:lnTo>
                    <a:pt x="8315" y="219238"/>
                  </a:lnTo>
                  <a:lnTo>
                    <a:pt x="10062" y="224292"/>
                  </a:lnTo>
                  <a:lnTo>
                    <a:pt x="11970" y="229288"/>
                  </a:lnTo>
                  <a:lnTo>
                    <a:pt x="14036" y="234221"/>
                  </a:lnTo>
                  <a:lnTo>
                    <a:pt x="16259" y="239085"/>
                  </a:lnTo>
                  <a:lnTo>
                    <a:pt x="18637" y="243875"/>
                  </a:lnTo>
                  <a:lnTo>
                    <a:pt x="21167" y="248587"/>
                  </a:lnTo>
                  <a:lnTo>
                    <a:pt x="23846" y="253215"/>
                  </a:lnTo>
                  <a:lnTo>
                    <a:pt x="26672" y="257755"/>
                  </a:lnTo>
                  <a:lnTo>
                    <a:pt x="29641" y="262203"/>
                  </a:lnTo>
                  <a:lnTo>
                    <a:pt x="32751" y="266553"/>
                  </a:lnTo>
                  <a:lnTo>
                    <a:pt x="35999" y="270802"/>
                  </a:lnTo>
                  <a:lnTo>
                    <a:pt x="39381" y="274945"/>
                  </a:lnTo>
                  <a:lnTo>
                    <a:pt x="42894" y="278977"/>
                  </a:lnTo>
                  <a:lnTo>
                    <a:pt x="46534" y="282895"/>
                  </a:lnTo>
                  <a:lnTo>
                    <a:pt x="50298" y="286694"/>
                  </a:lnTo>
                  <a:lnTo>
                    <a:pt x="54181" y="290371"/>
                  </a:lnTo>
                  <a:lnTo>
                    <a:pt x="58180" y="293922"/>
                  </a:lnTo>
                  <a:lnTo>
                    <a:pt x="62290" y="297344"/>
                  </a:lnTo>
                  <a:lnTo>
                    <a:pt x="66508" y="300632"/>
                  </a:lnTo>
                  <a:lnTo>
                    <a:pt x="70828" y="303783"/>
                  </a:lnTo>
                  <a:lnTo>
                    <a:pt x="75247" y="306795"/>
                  </a:lnTo>
                  <a:lnTo>
                    <a:pt x="79761" y="309663"/>
                  </a:lnTo>
                  <a:lnTo>
                    <a:pt x="84364" y="312386"/>
                  </a:lnTo>
                  <a:lnTo>
                    <a:pt x="89051" y="314961"/>
                  </a:lnTo>
                  <a:lnTo>
                    <a:pt x="93819" y="317384"/>
                  </a:lnTo>
                  <a:lnTo>
                    <a:pt x="98661" y="319653"/>
                  </a:lnTo>
                  <a:lnTo>
                    <a:pt x="103574" y="321766"/>
                  </a:lnTo>
                  <a:lnTo>
                    <a:pt x="108551" y="323721"/>
                  </a:lnTo>
                  <a:lnTo>
                    <a:pt x="113589" y="325516"/>
                  </a:lnTo>
                  <a:lnTo>
                    <a:pt x="118682" y="327149"/>
                  </a:lnTo>
                  <a:lnTo>
                    <a:pt x="123824" y="328618"/>
                  </a:lnTo>
                  <a:lnTo>
                    <a:pt x="129010" y="329922"/>
                  </a:lnTo>
                  <a:lnTo>
                    <a:pt x="134236" y="331059"/>
                  </a:lnTo>
                  <a:lnTo>
                    <a:pt x="139495" y="332028"/>
                  </a:lnTo>
                  <a:lnTo>
                    <a:pt x="144783" y="332829"/>
                  </a:lnTo>
                  <a:lnTo>
                    <a:pt x="150093" y="333460"/>
                  </a:lnTo>
                  <a:lnTo>
                    <a:pt x="155421" y="333921"/>
                  </a:lnTo>
                  <a:lnTo>
                    <a:pt x="160761" y="334212"/>
                  </a:lnTo>
                  <a:lnTo>
                    <a:pt x="166108" y="334331"/>
                  </a:lnTo>
                  <a:lnTo>
                    <a:pt x="171455" y="33427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826449"/>
              <a:ext cx="4289" cy="167112"/>
            </a:xfrm>
            <a:custGeom>
              <a:avLst/>
              <a:pathLst>
                <a:path w="4289" h="167112">
                  <a:moveTo>
                    <a:pt x="4289" y="167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826449"/>
              <a:ext cx="4289" cy="167112"/>
            </a:xfrm>
            <a:custGeom>
              <a:avLst/>
              <a:pathLst>
                <a:path w="4289" h="167112">
                  <a:moveTo>
                    <a:pt x="4289" y="167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826449"/>
              <a:ext cx="133749" cy="167112"/>
            </a:xfrm>
            <a:custGeom>
              <a:avLst/>
              <a:pathLst>
                <a:path w="133749" h="167112">
                  <a:moveTo>
                    <a:pt x="4289" y="167112"/>
                  </a:moveTo>
                  <a:lnTo>
                    <a:pt x="9867" y="166875"/>
                  </a:lnTo>
                  <a:lnTo>
                    <a:pt x="15434" y="166453"/>
                  </a:lnTo>
                  <a:lnTo>
                    <a:pt x="20984" y="165845"/>
                  </a:lnTo>
                  <a:lnTo>
                    <a:pt x="26510" y="165051"/>
                  </a:lnTo>
                  <a:lnTo>
                    <a:pt x="32007" y="164074"/>
                  </a:lnTo>
                  <a:lnTo>
                    <a:pt x="37468" y="162914"/>
                  </a:lnTo>
                  <a:lnTo>
                    <a:pt x="42887" y="161572"/>
                  </a:lnTo>
                  <a:lnTo>
                    <a:pt x="48259" y="160049"/>
                  </a:lnTo>
                  <a:lnTo>
                    <a:pt x="53577" y="158349"/>
                  </a:lnTo>
                  <a:lnTo>
                    <a:pt x="58834" y="156471"/>
                  </a:lnTo>
                  <a:lnTo>
                    <a:pt x="64027" y="154419"/>
                  </a:lnTo>
                  <a:lnTo>
                    <a:pt x="69148" y="152195"/>
                  </a:lnTo>
                  <a:lnTo>
                    <a:pt x="74191" y="149801"/>
                  </a:lnTo>
                  <a:lnTo>
                    <a:pt x="79152" y="147240"/>
                  </a:lnTo>
                  <a:lnTo>
                    <a:pt x="84025" y="144515"/>
                  </a:lnTo>
                  <a:lnTo>
                    <a:pt x="88804" y="141628"/>
                  </a:lnTo>
                  <a:lnTo>
                    <a:pt x="93484" y="138584"/>
                  </a:lnTo>
                  <a:lnTo>
                    <a:pt x="98060" y="135385"/>
                  </a:lnTo>
                  <a:lnTo>
                    <a:pt x="102526" y="132035"/>
                  </a:lnTo>
                  <a:lnTo>
                    <a:pt x="106878" y="128537"/>
                  </a:lnTo>
                  <a:lnTo>
                    <a:pt x="111111" y="124897"/>
                  </a:lnTo>
                  <a:lnTo>
                    <a:pt x="115219" y="121117"/>
                  </a:lnTo>
                  <a:lnTo>
                    <a:pt x="119200" y="117201"/>
                  </a:lnTo>
                  <a:lnTo>
                    <a:pt x="123047" y="113156"/>
                  </a:lnTo>
                  <a:lnTo>
                    <a:pt x="126757" y="108984"/>
                  </a:lnTo>
                  <a:lnTo>
                    <a:pt x="130325" y="104690"/>
                  </a:lnTo>
                  <a:lnTo>
                    <a:pt x="133749" y="100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167167" cy="267447"/>
            </a:xfrm>
            <a:custGeom>
              <a:avLst/>
              <a:pathLst>
                <a:path w="167167" h="267447">
                  <a:moveTo>
                    <a:pt x="133749" y="267447"/>
                  </a:moveTo>
                  <a:lnTo>
                    <a:pt x="136897" y="263104"/>
                  </a:lnTo>
                  <a:lnTo>
                    <a:pt x="139905" y="258663"/>
                  </a:lnTo>
                  <a:lnTo>
                    <a:pt x="142768" y="254127"/>
                  </a:lnTo>
                  <a:lnTo>
                    <a:pt x="145485" y="249502"/>
                  </a:lnTo>
                  <a:lnTo>
                    <a:pt x="148051" y="244792"/>
                  </a:lnTo>
                  <a:lnTo>
                    <a:pt x="150466" y="240002"/>
                  </a:lnTo>
                  <a:lnTo>
                    <a:pt x="152725" y="235137"/>
                  </a:lnTo>
                  <a:lnTo>
                    <a:pt x="154827" y="230202"/>
                  </a:lnTo>
                  <a:lnTo>
                    <a:pt x="156770" y="225202"/>
                  </a:lnTo>
                  <a:lnTo>
                    <a:pt x="158551" y="220142"/>
                  </a:lnTo>
                  <a:lnTo>
                    <a:pt x="160169" y="215028"/>
                  </a:lnTo>
                  <a:lnTo>
                    <a:pt x="161622" y="209864"/>
                  </a:lnTo>
                  <a:lnTo>
                    <a:pt x="162909" y="204657"/>
                  </a:lnTo>
                  <a:lnTo>
                    <a:pt x="164028" y="199411"/>
                  </a:lnTo>
                  <a:lnTo>
                    <a:pt x="164978" y="194132"/>
                  </a:lnTo>
                  <a:lnTo>
                    <a:pt x="165758" y="188825"/>
                  </a:lnTo>
                  <a:lnTo>
                    <a:pt x="166368" y="183496"/>
                  </a:lnTo>
                  <a:lnTo>
                    <a:pt x="166806" y="178150"/>
                  </a:lnTo>
                  <a:lnTo>
                    <a:pt x="167072" y="172792"/>
                  </a:lnTo>
                  <a:lnTo>
                    <a:pt x="167167" y="167429"/>
                  </a:lnTo>
                  <a:lnTo>
                    <a:pt x="167089" y="162065"/>
                  </a:lnTo>
                  <a:lnTo>
                    <a:pt x="166839" y="156707"/>
                  </a:lnTo>
                  <a:lnTo>
                    <a:pt x="166418" y="151360"/>
                  </a:lnTo>
                  <a:lnTo>
                    <a:pt x="165825" y="146029"/>
                  </a:lnTo>
                  <a:lnTo>
                    <a:pt x="165062" y="140719"/>
                  </a:lnTo>
                  <a:lnTo>
                    <a:pt x="164128" y="135437"/>
                  </a:lnTo>
                  <a:lnTo>
                    <a:pt x="163026" y="130188"/>
                  </a:lnTo>
                  <a:lnTo>
                    <a:pt x="161755" y="124976"/>
                  </a:lnTo>
                  <a:lnTo>
                    <a:pt x="160318" y="119808"/>
                  </a:lnTo>
                  <a:lnTo>
                    <a:pt x="158716" y="114689"/>
                  </a:lnTo>
                  <a:lnTo>
                    <a:pt x="156951" y="109624"/>
                  </a:lnTo>
                  <a:lnTo>
                    <a:pt x="155024" y="104618"/>
                  </a:lnTo>
                  <a:lnTo>
                    <a:pt x="152937" y="99676"/>
                  </a:lnTo>
                  <a:lnTo>
                    <a:pt x="150693" y="94804"/>
                  </a:lnTo>
                  <a:lnTo>
                    <a:pt x="148294" y="90007"/>
                  </a:lnTo>
                  <a:lnTo>
                    <a:pt x="145742" y="85289"/>
                  </a:lnTo>
                  <a:lnTo>
                    <a:pt x="143040" y="80655"/>
                  </a:lnTo>
                  <a:lnTo>
                    <a:pt x="140191" y="76110"/>
                  </a:lnTo>
                  <a:lnTo>
                    <a:pt x="137197" y="71659"/>
                  </a:lnTo>
                  <a:lnTo>
                    <a:pt x="134062" y="67307"/>
                  </a:lnTo>
                  <a:lnTo>
                    <a:pt x="130790" y="63057"/>
                  </a:lnTo>
                  <a:lnTo>
                    <a:pt x="127382" y="58914"/>
                  </a:lnTo>
                  <a:lnTo>
                    <a:pt x="123843" y="54883"/>
                  </a:lnTo>
                  <a:lnTo>
                    <a:pt x="120177" y="50968"/>
                  </a:lnTo>
                  <a:lnTo>
                    <a:pt x="116387" y="47172"/>
                  </a:lnTo>
                  <a:lnTo>
                    <a:pt x="112477" y="43499"/>
                  </a:lnTo>
                  <a:lnTo>
                    <a:pt x="108452" y="39954"/>
                  </a:lnTo>
                  <a:lnTo>
                    <a:pt x="104314" y="36540"/>
                  </a:lnTo>
                  <a:lnTo>
                    <a:pt x="100070" y="33261"/>
                  </a:lnTo>
                  <a:lnTo>
                    <a:pt x="95722" y="30119"/>
                  </a:lnTo>
                  <a:lnTo>
                    <a:pt x="91276" y="27118"/>
                  </a:lnTo>
                  <a:lnTo>
                    <a:pt x="86736" y="24262"/>
                  </a:lnTo>
                  <a:lnTo>
                    <a:pt x="82106" y="21553"/>
                  </a:lnTo>
                  <a:lnTo>
                    <a:pt x="77392" y="18994"/>
                  </a:lnTo>
                  <a:lnTo>
                    <a:pt x="72598" y="16587"/>
                  </a:lnTo>
                  <a:lnTo>
                    <a:pt x="67730" y="14335"/>
                  </a:lnTo>
                  <a:lnTo>
                    <a:pt x="62791" y="12241"/>
                  </a:lnTo>
                  <a:lnTo>
                    <a:pt x="57788" y="10306"/>
                  </a:lnTo>
                  <a:lnTo>
                    <a:pt x="52726" y="8533"/>
                  </a:lnTo>
                  <a:lnTo>
                    <a:pt x="47609" y="6923"/>
                  </a:lnTo>
                  <a:lnTo>
                    <a:pt x="42444" y="5478"/>
                  </a:lnTo>
                  <a:lnTo>
                    <a:pt x="37234" y="4199"/>
                  </a:lnTo>
                  <a:lnTo>
                    <a:pt x="31986" y="3088"/>
                  </a:lnTo>
                  <a:lnTo>
                    <a:pt x="26706" y="2147"/>
                  </a:lnTo>
                  <a:lnTo>
                    <a:pt x="21398" y="1375"/>
                  </a:lnTo>
                  <a:lnTo>
                    <a:pt x="16067" y="774"/>
                  </a:lnTo>
                  <a:lnTo>
                    <a:pt x="10721" y="344"/>
                  </a:lnTo>
                  <a:lnTo>
                    <a:pt x="5363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561315" y="4213821"/>
              <a:ext cx="304491" cy="334327"/>
            </a:xfrm>
            <a:custGeom>
              <a:avLst/>
              <a:pathLst>
                <a:path w="304491" h="334327">
                  <a:moveTo>
                    <a:pt x="167156" y="0"/>
                  </a:moveTo>
                  <a:lnTo>
                    <a:pt x="161837" y="84"/>
                  </a:lnTo>
                  <a:lnTo>
                    <a:pt x="156523" y="338"/>
                  </a:lnTo>
                  <a:lnTo>
                    <a:pt x="151219" y="761"/>
                  </a:lnTo>
                  <a:lnTo>
                    <a:pt x="145932" y="1352"/>
                  </a:lnTo>
                  <a:lnTo>
                    <a:pt x="140666" y="2112"/>
                  </a:lnTo>
                  <a:lnTo>
                    <a:pt x="135427" y="3038"/>
                  </a:lnTo>
                  <a:lnTo>
                    <a:pt x="130220" y="4131"/>
                  </a:lnTo>
                  <a:lnTo>
                    <a:pt x="125051" y="5389"/>
                  </a:lnTo>
                  <a:lnTo>
                    <a:pt x="119924" y="6811"/>
                  </a:lnTo>
                  <a:lnTo>
                    <a:pt x="114845" y="8395"/>
                  </a:lnTo>
                  <a:lnTo>
                    <a:pt x="109820" y="10140"/>
                  </a:lnTo>
                  <a:lnTo>
                    <a:pt x="104852" y="12044"/>
                  </a:lnTo>
                  <a:lnTo>
                    <a:pt x="99947" y="14105"/>
                  </a:lnTo>
                  <a:lnTo>
                    <a:pt x="95110" y="16322"/>
                  </a:lnTo>
                  <a:lnTo>
                    <a:pt x="90347" y="18691"/>
                  </a:lnTo>
                  <a:lnTo>
                    <a:pt x="85661" y="21210"/>
                  </a:lnTo>
                  <a:lnTo>
                    <a:pt x="81057" y="23877"/>
                  </a:lnTo>
                  <a:lnTo>
                    <a:pt x="76541" y="26690"/>
                  </a:lnTo>
                  <a:lnTo>
                    <a:pt x="72117" y="29644"/>
                  </a:lnTo>
                  <a:lnTo>
                    <a:pt x="67789" y="32738"/>
                  </a:lnTo>
                  <a:lnTo>
                    <a:pt x="63561" y="35968"/>
                  </a:lnTo>
                  <a:lnTo>
                    <a:pt x="59439" y="39331"/>
                  </a:lnTo>
                  <a:lnTo>
                    <a:pt x="55426" y="42824"/>
                  </a:lnTo>
                  <a:lnTo>
                    <a:pt x="51525" y="46442"/>
                  </a:lnTo>
                  <a:lnTo>
                    <a:pt x="47742" y="50183"/>
                  </a:lnTo>
                  <a:lnTo>
                    <a:pt x="44080" y="54042"/>
                  </a:lnTo>
                  <a:lnTo>
                    <a:pt x="40543" y="58016"/>
                  </a:lnTo>
                  <a:lnTo>
                    <a:pt x="37133" y="62100"/>
                  </a:lnTo>
                  <a:lnTo>
                    <a:pt x="33856" y="66291"/>
                  </a:lnTo>
                  <a:lnTo>
                    <a:pt x="30713" y="70584"/>
                  </a:lnTo>
                  <a:lnTo>
                    <a:pt x="27709" y="74975"/>
                  </a:lnTo>
                  <a:lnTo>
                    <a:pt x="24846" y="79459"/>
                  </a:lnTo>
                  <a:lnTo>
                    <a:pt x="22127" y="84032"/>
                  </a:lnTo>
                  <a:lnTo>
                    <a:pt x="19555" y="88689"/>
                  </a:lnTo>
                  <a:lnTo>
                    <a:pt x="17132" y="93426"/>
                  </a:lnTo>
                  <a:lnTo>
                    <a:pt x="14862" y="98237"/>
                  </a:lnTo>
                  <a:lnTo>
                    <a:pt x="12745" y="103118"/>
                  </a:lnTo>
                  <a:lnTo>
                    <a:pt x="10785" y="108065"/>
                  </a:lnTo>
                  <a:lnTo>
                    <a:pt x="8984" y="113070"/>
                  </a:lnTo>
                  <a:lnTo>
                    <a:pt x="7343" y="118131"/>
                  </a:lnTo>
                  <a:lnTo>
                    <a:pt x="5863" y="123242"/>
                  </a:lnTo>
                  <a:lnTo>
                    <a:pt x="4547" y="128396"/>
                  </a:lnTo>
                  <a:lnTo>
                    <a:pt x="3396" y="133591"/>
                  </a:lnTo>
                  <a:lnTo>
                    <a:pt x="2410" y="138819"/>
                  </a:lnTo>
                  <a:lnTo>
                    <a:pt x="1591" y="144076"/>
                  </a:lnTo>
                  <a:lnTo>
                    <a:pt x="940" y="149356"/>
                  </a:lnTo>
                  <a:lnTo>
                    <a:pt x="458" y="154654"/>
                  </a:lnTo>
                  <a:lnTo>
                    <a:pt x="144" y="159965"/>
                  </a:lnTo>
                  <a:lnTo>
                    <a:pt x="0" y="165283"/>
                  </a:lnTo>
                  <a:lnTo>
                    <a:pt x="24" y="170604"/>
                  </a:lnTo>
                  <a:lnTo>
                    <a:pt x="218" y="175920"/>
                  </a:lnTo>
                  <a:lnTo>
                    <a:pt x="581" y="181228"/>
                  </a:lnTo>
                  <a:lnTo>
                    <a:pt x="1113" y="186522"/>
                  </a:lnTo>
                  <a:lnTo>
                    <a:pt x="1813" y="191796"/>
                  </a:lnTo>
                  <a:lnTo>
                    <a:pt x="2681" y="197045"/>
                  </a:lnTo>
                  <a:lnTo>
                    <a:pt x="3715" y="202264"/>
                  </a:lnTo>
                  <a:lnTo>
                    <a:pt x="4914" y="207447"/>
                  </a:lnTo>
                  <a:lnTo>
                    <a:pt x="6278" y="212589"/>
                  </a:lnTo>
                  <a:lnTo>
                    <a:pt x="7805" y="217686"/>
                  </a:lnTo>
                  <a:lnTo>
                    <a:pt x="9493" y="222731"/>
                  </a:lnTo>
                  <a:lnTo>
                    <a:pt x="11341" y="227720"/>
                  </a:lnTo>
                  <a:lnTo>
                    <a:pt x="13347" y="232647"/>
                  </a:lnTo>
                  <a:lnTo>
                    <a:pt x="15509" y="237509"/>
                  </a:lnTo>
                  <a:lnTo>
                    <a:pt x="17824" y="242299"/>
                  </a:lnTo>
                  <a:lnTo>
                    <a:pt x="20290" y="247013"/>
                  </a:lnTo>
                  <a:lnTo>
                    <a:pt x="22906" y="251646"/>
                  </a:lnTo>
                  <a:lnTo>
                    <a:pt x="25667" y="256193"/>
                  </a:lnTo>
                  <a:lnTo>
                    <a:pt x="28572" y="260651"/>
                  </a:lnTo>
                  <a:lnTo>
                    <a:pt x="31617" y="265013"/>
                  </a:lnTo>
                  <a:lnTo>
                    <a:pt x="34799" y="269277"/>
                  </a:lnTo>
                  <a:lnTo>
                    <a:pt x="38115" y="273437"/>
                  </a:lnTo>
                  <a:lnTo>
                    <a:pt x="41562" y="277490"/>
                  </a:lnTo>
                  <a:lnTo>
                    <a:pt x="45137" y="281430"/>
                  </a:lnTo>
                  <a:lnTo>
                    <a:pt x="48834" y="285255"/>
                  </a:lnTo>
                  <a:lnTo>
                    <a:pt x="52652" y="288961"/>
                  </a:lnTo>
                  <a:lnTo>
                    <a:pt x="56586" y="292543"/>
                  </a:lnTo>
                  <a:lnTo>
                    <a:pt x="60631" y="295998"/>
                  </a:lnTo>
                  <a:lnTo>
                    <a:pt x="64785" y="299322"/>
                  </a:lnTo>
                  <a:lnTo>
                    <a:pt x="69042" y="302513"/>
                  </a:lnTo>
                  <a:lnTo>
                    <a:pt x="73399" y="305567"/>
                  </a:lnTo>
                  <a:lnTo>
                    <a:pt x="77851" y="308480"/>
                  </a:lnTo>
                  <a:lnTo>
                    <a:pt x="82393" y="311250"/>
                  </a:lnTo>
                  <a:lnTo>
                    <a:pt x="87021" y="313875"/>
                  </a:lnTo>
                  <a:lnTo>
                    <a:pt x="91730" y="316351"/>
                  </a:lnTo>
                  <a:lnTo>
                    <a:pt x="96515" y="318675"/>
                  </a:lnTo>
                  <a:lnTo>
                    <a:pt x="101372" y="320846"/>
                  </a:lnTo>
                  <a:lnTo>
                    <a:pt x="106296" y="322862"/>
                  </a:lnTo>
                  <a:lnTo>
                    <a:pt x="111281" y="324720"/>
                  </a:lnTo>
                  <a:lnTo>
                    <a:pt x="116323" y="326418"/>
                  </a:lnTo>
                  <a:lnTo>
                    <a:pt x="121416" y="327955"/>
                  </a:lnTo>
                  <a:lnTo>
                    <a:pt x="126556" y="329329"/>
                  </a:lnTo>
                  <a:lnTo>
                    <a:pt x="131737" y="330539"/>
                  </a:lnTo>
                  <a:lnTo>
                    <a:pt x="136954" y="331583"/>
                  </a:lnTo>
                  <a:lnTo>
                    <a:pt x="142201" y="332461"/>
                  </a:lnTo>
                  <a:lnTo>
                    <a:pt x="147474" y="333172"/>
                  </a:lnTo>
                  <a:lnTo>
                    <a:pt x="152766" y="333714"/>
                  </a:lnTo>
                  <a:lnTo>
                    <a:pt x="158073" y="334087"/>
                  </a:lnTo>
                  <a:lnTo>
                    <a:pt x="163390" y="334292"/>
                  </a:lnTo>
                  <a:lnTo>
                    <a:pt x="168710" y="334327"/>
                  </a:lnTo>
                  <a:lnTo>
                    <a:pt x="174028" y="334193"/>
                  </a:lnTo>
                  <a:lnTo>
                    <a:pt x="179340" y="333890"/>
                  </a:lnTo>
                  <a:lnTo>
                    <a:pt x="184639" y="333418"/>
                  </a:lnTo>
                  <a:lnTo>
                    <a:pt x="189921" y="332777"/>
                  </a:lnTo>
                  <a:lnTo>
                    <a:pt x="195179" y="331969"/>
                  </a:lnTo>
                  <a:lnTo>
                    <a:pt x="200409" y="330994"/>
                  </a:lnTo>
                  <a:lnTo>
                    <a:pt x="205606" y="329853"/>
                  </a:lnTo>
                  <a:lnTo>
                    <a:pt x="210763" y="328547"/>
                  </a:lnTo>
                  <a:lnTo>
                    <a:pt x="215876" y="327077"/>
                  </a:lnTo>
                  <a:lnTo>
                    <a:pt x="220940" y="325446"/>
                  </a:lnTo>
                  <a:lnTo>
                    <a:pt x="225950" y="323654"/>
                  </a:lnTo>
                  <a:lnTo>
                    <a:pt x="230900" y="321704"/>
                  </a:lnTo>
                  <a:lnTo>
                    <a:pt x="235785" y="319597"/>
                  </a:lnTo>
                  <a:lnTo>
                    <a:pt x="240601" y="317336"/>
                  </a:lnTo>
                  <a:lnTo>
                    <a:pt x="245342" y="314923"/>
                  </a:lnTo>
                  <a:lnTo>
                    <a:pt x="250005" y="312360"/>
                  </a:lnTo>
                  <a:lnTo>
                    <a:pt x="254583" y="309650"/>
                  </a:lnTo>
                  <a:lnTo>
                    <a:pt x="259073" y="306796"/>
                  </a:lnTo>
                  <a:lnTo>
                    <a:pt x="263469" y="303801"/>
                  </a:lnTo>
                  <a:lnTo>
                    <a:pt x="267769" y="300666"/>
                  </a:lnTo>
                  <a:lnTo>
                    <a:pt x="271966" y="297397"/>
                  </a:lnTo>
                  <a:lnTo>
                    <a:pt x="276057" y="293996"/>
                  </a:lnTo>
                  <a:lnTo>
                    <a:pt x="280038" y="290466"/>
                  </a:lnTo>
                  <a:lnTo>
                    <a:pt x="283904" y="286812"/>
                  </a:lnTo>
                  <a:lnTo>
                    <a:pt x="287652" y="283036"/>
                  </a:lnTo>
                  <a:lnTo>
                    <a:pt x="291278" y="279143"/>
                  </a:lnTo>
                  <a:lnTo>
                    <a:pt x="294779" y="275137"/>
                  </a:lnTo>
                  <a:lnTo>
                    <a:pt x="298150" y="271021"/>
                  </a:lnTo>
                  <a:lnTo>
                    <a:pt x="301388" y="266800"/>
                  </a:lnTo>
                  <a:lnTo>
                    <a:pt x="304491" y="262478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80988"/>
              <a:ext cx="137334" cy="95310"/>
            </a:xfrm>
            <a:custGeom>
              <a:avLst/>
              <a:pathLst>
                <a:path w="137334" h="95310">
                  <a:moveTo>
                    <a:pt x="137334" y="9531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320785"/>
              <a:ext cx="167157" cy="155513"/>
            </a:xfrm>
            <a:custGeom>
              <a:avLst/>
              <a:pathLst>
                <a:path w="167157" h="155513">
                  <a:moveTo>
                    <a:pt x="137334" y="155513"/>
                  </a:moveTo>
                  <a:lnTo>
                    <a:pt x="140359" y="151000"/>
                  </a:lnTo>
                  <a:lnTo>
                    <a:pt x="143236" y="146390"/>
                  </a:lnTo>
                  <a:lnTo>
                    <a:pt x="145961" y="141690"/>
                  </a:lnTo>
                  <a:lnTo>
                    <a:pt x="148532" y="136904"/>
                  </a:lnTo>
                  <a:lnTo>
                    <a:pt x="150946" y="132036"/>
                  </a:lnTo>
                  <a:lnTo>
                    <a:pt x="153201" y="127093"/>
                  </a:lnTo>
                  <a:lnTo>
                    <a:pt x="155294" y="122079"/>
                  </a:lnTo>
                  <a:lnTo>
                    <a:pt x="157222" y="116999"/>
                  </a:lnTo>
                  <a:lnTo>
                    <a:pt x="158985" y="111860"/>
                  </a:lnTo>
                  <a:lnTo>
                    <a:pt x="160580" y="106666"/>
                  </a:lnTo>
                  <a:lnTo>
                    <a:pt x="162005" y="101423"/>
                  </a:lnTo>
                  <a:lnTo>
                    <a:pt x="163259" y="96136"/>
                  </a:lnTo>
                  <a:lnTo>
                    <a:pt x="164341" y="90812"/>
                  </a:lnTo>
                  <a:lnTo>
                    <a:pt x="165249" y="85455"/>
                  </a:lnTo>
                  <a:lnTo>
                    <a:pt x="165982" y="80071"/>
                  </a:lnTo>
                  <a:lnTo>
                    <a:pt x="166540" y="74667"/>
                  </a:lnTo>
                  <a:lnTo>
                    <a:pt x="166922" y="69247"/>
                  </a:lnTo>
                  <a:lnTo>
                    <a:pt x="167128" y="63818"/>
                  </a:lnTo>
                  <a:lnTo>
                    <a:pt x="167157" y="58384"/>
                  </a:lnTo>
                  <a:lnTo>
                    <a:pt x="167010" y="52953"/>
                  </a:lnTo>
                  <a:lnTo>
                    <a:pt x="166686" y="47530"/>
                  </a:lnTo>
                  <a:lnTo>
                    <a:pt x="166186" y="42119"/>
                  </a:lnTo>
                  <a:lnTo>
                    <a:pt x="165511" y="36728"/>
                  </a:lnTo>
                  <a:lnTo>
                    <a:pt x="164660" y="31362"/>
                  </a:lnTo>
                  <a:lnTo>
                    <a:pt x="163636" y="26026"/>
                  </a:lnTo>
                  <a:lnTo>
                    <a:pt x="162439" y="20726"/>
                  </a:lnTo>
                  <a:lnTo>
                    <a:pt x="161070" y="15468"/>
                  </a:lnTo>
                  <a:lnTo>
                    <a:pt x="159531" y="10257"/>
                  </a:lnTo>
                  <a:lnTo>
                    <a:pt x="157824" y="5099"/>
                  </a:lnTo>
                  <a:lnTo>
                    <a:pt x="155950" y="0"/>
                  </a:lnTo>
                  <a:lnTo>
                    <a:pt x="0" y="602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155950" cy="167167"/>
            </a:xfrm>
            <a:custGeom>
              <a:avLst/>
              <a:pathLst>
                <a:path w="155950" h="167167">
                  <a:moveTo>
                    <a:pt x="155950" y="106964"/>
                  </a:moveTo>
                  <a:lnTo>
                    <a:pt x="153912" y="101929"/>
                  </a:lnTo>
                  <a:lnTo>
                    <a:pt x="151711" y="96962"/>
                  </a:lnTo>
                  <a:lnTo>
                    <a:pt x="149350" y="92070"/>
                  </a:lnTo>
                  <a:lnTo>
                    <a:pt x="146831" y="87257"/>
                  </a:lnTo>
                  <a:lnTo>
                    <a:pt x="144157" y="82529"/>
                  </a:lnTo>
                  <a:lnTo>
                    <a:pt x="141331" y="77890"/>
                  </a:lnTo>
                  <a:lnTo>
                    <a:pt x="138355" y="73345"/>
                  </a:lnTo>
                  <a:lnTo>
                    <a:pt x="135234" y="68899"/>
                  </a:lnTo>
                  <a:lnTo>
                    <a:pt x="131970" y="64557"/>
                  </a:lnTo>
                  <a:lnTo>
                    <a:pt x="128566" y="60323"/>
                  </a:lnTo>
                  <a:lnTo>
                    <a:pt x="125027" y="56202"/>
                  </a:lnTo>
                  <a:lnTo>
                    <a:pt x="121355" y="52199"/>
                  </a:lnTo>
                  <a:lnTo>
                    <a:pt x="117556" y="48316"/>
                  </a:lnTo>
                  <a:lnTo>
                    <a:pt x="113632" y="44560"/>
                  </a:lnTo>
                  <a:lnTo>
                    <a:pt x="109589" y="40932"/>
                  </a:lnTo>
                  <a:lnTo>
                    <a:pt x="105429" y="37438"/>
                  </a:lnTo>
                  <a:lnTo>
                    <a:pt x="101159" y="34081"/>
                  </a:lnTo>
                  <a:lnTo>
                    <a:pt x="96781" y="30865"/>
                  </a:lnTo>
                  <a:lnTo>
                    <a:pt x="92301" y="27792"/>
                  </a:lnTo>
                  <a:lnTo>
                    <a:pt x="87724" y="24867"/>
                  </a:lnTo>
                  <a:lnTo>
                    <a:pt x="83054" y="22092"/>
                  </a:lnTo>
                  <a:lnTo>
                    <a:pt x="78297" y="19470"/>
                  </a:lnTo>
                  <a:lnTo>
                    <a:pt x="73457" y="17004"/>
                  </a:lnTo>
                  <a:lnTo>
                    <a:pt x="68539" y="14696"/>
                  </a:lnTo>
                  <a:lnTo>
                    <a:pt x="63549" y="12550"/>
                  </a:lnTo>
                  <a:lnTo>
                    <a:pt x="58492" y="10567"/>
                  </a:lnTo>
                  <a:lnTo>
                    <a:pt x="53373" y="8749"/>
                  </a:lnTo>
                  <a:lnTo>
                    <a:pt x="48197" y="7098"/>
                  </a:lnTo>
                  <a:lnTo>
                    <a:pt x="42971" y="5617"/>
                  </a:lnTo>
                  <a:lnTo>
                    <a:pt x="37699" y="4306"/>
                  </a:lnTo>
                  <a:lnTo>
                    <a:pt x="32388" y="3167"/>
                  </a:lnTo>
                  <a:lnTo>
                    <a:pt x="27042" y="2201"/>
                  </a:lnTo>
                  <a:lnTo>
                    <a:pt x="21668" y="1410"/>
                  </a:lnTo>
                  <a:lnTo>
                    <a:pt x="16271" y="793"/>
                  </a:lnTo>
                  <a:lnTo>
                    <a:pt x="10857" y="352"/>
                  </a:lnTo>
                  <a:lnTo>
                    <a:pt x="5431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751853" y="3707720"/>
              <a:ext cx="245469" cy="334326"/>
            </a:xfrm>
            <a:custGeom>
              <a:avLst/>
              <a:pathLst>
                <a:path w="245469" h="334326">
                  <a:moveTo>
                    <a:pt x="167157" y="0"/>
                  </a:moveTo>
                  <a:lnTo>
                    <a:pt x="161836" y="84"/>
                  </a:lnTo>
                  <a:lnTo>
                    <a:pt x="156521" y="338"/>
                  </a:lnTo>
                  <a:lnTo>
                    <a:pt x="151216" y="761"/>
                  </a:lnTo>
                  <a:lnTo>
                    <a:pt x="145928" y="1353"/>
                  </a:lnTo>
                  <a:lnTo>
                    <a:pt x="140661" y="2113"/>
                  </a:lnTo>
                  <a:lnTo>
                    <a:pt x="135421" y="3040"/>
                  </a:lnTo>
                  <a:lnTo>
                    <a:pt x="130213" y="4133"/>
                  </a:lnTo>
                  <a:lnTo>
                    <a:pt x="125042" y="5392"/>
                  </a:lnTo>
                  <a:lnTo>
                    <a:pt x="119914" y="6814"/>
                  </a:lnTo>
                  <a:lnTo>
                    <a:pt x="114834" y="8399"/>
                  </a:lnTo>
                  <a:lnTo>
                    <a:pt x="109807" y="10145"/>
                  </a:lnTo>
                  <a:lnTo>
                    <a:pt x="104838" y="12050"/>
                  </a:lnTo>
                  <a:lnTo>
                    <a:pt x="99933" y="14112"/>
                  </a:lnTo>
                  <a:lnTo>
                    <a:pt x="95095" y="16329"/>
                  </a:lnTo>
                  <a:lnTo>
                    <a:pt x="90331" y="18699"/>
                  </a:lnTo>
                  <a:lnTo>
                    <a:pt x="85644" y="21220"/>
                  </a:lnTo>
                  <a:lnTo>
                    <a:pt x="81040" y="23888"/>
                  </a:lnTo>
                  <a:lnTo>
                    <a:pt x="76523" y="26702"/>
                  </a:lnTo>
                  <a:lnTo>
                    <a:pt x="72098" y="29658"/>
                  </a:lnTo>
                  <a:lnTo>
                    <a:pt x="67769" y="32753"/>
                  </a:lnTo>
                  <a:lnTo>
                    <a:pt x="63542" y="35985"/>
                  </a:lnTo>
                  <a:lnTo>
                    <a:pt x="59419" y="39349"/>
                  </a:lnTo>
                  <a:lnTo>
                    <a:pt x="55405" y="42843"/>
                  </a:lnTo>
                  <a:lnTo>
                    <a:pt x="51504" y="46463"/>
                  </a:lnTo>
                  <a:lnTo>
                    <a:pt x="47721" y="50205"/>
                  </a:lnTo>
                  <a:lnTo>
                    <a:pt x="44059" y="54066"/>
                  </a:lnTo>
                  <a:lnTo>
                    <a:pt x="40521" y="58042"/>
                  </a:lnTo>
                  <a:lnTo>
                    <a:pt x="37112" y="62128"/>
                  </a:lnTo>
                  <a:lnTo>
                    <a:pt x="33835" y="66320"/>
                  </a:lnTo>
                  <a:lnTo>
                    <a:pt x="30692" y="70615"/>
                  </a:lnTo>
                  <a:lnTo>
                    <a:pt x="27688" y="75007"/>
                  </a:lnTo>
                  <a:lnTo>
                    <a:pt x="24826" y="79493"/>
                  </a:lnTo>
                  <a:lnTo>
                    <a:pt x="22107" y="84068"/>
                  </a:lnTo>
                  <a:lnTo>
                    <a:pt x="19536" y="88727"/>
                  </a:lnTo>
                  <a:lnTo>
                    <a:pt x="17114" y="93465"/>
                  </a:lnTo>
                  <a:lnTo>
                    <a:pt x="14844" y="98278"/>
                  </a:lnTo>
                  <a:lnTo>
                    <a:pt x="12728" y="103161"/>
                  </a:lnTo>
                  <a:lnTo>
                    <a:pt x="10769" y="108109"/>
                  </a:lnTo>
                  <a:lnTo>
                    <a:pt x="8969" y="113117"/>
                  </a:lnTo>
                  <a:lnTo>
                    <a:pt x="7329" y="118179"/>
                  </a:lnTo>
                  <a:lnTo>
                    <a:pt x="5850" y="123291"/>
                  </a:lnTo>
                  <a:lnTo>
                    <a:pt x="4535" y="128448"/>
                  </a:lnTo>
                  <a:lnTo>
                    <a:pt x="3385" y="133643"/>
                  </a:lnTo>
                  <a:lnTo>
                    <a:pt x="2401" y="138873"/>
                  </a:lnTo>
                  <a:lnTo>
                    <a:pt x="1584" y="144131"/>
                  </a:lnTo>
                  <a:lnTo>
                    <a:pt x="935" y="149413"/>
                  </a:lnTo>
                  <a:lnTo>
                    <a:pt x="454" y="154713"/>
                  </a:lnTo>
                  <a:lnTo>
                    <a:pt x="142" y="160025"/>
                  </a:lnTo>
                  <a:lnTo>
                    <a:pt x="0" y="165345"/>
                  </a:lnTo>
                  <a:lnTo>
                    <a:pt x="26" y="170666"/>
                  </a:lnTo>
                  <a:lnTo>
                    <a:pt x="222" y="175984"/>
                  </a:lnTo>
                  <a:lnTo>
                    <a:pt x="587" y="181293"/>
                  </a:lnTo>
                  <a:lnTo>
                    <a:pt x="1121" y="186588"/>
                  </a:lnTo>
                  <a:lnTo>
                    <a:pt x="1824" y="191862"/>
                  </a:lnTo>
                  <a:lnTo>
                    <a:pt x="2694" y="197112"/>
                  </a:lnTo>
                  <a:lnTo>
                    <a:pt x="3730" y="202332"/>
                  </a:lnTo>
                  <a:lnTo>
                    <a:pt x="4932" y="207516"/>
                  </a:lnTo>
                  <a:lnTo>
                    <a:pt x="6299" y="212659"/>
                  </a:lnTo>
                  <a:lnTo>
                    <a:pt x="7828" y="217756"/>
                  </a:lnTo>
                  <a:lnTo>
                    <a:pt x="9519" y="222802"/>
                  </a:lnTo>
                  <a:lnTo>
                    <a:pt x="11370" y="227791"/>
                  </a:lnTo>
                  <a:lnTo>
                    <a:pt x="13378" y="232719"/>
                  </a:lnTo>
                  <a:lnTo>
                    <a:pt x="15543" y="237580"/>
                  </a:lnTo>
                  <a:lnTo>
                    <a:pt x="17861" y="242370"/>
                  </a:lnTo>
                  <a:lnTo>
                    <a:pt x="20330" y="247084"/>
                  </a:lnTo>
                  <a:lnTo>
                    <a:pt x="22948" y="251717"/>
                  </a:lnTo>
                  <a:lnTo>
                    <a:pt x="25712" y="256264"/>
                  </a:lnTo>
                  <a:lnTo>
                    <a:pt x="28620" y="260721"/>
                  </a:lnTo>
                  <a:lnTo>
                    <a:pt x="31668" y="265083"/>
                  </a:lnTo>
                  <a:lnTo>
                    <a:pt x="34853" y="269346"/>
                  </a:lnTo>
                  <a:lnTo>
                    <a:pt x="38172" y="273506"/>
                  </a:lnTo>
                  <a:lnTo>
                    <a:pt x="41622" y="277557"/>
                  </a:lnTo>
                  <a:lnTo>
                    <a:pt x="45200" y="281497"/>
                  </a:lnTo>
                  <a:lnTo>
                    <a:pt x="48900" y="285321"/>
                  </a:lnTo>
                  <a:lnTo>
                    <a:pt x="52721" y="289025"/>
                  </a:lnTo>
                  <a:lnTo>
                    <a:pt x="56658" y="292606"/>
                  </a:lnTo>
                  <a:lnTo>
                    <a:pt x="60706" y="296059"/>
                  </a:lnTo>
                  <a:lnTo>
                    <a:pt x="64863" y="299382"/>
                  </a:lnTo>
                  <a:lnTo>
                    <a:pt x="69123" y="302571"/>
                  </a:lnTo>
                  <a:lnTo>
                    <a:pt x="73482" y="305623"/>
                  </a:lnTo>
                  <a:lnTo>
                    <a:pt x="77937" y="308534"/>
                  </a:lnTo>
                  <a:lnTo>
                    <a:pt x="82482" y="311302"/>
                  </a:lnTo>
                  <a:lnTo>
                    <a:pt x="87112" y="313925"/>
                  </a:lnTo>
                  <a:lnTo>
                    <a:pt x="91824" y="316398"/>
                  </a:lnTo>
                  <a:lnTo>
                    <a:pt x="96612" y="318720"/>
                  </a:lnTo>
                  <a:lnTo>
                    <a:pt x="101472" y="320889"/>
                  </a:lnTo>
                  <a:lnTo>
                    <a:pt x="106398" y="322902"/>
                  </a:lnTo>
                  <a:lnTo>
                    <a:pt x="111386" y="324757"/>
                  </a:lnTo>
                  <a:lnTo>
                    <a:pt x="116430" y="326452"/>
                  </a:lnTo>
                  <a:lnTo>
                    <a:pt x="121525" y="327986"/>
                  </a:lnTo>
                  <a:lnTo>
                    <a:pt x="126667" y="329357"/>
                  </a:lnTo>
                  <a:lnTo>
                    <a:pt x="131850" y="330563"/>
                  </a:lnTo>
                  <a:lnTo>
                    <a:pt x="137069" y="331604"/>
                  </a:lnTo>
                  <a:lnTo>
                    <a:pt x="142318" y="332479"/>
                  </a:lnTo>
                  <a:lnTo>
                    <a:pt x="147592" y="333186"/>
                  </a:lnTo>
                  <a:lnTo>
                    <a:pt x="152886" y="333724"/>
                  </a:lnTo>
                  <a:lnTo>
                    <a:pt x="158195" y="334094"/>
                  </a:lnTo>
                  <a:lnTo>
                    <a:pt x="163513" y="334295"/>
                  </a:lnTo>
                  <a:lnTo>
                    <a:pt x="168834" y="334326"/>
                  </a:lnTo>
                  <a:lnTo>
                    <a:pt x="174154" y="334188"/>
                  </a:lnTo>
                  <a:lnTo>
                    <a:pt x="179466" y="333881"/>
                  </a:lnTo>
                  <a:lnTo>
                    <a:pt x="184767" y="333404"/>
                  </a:lnTo>
                  <a:lnTo>
                    <a:pt x="190049" y="332760"/>
                  </a:lnTo>
                  <a:lnTo>
                    <a:pt x="195308" y="331947"/>
                  </a:lnTo>
                  <a:lnTo>
                    <a:pt x="200538" y="330968"/>
                  </a:lnTo>
                  <a:lnTo>
                    <a:pt x="205735" y="329822"/>
                  </a:lnTo>
                  <a:lnTo>
                    <a:pt x="210893" y="328512"/>
                  </a:lnTo>
                  <a:lnTo>
                    <a:pt x="216006" y="327038"/>
                  </a:lnTo>
                  <a:lnTo>
                    <a:pt x="221070" y="325402"/>
                  </a:lnTo>
                  <a:lnTo>
                    <a:pt x="226079" y="323606"/>
                  </a:lnTo>
                  <a:lnTo>
                    <a:pt x="231029" y="321651"/>
                  </a:lnTo>
                  <a:lnTo>
                    <a:pt x="235913" y="319540"/>
                  </a:lnTo>
                  <a:lnTo>
                    <a:pt x="240728" y="317274"/>
                  </a:lnTo>
                  <a:lnTo>
                    <a:pt x="245469" y="314856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833"/>
              <a:ext cx="167167" cy="314744"/>
            </a:xfrm>
            <a:custGeom>
              <a:avLst/>
              <a:pathLst>
                <a:path w="167167" h="314744">
                  <a:moveTo>
                    <a:pt x="78311" y="314744"/>
                  </a:moveTo>
                  <a:lnTo>
                    <a:pt x="82985" y="312170"/>
                  </a:lnTo>
                  <a:lnTo>
                    <a:pt x="87574" y="309447"/>
                  </a:lnTo>
                  <a:lnTo>
                    <a:pt x="92074" y="306580"/>
                  </a:lnTo>
                  <a:lnTo>
                    <a:pt x="96479" y="303570"/>
                  </a:lnTo>
                  <a:lnTo>
                    <a:pt x="100787" y="300422"/>
                  </a:lnTo>
                  <a:lnTo>
                    <a:pt x="104992" y="297137"/>
                  </a:lnTo>
                  <a:lnTo>
                    <a:pt x="109090" y="293720"/>
                  </a:lnTo>
                  <a:lnTo>
                    <a:pt x="113077" y="290174"/>
                  </a:lnTo>
                  <a:lnTo>
                    <a:pt x="116948" y="286503"/>
                  </a:lnTo>
                  <a:lnTo>
                    <a:pt x="120701" y="282710"/>
                  </a:lnTo>
                  <a:lnTo>
                    <a:pt x="124330" y="278799"/>
                  </a:lnTo>
                  <a:lnTo>
                    <a:pt x="127833" y="274774"/>
                  </a:lnTo>
                  <a:lnTo>
                    <a:pt x="131206" y="270640"/>
                  </a:lnTo>
                  <a:lnTo>
                    <a:pt x="134445" y="266399"/>
                  </a:lnTo>
                  <a:lnTo>
                    <a:pt x="137547" y="262058"/>
                  </a:lnTo>
                  <a:lnTo>
                    <a:pt x="140509" y="257620"/>
                  </a:lnTo>
                  <a:lnTo>
                    <a:pt x="143327" y="253090"/>
                  </a:lnTo>
                  <a:lnTo>
                    <a:pt x="146000" y="248472"/>
                  </a:lnTo>
                  <a:lnTo>
                    <a:pt x="148524" y="243771"/>
                  </a:lnTo>
                  <a:lnTo>
                    <a:pt x="150897" y="238992"/>
                  </a:lnTo>
                  <a:lnTo>
                    <a:pt x="153116" y="234139"/>
                  </a:lnTo>
                  <a:lnTo>
                    <a:pt x="155179" y="229219"/>
                  </a:lnTo>
                  <a:lnTo>
                    <a:pt x="157084" y="224235"/>
                  </a:lnTo>
                  <a:lnTo>
                    <a:pt x="158828" y="219192"/>
                  </a:lnTo>
                  <a:lnTo>
                    <a:pt x="160411" y="214097"/>
                  </a:lnTo>
                  <a:lnTo>
                    <a:pt x="161831" y="208954"/>
                  </a:lnTo>
                  <a:lnTo>
                    <a:pt x="163086" y="203768"/>
                  </a:lnTo>
                  <a:lnTo>
                    <a:pt x="164174" y="198544"/>
                  </a:lnTo>
                  <a:lnTo>
                    <a:pt x="165096" y="193289"/>
                  </a:lnTo>
                  <a:lnTo>
                    <a:pt x="165849" y="188007"/>
                  </a:lnTo>
                  <a:lnTo>
                    <a:pt x="166433" y="182703"/>
                  </a:lnTo>
                  <a:lnTo>
                    <a:pt x="166848" y="177383"/>
                  </a:lnTo>
                  <a:lnTo>
                    <a:pt x="167092" y="172053"/>
                  </a:lnTo>
                  <a:lnTo>
                    <a:pt x="167167" y="166718"/>
                  </a:lnTo>
                  <a:lnTo>
                    <a:pt x="167071" y="161384"/>
                  </a:lnTo>
                  <a:lnTo>
                    <a:pt x="166805" y="156055"/>
                  </a:lnTo>
                  <a:lnTo>
                    <a:pt x="166369" y="150737"/>
                  </a:lnTo>
                  <a:lnTo>
                    <a:pt x="165763" y="145436"/>
                  </a:lnTo>
                  <a:lnTo>
                    <a:pt x="164989" y="140156"/>
                  </a:lnTo>
                  <a:lnTo>
                    <a:pt x="164046" y="134905"/>
                  </a:lnTo>
                  <a:lnTo>
                    <a:pt x="162937" y="129686"/>
                  </a:lnTo>
                  <a:lnTo>
                    <a:pt x="161661" y="124505"/>
                  </a:lnTo>
                  <a:lnTo>
                    <a:pt x="160221" y="119367"/>
                  </a:lnTo>
                  <a:lnTo>
                    <a:pt x="158617" y="114278"/>
                  </a:lnTo>
                  <a:lnTo>
                    <a:pt x="156852" y="109243"/>
                  </a:lnTo>
                  <a:lnTo>
                    <a:pt x="154927" y="104267"/>
                  </a:lnTo>
                  <a:lnTo>
                    <a:pt x="152845" y="99354"/>
                  </a:lnTo>
                  <a:lnTo>
                    <a:pt x="150606" y="94511"/>
                  </a:lnTo>
                  <a:lnTo>
                    <a:pt x="148214" y="89741"/>
                  </a:lnTo>
                  <a:lnTo>
                    <a:pt x="145671" y="85051"/>
                  </a:lnTo>
                  <a:lnTo>
                    <a:pt x="142980" y="80443"/>
                  </a:lnTo>
                  <a:lnTo>
                    <a:pt x="140143" y="75925"/>
                  </a:lnTo>
                  <a:lnTo>
                    <a:pt x="137164" y="71498"/>
                  </a:lnTo>
                  <a:lnTo>
                    <a:pt x="134044" y="67170"/>
                  </a:lnTo>
                  <a:lnTo>
                    <a:pt x="130788" y="62943"/>
                  </a:lnTo>
                  <a:lnTo>
                    <a:pt x="127399" y="58822"/>
                  </a:lnTo>
                  <a:lnTo>
                    <a:pt x="123880" y="54811"/>
                  </a:lnTo>
                  <a:lnTo>
                    <a:pt x="120235" y="50915"/>
                  </a:lnTo>
                  <a:lnTo>
                    <a:pt x="116467" y="47137"/>
                  </a:lnTo>
                  <a:lnTo>
                    <a:pt x="112580" y="43481"/>
                  </a:lnTo>
                  <a:lnTo>
                    <a:pt x="108579" y="39951"/>
                  </a:lnTo>
                  <a:lnTo>
                    <a:pt x="104468" y="36550"/>
                  </a:lnTo>
                  <a:lnTo>
                    <a:pt x="100250" y="33283"/>
                  </a:lnTo>
                  <a:lnTo>
                    <a:pt x="95929" y="30152"/>
                  </a:lnTo>
                  <a:lnTo>
                    <a:pt x="91511" y="27160"/>
                  </a:lnTo>
                  <a:lnTo>
                    <a:pt x="87000" y="24311"/>
                  </a:lnTo>
                  <a:lnTo>
                    <a:pt x="82400" y="21607"/>
                  </a:lnTo>
                  <a:lnTo>
                    <a:pt x="77717" y="19051"/>
                  </a:lnTo>
                  <a:lnTo>
                    <a:pt x="72954" y="16646"/>
                  </a:lnTo>
                  <a:lnTo>
                    <a:pt x="68116" y="14395"/>
                  </a:lnTo>
                  <a:lnTo>
                    <a:pt x="63210" y="12299"/>
                  </a:lnTo>
                  <a:lnTo>
                    <a:pt x="58239" y="10360"/>
                  </a:lnTo>
                  <a:lnTo>
                    <a:pt x="53208" y="8581"/>
                  </a:lnTo>
                  <a:lnTo>
                    <a:pt x="48124" y="6964"/>
                  </a:lnTo>
                  <a:lnTo>
                    <a:pt x="42990" y="5510"/>
                  </a:lnTo>
                  <a:lnTo>
                    <a:pt x="37813" y="4220"/>
                  </a:lnTo>
                  <a:lnTo>
                    <a:pt x="32597" y="3096"/>
                  </a:lnTo>
                  <a:lnTo>
                    <a:pt x="27348" y="2139"/>
                  </a:lnTo>
                  <a:lnTo>
                    <a:pt x="22071" y="1351"/>
                  </a:lnTo>
                  <a:lnTo>
                    <a:pt x="16771" y="731"/>
                  </a:lnTo>
                  <a:lnTo>
                    <a:pt x="11454" y="280"/>
                  </a:lnTo>
                  <a:lnTo>
                    <a:pt x="6126" y="0"/>
                  </a:lnTo>
                  <a:lnTo>
                    <a:pt x="0" y="1670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6126" cy="167167"/>
            </a:xfrm>
            <a:custGeom>
              <a:avLst/>
              <a:pathLst>
                <a:path w="6126" h="167167">
                  <a:moveTo>
                    <a:pt x="6126" y="11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tx81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2025-06-06T02:04:28Z</dcterms:modified>
  <cp:category/>
</cp:coreProperties>
</file>